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161437"/>
            </a:xfrm>
            <a:custGeom>
              <a:avLst/>
              <a:pathLst>
                <a:path w="7090630" h="3161437">
                  <a:moveTo>
                    <a:pt x="1236228" y="0"/>
                  </a:moveTo>
                  <a:lnTo>
                    <a:pt x="1289205" y="74512"/>
                  </a:lnTo>
                  <a:lnTo>
                    <a:pt x="1360827" y="172358"/>
                  </a:lnTo>
                  <a:lnTo>
                    <a:pt x="1432450" y="267395"/>
                  </a:lnTo>
                  <a:lnTo>
                    <a:pt x="1504073" y="359705"/>
                  </a:lnTo>
                  <a:lnTo>
                    <a:pt x="1575695" y="449366"/>
                  </a:lnTo>
                  <a:lnTo>
                    <a:pt x="1647318" y="536454"/>
                  </a:lnTo>
                  <a:lnTo>
                    <a:pt x="1718940" y="621042"/>
                  </a:lnTo>
                  <a:lnTo>
                    <a:pt x="1790563" y="703202"/>
                  </a:lnTo>
                  <a:lnTo>
                    <a:pt x="1862185" y="783004"/>
                  </a:lnTo>
                  <a:lnTo>
                    <a:pt x="1933808" y="860516"/>
                  </a:lnTo>
                  <a:lnTo>
                    <a:pt x="2005430" y="935804"/>
                  </a:lnTo>
                  <a:lnTo>
                    <a:pt x="2077053" y="1008930"/>
                  </a:lnTo>
                  <a:lnTo>
                    <a:pt x="2148675" y="1079958"/>
                  </a:lnTo>
                  <a:lnTo>
                    <a:pt x="2220298" y="1148947"/>
                  </a:lnTo>
                  <a:lnTo>
                    <a:pt x="2291920" y="1215957"/>
                  </a:lnTo>
                  <a:lnTo>
                    <a:pt x="2363543" y="1281043"/>
                  </a:lnTo>
                  <a:lnTo>
                    <a:pt x="2435165" y="1344261"/>
                  </a:lnTo>
                  <a:lnTo>
                    <a:pt x="2506788" y="1405665"/>
                  </a:lnTo>
                  <a:lnTo>
                    <a:pt x="2578410" y="1465306"/>
                  </a:lnTo>
                  <a:lnTo>
                    <a:pt x="2650033" y="1523236"/>
                  </a:lnTo>
                  <a:lnTo>
                    <a:pt x="2721655" y="1579503"/>
                  </a:lnTo>
                  <a:lnTo>
                    <a:pt x="2793278" y="1634155"/>
                  </a:lnTo>
                  <a:lnTo>
                    <a:pt x="2864901" y="1687239"/>
                  </a:lnTo>
                  <a:lnTo>
                    <a:pt x="2936523" y="1738799"/>
                  </a:lnTo>
                  <a:lnTo>
                    <a:pt x="3008146" y="1788879"/>
                  </a:lnTo>
                  <a:lnTo>
                    <a:pt x="3079768" y="1837523"/>
                  </a:lnTo>
                  <a:lnTo>
                    <a:pt x="3151391" y="1884770"/>
                  </a:lnTo>
                  <a:lnTo>
                    <a:pt x="3223013" y="1930661"/>
                  </a:lnTo>
                  <a:lnTo>
                    <a:pt x="3294636" y="1975235"/>
                  </a:lnTo>
                  <a:lnTo>
                    <a:pt x="3366258" y="2018529"/>
                  </a:lnTo>
                  <a:lnTo>
                    <a:pt x="3437881" y="2060581"/>
                  </a:lnTo>
                  <a:lnTo>
                    <a:pt x="3509503" y="2101427"/>
                  </a:lnTo>
                  <a:lnTo>
                    <a:pt x="3581126" y="2141099"/>
                  </a:lnTo>
                  <a:lnTo>
                    <a:pt x="3652748" y="2179634"/>
                  </a:lnTo>
                  <a:lnTo>
                    <a:pt x="3724371" y="2217062"/>
                  </a:lnTo>
                  <a:lnTo>
                    <a:pt x="3795993" y="2253416"/>
                  </a:lnTo>
                  <a:lnTo>
                    <a:pt x="3867616" y="2288727"/>
                  </a:lnTo>
                  <a:lnTo>
                    <a:pt x="3939238" y="2323024"/>
                  </a:lnTo>
                  <a:lnTo>
                    <a:pt x="4010861" y="2356337"/>
                  </a:lnTo>
                  <a:lnTo>
                    <a:pt x="4082483" y="2388694"/>
                  </a:lnTo>
                  <a:lnTo>
                    <a:pt x="4154106" y="2420123"/>
                  </a:lnTo>
                  <a:lnTo>
                    <a:pt x="4225729" y="2450649"/>
                  </a:lnTo>
                  <a:lnTo>
                    <a:pt x="4297351" y="2480299"/>
                  </a:lnTo>
                  <a:lnTo>
                    <a:pt x="4368974" y="2509098"/>
                  </a:lnTo>
                  <a:lnTo>
                    <a:pt x="4440596" y="2537071"/>
                  </a:lnTo>
                  <a:lnTo>
                    <a:pt x="4512219" y="2564241"/>
                  </a:lnTo>
                  <a:lnTo>
                    <a:pt x="4583841" y="2590631"/>
                  </a:lnTo>
                  <a:lnTo>
                    <a:pt x="4655464" y="2616263"/>
                  </a:lnTo>
                  <a:lnTo>
                    <a:pt x="4727086" y="2641160"/>
                  </a:lnTo>
                  <a:lnTo>
                    <a:pt x="4798709" y="2657332"/>
                  </a:lnTo>
                  <a:lnTo>
                    <a:pt x="4870331" y="2663907"/>
                  </a:lnTo>
                  <a:lnTo>
                    <a:pt x="4941954" y="2670431"/>
                  </a:lnTo>
                  <a:lnTo>
                    <a:pt x="5013576" y="2676902"/>
                  </a:lnTo>
                  <a:lnTo>
                    <a:pt x="5085199" y="2683322"/>
                  </a:lnTo>
                  <a:lnTo>
                    <a:pt x="5156821" y="2689691"/>
                  </a:lnTo>
                  <a:lnTo>
                    <a:pt x="5228444" y="2696009"/>
                  </a:lnTo>
                  <a:lnTo>
                    <a:pt x="5300066" y="2702277"/>
                  </a:lnTo>
                  <a:lnTo>
                    <a:pt x="5371689" y="2708495"/>
                  </a:lnTo>
                  <a:lnTo>
                    <a:pt x="5443311" y="2714664"/>
                  </a:lnTo>
                  <a:lnTo>
                    <a:pt x="5514934" y="2720783"/>
                  </a:lnTo>
                  <a:lnTo>
                    <a:pt x="5586557" y="2726854"/>
                  </a:lnTo>
                  <a:lnTo>
                    <a:pt x="5658179" y="2732877"/>
                  </a:lnTo>
                  <a:lnTo>
                    <a:pt x="5729802" y="2738851"/>
                  </a:lnTo>
                  <a:lnTo>
                    <a:pt x="5801424" y="2744778"/>
                  </a:lnTo>
                  <a:lnTo>
                    <a:pt x="5873047" y="2750658"/>
                  </a:lnTo>
                  <a:lnTo>
                    <a:pt x="5944669" y="2756491"/>
                  </a:lnTo>
                  <a:lnTo>
                    <a:pt x="6016292" y="2762278"/>
                  </a:lnTo>
                  <a:lnTo>
                    <a:pt x="6087914" y="2768019"/>
                  </a:lnTo>
                  <a:lnTo>
                    <a:pt x="6159537" y="2773714"/>
                  </a:lnTo>
                  <a:lnTo>
                    <a:pt x="6231159" y="2779363"/>
                  </a:lnTo>
                  <a:lnTo>
                    <a:pt x="6302782" y="2784968"/>
                  </a:lnTo>
                  <a:lnTo>
                    <a:pt x="6374404" y="2790528"/>
                  </a:lnTo>
                  <a:lnTo>
                    <a:pt x="6446027" y="2796044"/>
                  </a:lnTo>
                  <a:lnTo>
                    <a:pt x="6517649" y="2801516"/>
                  </a:lnTo>
                  <a:lnTo>
                    <a:pt x="6589272" y="2806944"/>
                  </a:lnTo>
                  <a:lnTo>
                    <a:pt x="6660894" y="2812330"/>
                  </a:lnTo>
                  <a:lnTo>
                    <a:pt x="6732517" y="2817672"/>
                  </a:lnTo>
                  <a:lnTo>
                    <a:pt x="6804139" y="2822972"/>
                  </a:lnTo>
                  <a:lnTo>
                    <a:pt x="6875762" y="2828230"/>
                  </a:lnTo>
                  <a:lnTo>
                    <a:pt x="6947385" y="2833445"/>
                  </a:lnTo>
                  <a:lnTo>
                    <a:pt x="7019007" y="2838620"/>
                  </a:lnTo>
                  <a:lnTo>
                    <a:pt x="7090630" y="2843753"/>
                  </a:lnTo>
                  <a:lnTo>
                    <a:pt x="7090630" y="3161437"/>
                  </a:lnTo>
                  <a:lnTo>
                    <a:pt x="7019007" y="3151914"/>
                  </a:lnTo>
                  <a:lnTo>
                    <a:pt x="6947385" y="3142109"/>
                  </a:lnTo>
                  <a:lnTo>
                    <a:pt x="6875762" y="3132014"/>
                  </a:lnTo>
                  <a:lnTo>
                    <a:pt x="6804139" y="3121621"/>
                  </a:lnTo>
                  <a:lnTo>
                    <a:pt x="6732517" y="3110920"/>
                  </a:lnTo>
                  <a:lnTo>
                    <a:pt x="6660894" y="3099904"/>
                  </a:lnTo>
                  <a:lnTo>
                    <a:pt x="6589272" y="3088562"/>
                  </a:lnTo>
                  <a:lnTo>
                    <a:pt x="6517649" y="3076885"/>
                  </a:lnTo>
                  <a:lnTo>
                    <a:pt x="6446027" y="3064863"/>
                  </a:lnTo>
                  <a:lnTo>
                    <a:pt x="6374404" y="3052486"/>
                  </a:lnTo>
                  <a:lnTo>
                    <a:pt x="6302782" y="3039743"/>
                  </a:lnTo>
                  <a:lnTo>
                    <a:pt x="6231159" y="3026623"/>
                  </a:lnTo>
                  <a:lnTo>
                    <a:pt x="6159537" y="3013116"/>
                  </a:lnTo>
                  <a:lnTo>
                    <a:pt x="6087914" y="2999210"/>
                  </a:lnTo>
                  <a:lnTo>
                    <a:pt x="6016292" y="2984893"/>
                  </a:lnTo>
                  <a:lnTo>
                    <a:pt x="5944669" y="2970152"/>
                  </a:lnTo>
                  <a:lnTo>
                    <a:pt x="5873047" y="2954976"/>
                  </a:lnTo>
                  <a:lnTo>
                    <a:pt x="5801424" y="2939352"/>
                  </a:lnTo>
                  <a:lnTo>
                    <a:pt x="5729802" y="2923266"/>
                  </a:lnTo>
                  <a:lnTo>
                    <a:pt x="5658179" y="2906705"/>
                  </a:lnTo>
                  <a:lnTo>
                    <a:pt x="5586557" y="2889654"/>
                  </a:lnTo>
                  <a:lnTo>
                    <a:pt x="5514934" y="2872100"/>
                  </a:lnTo>
                  <a:lnTo>
                    <a:pt x="5443311" y="2854027"/>
                  </a:lnTo>
                  <a:lnTo>
                    <a:pt x="5371689" y="2835420"/>
                  </a:lnTo>
                  <a:lnTo>
                    <a:pt x="5300066" y="2816263"/>
                  </a:lnTo>
                  <a:lnTo>
                    <a:pt x="5228444" y="2796540"/>
                  </a:lnTo>
                  <a:lnTo>
                    <a:pt x="5156821" y="2776234"/>
                  </a:lnTo>
                  <a:lnTo>
                    <a:pt x="5085199" y="2755328"/>
                  </a:lnTo>
                  <a:lnTo>
                    <a:pt x="5013576" y="2733805"/>
                  </a:lnTo>
                  <a:lnTo>
                    <a:pt x="4941954" y="2711645"/>
                  </a:lnTo>
                  <a:lnTo>
                    <a:pt x="4870331" y="2688831"/>
                  </a:lnTo>
                  <a:lnTo>
                    <a:pt x="4798709" y="2665343"/>
                  </a:lnTo>
                  <a:lnTo>
                    <a:pt x="4727086" y="2650703"/>
                  </a:lnTo>
                  <a:lnTo>
                    <a:pt x="4655464" y="2644022"/>
                  </a:lnTo>
                  <a:lnTo>
                    <a:pt x="4583841" y="2637287"/>
                  </a:lnTo>
                  <a:lnTo>
                    <a:pt x="4512219" y="2630497"/>
                  </a:lnTo>
                  <a:lnTo>
                    <a:pt x="4440596" y="2623654"/>
                  </a:lnTo>
                  <a:lnTo>
                    <a:pt x="4368974" y="2616755"/>
                  </a:lnTo>
                  <a:lnTo>
                    <a:pt x="4297351" y="2609801"/>
                  </a:lnTo>
                  <a:lnTo>
                    <a:pt x="4225729" y="2602792"/>
                  </a:lnTo>
                  <a:lnTo>
                    <a:pt x="4154106" y="2595726"/>
                  </a:lnTo>
                  <a:lnTo>
                    <a:pt x="4082483" y="2588603"/>
                  </a:lnTo>
                  <a:lnTo>
                    <a:pt x="4010861" y="2581424"/>
                  </a:lnTo>
                  <a:lnTo>
                    <a:pt x="3939238" y="2574186"/>
                  </a:lnTo>
                  <a:lnTo>
                    <a:pt x="3867616" y="2566891"/>
                  </a:lnTo>
                  <a:lnTo>
                    <a:pt x="3795993" y="2559537"/>
                  </a:lnTo>
                  <a:lnTo>
                    <a:pt x="3724371" y="2552124"/>
                  </a:lnTo>
                  <a:lnTo>
                    <a:pt x="3652748" y="2544652"/>
                  </a:lnTo>
                  <a:lnTo>
                    <a:pt x="3581126" y="2537120"/>
                  </a:lnTo>
                  <a:lnTo>
                    <a:pt x="3509503" y="2529527"/>
                  </a:lnTo>
                  <a:lnTo>
                    <a:pt x="3437881" y="2521874"/>
                  </a:lnTo>
                  <a:lnTo>
                    <a:pt x="3366258" y="2514159"/>
                  </a:lnTo>
                  <a:lnTo>
                    <a:pt x="3294636" y="2506382"/>
                  </a:lnTo>
                  <a:lnTo>
                    <a:pt x="3223013" y="2498543"/>
                  </a:lnTo>
                  <a:lnTo>
                    <a:pt x="3151391" y="2490641"/>
                  </a:lnTo>
                  <a:lnTo>
                    <a:pt x="3079768" y="2482675"/>
                  </a:lnTo>
                  <a:lnTo>
                    <a:pt x="3008146" y="2474646"/>
                  </a:lnTo>
                  <a:lnTo>
                    <a:pt x="2936523" y="2466552"/>
                  </a:lnTo>
                  <a:lnTo>
                    <a:pt x="2864901" y="2458394"/>
                  </a:lnTo>
                  <a:lnTo>
                    <a:pt x="2793278" y="2450170"/>
                  </a:lnTo>
                  <a:lnTo>
                    <a:pt x="2721655" y="2441880"/>
                  </a:lnTo>
                  <a:lnTo>
                    <a:pt x="2650033" y="2433523"/>
                  </a:lnTo>
                  <a:lnTo>
                    <a:pt x="2578410" y="2425100"/>
                  </a:lnTo>
                  <a:lnTo>
                    <a:pt x="2506788" y="2416609"/>
                  </a:lnTo>
                  <a:lnTo>
                    <a:pt x="2435165" y="2408049"/>
                  </a:lnTo>
                  <a:lnTo>
                    <a:pt x="2363543" y="2399422"/>
                  </a:lnTo>
                  <a:lnTo>
                    <a:pt x="2291920" y="2390725"/>
                  </a:lnTo>
                  <a:lnTo>
                    <a:pt x="2220298" y="2381958"/>
                  </a:lnTo>
                  <a:lnTo>
                    <a:pt x="2148675" y="2373121"/>
                  </a:lnTo>
                  <a:lnTo>
                    <a:pt x="2077053" y="2364213"/>
                  </a:lnTo>
                  <a:lnTo>
                    <a:pt x="2005430" y="2355233"/>
                  </a:lnTo>
                  <a:lnTo>
                    <a:pt x="1933808" y="2346182"/>
                  </a:lnTo>
                  <a:lnTo>
                    <a:pt x="1862185" y="2337058"/>
                  </a:lnTo>
                  <a:lnTo>
                    <a:pt x="1790563" y="2327860"/>
                  </a:lnTo>
                  <a:lnTo>
                    <a:pt x="1718940" y="2318589"/>
                  </a:lnTo>
                  <a:lnTo>
                    <a:pt x="1647318" y="2309244"/>
                  </a:lnTo>
                  <a:lnTo>
                    <a:pt x="1575695" y="2299824"/>
                  </a:lnTo>
                  <a:lnTo>
                    <a:pt x="1504073" y="2290328"/>
                  </a:lnTo>
                  <a:lnTo>
                    <a:pt x="1432450" y="2280756"/>
                  </a:lnTo>
                  <a:lnTo>
                    <a:pt x="1360827" y="2271107"/>
                  </a:lnTo>
                  <a:lnTo>
                    <a:pt x="1289205" y="2261381"/>
                  </a:lnTo>
                  <a:lnTo>
                    <a:pt x="1217582" y="2251576"/>
                  </a:lnTo>
                  <a:lnTo>
                    <a:pt x="1145960" y="2241694"/>
                  </a:lnTo>
                  <a:lnTo>
                    <a:pt x="1074337" y="2231731"/>
                  </a:lnTo>
                  <a:lnTo>
                    <a:pt x="1002715" y="2221689"/>
                  </a:lnTo>
                  <a:lnTo>
                    <a:pt x="931092" y="2211567"/>
                  </a:lnTo>
                  <a:lnTo>
                    <a:pt x="859470" y="2201363"/>
                  </a:lnTo>
                  <a:lnTo>
                    <a:pt x="787847" y="2191077"/>
                  </a:lnTo>
                  <a:lnTo>
                    <a:pt x="716225" y="2180709"/>
                  </a:lnTo>
                  <a:lnTo>
                    <a:pt x="644602" y="2170258"/>
                  </a:lnTo>
                  <a:lnTo>
                    <a:pt x="572980" y="2159723"/>
                  </a:lnTo>
                  <a:lnTo>
                    <a:pt x="501357" y="2149103"/>
                  </a:lnTo>
                  <a:lnTo>
                    <a:pt x="429735" y="2138399"/>
                  </a:lnTo>
                  <a:lnTo>
                    <a:pt x="358112" y="2127608"/>
                  </a:lnTo>
                  <a:lnTo>
                    <a:pt x="286490" y="2116731"/>
                  </a:lnTo>
                  <a:lnTo>
                    <a:pt x="214867" y="2105766"/>
                  </a:lnTo>
                  <a:lnTo>
                    <a:pt x="143245" y="2094714"/>
                  </a:lnTo>
                  <a:lnTo>
                    <a:pt x="71622" y="2083573"/>
                  </a:lnTo>
                  <a:lnTo>
                    <a:pt x="0" y="207234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408277" y="2073503"/>
              <a:ext cx="5854401" cy="2843753"/>
            </a:xfrm>
            <a:custGeom>
              <a:avLst/>
              <a:pathLst>
                <a:path w="5854401" h="2843753">
                  <a:moveTo>
                    <a:pt x="0" y="0"/>
                  </a:moveTo>
                  <a:lnTo>
                    <a:pt x="52977" y="74512"/>
                  </a:lnTo>
                  <a:lnTo>
                    <a:pt x="124599" y="172358"/>
                  </a:lnTo>
                  <a:lnTo>
                    <a:pt x="196222" y="267395"/>
                  </a:lnTo>
                  <a:lnTo>
                    <a:pt x="267844" y="359705"/>
                  </a:lnTo>
                  <a:lnTo>
                    <a:pt x="339467" y="449366"/>
                  </a:lnTo>
                  <a:lnTo>
                    <a:pt x="411089" y="536454"/>
                  </a:lnTo>
                  <a:lnTo>
                    <a:pt x="482712" y="621042"/>
                  </a:lnTo>
                  <a:lnTo>
                    <a:pt x="554334" y="703202"/>
                  </a:lnTo>
                  <a:lnTo>
                    <a:pt x="625957" y="783004"/>
                  </a:lnTo>
                  <a:lnTo>
                    <a:pt x="697579" y="860516"/>
                  </a:lnTo>
                  <a:lnTo>
                    <a:pt x="769202" y="935804"/>
                  </a:lnTo>
                  <a:lnTo>
                    <a:pt x="840824" y="1008930"/>
                  </a:lnTo>
                  <a:lnTo>
                    <a:pt x="912447" y="1079958"/>
                  </a:lnTo>
                  <a:lnTo>
                    <a:pt x="984069" y="1148947"/>
                  </a:lnTo>
                  <a:lnTo>
                    <a:pt x="1055692" y="1215957"/>
                  </a:lnTo>
                  <a:lnTo>
                    <a:pt x="1127314" y="1281043"/>
                  </a:lnTo>
                  <a:lnTo>
                    <a:pt x="1198937" y="1344261"/>
                  </a:lnTo>
                  <a:lnTo>
                    <a:pt x="1270560" y="1405665"/>
                  </a:lnTo>
                  <a:lnTo>
                    <a:pt x="1342182" y="1465306"/>
                  </a:lnTo>
                  <a:lnTo>
                    <a:pt x="1413805" y="1523236"/>
                  </a:lnTo>
                  <a:lnTo>
                    <a:pt x="1485427" y="1579503"/>
                  </a:lnTo>
                  <a:lnTo>
                    <a:pt x="1557050" y="1634155"/>
                  </a:lnTo>
                  <a:lnTo>
                    <a:pt x="1628672" y="1687239"/>
                  </a:lnTo>
                  <a:lnTo>
                    <a:pt x="1700295" y="1738799"/>
                  </a:lnTo>
                  <a:lnTo>
                    <a:pt x="1771917" y="1788879"/>
                  </a:lnTo>
                  <a:lnTo>
                    <a:pt x="1843540" y="1837523"/>
                  </a:lnTo>
                  <a:lnTo>
                    <a:pt x="1915162" y="1884770"/>
                  </a:lnTo>
                  <a:lnTo>
                    <a:pt x="1986785" y="1930661"/>
                  </a:lnTo>
                  <a:lnTo>
                    <a:pt x="2058407" y="1975235"/>
                  </a:lnTo>
                  <a:lnTo>
                    <a:pt x="2130030" y="2018529"/>
                  </a:lnTo>
                  <a:lnTo>
                    <a:pt x="2201652" y="2060581"/>
                  </a:lnTo>
                  <a:lnTo>
                    <a:pt x="2273275" y="2101427"/>
                  </a:lnTo>
                  <a:lnTo>
                    <a:pt x="2344897" y="2141099"/>
                  </a:lnTo>
                  <a:lnTo>
                    <a:pt x="2416520" y="2179634"/>
                  </a:lnTo>
                  <a:lnTo>
                    <a:pt x="2488142" y="2217062"/>
                  </a:lnTo>
                  <a:lnTo>
                    <a:pt x="2559765" y="2253416"/>
                  </a:lnTo>
                  <a:lnTo>
                    <a:pt x="2631388" y="2288727"/>
                  </a:lnTo>
                  <a:lnTo>
                    <a:pt x="2703010" y="2323024"/>
                  </a:lnTo>
                  <a:lnTo>
                    <a:pt x="2774633" y="2356337"/>
                  </a:lnTo>
                  <a:lnTo>
                    <a:pt x="2846255" y="2388694"/>
                  </a:lnTo>
                  <a:lnTo>
                    <a:pt x="2917878" y="2420123"/>
                  </a:lnTo>
                  <a:lnTo>
                    <a:pt x="2989500" y="2450649"/>
                  </a:lnTo>
                  <a:lnTo>
                    <a:pt x="3061123" y="2480299"/>
                  </a:lnTo>
                  <a:lnTo>
                    <a:pt x="3132745" y="2509098"/>
                  </a:lnTo>
                  <a:lnTo>
                    <a:pt x="3204368" y="2537071"/>
                  </a:lnTo>
                  <a:lnTo>
                    <a:pt x="3275990" y="2564241"/>
                  </a:lnTo>
                  <a:lnTo>
                    <a:pt x="3347613" y="2590631"/>
                  </a:lnTo>
                  <a:lnTo>
                    <a:pt x="3419235" y="2616263"/>
                  </a:lnTo>
                  <a:lnTo>
                    <a:pt x="3490858" y="2641160"/>
                  </a:lnTo>
                  <a:lnTo>
                    <a:pt x="3562480" y="2657332"/>
                  </a:lnTo>
                  <a:lnTo>
                    <a:pt x="3634103" y="2663907"/>
                  </a:lnTo>
                  <a:lnTo>
                    <a:pt x="3705725" y="2670431"/>
                  </a:lnTo>
                  <a:lnTo>
                    <a:pt x="3777348" y="2676902"/>
                  </a:lnTo>
                  <a:lnTo>
                    <a:pt x="3848970" y="2683322"/>
                  </a:lnTo>
                  <a:lnTo>
                    <a:pt x="3920593" y="2689691"/>
                  </a:lnTo>
                  <a:lnTo>
                    <a:pt x="3992216" y="2696009"/>
                  </a:lnTo>
                  <a:lnTo>
                    <a:pt x="4063838" y="2702277"/>
                  </a:lnTo>
                  <a:lnTo>
                    <a:pt x="4135461" y="2708495"/>
                  </a:lnTo>
                  <a:lnTo>
                    <a:pt x="4207083" y="2714664"/>
                  </a:lnTo>
                  <a:lnTo>
                    <a:pt x="4278706" y="2720783"/>
                  </a:lnTo>
                  <a:lnTo>
                    <a:pt x="4350328" y="2726854"/>
                  </a:lnTo>
                  <a:lnTo>
                    <a:pt x="4421951" y="2732877"/>
                  </a:lnTo>
                  <a:lnTo>
                    <a:pt x="4493573" y="2738851"/>
                  </a:lnTo>
                  <a:lnTo>
                    <a:pt x="4565196" y="2744778"/>
                  </a:lnTo>
                  <a:lnTo>
                    <a:pt x="4636818" y="2750658"/>
                  </a:lnTo>
                  <a:lnTo>
                    <a:pt x="4708441" y="2756491"/>
                  </a:lnTo>
                  <a:lnTo>
                    <a:pt x="4780063" y="2762278"/>
                  </a:lnTo>
                  <a:lnTo>
                    <a:pt x="4851686" y="2768019"/>
                  </a:lnTo>
                  <a:lnTo>
                    <a:pt x="4923308" y="2773714"/>
                  </a:lnTo>
                  <a:lnTo>
                    <a:pt x="4994931" y="2779363"/>
                  </a:lnTo>
                  <a:lnTo>
                    <a:pt x="5066553" y="2784968"/>
                  </a:lnTo>
                  <a:lnTo>
                    <a:pt x="5138176" y="2790528"/>
                  </a:lnTo>
                  <a:lnTo>
                    <a:pt x="5209798" y="2796044"/>
                  </a:lnTo>
                  <a:lnTo>
                    <a:pt x="5281421" y="2801516"/>
                  </a:lnTo>
                  <a:lnTo>
                    <a:pt x="5353044" y="2806944"/>
                  </a:lnTo>
                  <a:lnTo>
                    <a:pt x="5424666" y="2812330"/>
                  </a:lnTo>
                  <a:lnTo>
                    <a:pt x="5496289" y="2817672"/>
                  </a:lnTo>
                  <a:lnTo>
                    <a:pt x="5567911" y="2822972"/>
                  </a:lnTo>
                  <a:lnTo>
                    <a:pt x="5639534" y="2828230"/>
                  </a:lnTo>
                  <a:lnTo>
                    <a:pt x="5711156" y="2833445"/>
                  </a:lnTo>
                  <a:lnTo>
                    <a:pt x="5782779" y="2838620"/>
                  </a:lnTo>
                  <a:lnTo>
                    <a:pt x="5854401" y="28437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145846"/>
              <a:ext cx="7090630" cy="1089094"/>
            </a:xfrm>
            <a:custGeom>
              <a:avLst/>
              <a:pathLst>
                <a:path w="7090630" h="1089094">
                  <a:moveTo>
                    <a:pt x="7090630" y="1089094"/>
                  </a:moveTo>
                  <a:lnTo>
                    <a:pt x="7019007" y="1079571"/>
                  </a:lnTo>
                  <a:lnTo>
                    <a:pt x="6947385" y="1069765"/>
                  </a:lnTo>
                  <a:lnTo>
                    <a:pt x="6875762" y="1059671"/>
                  </a:lnTo>
                  <a:lnTo>
                    <a:pt x="6804139" y="1049278"/>
                  </a:lnTo>
                  <a:lnTo>
                    <a:pt x="6732517" y="1038577"/>
                  </a:lnTo>
                  <a:lnTo>
                    <a:pt x="6660894" y="1027561"/>
                  </a:lnTo>
                  <a:lnTo>
                    <a:pt x="6589272" y="1016219"/>
                  </a:lnTo>
                  <a:lnTo>
                    <a:pt x="6517649" y="1004542"/>
                  </a:lnTo>
                  <a:lnTo>
                    <a:pt x="6446027" y="992520"/>
                  </a:lnTo>
                  <a:lnTo>
                    <a:pt x="6374404" y="980143"/>
                  </a:lnTo>
                  <a:lnTo>
                    <a:pt x="6302782" y="967400"/>
                  </a:lnTo>
                  <a:lnTo>
                    <a:pt x="6231159" y="954280"/>
                  </a:lnTo>
                  <a:lnTo>
                    <a:pt x="6159537" y="940773"/>
                  </a:lnTo>
                  <a:lnTo>
                    <a:pt x="6087914" y="926867"/>
                  </a:lnTo>
                  <a:lnTo>
                    <a:pt x="6016292" y="912549"/>
                  </a:lnTo>
                  <a:lnTo>
                    <a:pt x="5944669" y="897809"/>
                  </a:lnTo>
                  <a:lnTo>
                    <a:pt x="5873047" y="882633"/>
                  </a:lnTo>
                  <a:lnTo>
                    <a:pt x="5801424" y="867009"/>
                  </a:lnTo>
                  <a:lnTo>
                    <a:pt x="5729802" y="850923"/>
                  </a:lnTo>
                  <a:lnTo>
                    <a:pt x="5658179" y="834362"/>
                  </a:lnTo>
                  <a:lnTo>
                    <a:pt x="5586557" y="817311"/>
                  </a:lnTo>
                  <a:lnTo>
                    <a:pt x="5514934" y="799757"/>
                  </a:lnTo>
                  <a:lnTo>
                    <a:pt x="5443311" y="781684"/>
                  </a:lnTo>
                  <a:lnTo>
                    <a:pt x="5371689" y="763077"/>
                  </a:lnTo>
                  <a:lnTo>
                    <a:pt x="5300066" y="743920"/>
                  </a:lnTo>
                  <a:lnTo>
                    <a:pt x="5228444" y="724197"/>
                  </a:lnTo>
                  <a:lnTo>
                    <a:pt x="5156821" y="703891"/>
                  </a:lnTo>
                  <a:lnTo>
                    <a:pt x="5085199" y="682985"/>
                  </a:lnTo>
                  <a:lnTo>
                    <a:pt x="5013576" y="661462"/>
                  </a:lnTo>
                  <a:lnTo>
                    <a:pt x="4941954" y="639302"/>
                  </a:lnTo>
                  <a:lnTo>
                    <a:pt x="4870331" y="616488"/>
                  </a:lnTo>
                  <a:lnTo>
                    <a:pt x="4798709" y="593000"/>
                  </a:lnTo>
                  <a:lnTo>
                    <a:pt x="4727086" y="578360"/>
                  </a:lnTo>
                  <a:lnTo>
                    <a:pt x="4655464" y="571679"/>
                  </a:lnTo>
                  <a:lnTo>
                    <a:pt x="4583841" y="564943"/>
                  </a:lnTo>
                  <a:lnTo>
                    <a:pt x="4512219" y="558154"/>
                  </a:lnTo>
                  <a:lnTo>
                    <a:pt x="4440596" y="551311"/>
                  </a:lnTo>
                  <a:lnTo>
                    <a:pt x="4368974" y="544412"/>
                  </a:lnTo>
                  <a:lnTo>
                    <a:pt x="4297351" y="537458"/>
                  </a:lnTo>
                  <a:lnTo>
                    <a:pt x="4225729" y="530449"/>
                  </a:lnTo>
                  <a:lnTo>
                    <a:pt x="4154106" y="523383"/>
                  </a:lnTo>
                  <a:lnTo>
                    <a:pt x="4082483" y="516260"/>
                  </a:lnTo>
                  <a:lnTo>
                    <a:pt x="4010861" y="509080"/>
                  </a:lnTo>
                  <a:lnTo>
                    <a:pt x="3939238" y="501843"/>
                  </a:lnTo>
                  <a:lnTo>
                    <a:pt x="3867616" y="494548"/>
                  </a:lnTo>
                  <a:lnTo>
                    <a:pt x="3795993" y="487194"/>
                  </a:lnTo>
                  <a:lnTo>
                    <a:pt x="3724371" y="479781"/>
                  </a:lnTo>
                  <a:lnTo>
                    <a:pt x="3652748" y="472309"/>
                  </a:lnTo>
                  <a:lnTo>
                    <a:pt x="3581126" y="464777"/>
                  </a:lnTo>
                  <a:lnTo>
                    <a:pt x="3509503" y="457184"/>
                  </a:lnTo>
                  <a:lnTo>
                    <a:pt x="3437881" y="449531"/>
                  </a:lnTo>
                  <a:lnTo>
                    <a:pt x="3366258" y="441816"/>
                  </a:lnTo>
                  <a:lnTo>
                    <a:pt x="3294636" y="434039"/>
                  </a:lnTo>
                  <a:lnTo>
                    <a:pt x="3223013" y="426200"/>
                  </a:lnTo>
                  <a:lnTo>
                    <a:pt x="3151391" y="418298"/>
                  </a:lnTo>
                  <a:lnTo>
                    <a:pt x="3079768" y="410332"/>
                  </a:lnTo>
                  <a:lnTo>
                    <a:pt x="3008146" y="402303"/>
                  </a:lnTo>
                  <a:lnTo>
                    <a:pt x="2936523" y="394209"/>
                  </a:lnTo>
                  <a:lnTo>
                    <a:pt x="2864901" y="386051"/>
                  </a:lnTo>
                  <a:lnTo>
                    <a:pt x="2793278" y="377827"/>
                  </a:lnTo>
                  <a:lnTo>
                    <a:pt x="2721655" y="369537"/>
                  </a:lnTo>
                  <a:lnTo>
                    <a:pt x="2650033" y="361180"/>
                  </a:lnTo>
                  <a:lnTo>
                    <a:pt x="2578410" y="352757"/>
                  </a:lnTo>
                  <a:lnTo>
                    <a:pt x="2506788" y="344266"/>
                  </a:lnTo>
                  <a:lnTo>
                    <a:pt x="2435165" y="335706"/>
                  </a:lnTo>
                  <a:lnTo>
                    <a:pt x="2363543" y="327079"/>
                  </a:lnTo>
                  <a:lnTo>
                    <a:pt x="2291920" y="318382"/>
                  </a:lnTo>
                  <a:lnTo>
                    <a:pt x="2220298" y="309615"/>
                  </a:lnTo>
                  <a:lnTo>
                    <a:pt x="2148675" y="300778"/>
                  </a:lnTo>
                  <a:lnTo>
                    <a:pt x="2077053" y="291870"/>
                  </a:lnTo>
                  <a:lnTo>
                    <a:pt x="2005430" y="282890"/>
                  </a:lnTo>
                  <a:lnTo>
                    <a:pt x="1933808" y="273839"/>
                  </a:lnTo>
                  <a:lnTo>
                    <a:pt x="1862185" y="264715"/>
                  </a:lnTo>
                  <a:lnTo>
                    <a:pt x="1790563" y="255517"/>
                  </a:lnTo>
                  <a:lnTo>
                    <a:pt x="1718940" y="246246"/>
                  </a:lnTo>
                  <a:lnTo>
                    <a:pt x="1647318" y="236901"/>
                  </a:lnTo>
                  <a:lnTo>
                    <a:pt x="1575695" y="227481"/>
                  </a:lnTo>
                  <a:lnTo>
                    <a:pt x="1504073" y="217985"/>
                  </a:lnTo>
                  <a:lnTo>
                    <a:pt x="1432450" y="208413"/>
                  </a:lnTo>
                  <a:lnTo>
                    <a:pt x="1360827" y="198764"/>
                  </a:lnTo>
                  <a:lnTo>
                    <a:pt x="1289205" y="189038"/>
                  </a:lnTo>
                  <a:lnTo>
                    <a:pt x="1217582" y="179233"/>
                  </a:lnTo>
                  <a:lnTo>
                    <a:pt x="1145960" y="169351"/>
                  </a:lnTo>
                  <a:lnTo>
                    <a:pt x="1074337" y="159388"/>
                  </a:lnTo>
                  <a:lnTo>
                    <a:pt x="1002715" y="149346"/>
                  </a:lnTo>
                  <a:lnTo>
                    <a:pt x="931092" y="139224"/>
                  </a:lnTo>
                  <a:lnTo>
                    <a:pt x="859470" y="129020"/>
                  </a:lnTo>
                  <a:lnTo>
                    <a:pt x="787847" y="118734"/>
                  </a:lnTo>
                  <a:lnTo>
                    <a:pt x="716225" y="108366"/>
                  </a:lnTo>
                  <a:lnTo>
                    <a:pt x="644602" y="97915"/>
                  </a:lnTo>
                  <a:lnTo>
                    <a:pt x="572980" y="87380"/>
                  </a:lnTo>
                  <a:lnTo>
                    <a:pt x="501357" y="76760"/>
                  </a:lnTo>
                  <a:lnTo>
                    <a:pt x="429735" y="66056"/>
                  </a:lnTo>
                  <a:lnTo>
                    <a:pt x="358112" y="55265"/>
                  </a:lnTo>
                  <a:lnTo>
                    <a:pt x="286490" y="44388"/>
                  </a:lnTo>
                  <a:lnTo>
                    <a:pt x="214867" y="33423"/>
                  </a:lnTo>
                  <a:lnTo>
                    <a:pt x="143245" y="22371"/>
                  </a:lnTo>
                  <a:lnTo>
                    <a:pt x="71622" y="112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2706398"/>
              <a:ext cx="7090630" cy="2396675"/>
            </a:xfrm>
            <a:custGeom>
              <a:avLst/>
              <a:pathLst>
                <a:path w="7090630" h="2396675">
                  <a:moveTo>
                    <a:pt x="0" y="0"/>
                  </a:moveTo>
                  <a:lnTo>
                    <a:pt x="71622" y="52408"/>
                  </a:lnTo>
                  <a:lnTo>
                    <a:pt x="143245" y="103852"/>
                  </a:lnTo>
                  <a:lnTo>
                    <a:pt x="214867" y="154352"/>
                  </a:lnTo>
                  <a:lnTo>
                    <a:pt x="286490" y="203922"/>
                  </a:lnTo>
                  <a:lnTo>
                    <a:pt x="358112" y="252582"/>
                  </a:lnTo>
                  <a:lnTo>
                    <a:pt x="429735" y="300347"/>
                  </a:lnTo>
                  <a:lnTo>
                    <a:pt x="501357" y="347233"/>
                  </a:lnTo>
                  <a:lnTo>
                    <a:pt x="572980" y="393258"/>
                  </a:lnTo>
                  <a:lnTo>
                    <a:pt x="644602" y="438437"/>
                  </a:lnTo>
                  <a:lnTo>
                    <a:pt x="716225" y="482785"/>
                  </a:lnTo>
                  <a:lnTo>
                    <a:pt x="787847" y="526318"/>
                  </a:lnTo>
                  <a:lnTo>
                    <a:pt x="859470" y="569051"/>
                  </a:lnTo>
                  <a:lnTo>
                    <a:pt x="931092" y="610998"/>
                  </a:lnTo>
                  <a:lnTo>
                    <a:pt x="1002715" y="652174"/>
                  </a:lnTo>
                  <a:lnTo>
                    <a:pt x="1074337" y="692593"/>
                  </a:lnTo>
                  <a:lnTo>
                    <a:pt x="1145960" y="732269"/>
                  </a:lnTo>
                  <a:lnTo>
                    <a:pt x="1217582" y="771216"/>
                  </a:lnTo>
                  <a:lnTo>
                    <a:pt x="1289205" y="809447"/>
                  </a:lnTo>
                  <a:lnTo>
                    <a:pt x="1360827" y="846974"/>
                  </a:lnTo>
                  <a:lnTo>
                    <a:pt x="1432450" y="883812"/>
                  </a:lnTo>
                  <a:lnTo>
                    <a:pt x="1504073" y="919973"/>
                  </a:lnTo>
                  <a:lnTo>
                    <a:pt x="1575695" y="955469"/>
                  </a:lnTo>
                  <a:lnTo>
                    <a:pt x="1647318" y="990313"/>
                  </a:lnTo>
                  <a:lnTo>
                    <a:pt x="1718940" y="1024516"/>
                  </a:lnTo>
                  <a:lnTo>
                    <a:pt x="1790563" y="1058090"/>
                  </a:lnTo>
                  <a:lnTo>
                    <a:pt x="1862185" y="1091047"/>
                  </a:lnTo>
                  <a:lnTo>
                    <a:pt x="1933808" y="1123398"/>
                  </a:lnTo>
                  <a:lnTo>
                    <a:pt x="2005430" y="1155154"/>
                  </a:lnTo>
                  <a:lnTo>
                    <a:pt x="2077053" y="1186327"/>
                  </a:lnTo>
                  <a:lnTo>
                    <a:pt x="2148675" y="1216926"/>
                  </a:lnTo>
                  <a:lnTo>
                    <a:pt x="2220298" y="1246963"/>
                  </a:lnTo>
                  <a:lnTo>
                    <a:pt x="2291920" y="1276448"/>
                  </a:lnTo>
                  <a:lnTo>
                    <a:pt x="2363543" y="1305391"/>
                  </a:lnTo>
                  <a:lnTo>
                    <a:pt x="2435165" y="1333802"/>
                  </a:lnTo>
                  <a:lnTo>
                    <a:pt x="2506788" y="1361690"/>
                  </a:lnTo>
                  <a:lnTo>
                    <a:pt x="2578410" y="1389066"/>
                  </a:lnTo>
                  <a:lnTo>
                    <a:pt x="2650033" y="1415938"/>
                  </a:lnTo>
                  <a:lnTo>
                    <a:pt x="2721655" y="1442317"/>
                  </a:lnTo>
                  <a:lnTo>
                    <a:pt x="2793278" y="1468211"/>
                  </a:lnTo>
                  <a:lnTo>
                    <a:pt x="2864901" y="1493628"/>
                  </a:lnTo>
                  <a:lnTo>
                    <a:pt x="2936523" y="1518578"/>
                  </a:lnTo>
                  <a:lnTo>
                    <a:pt x="3008146" y="1543070"/>
                  </a:lnTo>
                  <a:lnTo>
                    <a:pt x="3079768" y="1567111"/>
                  </a:lnTo>
                  <a:lnTo>
                    <a:pt x="3151391" y="1590711"/>
                  </a:lnTo>
                  <a:lnTo>
                    <a:pt x="3223013" y="1613877"/>
                  </a:lnTo>
                  <a:lnTo>
                    <a:pt x="3294636" y="1636616"/>
                  </a:lnTo>
                  <a:lnTo>
                    <a:pt x="3366258" y="1658938"/>
                  </a:lnTo>
                  <a:lnTo>
                    <a:pt x="3437881" y="1680849"/>
                  </a:lnTo>
                  <a:lnTo>
                    <a:pt x="3509503" y="1702358"/>
                  </a:lnTo>
                  <a:lnTo>
                    <a:pt x="3581126" y="1723471"/>
                  </a:lnTo>
                  <a:lnTo>
                    <a:pt x="3652748" y="1744196"/>
                  </a:lnTo>
                  <a:lnTo>
                    <a:pt x="3724371" y="1764540"/>
                  </a:lnTo>
                  <a:lnTo>
                    <a:pt x="3795993" y="1784510"/>
                  </a:lnTo>
                  <a:lnTo>
                    <a:pt x="3867616" y="1804113"/>
                  </a:lnTo>
                  <a:lnTo>
                    <a:pt x="3939238" y="1823356"/>
                  </a:lnTo>
                  <a:lnTo>
                    <a:pt x="4010861" y="1842244"/>
                  </a:lnTo>
                  <a:lnTo>
                    <a:pt x="4082483" y="1860786"/>
                  </a:lnTo>
                  <a:lnTo>
                    <a:pt x="4154106" y="1878987"/>
                  </a:lnTo>
                  <a:lnTo>
                    <a:pt x="4225729" y="1896853"/>
                  </a:lnTo>
                  <a:lnTo>
                    <a:pt x="4297351" y="1914391"/>
                  </a:lnTo>
                  <a:lnTo>
                    <a:pt x="4368974" y="1931606"/>
                  </a:lnTo>
                  <a:lnTo>
                    <a:pt x="4440596" y="1948505"/>
                  </a:lnTo>
                  <a:lnTo>
                    <a:pt x="4512219" y="1965093"/>
                  </a:lnTo>
                  <a:lnTo>
                    <a:pt x="4583841" y="1981376"/>
                  </a:lnTo>
                  <a:lnTo>
                    <a:pt x="4655464" y="1997360"/>
                  </a:lnTo>
                  <a:lnTo>
                    <a:pt x="4727086" y="2013050"/>
                  </a:lnTo>
                  <a:lnTo>
                    <a:pt x="4798709" y="2028451"/>
                  </a:lnTo>
                  <a:lnTo>
                    <a:pt x="4870331" y="2043570"/>
                  </a:lnTo>
                  <a:lnTo>
                    <a:pt x="4941954" y="2058410"/>
                  </a:lnTo>
                  <a:lnTo>
                    <a:pt x="5013576" y="2072978"/>
                  </a:lnTo>
                  <a:lnTo>
                    <a:pt x="5085199" y="2087278"/>
                  </a:lnTo>
                  <a:lnTo>
                    <a:pt x="5156821" y="2101315"/>
                  </a:lnTo>
                  <a:lnTo>
                    <a:pt x="5228444" y="2115094"/>
                  </a:lnTo>
                  <a:lnTo>
                    <a:pt x="5300066" y="2128620"/>
                  </a:lnTo>
                  <a:lnTo>
                    <a:pt x="5371689" y="2141897"/>
                  </a:lnTo>
                  <a:lnTo>
                    <a:pt x="5443311" y="2154930"/>
                  </a:lnTo>
                  <a:lnTo>
                    <a:pt x="5514934" y="2167723"/>
                  </a:lnTo>
                  <a:lnTo>
                    <a:pt x="5586557" y="2180281"/>
                  </a:lnTo>
                  <a:lnTo>
                    <a:pt x="5658179" y="2192609"/>
                  </a:lnTo>
                  <a:lnTo>
                    <a:pt x="5729802" y="2204709"/>
                  </a:lnTo>
                  <a:lnTo>
                    <a:pt x="5801424" y="2216588"/>
                  </a:lnTo>
                  <a:lnTo>
                    <a:pt x="5873047" y="2228247"/>
                  </a:lnTo>
                  <a:lnTo>
                    <a:pt x="5944669" y="2239693"/>
                  </a:lnTo>
                  <a:lnTo>
                    <a:pt x="6016292" y="2250928"/>
                  </a:lnTo>
                  <a:lnTo>
                    <a:pt x="6087914" y="2261957"/>
                  </a:lnTo>
                  <a:lnTo>
                    <a:pt x="6159537" y="2272783"/>
                  </a:lnTo>
                  <a:lnTo>
                    <a:pt x="6231159" y="2283409"/>
                  </a:lnTo>
                  <a:lnTo>
                    <a:pt x="6302782" y="2293841"/>
                  </a:lnTo>
                  <a:lnTo>
                    <a:pt x="6374404" y="2304081"/>
                  </a:lnTo>
                  <a:lnTo>
                    <a:pt x="6446027" y="2314132"/>
                  </a:lnTo>
                  <a:lnTo>
                    <a:pt x="6517649" y="2323999"/>
                  </a:lnTo>
                  <a:lnTo>
                    <a:pt x="6589272" y="2333684"/>
                  </a:lnTo>
                  <a:lnTo>
                    <a:pt x="6660894" y="2343191"/>
                  </a:lnTo>
                  <a:lnTo>
                    <a:pt x="6732517" y="2352524"/>
                  </a:lnTo>
                  <a:lnTo>
                    <a:pt x="6804139" y="2361685"/>
                  </a:lnTo>
                  <a:lnTo>
                    <a:pt x="6875762" y="2370677"/>
                  </a:lnTo>
                  <a:lnTo>
                    <a:pt x="6947385" y="2379504"/>
                  </a:lnTo>
                  <a:lnTo>
                    <a:pt x="7019007" y="2388169"/>
                  </a:lnTo>
                  <a:lnTo>
                    <a:pt x="7090630" y="239667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1.25 (1.10-1.42), p_Bonf = 0.003 (n = 6)  |  per IQR decline (Δ = 23.3): 1.69 (1.25-2.28)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2026-09-28T16:57:37Z</dcterms:modified>
  <cp:category/>
</cp:coreProperties>
</file>