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59013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33104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07196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81288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55379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46059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20150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94242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68334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1172049" y="2795108"/>
              <a:ext cx="7090630" cy="2300907"/>
            </a:xfrm>
            <a:custGeom>
              <a:avLst/>
              <a:pathLst>
                <a:path w="7090630" h="2300907">
                  <a:moveTo>
                    <a:pt x="0" y="0"/>
                  </a:moveTo>
                  <a:lnTo>
                    <a:pt x="71622" y="49489"/>
                  </a:lnTo>
                  <a:lnTo>
                    <a:pt x="143245" y="98091"/>
                  </a:lnTo>
                  <a:lnTo>
                    <a:pt x="214867" y="145822"/>
                  </a:lnTo>
                  <a:lnTo>
                    <a:pt x="286490" y="192699"/>
                  </a:lnTo>
                  <a:lnTo>
                    <a:pt x="358112" y="238735"/>
                  </a:lnTo>
                  <a:lnTo>
                    <a:pt x="429735" y="283947"/>
                  </a:lnTo>
                  <a:lnTo>
                    <a:pt x="501357" y="328348"/>
                  </a:lnTo>
                  <a:lnTo>
                    <a:pt x="572980" y="371954"/>
                  </a:lnTo>
                  <a:lnTo>
                    <a:pt x="644602" y="414779"/>
                  </a:lnTo>
                  <a:lnTo>
                    <a:pt x="716225" y="456836"/>
                  </a:lnTo>
                  <a:lnTo>
                    <a:pt x="787847" y="498140"/>
                  </a:lnTo>
                  <a:lnTo>
                    <a:pt x="859470" y="538704"/>
                  </a:lnTo>
                  <a:lnTo>
                    <a:pt x="931092" y="578541"/>
                  </a:lnTo>
                  <a:lnTo>
                    <a:pt x="1002715" y="617665"/>
                  </a:lnTo>
                  <a:lnTo>
                    <a:pt x="1074337" y="656087"/>
                  </a:lnTo>
                  <a:lnTo>
                    <a:pt x="1145960" y="693821"/>
                  </a:lnTo>
                  <a:lnTo>
                    <a:pt x="1217582" y="730879"/>
                  </a:lnTo>
                  <a:lnTo>
                    <a:pt x="1289205" y="767273"/>
                  </a:lnTo>
                  <a:lnTo>
                    <a:pt x="1360827" y="803015"/>
                  </a:lnTo>
                  <a:lnTo>
                    <a:pt x="1432450" y="838116"/>
                  </a:lnTo>
                  <a:lnTo>
                    <a:pt x="1504073" y="872589"/>
                  </a:lnTo>
                  <a:lnTo>
                    <a:pt x="1575695" y="906444"/>
                  </a:lnTo>
                  <a:lnTo>
                    <a:pt x="1647318" y="939692"/>
                  </a:lnTo>
                  <a:lnTo>
                    <a:pt x="1718940" y="972345"/>
                  </a:lnTo>
                  <a:lnTo>
                    <a:pt x="1790563" y="1004412"/>
                  </a:lnTo>
                  <a:lnTo>
                    <a:pt x="1862185" y="1035905"/>
                  </a:lnTo>
                  <a:lnTo>
                    <a:pt x="1933808" y="1066834"/>
                  </a:lnTo>
                  <a:lnTo>
                    <a:pt x="2005430" y="1097209"/>
                  </a:lnTo>
                  <a:lnTo>
                    <a:pt x="2077053" y="1127039"/>
                  </a:lnTo>
                  <a:lnTo>
                    <a:pt x="2148675" y="1156335"/>
                  </a:lnTo>
                  <a:lnTo>
                    <a:pt x="2220298" y="1185106"/>
                  </a:lnTo>
                  <a:lnTo>
                    <a:pt x="2291920" y="1213362"/>
                  </a:lnTo>
                  <a:lnTo>
                    <a:pt x="2363543" y="1241111"/>
                  </a:lnTo>
                  <a:lnTo>
                    <a:pt x="2435165" y="1268363"/>
                  </a:lnTo>
                  <a:lnTo>
                    <a:pt x="2506788" y="1295127"/>
                  </a:lnTo>
                  <a:lnTo>
                    <a:pt x="2578410" y="1321411"/>
                  </a:lnTo>
                  <a:lnTo>
                    <a:pt x="2650033" y="1347225"/>
                  </a:lnTo>
                  <a:lnTo>
                    <a:pt x="2721655" y="1372576"/>
                  </a:lnTo>
                  <a:lnTo>
                    <a:pt x="2793278" y="1397472"/>
                  </a:lnTo>
                  <a:lnTo>
                    <a:pt x="2864901" y="1421923"/>
                  </a:lnTo>
                  <a:lnTo>
                    <a:pt x="2936523" y="1445936"/>
                  </a:lnTo>
                  <a:lnTo>
                    <a:pt x="3008146" y="1469518"/>
                  </a:lnTo>
                  <a:lnTo>
                    <a:pt x="3079768" y="1492678"/>
                  </a:lnTo>
                  <a:lnTo>
                    <a:pt x="3151391" y="1515422"/>
                  </a:lnTo>
                  <a:lnTo>
                    <a:pt x="3223013" y="1537760"/>
                  </a:lnTo>
                  <a:lnTo>
                    <a:pt x="3294636" y="1559697"/>
                  </a:lnTo>
                  <a:lnTo>
                    <a:pt x="3366258" y="1581241"/>
                  </a:lnTo>
                  <a:lnTo>
                    <a:pt x="3437881" y="1602399"/>
                  </a:lnTo>
                  <a:lnTo>
                    <a:pt x="3509503" y="1623178"/>
                  </a:lnTo>
                  <a:lnTo>
                    <a:pt x="3581126" y="1643585"/>
                  </a:lnTo>
                  <a:lnTo>
                    <a:pt x="3652748" y="1663626"/>
                  </a:lnTo>
                  <a:lnTo>
                    <a:pt x="3724371" y="1683308"/>
                  </a:lnTo>
                  <a:lnTo>
                    <a:pt x="3795993" y="1702637"/>
                  </a:lnTo>
                  <a:lnTo>
                    <a:pt x="3867616" y="1721620"/>
                  </a:lnTo>
                  <a:lnTo>
                    <a:pt x="3939238" y="1740263"/>
                  </a:lnTo>
                  <a:lnTo>
                    <a:pt x="4010861" y="1758572"/>
                  </a:lnTo>
                  <a:lnTo>
                    <a:pt x="4082483" y="1776553"/>
                  </a:lnTo>
                  <a:lnTo>
                    <a:pt x="4154106" y="1794211"/>
                  </a:lnTo>
                  <a:lnTo>
                    <a:pt x="4225729" y="1811554"/>
                  </a:lnTo>
                  <a:lnTo>
                    <a:pt x="4297351" y="1828585"/>
                  </a:lnTo>
                  <a:lnTo>
                    <a:pt x="4368974" y="1845312"/>
                  </a:lnTo>
                  <a:lnTo>
                    <a:pt x="4440596" y="1861738"/>
                  </a:lnTo>
                  <a:lnTo>
                    <a:pt x="4512219" y="1877871"/>
                  </a:lnTo>
                  <a:lnTo>
                    <a:pt x="4583841" y="1893714"/>
                  </a:lnTo>
                  <a:lnTo>
                    <a:pt x="4655464" y="1909274"/>
                  </a:lnTo>
                  <a:lnTo>
                    <a:pt x="4727086" y="1924555"/>
                  </a:lnTo>
                  <a:lnTo>
                    <a:pt x="4798709" y="1934371"/>
                  </a:lnTo>
                  <a:lnTo>
                    <a:pt x="4870331" y="1938032"/>
                  </a:lnTo>
                  <a:lnTo>
                    <a:pt x="4941954" y="1941677"/>
                  </a:lnTo>
                  <a:lnTo>
                    <a:pt x="5013576" y="1945306"/>
                  </a:lnTo>
                  <a:lnTo>
                    <a:pt x="5085199" y="1948919"/>
                  </a:lnTo>
                  <a:lnTo>
                    <a:pt x="5156821" y="1952516"/>
                  </a:lnTo>
                  <a:lnTo>
                    <a:pt x="5228444" y="1956097"/>
                  </a:lnTo>
                  <a:lnTo>
                    <a:pt x="5300066" y="1959662"/>
                  </a:lnTo>
                  <a:lnTo>
                    <a:pt x="5371689" y="1963211"/>
                  </a:lnTo>
                  <a:lnTo>
                    <a:pt x="5443311" y="1966745"/>
                  </a:lnTo>
                  <a:lnTo>
                    <a:pt x="5514934" y="1970263"/>
                  </a:lnTo>
                  <a:lnTo>
                    <a:pt x="5586557" y="1973765"/>
                  </a:lnTo>
                  <a:lnTo>
                    <a:pt x="5658179" y="1977252"/>
                  </a:lnTo>
                  <a:lnTo>
                    <a:pt x="5729802" y="1980724"/>
                  </a:lnTo>
                  <a:lnTo>
                    <a:pt x="5801424" y="1984180"/>
                  </a:lnTo>
                  <a:lnTo>
                    <a:pt x="5873047" y="1987621"/>
                  </a:lnTo>
                  <a:lnTo>
                    <a:pt x="5944669" y="1991047"/>
                  </a:lnTo>
                  <a:lnTo>
                    <a:pt x="6016292" y="1994457"/>
                  </a:lnTo>
                  <a:lnTo>
                    <a:pt x="6087914" y="1997853"/>
                  </a:lnTo>
                  <a:lnTo>
                    <a:pt x="6159537" y="2001233"/>
                  </a:lnTo>
                  <a:lnTo>
                    <a:pt x="6231159" y="2004598"/>
                  </a:lnTo>
                  <a:lnTo>
                    <a:pt x="6302782" y="2007949"/>
                  </a:lnTo>
                  <a:lnTo>
                    <a:pt x="6374404" y="2011285"/>
                  </a:lnTo>
                  <a:lnTo>
                    <a:pt x="6446027" y="2014606"/>
                  </a:lnTo>
                  <a:lnTo>
                    <a:pt x="6517649" y="2017912"/>
                  </a:lnTo>
                  <a:lnTo>
                    <a:pt x="6589272" y="2021204"/>
                  </a:lnTo>
                  <a:lnTo>
                    <a:pt x="6660894" y="2024481"/>
                  </a:lnTo>
                  <a:lnTo>
                    <a:pt x="6732517" y="2027744"/>
                  </a:lnTo>
                  <a:lnTo>
                    <a:pt x="6804139" y="2030992"/>
                  </a:lnTo>
                  <a:lnTo>
                    <a:pt x="6875762" y="2034226"/>
                  </a:lnTo>
                  <a:lnTo>
                    <a:pt x="6947385" y="2037445"/>
                  </a:lnTo>
                  <a:lnTo>
                    <a:pt x="7019007" y="2040651"/>
                  </a:lnTo>
                  <a:lnTo>
                    <a:pt x="7090630" y="2043842"/>
                  </a:lnTo>
                  <a:lnTo>
                    <a:pt x="7090630" y="2300907"/>
                  </a:lnTo>
                  <a:lnTo>
                    <a:pt x="7019007" y="2292492"/>
                  </a:lnTo>
                  <a:lnTo>
                    <a:pt x="6947385" y="2283924"/>
                  </a:lnTo>
                  <a:lnTo>
                    <a:pt x="6875762" y="2275200"/>
                  </a:lnTo>
                  <a:lnTo>
                    <a:pt x="6804139" y="2266316"/>
                  </a:lnTo>
                  <a:lnTo>
                    <a:pt x="6732517" y="2257270"/>
                  </a:lnTo>
                  <a:lnTo>
                    <a:pt x="6660894" y="2248059"/>
                  </a:lnTo>
                  <a:lnTo>
                    <a:pt x="6589272" y="2238681"/>
                  </a:lnTo>
                  <a:lnTo>
                    <a:pt x="6517649" y="2229131"/>
                  </a:lnTo>
                  <a:lnTo>
                    <a:pt x="6446027" y="2219407"/>
                  </a:lnTo>
                  <a:lnTo>
                    <a:pt x="6374404" y="2209505"/>
                  </a:lnTo>
                  <a:lnTo>
                    <a:pt x="6302782" y="2199423"/>
                  </a:lnTo>
                  <a:lnTo>
                    <a:pt x="6231159" y="2189157"/>
                  </a:lnTo>
                  <a:lnTo>
                    <a:pt x="6159537" y="2178703"/>
                  </a:lnTo>
                  <a:lnTo>
                    <a:pt x="6087914" y="2168059"/>
                  </a:lnTo>
                  <a:lnTo>
                    <a:pt x="6016292" y="2157221"/>
                  </a:lnTo>
                  <a:lnTo>
                    <a:pt x="5944669" y="2146185"/>
                  </a:lnTo>
                  <a:lnTo>
                    <a:pt x="5873047" y="2134948"/>
                  </a:lnTo>
                  <a:lnTo>
                    <a:pt x="5801424" y="2123505"/>
                  </a:lnTo>
                  <a:lnTo>
                    <a:pt x="5729802" y="2111854"/>
                  </a:lnTo>
                  <a:lnTo>
                    <a:pt x="5658179" y="2099990"/>
                  </a:lnTo>
                  <a:lnTo>
                    <a:pt x="5586557" y="2087910"/>
                  </a:lnTo>
                  <a:lnTo>
                    <a:pt x="5514934" y="2075610"/>
                  </a:lnTo>
                  <a:lnTo>
                    <a:pt x="5443311" y="2063085"/>
                  </a:lnTo>
                  <a:lnTo>
                    <a:pt x="5371689" y="2050331"/>
                  </a:lnTo>
                  <a:lnTo>
                    <a:pt x="5300066" y="2037345"/>
                  </a:lnTo>
                  <a:lnTo>
                    <a:pt x="5228444" y="2024122"/>
                  </a:lnTo>
                  <a:lnTo>
                    <a:pt x="5156821" y="2010658"/>
                  </a:lnTo>
                  <a:lnTo>
                    <a:pt x="5085199" y="1996948"/>
                  </a:lnTo>
                  <a:lnTo>
                    <a:pt x="5013576" y="1982988"/>
                  </a:lnTo>
                  <a:lnTo>
                    <a:pt x="4941954" y="1968774"/>
                  </a:lnTo>
                  <a:lnTo>
                    <a:pt x="4870331" y="1954300"/>
                  </a:lnTo>
                  <a:lnTo>
                    <a:pt x="4798709" y="1939561"/>
                  </a:lnTo>
                  <a:lnTo>
                    <a:pt x="4727086" y="1930693"/>
                  </a:lnTo>
                  <a:lnTo>
                    <a:pt x="4655464" y="1926999"/>
                  </a:lnTo>
                  <a:lnTo>
                    <a:pt x="4583841" y="1923289"/>
                  </a:lnTo>
                  <a:lnTo>
                    <a:pt x="4512219" y="1919562"/>
                  </a:lnTo>
                  <a:lnTo>
                    <a:pt x="4440596" y="1915819"/>
                  </a:lnTo>
                  <a:lnTo>
                    <a:pt x="4368974" y="1912059"/>
                  </a:lnTo>
                  <a:lnTo>
                    <a:pt x="4297351" y="1908283"/>
                  </a:lnTo>
                  <a:lnTo>
                    <a:pt x="4225729" y="1904489"/>
                  </a:lnTo>
                  <a:lnTo>
                    <a:pt x="4154106" y="1900679"/>
                  </a:lnTo>
                  <a:lnTo>
                    <a:pt x="4082483" y="1896852"/>
                  </a:lnTo>
                  <a:lnTo>
                    <a:pt x="4010861" y="1893008"/>
                  </a:lnTo>
                  <a:lnTo>
                    <a:pt x="3939238" y="1889146"/>
                  </a:lnTo>
                  <a:lnTo>
                    <a:pt x="3867616" y="1885268"/>
                  </a:lnTo>
                  <a:lnTo>
                    <a:pt x="3795993" y="1881372"/>
                  </a:lnTo>
                  <a:lnTo>
                    <a:pt x="3724371" y="1877459"/>
                  </a:lnTo>
                  <a:lnTo>
                    <a:pt x="3652748" y="1873529"/>
                  </a:lnTo>
                  <a:lnTo>
                    <a:pt x="3581126" y="1869581"/>
                  </a:lnTo>
                  <a:lnTo>
                    <a:pt x="3509503" y="1865616"/>
                  </a:lnTo>
                  <a:lnTo>
                    <a:pt x="3437881" y="1861633"/>
                  </a:lnTo>
                  <a:lnTo>
                    <a:pt x="3366258" y="1857632"/>
                  </a:lnTo>
                  <a:lnTo>
                    <a:pt x="3294636" y="1853614"/>
                  </a:lnTo>
                  <a:lnTo>
                    <a:pt x="3223013" y="1849578"/>
                  </a:lnTo>
                  <a:lnTo>
                    <a:pt x="3151391" y="1845524"/>
                  </a:lnTo>
                  <a:lnTo>
                    <a:pt x="3079768" y="1841451"/>
                  </a:lnTo>
                  <a:lnTo>
                    <a:pt x="3008146" y="1837361"/>
                  </a:lnTo>
                  <a:lnTo>
                    <a:pt x="2936523" y="1833253"/>
                  </a:lnTo>
                  <a:lnTo>
                    <a:pt x="2864901" y="1829126"/>
                  </a:lnTo>
                  <a:lnTo>
                    <a:pt x="2793278" y="1824981"/>
                  </a:lnTo>
                  <a:lnTo>
                    <a:pt x="2721655" y="1820817"/>
                  </a:lnTo>
                  <a:lnTo>
                    <a:pt x="2650033" y="1816635"/>
                  </a:lnTo>
                  <a:lnTo>
                    <a:pt x="2578410" y="1812435"/>
                  </a:lnTo>
                  <a:lnTo>
                    <a:pt x="2506788" y="1808216"/>
                  </a:lnTo>
                  <a:lnTo>
                    <a:pt x="2435165" y="1803978"/>
                  </a:lnTo>
                  <a:lnTo>
                    <a:pt x="2363543" y="1799721"/>
                  </a:lnTo>
                  <a:lnTo>
                    <a:pt x="2291920" y="1795445"/>
                  </a:lnTo>
                  <a:lnTo>
                    <a:pt x="2220298" y="1791151"/>
                  </a:lnTo>
                  <a:lnTo>
                    <a:pt x="2148675" y="1786837"/>
                  </a:lnTo>
                  <a:lnTo>
                    <a:pt x="2077053" y="1782504"/>
                  </a:lnTo>
                  <a:lnTo>
                    <a:pt x="2005430" y="1778152"/>
                  </a:lnTo>
                  <a:lnTo>
                    <a:pt x="1933808" y="1773780"/>
                  </a:lnTo>
                  <a:lnTo>
                    <a:pt x="1862185" y="1769389"/>
                  </a:lnTo>
                  <a:lnTo>
                    <a:pt x="1790563" y="1764979"/>
                  </a:lnTo>
                  <a:lnTo>
                    <a:pt x="1718940" y="1760549"/>
                  </a:lnTo>
                  <a:lnTo>
                    <a:pt x="1647318" y="1756099"/>
                  </a:lnTo>
                  <a:lnTo>
                    <a:pt x="1575695" y="1751630"/>
                  </a:lnTo>
                  <a:lnTo>
                    <a:pt x="1504073" y="1747140"/>
                  </a:lnTo>
                  <a:lnTo>
                    <a:pt x="1432450" y="1742631"/>
                  </a:lnTo>
                  <a:lnTo>
                    <a:pt x="1360827" y="1738102"/>
                  </a:lnTo>
                  <a:lnTo>
                    <a:pt x="1289205" y="1733552"/>
                  </a:lnTo>
                  <a:lnTo>
                    <a:pt x="1217582" y="1728983"/>
                  </a:lnTo>
                  <a:lnTo>
                    <a:pt x="1145960" y="1724393"/>
                  </a:lnTo>
                  <a:lnTo>
                    <a:pt x="1074337" y="1719782"/>
                  </a:lnTo>
                  <a:lnTo>
                    <a:pt x="1002715" y="1715151"/>
                  </a:lnTo>
                  <a:lnTo>
                    <a:pt x="931092" y="1710500"/>
                  </a:lnTo>
                  <a:lnTo>
                    <a:pt x="859470" y="1705828"/>
                  </a:lnTo>
                  <a:lnTo>
                    <a:pt x="787847" y="1701135"/>
                  </a:lnTo>
                  <a:lnTo>
                    <a:pt x="716225" y="1696422"/>
                  </a:lnTo>
                  <a:lnTo>
                    <a:pt x="644602" y="1691687"/>
                  </a:lnTo>
                  <a:lnTo>
                    <a:pt x="572980" y="1686931"/>
                  </a:lnTo>
                  <a:lnTo>
                    <a:pt x="501357" y="1682155"/>
                  </a:lnTo>
                  <a:lnTo>
                    <a:pt x="429735" y="1677357"/>
                  </a:lnTo>
                  <a:lnTo>
                    <a:pt x="358112" y="1672537"/>
                  </a:lnTo>
                  <a:lnTo>
                    <a:pt x="286490" y="1667696"/>
                  </a:lnTo>
                  <a:lnTo>
                    <a:pt x="214867" y="1662834"/>
                  </a:lnTo>
                  <a:lnTo>
                    <a:pt x="143245" y="1657950"/>
                  </a:lnTo>
                  <a:lnTo>
                    <a:pt x="71622" y="1653045"/>
                  </a:lnTo>
                  <a:lnTo>
                    <a:pt x="0" y="1648118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2795108"/>
              <a:ext cx="7090630" cy="2043842"/>
            </a:xfrm>
            <a:custGeom>
              <a:avLst/>
              <a:pathLst>
                <a:path w="7090630" h="2043842">
                  <a:moveTo>
                    <a:pt x="0" y="0"/>
                  </a:moveTo>
                  <a:lnTo>
                    <a:pt x="71622" y="49489"/>
                  </a:lnTo>
                  <a:lnTo>
                    <a:pt x="143245" y="98091"/>
                  </a:lnTo>
                  <a:lnTo>
                    <a:pt x="214867" y="145822"/>
                  </a:lnTo>
                  <a:lnTo>
                    <a:pt x="286490" y="192699"/>
                  </a:lnTo>
                  <a:lnTo>
                    <a:pt x="358112" y="238735"/>
                  </a:lnTo>
                  <a:lnTo>
                    <a:pt x="429735" y="283947"/>
                  </a:lnTo>
                  <a:lnTo>
                    <a:pt x="501357" y="328348"/>
                  </a:lnTo>
                  <a:lnTo>
                    <a:pt x="572980" y="371954"/>
                  </a:lnTo>
                  <a:lnTo>
                    <a:pt x="644602" y="414779"/>
                  </a:lnTo>
                  <a:lnTo>
                    <a:pt x="716225" y="456836"/>
                  </a:lnTo>
                  <a:lnTo>
                    <a:pt x="787847" y="498140"/>
                  </a:lnTo>
                  <a:lnTo>
                    <a:pt x="859470" y="538704"/>
                  </a:lnTo>
                  <a:lnTo>
                    <a:pt x="931092" y="578541"/>
                  </a:lnTo>
                  <a:lnTo>
                    <a:pt x="1002715" y="617665"/>
                  </a:lnTo>
                  <a:lnTo>
                    <a:pt x="1074337" y="656087"/>
                  </a:lnTo>
                  <a:lnTo>
                    <a:pt x="1145960" y="693821"/>
                  </a:lnTo>
                  <a:lnTo>
                    <a:pt x="1217582" y="730879"/>
                  </a:lnTo>
                  <a:lnTo>
                    <a:pt x="1289205" y="767273"/>
                  </a:lnTo>
                  <a:lnTo>
                    <a:pt x="1360827" y="803015"/>
                  </a:lnTo>
                  <a:lnTo>
                    <a:pt x="1432450" y="838116"/>
                  </a:lnTo>
                  <a:lnTo>
                    <a:pt x="1504073" y="872589"/>
                  </a:lnTo>
                  <a:lnTo>
                    <a:pt x="1575695" y="906444"/>
                  </a:lnTo>
                  <a:lnTo>
                    <a:pt x="1647318" y="939692"/>
                  </a:lnTo>
                  <a:lnTo>
                    <a:pt x="1718940" y="972345"/>
                  </a:lnTo>
                  <a:lnTo>
                    <a:pt x="1790563" y="1004412"/>
                  </a:lnTo>
                  <a:lnTo>
                    <a:pt x="1862185" y="1035905"/>
                  </a:lnTo>
                  <a:lnTo>
                    <a:pt x="1933808" y="1066834"/>
                  </a:lnTo>
                  <a:lnTo>
                    <a:pt x="2005430" y="1097209"/>
                  </a:lnTo>
                  <a:lnTo>
                    <a:pt x="2077053" y="1127039"/>
                  </a:lnTo>
                  <a:lnTo>
                    <a:pt x="2148675" y="1156335"/>
                  </a:lnTo>
                  <a:lnTo>
                    <a:pt x="2220298" y="1185106"/>
                  </a:lnTo>
                  <a:lnTo>
                    <a:pt x="2291920" y="1213362"/>
                  </a:lnTo>
                  <a:lnTo>
                    <a:pt x="2363543" y="1241111"/>
                  </a:lnTo>
                  <a:lnTo>
                    <a:pt x="2435165" y="1268363"/>
                  </a:lnTo>
                  <a:lnTo>
                    <a:pt x="2506788" y="1295127"/>
                  </a:lnTo>
                  <a:lnTo>
                    <a:pt x="2578410" y="1321411"/>
                  </a:lnTo>
                  <a:lnTo>
                    <a:pt x="2650033" y="1347225"/>
                  </a:lnTo>
                  <a:lnTo>
                    <a:pt x="2721655" y="1372576"/>
                  </a:lnTo>
                  <a:lnTo>
                    <a:pt x="2793278" y="1397472"/>
                  </a:lnTo>
                  <a:lnTo>
                    <a:pt x="2864901" y="1421923"/>
                  </a:lnTo>
                  <a:lnTo>
                    <a:pt x="2936523" y="1445936"/>
                  </a:lnTo>
                  <a:lnTo>
                    <a:pt x="3008146" y="1469518"/>
                  </a:lnTo>
                  <a:lnTo>
                    <a:pt x="3079768" y="1492678"/>
                  </a:lnTo>
                  <a:lnTo>
                    <a:pt x="3151391" y="1515422"/>
                  </a:lnTo>
                  <a:lnTo>
                    <a:pt x="3223013" y="1537760"/>
                  </a:lnTo>
                  <a:lnTo>
                    <a:pt x="3294636" y="1559697"/>
                  </a:lnTo>
                  <a:lnTo>
                    <a:pt x="3366258" y="1581241"/>
                  </a:lnTo>
                  <a:lnTo>
                    <a:pt x="3437881" y="1602399"/>
                  </a:lnTo>
                  <a:lnTo>
                    <a:pt x="3509503" y="1623178"/>
                  </a:lnTo>
                  <a:lnTo>
                    <a:pt x="3581126" y="1643585"/>
                  </a:lnTo>
                  <a:lnTo>
                    <a:pt x="3652748" y="1663626"/>
                  </a:lnTo>
                  <a:lnTo>
                    <a:pt x="3724371" y="1683308"/>
                  </a:lnTo>
                  <a:lnTo>
                    <a:pt x="3795993" y="1702637"/>
                  </a:lnTo>
                  <a:lnTo>
                    <a:pt x="3867616" y="1721620"/>
                  </a:lnTo>
                  <a:lnTo>
                    <a:pt x="3939238" y="1740263"/>
                  </a:lnTo>
                  <a:lnTo>
                    <a:pt x="4010861" y="1758572"/>
                  </a:lnTo>
                  <a:lnTo>
                    <a:pt x="4082483" y="1776553"/>
                  </a:lnTo>
                  <a:lnTo>
                    <a:pt x="4154106" y="1794211"/>
                  </a:lnTo>
                  <a:lnTo>
                    <a:pt x="4225729" y="1811554"/>
                  </a:lnTo>
                  <a:lnTo>
                    <a:pt x="4297351" y="1828585"/>
                  </a:lnTo>
                  <a:lnTo>
                    <a:pt x="4368974" y="1845312"/>
                  </a:lnTo>
                  <a:lnTo>
                    <a:pt x="4440596" y="1861738"/>
                  </a:lnTo>
                  <a:lnTo>
                    <a:pt x="4512219" y="1877871"/>
                  </a:lnTo>
                  <a:lnTo>
                    <a:pt x="4583841" y="1893714"/>
                  </a:lnTo>
                  <a:lnTo>
                    <a:pt x="4655464" y="1909274"/>
                  </a:lnTo>
                  <a:lnTo>
                    <a:pt x="4727086" y="1924555"/>
                  </a:lnTo>
                  <a:lnTo>
                    <a:pt x="4798709" y="1934371"/>
                  </a:lnTo>
                  <a:lnTo>
                    <a:pt x="4870331" y="1938032"/>
                  </a:lnTo>
                  <a:lnTo>
                    <a:pt x="4941954" y="1941677"/>
                  </a:lnTo>
                  <a:lnTo>
                    <a:pt x="5013576" y="1945306"/>
                  </a:lnTo>
                  <a:lnTo>
                    <a:pt x="5085199" y="1948919"/>
                  </a:lnTo>
                  <a:lnTo>
                    <a:pt x="5156821" y="1952516"/>
                  </a:lnTo>
                  <a:lnTo>
                    <a:pt x="5228444" y="1956097"/>
                  </a:lnTo>
                  <a:lnTo>
                    <a:pt x="5300066" y="1959662"/>
                  </a:lnTo>
                  <a:lnTo>
                    <a:pt x="5371689" y="1963211"/>
                  </a:lnTo>
                  <a:lnTo>
                    <a:pt x="5443311" y="1966745"/>
                  </a:lnTo>
                  <a:lnTo>
                    <a:pt x="5514934" y="1970263"/>
                  </a:lnTo>
                  <a:lnTo>
                    <a:pt x="5586557" y="1973765"/>
                  </a:lnTo>
                  <a:lnTo>
                    <a:pt x="5658179" y="1977252"/>
                  </a:lnTo>
                  <a:lnTo>
                    <a:pt x="5729802" y="1980724"/>
                  </a:lnTo>
                  <a:lnTo>
                    <a:pt x="5801424" y="1984180"/>
                  </a:lnTo>
                  <a:lnTo>
                    <a:pt x="5873047" y="1987621"/>
                  </a:lnTo>
                  <a:lnTo>
                    <a:pt x="5944669" y="1991047"/>
                  </a:lnTo>
                  <a:lnTo>
                    <a:pt x="6016292" y="1994457"/>
                  </a:lnTo>
                  <a:lnTo>
                    <a:pt x="6087914" y="1997853"/>
                  </a:lnTo>
                  <a:lnTo>
                    <a:pt x="6159537" y="2001233"/>
                  </a:lnTo>
                  <a:lnTo>
                    <a:pt x="6231159" y="2004598"/>
                  </a:lnTo>
                  <a:lnTo>
                    <a:pt x="6302782" y="2007949"/>
                  </a:lnTo>
                  <a:lnTo>
                    <a:pt x="6374404" y="2011285"/>
                  </a:lnTo>
                  <a:lnTo>
                    <a:pt x="6446027" y="2014606"/>
                  </a:lnTo>
                  <a:lnTo>
                    <a:pt x="6517649" y="2017912"/>
                  </a:lnTo>
                  <a:lnTo>
                    <a:pt x="6589272" y="2021204"/>
                  </a:lnTo>
                  <a:lnTo>
                    <a:pt x="6660894" y="2024481"/>
                  </a:lnTo>
                  <a:lnTo>
                    <a:pt x="6732517" y="2027744"/>
                  </a:lnTo>
                  <a:lnTo>
                    <a:pt x="6804139" y="2030992"/>
                  </a:lnTo>
                  <a:lnTo>
                    <a:pt x="6875762" y="2034226"/>
                  </a:lnTo>
                  <a:lnTo>
                    <a:pt x="6947385" y="2037445"/>
                  </a:lnTo>
                  <a:lnTo>
                    <a:pt x="7019007" y="2040651"/>
                  </a:lnTo>
                  <a:lnTo>
                    <a:pt x="7090630" y="204384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72049" y="4443226"/>
              <a:ext cx="7090630" cy="652789"/>
            </a:xfrm>
            <a:custGeom>
              <a:avLst/>
              <a:pathLst>
                <a:path w="7090630" h="652789">
                  <a:moveTo>
                    <a:pt x="7090630" y="652789"/>
                  </a:moveTo>
                  <a:lnTo>
                    <a:pt x="7019007" y="644374"/>
                  </a:lnTo>
                  <a:lnTo>
                    <a:pt x="6947385" y="635806"/>
                  </a:lnTo>
                  <a:lnTo>
                    <a:pt x="6875762" y="627081"/>
                  </a:lnTo>
                  <a:lnTo>
                    <a:pt x="6804139" y="618198"/>
                  </a:lnTo>
                  <a:lnTo>
                    <a:pt x="6732517" y="609152"/>
                  </a:lnTo>
                  <a:lnTo>
                    <a:pt x="6660894" y="599941"/>
                  </a:lnTo>
                  <a:lnTo>
                    <a:pt x="6589272" y="590562"/>
                  </a:lnTo>
                  <a:lnTo>
                    <a:pt x="6517649" y="581013"/>
                  </a:lnTo>
                  <a:lnTo>
                    <a:pt x="6446027" y="571288"/>
                  </a:lnTo>
                  <a:lnTo>
                    <a:pt x="6374404" y="561387"/>
                  </a:lnTo>
                  <a:lnTo>
                    <a:pt x="6302782" y="551305"/>
                  </a:lnTo>
                  <a:lnTo>
                    <a:pt x="6231159" y="541039"/>
                  </a:lnTo>
                  <a:lnTo>
                    <a:pt x="6159537" y="530585"/>
                  </a:lnTo>
                  <a:lnTo>
                    <a:pt x="6087914" y="519941"/>
                  </a:lnTo>
                  <a:lnTo>
                    <a:pt x="6016292" y="509103"/>
                  </a:lnTo>
                  <a:lnTo>
                    <a:pt x="5944669" y="498067"/>
                  </a:lnTo>
                  <a:lnTo>
                    <a:pt x="5873047" y="486830"/>
                  </a:lnTo>
                  <a:lnTo>
                    <a:pt x="5801424" y="475387"/>
                  </a:lnTo>
                  <a:lnTo>
                    <a:pt x="5729802" y="463736"/>
                  </a:lnTo>
                  <a:lnTo>
                    <a:pt x="5658179" y="451872"/>
                  </a:lnTo>
                  <a:lnTo>
                    <a:pt x="5586557" y="439792"/>
                  </a:lnTo>
                  <a:lnTo>
                    <a:pt x="5514934" y="427492"/>
                  </a:lnTo>
                  <a:lnTo>
                    <a:pt x="5443311" y="414967"/>
                  </a:lnTo>
                  <a:lnTo>
                    <a:pt x="5371689" y="402213"/>
                  </a:lnTo>
                  <a:lnTo>
                    <a:pt x="5300066" y="389227"/>
                  </a:lnTo>
                  <a:lnTo>
                    <a:pt x="5228444" y="376004"/>
                  </a:lnTo>
                  <a:lnTo>
                    <a:pt x="5156821" y="362540"/>
                  </a:lnTo>
                  <a:lnTo>
                    <a:pt x="5085199" y="348830"/>
                  </a:lnTo>
                  <a:lnTo>
                    <a:pt x="5013576" y="334870"/>
                  </a:lnTo>
                  <a:lnTo>
                    <a:pt x="4941954" y="320655"/>
                  </a:lnTo>
                  <a:lnTo>
                    <a:pt x="4870331" y="306181"/>
                  </a:lnTo>
                  <a:lnTo>
                    <a:pt x="4798709" y="291443"/>
                  </a:lnTo>
                  <a:lnTo>
                    <a:pt x="4727086" y="282575"/>
                  </a:lnTo>
                  <a:lnTo>
                    <a:pt x="4655464" y="278881"/>
                  </a:lnTo>
                  <a:lnTo>
                    <a:pt x="4583841" y="275171"/>
                  </a:lnTo>
                  <a:lnTo>
                    <a:pt x="4512219" y="271444"/>
                  </a:lnTo>
                  <a:lnTo>
                    <a:pt x="4440596" y="267701"/>
                  </a:lnTo>
                  <a:lnTo>
                    <a:pt x="4368974" y="263941"/>
                  </a:lnTo>
                  <a:lnTo>
                    <a:pt x="4297351" y="260165"/>
                  </a:lnTo>
                  <a:lnTo>
                    <a:pt x="4225729" y="256371"/>
                  </a:lnTo>
                  <a:lnTo>
                    <a:pt x="4154106" y="252561"/>
                  </a:lnTo>
                  <a:lnTo>
                    <a:pt x="4082483" y="248734"/>
                  </a:lnTo>
                  <a:lnTo>
                    <a:pt x="4010861" y="244890"/>
                  </a:lnTo>
                  <a:lnTo>
                    <a:pt x="3939238" y="241028"/>
                  </a:lnTo>
                  <a:lnTo>
                    <a:pt x="3867616" y="237150"/>
                  </a:lnTo>
                  <a:lnTo>
                    <a:pt x="3795993" y="233254"/>
                  </a:lnTo>
                  <a:lnTo>
                    <a:pt x="3724371" y="229341"/>
                  </a:lnTo>
                  <a:lnTo>
                    <a:pt x="3652748" y="225411"/>
                  </a:lnTo>
                  <a:lnTo>
                    <a:pt x="3581126" y="221463"/>
                  </a:lnTo>
                  <a:lnTo>
                    <a:pt x="3509503" y="217498"/>
                  </a:lnTo>
                  <a:lnTo>
                    <a:pt x="3437881" y="213515"/>
                  </a:lnTo>
                  <a:lnTo>
                    <a:pt x="3366258" y="209514"/>
                  </a:lnTo>
                  <a:lnTo>
                    <a:pt x="3294636" y="205496"/>
                  </a:lnTo>
                  <a:lnTo>
                    <a:pt x="3223013" y="201460"/>
                  </a:lnTo>
                  <a:lnTo>
                    <a:pt x="3151391" y="197405"/>
                  </a:lnTo>
                  <a:lnTo>
                    <a:pt x="3079768" y="193333"/>
                  </a:lnTo>
                  <a:lnTo>
                    <a:pt x="3008146" y="189243"/>
                  </a:lnTo>
                  <a:lnTo>
                    <a:pt x="2936523" y="185135"/>
                  </a:lnTo>
                  <a:lnTo>
                    <a:pt x="2864901" y="181008"/>
                  </a:lnTo>
                  <a:lnTo>
                    <a:pt x="2793278" y="176863"/>
                  </a:lnTo>
                  <a:lnTo>
                    <a:pt x="2721655" y="172699"/>
                  </a:lnTo>
                  <a:lnTo>
                    <a:pt x="2650033" y="168517"/>
                  </a:lnTo>
                  <a:lnTo>
                    <a:pt x="2578410" y="164317"/>
                  </a:lnTo>
                  <a:lnTo>
                    <a:pt x="2506788" y="160098"/>
                  </a:lnTo>
                  <a:lnTo>
                    <a:pt x="2435165" y="155860"/>
                  </a:lnTo>
                  <a:lnTo>
                    <a:pt x="2363543" y="151603"/>
                  </a:lnTo>
                  <a:lnTo>
                    <a:pt x="2291920" y="147327"/>
                  </a:lnTo>
                  <a:lnTo>
                    <a:pt x="2220298" y="143032"/>
                  </a:lnTo>
                  <a:lnTo>
                    <a:pt x="2148675" y="138719"/>
                  </a:lnTo>
                  <a:lnTo>
                    <a:pt x="2077053" y="134386"/>
                  </a:lnTo>
                  <a:lnTo>
                    <a:pt x="2005430" y="130034"/>
                  </a:lnTo>
                  <a:lnTo>
                    <a:pt x="1933808" y="125662"/>
                  </a:lnTo>
                  <a:lnTo>
                    <a:pt x="1862185" y="121271"/>
                  </a:lnTo>
                  <a:lnTo>
                    <a:pt x="1790563" y="116861"/>
                  </a:lnTo>
                  <a:lnTo>
                    <a:pt x="1718940" y="112431"/>
                  </a:lnTo>
                  <a:lnTo>
                    <a:pt x="1647318" y="107981"/>
                  </a:lnTo>
                  <a:lnTo>
                    <a:pt x="1575695" y="103512"/>
                  </a:lnTo>
                  <a:lnTo>
                    <a:pt x="1504073" y="99022"/>
                  </a:lnTo>
                  <a:lnTo>
                    <a:pt x="1432450" y="94513"/>
                  </a:lnTo>
                  <a:lnTo>
                    <a:pt x="1360827" y="89984"/>
                  </a:lnTo>
                  <a:lnTo>
                    <a:pt x="1289205" y="85434"/>
                  </a:lnTo>
                  <a:lnTo>
                    <a:pt x="1217582" y="80864"/>
                  </a:lnTo>
                  <a:lnTo>
                    <a:pt x="1145960" y="76275"/>
                  </a:lnTo>
                  <a:lnTo>
                    <a:pt x="1074337" y="71664"/>
                  </a:lnTo>
                  <a:lnTo>
                    <a:pt x="1002715" y="67033"/>
                  </a:lnTo>
                  <a:lnTo>
                    <a:pt x="931092" y="62382"/>
                  </a:lnTo>
                  <a:lnTo>
                    <a:pt x="859470" y="57710"/>
                  </a:lnTo>
                  <a:lnTo>
                    <a:pt x="787847" y="53017"/>
                  </a:lnTo>
                  <a:lnTo>
                    <a:pt x="716225" y="48303"/>
                  </a:lnTo>
                  <a:lnTo>
                    <a:pt x="644602" y="43569"/>
                  </a:lnTo>
                  <a:lnTo>
                    <a:pt x="572980" y="38813"/>
                  </a:lnTo>
                  <a:lnTo>
                    <a:pt x="501357" y="34036"/>
                  </a:lnTo>
                  <a:lnTo>
                    <a:pt x="429735" y="29238"/>
                  </a:lnTo>
                  <a:lnTo>
                    <a:pt x="358112" y="24419"/>
                  </a:lnTo>
                  <a:lnTo>
                    <a:pt x="286490" y="19578"/>
                  </a:lnTo>
                  <a:lnTo>
                    <a:pt x="214867" y="14716"/>
                  </a:lnTo>
                  <a:lnTo>
                    <a:pt x="143245" y="9832"/>
                  </a:lnTo>
                  <a:lnTo>
                    <a:pt x="71622" y="4927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172049" y="3803086"/>
              <a:ext cx="7090630" cy="1178573"/>
            </a:xfrm>
            <a:custGeom>
              <a:avLst/>
              <a:pathLst>
                <a:path w="7090630" h="1178573">
                  <a:moveTo>
                    <a:pt x="0" y="0"/>
                  </a:moveTo>
                  <a:lnTo>
                    <a:pt x="71622" y="19634"/>
                  </a:lnTo>
                  <a:lnTo>
                    <a:pt x="143245" y="39048"/>
                  </a:lnTo>
                  <a:lnTo>
                    <a:pt x="214867" y="58246"/>
                  </a:lnTo>
                  <a:lnTo>
                    <a:pt x="286490" y="77228"/>
                  </a:lnTo>
                  <a:lnTo>
                    <a:pt x="358112" y="95998"/>
                  </a:lnTo>
                  <a:lnTo>
                    <a:pt x="429735" y="114558"/>
                  </a:lnTo>
                  <a:lnTo>
                    <a:pt x="501357" y="132910"/>
                  </a:lnTo>
                  <a:lnTo>
                    <a:pt x="572980" y="151056"/>
                  </a:lnTo>
                  <a:lnTo>
                    <a:pt x="644602" y="169000"/>
                  </a:lnTo>
                  <a:lnTo>
                    <a:pt x="716225" y="186742"/>
                  </a:lnTo>
                  <a:lnTo>
                    <a:pt x="787847" y="204286"/>
                  </a:lnTo>
                  <a:lnTo>
                    <a:pt x="859470" y="221634"/>
                  </a:lnTo>
                  <a:lnTo>
                    <a:pt x="931092" y="238788"/>
                  </a:lnTo>
                  <a:lnTo>
                    <a:pt x="1002715" y="255749"/>
                  </a:lnTo>
                  <a:lnTo>
                    <a:pt x="1074337" y="272521"/>
                  </a:lnTo>
                  <a:lnTo>
                    <a:pt x="1145960" y="289105"/>
                  </a:lnTo>
                  <a:lnTo>
                    <a:pt x="1217582" y="305503"/>
                  </a:lnTo>
                  <a:lnTo>
                    <a:pt x="1289205" y="321718"/>
                  </a:lnTo>
                  <a:lnTo>
                    <a:pt x="1360827" y="337751"/>
                  </a:lnTo>
                  <a:lnTo>
                    <a:pt x="1432450" y="353605"/>
                  </a:lnTo>
                  <a:lnTo>
                    <a:pt x="1504073" y="369282"/>
                  </a:lnTo>
                  <a:lnTo>
                    <a:pt x="1575695" y="384783"/>
                  </a:lnTo>
                  <a:lnTo>
                    <a:pt x="1647318" y="400110"/>
                  </a:lnTo>
                  <a:lnTo>
                    <a:pt x="1718940" y="415266"/>
                  </a:lnTo>
                  <a:lnTo>
                    <a:pt x="1790563" y="430252"/>
                  </a:lnTo>
                  <a:lnTo>
                    <a:pt x="1862185" y="445071"/>
                  </a:lnTo>
                  <a:lnTo>
                    <a:pt x="1933808" y="459723"/>
                  </a:lnTo>
                  <a:lnTo>
                    <a:pt x="2005430" y="474212"/>
                  </a:lnTo>
                  <a:lnTo>
                    <a:pt x="2077053" y="488538"/>
                  </a:lnTo>
                  <a:lnTo>
                    <a:pt x="2148675" y="502704"/>
                  </a:lnTo>
                  <a:lnTo>
                    <a:pt x="2220298" y="516712"/>
                  </a:lnTo>
                  <a:lnTo>
                    <a:pt x="2291920" y="530563"/>
                  </a:lnTo>
                  <a:lnTo>
                    <a:pt x="2363543" y="544258"/>
                  </a:lnTo>
                  <a:lnTo>
                    <a:pt x="2435165" y="557801"/>
                  </a:lnTo>
                  <a:lnTo>
                    <a:pt x="2506788" y="571192"/>
                  </a:lnTo>
                  <a:lnTo>
                    <a:pt x="2578410" y="584433"/>
                  </a:lnTo>
                  <a:lnTo>
                    <a:pt x="2650033" y="597525"/>
                  </a:lnTo>
                  <a:lnTo>
                    <a:pt x="2721655" y="610472"/>
                  </a:lnTo>
                  <a:lnTo>
                    <a:pt x="2793278" y="623273"/>
                  </a:lnTo>
                  <a:lnTo>
                    <a:pt x="2864901" y="635931"/>
                  </a:lnTo>
                  <a:lnTo>
                    <a:pt x="2936523" y="648447"/>
                  </a:lnTo>
                  <a:lnTo>
                    <a:pt x="3008146" y="660823"/>
                  </a:lnTo>
                  <a:lnTo>
                    <a:pt x="3079768" y="673061"/>
                  </a:lnTo>
                  <a:lnTo>
                    <a:pt x="3151391" y="685162"/>
                  </a:lnTo>
                  <a:lnTo>
                    <a:pt x="3223013" y="697127"/>
                  </a:lnTo>
                  <a:lnTo>
                    <a:pt x="3294636" y="708958"/>
                  </a:lnTo>
                  <a:lnTo>
                    <a:pt x="3366258" y="720657"/>
                  </a:lnTo>
                  <a:lnTo>
                    <a:pt x="3437881" y="732225"/>
                  </a:lnTo>
                  <a:lnTo>
                    <a:pt x="3509503" y="743664"/>
                  </a:lnTo>
                  <a:lnTo>
                    <a:pt x="3581126" y="754974"/>
                  </a:lnTo>
                  <a:lnTo>
                    <a:pt x="3652748" y="766158"/>
                  </a:lnTo>
                  <a:lnTo>
                    <a:pt x="3724371" y="777217"/>
                  </a:lnTo>
                  <a:lnTo>
                    <a:pt x="3795993" y="788152"/>
                  </a:lnTo>
                  <a:lnTo>
                    <a:pt x="3867616" y="798964"/>
                  </a:lnTo>
                  <a:lnTo>
                    <a:pt x="3939238" y="809656"/>
                  </a:lnTo>
                  <a:lnTo>
                    <a:pt x="4010861" y="820228"/>
                  </a:lnTo>
                  <a:lnTo>
                    <a:pt x="4082483" y="830681"/>
                  </a:lnTo>
                  <a:lnTo>
                    <a:pt x="4154106" y="841018"/>
                  </a:lnTo>
                  <a:lnTo>
                    <a:pt x="4225729" y="851239"/>
                  </a:lnTo>
                  <a:lnTo>
                    <a:pt x="4297351" y="861345"/>
                  </a:lnTo>
                  <a:lnTo>
                    <a:pt x="4368974" y="871338"/>
                  </a:lnTo>
                  <a:lnTo>
                    <a:pt x="4440596" y="881220"/>
                  </a:lnTo>
                  <a:lnTo>
                    <a:pt x="4512219" y="890991"/>
                  </a:lnTo>
                  <a:lnTo>
                    <a:pt x="4583841" y="900652"/>
                  </a:lnTo>
                  <a:lnTo>
                    <a:pt x="4655464" y="910205"/>
                  </a:lnTo>
                  <a:lnTo>
                    <a:pt x="4727086" y="919652"/>
                  </a:lnTo>
                  <a:lnTo>
                    <a:pt x="4798709" y="928992"/>
                  </a:lnTo>
                  <a:lnTo>
                    <a:pt x="4870331" y="938228"/>
                  </a:lnTo>
                  <a:lnTo>
                    <a:pt x="4941954" y="947361"/>
                  </a:lnTo>
                  <a:lnTo>
                    <a:pt x="5013576" y="956392"/>
                  </a:lnTo>
                  <a:lnTo>
                    <a:pt x="5085199" y="965321"/>
                  </a:lnTo>
                  <a:lnTo>
                    <a:pt x="5156821" y="974151"/>
                  </a:lnTo>
                  <a:lnTo>
                    <a:pt x="5228444" y="982881"/>
                  </a:lnTo>
                  <a:lnTo>
                    <a:pt x="5300066" y="991514"/>
                  </a:lnTo>
                  <a:lnTo>
                    <a:pt x="5371689" y="1000050"/>
                  </a:lnTo>
                  <a:lnTo>
                    <a:pt x="5443311" y="1008491"/>
                  </a:lnTo>
                  <a:lnTo>
                    <a:pt x="5514934" y="1016838"/>
                  </a:lnTo>
                  <a:lnTo>
                    <a:pt x="5586557" y="1025090"/>
                  </a:lnTo>
                  <a:lnTo>
                    <a:pt x="5658179" y="1033251"/>
                  </a:lnTo>
                  <a:lnTo>
                    <a:pt x="5729802" y="1041320"/>
                  </a:lnTo>
                  <a:lnTo>
                    <a:pt x="5801424" y="1049299"/>
                  </a:lnTo>
                  <a:lnTo>
                    <a:pt x="5873047" y="1057188"/>
                  </a:lnTo>
                  <a:lnTo>
                    <a:pt x="5944669" y="1064990"/>
                  </a:lnTo>
                  <a:lnTo>
                    <a:pt x="6016292" y="1072703"/>
                  </a:lnTo>
                  <a:lnTo>
                    <a:pt x="6087914" y="1080331"/>
                  </a:lnTo>
                  <a:lnTo>
                    <a:pt x="6159537" y="1087873"/>
                  </a:lnTo>
                  <a:lnTo>
                    <a:pt x="6231159" y="1095331"/>
                  </a:lnTo>
                  <a:lnTo>
                    <a:pt x="6302782" y="1102705"/>
                  </a:lnTo>
                  <a:lnTo>
                    <a:pt x="6374404" y="1109997"/>
                  </a:lnTo>
                  <a:lnTo>
                    <a:pt x="6446027" y="1117207"/>
                  </a:lnTo>
                  <a:lnTo>
                    <a:pt x="6517649" y="1124337"/>
                  </a:lnTo>
                  <a:lnTo>
                    <a:pt x="6589272" y="1131386"/>
                  </a:lnTo>
                  <a:lnTo>
                    <a:pt x="6660894" y="1138357"/>
                  </a:lnTo>
                  <a:lnTo>
                    <a:pt x="6732517" y="1145250"/>
                  </a:lnTo>
                  <a:lnTo>
                    <a:pt x="6804139" y="1152065"/>
                  </a:lnTo>
                  <a:lnTo>
                    <a:pt x="6875762" y="1158804"/>
                  </a:lnTo>
                  <a:lnTo>
                    <a:pt x="6947385" y="1165468"/>
                  </a:lnTo>
                  <a:lnTo>
                    <a:pt x="7019007" y="1172057"/>
                  </a:lnTo>
                  <a:lnTo>
                    <a:pt x="7090630" y="1178573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93774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482961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85503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0" name="tx30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237980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412072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5911334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7621161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3832408" y="5925448"/>
              <a:ext cx="176991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Discrepancy (mL/min)</a:t>
              </a:r>
            </a:p>
          </p:txBody>
        </p:sp>
        <p:sp>
          <p:nvSpPr>
            <p:cNvPr id="40" name="tx4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817517" y="1896563"/>
              <a:ext cx="6991776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mL/min decline: 1.15 (1.06-1.25), p_Bonf = 0.007 (n = 6)  |  per IQR decline (Δ = 23.3): 1.37 (1.13-1.67)  |  IQR: [-12.8, 10.5]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817517" y="1669789"/>
              <a:ext cx="2039386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Thrombocytopenia Grade 2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2026-09-28T17:35:29Z</dcterms:modified>
  <cp:category/>
</cp:coreProperties>
</file>