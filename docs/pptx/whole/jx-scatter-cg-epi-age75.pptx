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Content Placeholder 2"/>
          <p:cNvGrpSpPr/>
          <p:nvPr/>
        </p:nvGrpSpPr>
        <p:grpSpPr>
          <a:xfrm>
            <a:off x="457200" y="1600200"/>
            <a:ext cx="8229600" cy="4525963"/>
            <a:chOff x="457200" y="1600200"/>
            <a:chExt cx="8229600" cy="4525963"/>
          </a:xfrm>
        </p:grpSpPr>
        <p:sp>
          <p:nvSpPr>
            <p:cNvPr id="3" name="rc3"/>
            <p:cNvSpPr/>
            <p:nvPr/>
          </p:nvSpPr>
          <p:spPr>
            <a:xfrm>
              <a:off x="457200" y="1600200"/>
              <a:ext cx="8229600" cy="4525962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941876" y="511436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941876" y="4244691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pl6"/>
            <p:cNvSpPr/>
            <p:nvPr/>
          </p:nvSpPr>
          <p:spPr>
            <a:xfrm>
              <a:off x="941876" y="3375014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pl7"/>
            <p:cNvSpPr/>
            <p:nvPr/>
          </p:nvSpPr>
          <p:spPr>
            <a:xfrm>
              <a:off x="941876" y="250533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16295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907346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5651740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7396134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6775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941876" y="5549207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941876" y="4679530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941876" y="3809853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941876" y="2940175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941876" y="2070498"/>
              <a:ext cx="7675334" cy="0"/>
            </a:xfrm>
            <a:custGeom>
              <a:avLst/>
              <a:pathLst>
                <a:path w="7675334" h="0">
                  <a:moveTo>
                    <a:pt x="0" y="0"/>
                  </a:moveTo>
                  <a:lnTo>
                    <a:pt x="7675334" y="0"/>
                  </a:lnTo>
                  <a:lnTo>
                    <a:pt x="7675334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1290755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035149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4779543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6523937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" name="pl21"/>
            <p:cNvSpPr/>
            <p:nvPr/>
          </p:nvSpPr>
          <p:spPr>
            <a:xfrm>
              <a:off x="8268332" y="1896563"/>
              <a:ext cx="0" cy="3826579"/>
            </a:xfrm>
            <a:custGeom>
              <a:avLst/>
              <a:pathLst>
                <a:path w="0" h="3826579">
                  <a:moveTo>
                    <a:pt x="0" y="382657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EBEBEB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t22"/>
            <p:cNvSpPr/>
            <p:nvPr/>
          </p:nvSpPr>
          <p:spPr>
            <a:xfrm>
              <a:off x="2647934" y="47525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5565628" y="39867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527991" y="37531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2742298" y="49315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2820842" y="47717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2745414" y="48904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059417" y="3664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3059905" y="40938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792051" y="40633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t31"/>
            <p:cNvSpPr/>
            <p:nvPr/>
          </p:nvSpPr>
          <p:spPr>
            <a:xfrm>
              <a:off x="3828172" y="38356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t32"/>
            <p:cNvSpPr/>
            <p:nvPr/>
          </p:nvSpPr>
          <p:spPr>
            <a:xfrm>
              <a:off x="2810507" y="46175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t33"/>
            <p:cNvSpPr/>
            <p:nvPr/>
          </p:nvSpPr>
          <p:spPr>
            <a:xfrm>
              <a:off x="3627753" y="4582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t34"/>
            <p:cNvSpPr/>
            <p:nvPr/>
          </p:nvSpPr>
          <p:spPr>
            <a:xfrm>
              <a:off x="4738376" y="3983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t35"/>
            <p:cNvSpPr/>
            <p:nvPr/>
          </p:nvSpPr>
          <p:spPr>
            <a:xfrm>
              <a:off x="3538061" y="44045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t36"/>
            <p:cNvSpPr/>
            <p:nvPr/>
          </p:nvSpPr>
          <p:spPr>
            <a:xfrm>
              <a:off x="2874636" y="41041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t37"/>
            <p:cNvSpPr/>
            <p:nvPr/>
          </p:nvSpPr>
          <p:spPr>
            <a:xfrm>
              <a:off x="3827046" y="3940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t38"/>
            <p:cNvSpPr/>
            <p:nvPr/>
          </p:nvSpPr>
          <p:spPr>
            <a:xfrm>
              <a:off x="3279778" y="43263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pt39"/>
            <p:cNvSpPr/>
            <p:nvPr/>
          </p:nvSpPr>
          <p:spPr>
            <a:xfrm>
              <a:off x="2836660" y="49112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" name="pt40"/>
            <p:cNvSpPr/>
            <p:nvPr/>
          </p:nvSpPr>
          <p:spPr>
            <a:xfrm>
              <a:off x="5376478" y="4444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" name="pt41"/>
            <p:cNvSpPr/>
            <p:nvPr/>
          </p:nvSpPr>
          <p:spPr>
            <a:xfrm>
              <a:off x="3618060" y="43210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" name="pt42"/>
            <p:cNvSpPr/>
            <p:nvPr/>
          </p:nvSpPr>
          <p:spPr>
            <a:xfrm>
              <a:off x="3833619" y="405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" name="pt43"/>
            <p:cNvSpPr/>
            <p:nvPr/>
          </p:nvSpPr>
          <p:spPr>
            <a:xfrm>
              <a:off x="4359485" y="42842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" name="pt44"/>
            <p:cNvSpPr/>
            <p:nvPr/>
          </p:nvSpPr>
          <p:spPr>
            <a:xfrm>
              <a:off x="4182732" y="372617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3544671" y="43807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pt46"/>
            <p:cNvSpPr/>
            <p:nvPr/>
          </p:nvSpPr>
          <p:spPr>
            <a:xfrm>
              <a:off x="4650756" y="4136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" name="pt47"/>
            <p:cNvSpPr/>
            <p:nvPr/>
          </p:nvSpPr>
          <p:spPr>
            <a:xfrm>
              <a:off x="2915676" y="44537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" name="pt48"/>
            <p:cNvSpPr/>
            <p:nvPr/>
          </p:nvSpPr>
          <p:spPr>
            <a:xfrm>
              <a:off x="5095198" y="3612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" name="pt49"/>
            <p:cNvSpPr/>
            <p:nvPr/>
          </p:nvSpPr>
          <p:spPr>
            <a:xfrm>
              <a:off x="3563214" y="44179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" name="pt50"/>
            <p:cNvSpPr/>
            <p:nvPr/>
          </p:nvSpPr>
          <p:spPr>
            <a:xfrm>
              <a:off x="2706884" y="4522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" name="pt51"/>
            <p:cNvSpPr/>
            <p:nvPr/>
          </p:nvSpPr>
          <p:spPr>
            <a:xfrm>
              <a:off x="3323622" y="44579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" name="pt52"/>
            <p:cNvSpPr/>
            <p:nvPr/>
          </p:nvSpPr>
          <p:spPr>
            <a:xfrm>
              <a:off x="3683950" y="4189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" name="pt53"/>
            <p:cNvSpPr/>
            <p:nvPr/>
          </p:nvSpPr>
          <p:spPr>
            <a:xfrm>
              <a:off x="2609000" y="4725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" name="pt54"/>
            <p:cNvSpPr/>
            <p:nvPr/>
          </p:nvSpPr>
          <p:spPr>
            <a:xfrm>
              <a:off x="3426902" y="42698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" name="pt55"/>
            <p:cNvSpPr/>
            <p:nvPr/>
          </p:nvSpPr>
          <p:spPr>
            <a:xfrm>
              <a:off x="3548657" y="43570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t56"/>
            <p:cNvSpPr/>
            <p:nvPr/>
          </p:nvSpPr>
          <p:spPr>
            <a:xfrm>
              <a:off x="3938592" y="41788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t57"/>
            <p:cNvSpPr/>
            <p:nvPr/>
          </p:nvSpPr>
          <p:spPr>
            <a:xfrm>
              <a:off x="5288556" y="3086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t58"/>
            <p:cNvSpPr/>
            <p:nvPr/>
          </p:nvSpPr>
          <p:spPr>
            <a:xfrm>
              <a:off x="3030284" y="4502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t59"/>
            <p:cNvSpPr/>
            <p:nvPr/>
          </p:nvSpPr>
          <p:spPr>
            <a:xfrm>
              <a:off x="3865818" y="4419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pt60"/>
            <p:cNvSpPr/>
            <p:nvPr/>
          </p:nvSpPr>
          <p:spPr>
            <a:xfrm>
              <a:off x="3698294" y="44807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" name="pt61"/>
            <p:cNvSpPr/>
            <p:nvPr/>
          </p:nvSpPr>
          <p:spPr>
            <a:xfrm>
              <a:off x="4620214" y="3835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" name="pt62"/>
            <p:cNvSpPr/>
            <p:nvPr/>
          </p:nvSpPr>
          <p:spPr>
            <a:xfrm>
              <a:off x="3481633" y="432368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t63"/>
            <p:cNvSpPr/>
            <p:nvPr/>
          </p:nvSpPr>
          <p:spPr>
            <a:xfrm>
              <a:off x="3635187" y="39274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2943095" y="43256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3279622" y="43621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t66"/>
            <p:cNvSpPr/>
            <p:nvPr/>
          </p:nvSpPr>
          <p:spPr>
            <a:xfrm>
              <a:off x="5411309" y="3825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pt67"/>
            <p:cNvSpPr/>
            <p:nvPr/>
          </p:nvSpPr>
          <p:spPr>
            <a:xfrm>
              <a:off x="3222041" y="4505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" name="pt68"/>
            <p:cNvSpPr/>
            <p:nvPr/>
          </p:nvSpPr>
          <p:spPr>
            <a:xfrm>
              <a:off x="4428339" y="41466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" name="pt69"/>
            <p:cNvSpPr/>
            <p:nvPr/>
          </p:nvSpPr>
          <p:spPr>
            <a:xfrm>
              <a:off x="4631401" y="38363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" name="pt70"/>
            <p:cNvSpPr/>
            <p:nvPr/>
          </p:nvSpPr>
          <p:spPr>
            <a:xfrm>
              <a:off x="3782787" y="4388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" name="pt71"/>
            <p:cNvSpPr/>
            <p:nvPr/>
          </p:nvSpPr>
          <p:spPr>
            <a:xfrm>
              <a:off x="3757867" y="4242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" name="pt72"/>
            <p:cNvSpPr/>
            <p:nvPr/>
          </p:nvSpPr>
          <p:spPr>
            <a:xfrm>
              <a:off x="4257359" y="41684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" name="pt73"/>
            <p:cNvSpPr/>
            <p:nvPr/>
          </p:nvSpPr>
          <p:spPr>
            <a:xfrm>
              <a:off x="3951553" y="44015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t74"/>
            <p:cNvSpPr/>
            <p:nvPr/>
          </p:nvSpPr>
          <p:spPr>
            <a:xfrm>
              <a:off x="2671200" y="4933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t75"/>
            <p:cNvSpPr/>
            <p:nvPr/>
          </p:nvSpPr>
          <p:spPr>
            <a:xfrm>
              <a:off x="6078890" y="39083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t76"/>
            <p:cNvSpPr/>
            <p:nvPr/>
          </p:nvSpPr>
          <p:spPr>
            <a:xfrm>
              <a:off x="5837247" y="38086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t77"/>
            <p:cNvSpPr/>
            <p:nvPr/>
          </p:nvSpPr>
          <p:spPr>
            <a:xfrm>
              <a:off x="5128077" y="3433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t78"/>
            <p:cNvSpPr/>
            <p:nvPr/>
          </p:nvSpPr>
          <p:spPr>
            <a:xfrm>
              <a:off x="4544743" y="38965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t79"/>
            <p:cNvSpPr/>
            <p:nvPr/>
          </p:nvSpPr>
          <p:spPr>
            <a:xfrm>
              <a:off x="3346499" y="436939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t80"/>
            <p:cNvSpPr/>
            <p:nvPr/>
          </p:nvSpPr>
          <p:spPr>
            <a:xfrm>
              <a:off x="3165317" y="41573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t81"/>
            <p:cNvSpPr/>
            <p:nvPr/>
          </p:nvSpPr>
          <p:spPr>
            <a:xfrm>
              <a:off x="2323195" y="515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t82"/>
            <p:cNvSpPr/>
            <p:nvPr/>
          </p:nvSpPr>
          <p:spPr>
            <a:xfrm>
              <a:off x="6405691" y="34640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t83"/>
            <p:cNvSpPr/>
            <p:nvPr/>
          </p:nvSpPr>
          <p:spPr>
            <a:xfrm>
              <a:off x="3188829" y="44279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t84"/>
            <p:cNvSpPr/>
            <p:nvPr/>
          </p:nvSpPr>
          <p:spPr>
            <a:xfrm>
              <a:off x="3280870" y="43739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pt85"/>
            <p:cNvSpPr/>
            <p:nvPr/>
          </p:nvSpPr>
          <p:spPr>
            <a:xfrm>
              <a:off x="3832869" y="4056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" name="pt86"/>
            <p:cNvSpPr/>
            <p:nvPr/>
          </p:nvSpPr>
          <p:spPr>
            <a:xfrm>
              <a:off x="4694711" y="40331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" name="pt87"/>
            <p:cNvSpPr/>
            <p:nvPr/>
          </p:nvSpPr>
          <p:spPr>
            <a:xfrm>
              <a:off x="7133915" y="3408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" name="pt88"/>
            <p:cNvSpPr/>
            <p:nvPr/>
          </p:nvSpPr>
          <p:spPr>
            <a:xfrm>
              <a:off x="2745877" y="46313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" name="pt89"/>
            <p:cNvSpPr/>
            <p:nvPr/>
          </p:nvSpPr>
          <p:spPr>
            <a:xfrm>
              <a:off x="4675440" y="366222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" name="pt90"/>
            <p:cNvSpPr/>
            <p:nvPr/>
          </p:nvSpPr>
          <p:spPr>
            <a:xfrm>
              <a:off x="6884761" y="34598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" name="pt91"/>
            <p:cNvSpPr/>
            <p:nvPr/>
          </p:nvSpPr>
          <p:spPr>
            <a:xfrm>
              <a:off x="2947671" y="490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4656015" y="34050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pt93"/>
            <p:cNvSpPr/>
            <p:nvPr/>
          </p:nvSpPr>
          <p:spPr>
            <a:xfrm>
              <a:off x="2465853" y="4925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" name="pt94"/>
            <p:cNvSpPr/>
            <p:nvPr/>
          </p:nvSpPr>
          <p:spPr>
            <a:xfrm>
              <a:off x="3223019" y="4676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" name="pt95"/>
            <p:cNvSpPr/>
            <p:nvPr/>
          </p:nvSpPr>
          <p:spPr>
            <a:xfrm>
              <a:off x="3863678" y="42576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" name="pt96"/>
            <p:cNvSpPr/>
            <p:nvPr/>
          </p:nvSpPr>
          <p:spPr>
            <a:xfrm>
              <a:off x="2929771" y="44682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" name="pt97"/>
            <p:cNvSpPr/>
            <p:nvPr/>
          </p:nvSpPr>
          <p:spPr>
            <a:xfrm>
              <a:off x="6419508" y="31525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8" name="pt98"/>
            <p:cNvSpPr/>
            <p:nvPr/>
          </p:nvSpPr>
          <p:spPr>
            <a:xfrm>
              <a:off x="4865453" y="3491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9" name="pt99"/>
            <p:cNvSpPr/>
            <p:nvPr/>
          </p:nvSpPr>
          <p:spPr>
            <a:xfrm>
              <a:off x="3370706" y="43583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0" name="pt100"/>
            <p:cNvSpPr/>
            <p:nvPr/>
          </p:nvSpPr>
          <p:spPr>
            <a:xfrm>
              <a:off x="4887909" y="34694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1" name="pt101"/>
            <p:cNvSpPr/>
            <p:nvPr/>
          </p:nvSpPr>
          <p:spPr>
            <a:xfrm>
              <a:off x="3015557" y="43784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pt102"/>
            <p:cNvSpPr/>
            <p:nvPr/>
          </p:nvSpPr>
          <p:spPr>
            <a:xfrm>
              <a:off x="3970218" y="41871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pt103"/>
            <p:cNvSpPr/>
            <p:nvPr/>
          </p:nvSpPr>
          <p:spPr>
            <a:xfrm>
              <a:off x="2595219" y="45128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4" name="pt104"/>
            <p:cNvSpPr/>
            <p:nvPr/>
          </p:nvSpPr>
          <p:spPr>
            <a:xfrm>
              <a:off x="6093904" y="3352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t105"/>
            <p:cNvSpPr/>
            <p:nvPr/>
          </p:nvSpPr>
          <p:spPr>
            <a:xfrm>
              <a:off x="3691789" y="4323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t106"/>
            <p:cNvSpPr/>
            <p:nvPr/>
          </p:nvSpPr>
          <p:spPr>
            <a:xfrm>
              <a:off x="5839142" y="37733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t107"/>
            <p:cNvSpPr/>
            <p:nvPr/>
          </p:nvSpPr>
          <p:spPr>
            <a:xfrm>
              <a:off x="2989285" y="4140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t108"/>
            <p:cNvSpPr/>
            <p:nvPr/>
          </p:nvSpPr>
          <p:spPr>
            <a:xfrm>
              <a:off x="4906861" y="35343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t109"/>
            <p:cNvSpPr/>
            <p:nvPr/>
          </p:nvSpPr>
          <p:spPr>
            <a:xfrm>
              <a:off x="3938768" y="40337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4569621" y="37225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5262586" y="3581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3509416" y="4345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54842" y="48563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4019812" y="39278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4245447" y="37716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340389" y="3901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t117"/>
            <p:cNvSpPr/>
            <p:nvPr/>
          </p:nvSpPr>
          <p:spPr>
            <a:xfrm>
              <a:off x="5064241" y="356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pt118"/>
            <p:cNvSpPr/>
            <p:nvPr/>
          </p:nvSpPr>
          <p:spPr>
            <a:xfrm>
              <a:off x="3732460" y="3936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9" name="pt119"/>
            <p:cNvSpPr/>
            <p:nvPr/>
          </p:nvSpPr>
          <p:spPr>
            <a:xfrm>
              <a:off x="4228341" y="39839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0" name="pt120"/>
            <p:cNvSpPr/>
            <p:nvPr/>
          </p:nvSpPr>
          <p:spPr>
            <a:xfrm>
              <a:off x="5238763" y="36595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1" name="pt121"/>
            <p:cNvSpPr/>
            <p:nvPr/>
          </p:nvSpPr>
          <p:spPr>
            <a:xfrm>
              <a:off x="4038719" y="4036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2" name="pt122"/>
            <p:cNvSpPr/>
            <p:nvPr/>
          </p:nvSpPr>
          <p:spPr>
            <a:xfrm>
              <a:off x="3511343" y="4399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3" name="pt123"/>
            <p:cNvSpPr/>
            <p:nvPr/>
          </p:nvSpPr>
          <p:spPr>
            <a:xfrm>
              <a:off x="5845362" y="3538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4" name="pt124"/>
            <p:cNvSpPr/>
            <p:nvPr/>
          </p:nvSpPr>
          <p:spPr>
            <a:xfrm>
              <a:off x="5557418" y="3812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5" name="pt125"/>
            <p:cNvSpPr/>
            <p:nvPr/>
          </p:nvSpPr>
          <p:spPr>
            <a:xfrm>
              <a:off x="4350781" y="3874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t126"/>
            <p:cNvSpPr/>
            <p:nvPr/>
          </p:nvSpPr>
          <p:spPr>
            <a:xfrm>
              <a:off x="4905878" y="40071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t127"/>
            <p:cNvSpPr/>
            <p:nvPr/>
          </p:nvSpPr>
          <p:spPr>
            <a:xfrm>
              <a:off x="2736225" y="44455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t128"/>
            <p:cNvSpPr/>
            <p:nvPr/>
          </p:nvSpPr>
          <p:spPr>
            <a:xfrm>
              <a:off x="2968979" y="4511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t129"/>
            <p:cNvSpPr/>
            <p:nvPr/>
          </p:nvSpPr>
          <p:spPr>
            <a:xfrm>
              <a:off x="2789853" y="4493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t130"/>
            <p:cNvSpPr/>
            <p:nvPr/>
          </p:nvSpPr>
          <p:spPr>
            <a:xfrm>
              <a:off x="4906980" y="37920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t131"/>
            <p:cNvSpPr/>
            <p:nvPr/>
          </p:nvSpPr>
          <p:spPr>
            <a:xfrm>
              <a:off x="3263188" y="4311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t132"/>
            <p:cNvSpPr/>
            <p:nvPr/>
          </p:nvSpPr>
          <p:spPr>
            <a:xfrm>
              <a:off x="2691263" y="48455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t133"/>
            <p:cNvSpPr/>
            <p:nvPr/>
          </p:nvSpPr>
          <p:spPr>
            <a:xfrm>
              <a:off x="3192516" y="4630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t134"/>
            <p:cNvSpPr/>
            <p:nvPr/>
          </p:nvSpPr>
          <p:spPr>
            <a:xfrm>
              <a:off x="6537487" y="3345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t135"/>
            <p:cNvSpPr/>
            <p:nvPr/>
          </p:nvSpPr>
          <p:spPr>
            <a:xfrm>
              <a:off x="4080134" y="3913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t136"/>
            <p:cNvSpPr/>
            <p:nvPr/>
          </p:nvSpPr>
          <p:spPr>
            <a:xfrm>
              <a:off x="4997079" y="41770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t137"/>
            <p:cNvSpPr/>
            <p:nvPr/>
          </p:nvSpPr>
          <p:spPr>
            <a:xfrm>
              <a:off x="7438931" y="38363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pt138"/>
            <p:cNvSpPr/>
            <p:nvPr/>
          </p:nvSpPr>
          <p:spPr>
            <a:xfrm>
              <a:off x="3523892" y="40002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9" name="pt139"/>
            <p:cNvSpPr/>
            <p:nvPr/>
          </p:nvSpPr>
          <p:spPr>
            <a:xfrm>
              <a:off x="2876355" y="438432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0" name="pt140"/>
            <p:cNvSpPr/>
            <p:nvPr/>
          </p:nvSpPr>
          <p:spPr>
            <a:xfrm>
              <a:off x="5256595" y="37897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1" name="pt141"/>
            <p:cNvSpPr/>
            <p:nvPr/>
          </p:nvSpPr>
          <p:spPr>
            <a:xfrm>
              <a:off x="2796328" y="46431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2" name="pt142"/>
            <p:cNvSpPr/>
            <p:nvPr/>
          </p:nvSpPr>
          <p:spPr>
            <a:xfrm>
              <a:off x="5999291" y="362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3" name="pt143"/>
            <p:cNvSpPr/>
            <p:nvPr/>
          </p:nvSpPr>
          <p:spPr>
            <a:xfrm>
              <a:off x="4322005" y="3866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4" name="pt144"/>
            <p:cNvSpPr/>
            <p:nvPr/>
          </p:nvSpPr>
          <p:spPr>
            <a:xfrm>
              <a:off x="4517297" y="3896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5" name="pt145"/>
            <p:cNvSpPr/>
            <p:nvPr/>
          </p:nvSpPr>
          <p:spPr>
            <a:xfrm>
              <a:off x="5453976" y="40796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6" name="pt146"/>
            <p:cNvSpPr/>
            <p:nvPr/>
          </p:nvSpPr>
          <p:spPr>
            <a:xfrm>
              <a:off x="4142252" y="40768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7" name="pt147"/>
            <p:cNvSpPr/>
            <p:nvPr/>
          </p:nvSpPr>
          <p:spPr>
            <a:xfrm>
              <a:off x="3001601" y="44357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t148"/>
            <p:cNvSpPr/>
            <p:nvPr/>
          </p:nvSpPr>
          <p:spPr>
            <a:xfrm>
              <a:off x="3698937" y="3898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t149"/>
            <p:cNvSpPr/>
            <p:nvPr/>
          </p:nvSpPr>
          <p:spPr>
            <a:xfrm>
              <a:off x="4671221" y="39371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t150"/>
            <p:cNvSpPr/>
            <p:nvPr/>
          </p:nvSpPr>
          <p:spPr>
            <a:xfrm>
              <a:off x="3828484" y="3998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t151"/>
            <p:cNvSpPr/>
            <p:nvPr/>
          </p:nvSpPr>
          <p:spPr>
            <a:xfrm>
              <a:off x="4418945" y="3347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t152"/>
            <p:cNvSpPr/>
            <p:nvPr/>
          </p:nvSpPr>
          <p:spPr>
            <a:xfrm>
              <a:off x="3098979" y="43337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4039019" y="4137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6232187" y="32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3160910" y="4647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6535533" y="3836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3090675" y="46904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4629174" y="3604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5130831" y="3683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3622931" y="41399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4118670" y="42027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3532440" y="43283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t163"/>
            <p:cNvSpPr/>
            <p:nvPr/>
          </p:nvSpPr>
          <p:spPr>
            <a:xfrm>
              <a:off x="4591003" y="3638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pt164"/>
            <p:cNvSpPr/>
            <p:nvPr/>
          </p:nvSpPr>
          <p:spPr>
            <a:xfrm>
              <a:off x="3881376" y="398118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5" name="pt165"/>
            <p:cNvSpPr/>
            <p:nvPr/>
          </p:nvSpPr>
          <p:spPr>
            <a:xfrm>
              <a:off x="4199133" y="4152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6" name="pt166"/>
            <p:cNvSpPr/>
            <p:nvPr/>
          </p:nvSpPr>
          <p:spPr>
            <a:xfrm>
              <a:off x="3317292" y="42081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7" name="pt167"/>
            <p:cNvSpPr/>
            <p:nvPr/>
          </p:nvSpPr>
          <p:spPr>
            <a:xfrm>
              <a:off x="3338477" y="425780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8" name="pt168"/>
            <p:cNvSpPr/>
            <p:nvPr/>
          </p:nvSpPr>
          <p:spPr>
            <a:xfrm>
              <a:off x="4044504" y="41136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9" name="pt169"/>
            <p:cNvSpPr/>
            <p:nvPr/>
          </p:nvSpPr>
          <p:spPr>
            <a:xfrm>
              <a:off x="4670930" y="40750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0" name="pt170"/>
            <p:cNvSpPr/>
            <p:nvPr/>
          </p:nvSpPr>
          <p:spPr>
            <a:xfrm>
              <a:off x="8701080" y="32107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1" name="pt171"/>
            <p:cNvSpPr/>
            <p:nvPr/>
          </p:nvSpPr>
          <p:spPr>
            <a:xfrm>
              <a:off x="3841622" y="3902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2" name="pt172"/>
            <p:cNvSpPr/>
            <p:nvPr/>
          </p:nvSpPr>
          <p:spPr>
            <a:xfrm>
              <a:off x="6042738" y="3798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3" name="pt173"/>
            <p:cNvSpPr/>
            <p:nvPr/>
          </p:nvSpPr>
          <p:spPr>
            <a:xfrm>
              <a:off x="6211059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4" name="pt174"/>
            <p:cNvSpPr/>
            <p:nvPr/>
          </p:nvSpPr>
          <p:spPr>
            <a:xfrm>
              <a:off x="3976580" y="4044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t175"/>
            <p:cNvSpPr/>
            <p:nvPr/>
          </p:nvSpPr>
          <p:spPr>
            <a:xfrm>
              <a:off x="2865892" y="4620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t176"/>
            <p:cNvSpPr/>
            <p:nvPr/>
          </p:nvSpPr>
          <p:spPr>
            <a:xfrm>
              <a:off x="4400447" y="4638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t177"/>
            <p:cNvSpPr/>
            <p:nvPr/>
          </p:nvSpPr>
          <p:spPr>
            <a:xfrm>
              <a:off x="6146643" y="29778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t178"/>
            <p:cNvSpPr/>
            <p:nvPr/>
          </p:nvSpPr>
          <p:spPr>
            <a:xfrm>
              <a:off x="5358834" y="348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t179"/>
            <p:cNvSpPr/>
            <p:nvPr/>
          </p:nvSpPr>
          <p:spPr>
            <a:xfrm>
              <a:off x="6372644" y="34346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t180"/>
            <p:cNvSpPr/>
            <p:nvPr/>
          </p:nvSpPr>
          <p:spPr>
            <a:xfrm>
              <a:off x="5816061" y="3640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t181"/>
            <p:cNvSpPr/>
            <p:nvPr/>
          </p:nvSpPr>
          <p:spPr>
            <a:xfrm>
              <a:off x="3900617" y="4451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t182"/>
            <p:cNvSpPr/>
            <p:nvPr/>
          </p:nvSpPr>
          <p:spPr>
            <a:xfrm>
              <a:off x="4252091" y="38112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t183"/>
            <p:cNvSpPr/>
            <p:nvPr/>
          </p:nvSpPr>
          <p:spPr>
            <a:xfrm>
              <a:off x="4888174" y="40966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t184"/>
            <p:cNvSpPr/>
            <p:nvPr/>
          </p:nvSpPr>
          <p:spPr>
            <a:xfrm>
              <a:off x="6706825" y="3251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t185"/>
            <p:cNvSpPr/>
            <p:nvPr/>
          </p:nvSpPr>
          <p:spPr>
            <a:xfrm>
              <a:off x="3625468" y="4656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t186"/>
            <p:cNvSpPr/>
            <p:nvPr/>
          </p:nvSpPr>
          <p:spPr>
            <a:xfrm>
              <a:off x="4059662" y="42542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t187"/>
            <p:cNvSpPr/>
            <p:nvPr/>
          </p:nvSpPr>
          <p:spPr>
            <a:xfrm>
              <a:off x="4102212" y="40705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t188"/>
            <p:cNvSpPr/>
            <p:nvPr/>
          </p:nvSpPr>
          <p:spPr>
            <a:xfrm>
              <a:off x="4456107" y="3935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t189"/>
            <p:cNvSpPr/>
            <p:nvPr/>
          </p:nvSpPr>
          <p:spPr>
            <a:xfrm>
              <a:off x="3836370" y="42589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pt190"/>
            <p:cNvSpPr/>
            <p:nvPr/>
          </p:nvSpPr>
          <p:spPr>
            <a:xfrm>
              <a:off x="6930312" y="395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1" name="pt191"/>
            <p:cNvSpPr/>
            <p:nvPr/>
          </p:nvSpPr>
          <p:spPr>
            <a:xfrm>
              <a:off x="2896393" y="48449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2" name="pt192"/>
            <p:cNvSpPr/>
            <p:nvPr/>
          </p:nvSpPr>
          <p:spPr>
            <a:xfrm>
              <a:off x="3884873" y="4635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3" name="pt193"/>
            <p:cNvSpPr/>
            <p:nvPr/>
          </p:nvSpPr>
          <p:spPr>
            <a:xfrm>
              <a:off x="2701128" y="48420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4" name="pt194"/>
            <p:cNvSpPr/>
            <p:nvPr/>
          </p:nvSpPr>
          <p:spPr>
            <a:xfrm>
              <a:off x="3789726" y="42634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5" name="pt195"/>
            <p:cNvSpPr/>
            <p:nvPr/>
          </p:nvSpPr>
          <p:spPr>
            <a:xfrm>
              <a:off x="3646593" y="40725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6" name="pt196"/>
            <p:cNvSpPr/>
            <p:nvPr/>
          </p:nvSpPr>
          <p:spPr>
            <a:xfrm>
              <a:off x="3599269" y="42522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7" name="pt197"/>
            <p:cNvSpPr/>
            <p:nvPr/>
          </p:nvSpPr>
          <p:spPr>
            <a:xfrm>
              <a:off x="3099094" y="41409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8" name="pt198"/>
            <p:cNvSpPr/>
            <p:nvPr/>
          </p:nvSpPr>
          <p:spPr>
            <a:xfrm>
              <a:off x="2899522" y="4321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9" name="pt199"/>
            <p:cNvSpPr/>
            <p:nvPr/>
          </p:nvSpPr>
          <p:spPr>
            <a:xfrm>
              <a:off x="2922243" y="46760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0" name="pt200"/>
            <p:cNvSpPr/>
            <p:nvPr/>
          </p:nvSpPr>
          <p:spPr>
            <a:xfrm>
              <a:off x="6157919" y="31126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1" name="pt201"/>
            <p:cNvSpPr/>
            <p:nvPr/>
          </p:nvSpPr>
          <p:spPr>
            <a:xfrm>
              <a:off x="4157237" y="4164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2" name="pt202"/>
            <p:cNvSpPr/>
            <p:nvPr/>
          </p:nvSpPr>
          <p:spPr>
            <a:xfrm>
              <a:off x="5035441" y="34063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3" name="pt203"/>
            <p:cNvSpPr/>
            <p:nvPr/>
          </p:nvSpPr>
          <p:spPr>
            <a:xfrm>
              <a:off x="3518080" y="44475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4" name="pt204"/>
            <p:cNvSpPr/>
            <p:nvPr/>
          </p:nvSpPr>
          <p:spPr>
            <a:xfrm>
              <a:off x="4527054" y="3825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5" name="pt205"/>
            <p:cNvSpPr/>
            <p:nvPr/>
          </p:nvSpPr>
          <p:spPr>
            <a:xfrm>
              <a:off x="4281201" y="38602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6" name="pt206"/>
            <p:cNvSpPr/>
            <p:nvPr/>
          </p:nvSpPr>
          <p:spPr>
            <a:xfrm>
              <a:off x="3785541" y="42244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7" name="pt207"/>
            <p:cNvSpPr/>
            <p:nvPr/>
          </p:nvSpPr>
          <p:spPr>
            <a:xfrm>
              <a:off x="4892634" y="3434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8" name="pt208"/>
            <p:cNvSpPr/>
            <p:nvPr/>
          </p:nvSpPr>
          <p:spPr>
            <a:xfrm>
              <a:off x="4488845" y="41573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9" name="pt209"/>
            <p:cNvSpPr/>
            <p:nvPr/>
          </p:nvSpPr>
          <p:spPr>
            <a:xfrm>
              <a:off x="3424979" y="4515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0" name="pt210"/>
            <p:cNvSpPr/>
            <p:nvPr/>
          </p:nvSpPr>
          <p:spPr>
            <a:xfrm>
              <a:off x="6295388" y="358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1" name="pt211"/>
            <p:cNvSpPr/>
            <p:nvPr/>
          </p:nvSpPr>
          <p:spPr>
            <a:xfrm>
              <a:off x="7988727" y="35074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2" name="pt212"/>
            <p:cNvSpPr/>
            <p:nvPr/>
          </p:nvSpPr>
          <p:spPr>
            <a:xfrm>
              <a:off x="3432574" y="4126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3" name="pt213"/>
            <p:cNvSpPr/>
            <p:nvPr/>
          </p:nvSpPr>
          <p:spPr>
            <a:xfrm>
              <a:off x="4139700" y="4274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4" name="pt214"/>
            <p:cNvSpPr/>
            <p:nvPr/>
          </p:nvSpPr>
          <p:spPr>
            <a:xfrm>
              <a:off x="3184822" y="444822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5" name="pt215"/>
            <p:cNvSpPr/>
            <p:nvPr/>
          </p:nvSpPr>
          <p:spPr>
            <a:xfrm>
              <a:off x="4419139" y="39282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6" name="pt216"/>
            <p:cNvSpPr/>
            <p:nvPr/>
          </p:nvSpPr>
          <p:spPr>
            <a:xfrm>
              <a:off x="4000972" y="37521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7" name="pt217"/>
            <p:cNvSpPr/>
            <p:nvPr/>
          </p:nvSpPr>
          <p:spPr>
            <a:xfrm>
              <a:off x="3336636" y="42539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8" name="pt218"/>
            <p:cNvSpPr/>
            <p:nvPr/>
          </p:nvSpPr>
          <p:spPr>
            <a:xfrm>
              <a:off x="4146130" y="40485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19" name="pt219"/>
            <p:cNvSpPr/>
            <p:nvPr/>
          </p:nvSpPr>
          <p:spPr>
            <a:xfrm>
              <a:off x="4239720" y="41482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0" name="pt220"/>
            <p:cNvSpPr/>
            <p:nvPr/>
          </p:nvSpPr>
          <p:spPr>
            <a:xfrm>
              <a:off x="3494652" y="42693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1" name="pt221"/>
            <p:cNvSpPr/>
            <p:nvPr/>
          </p:nvSpPr>
          <p:spPr>
            <a:xfrm>
              <a:off x="3599968" y="44047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2" name="pt222"/>
            <p:cNvSpPr/>
            <p:nvPr/>
          </p:nvSpPr>
          <p:spPr>
            <a:xfrm>
              <a:off x="3686041" y="4611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3" name="pt223"/>
            <p:cNvSpPr/>
            <p:nvPr/>
          </p:nvSpPr>
          <p:spPr>
            <a:xfrm>
              <a:off x="5135505" y="3590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4" name="pt224"/>
            <p:cNvSpPr/>
            <p:nvPr/>
          </p:nvSpPr>
          <p:spPr>
            <a:xfrm>
              <a:off x="4246787" y="41393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5" name="pt225"/>
            <p:cNvSpPr/>
            <p:nvPr/>
          </p:nvSpPr>
          <p:spPr>
            <a:xfrm>
              <a:off x="4018474" y="39282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6" name="pt226"/>
            <p:cNvSpPr/>
            <p:nvPr/>
          </p:nvSpPr>
          <p:spPr>
            <a:xfrm>
              <a:off x="4451768" y="38876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7" name="pt227"/>
            <p:cNvSpPr/>
            <p:nvPr/>
          </p:nvSpPr>
          <p:spPr>
            <a:xfrm>
              <a:off x="4562854" y="43496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8" name="pt228"/>
            <p:cNvSpPr/>
            <p:nvPr/>
          </p:nvSpPr>
          <p:spPr>
            <a:xfrm>
              <a:off x="3097844" y="45272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9" name="pt229"/>
            <p:cNvSpPr/>
            <p:nvPr/>
          </p:nvSpPr>
          <p:spPr>
            <a:xfrm>
              <a:off x="3520631" y="4057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0" name="pt230"/>
            <p:cNvSpPr/>
            <p:nvPr/>
          </p:nvSpPr>
          <p:spPr>
            <a:xfrm>
              <a:off x="4641405" y="38065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1" name="pt231"/>
            <p:cNvSpPr/>
            <p:nvPr/>
          </p:nvSpPr>
          <p:spPr>
            <a:xfrm>
              <a:off x="3397657" y="42548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2" name="pt232"/>
            <p:cNvSpPr/>
            <p:nvPr/>
          </p:nvSpPr>
          <p:spPr>
            <a:xfrm>
              <a:off x="4449598" y="4136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3" name="pt233"/>
            <p:cNvSpPr/>
            <p:nvPr/>
          </p:nvSpPr>
          <p:spPr>
            <a:xfrm>
              <a:off x="3759535" y="410913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4" name="pt234"/>
            <p:cNvSpPr/>
            <p:nvPr/>
          </p:nvSpPr>
          <p:spPr>
            <a:xfrm>
              <a:off x="3937643" y="44230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5" name="pt235"/>
            <p:cNvSpPr/>
            <p:nvPr/>
          </p:nvSpPr>
          <p:spPr>
            <a:xfrm>
              <a:off x="3838069" y="39478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6" name="pt236"/>
            <p:cNvSpPr/>
            <p:nvPr/>
          </p:nvSpPr>
          <p:spPr>
            <a:xfrm>
              <a:off x="4749311" y="34936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7" name="pt237"/>
            <p:cNvSpPr/>
            <p:nvPr/>
          </p:nvSpPr>
          <p:spPr>
            <a:xfrm>
              <a:off x="2852819" y="4490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8" name="pt238"/>
            <p:cNvSpPr/>
            <p:nvPr/>
          </p:nvSpPr>
          <p:spPr>
            <a:xfrm>
              <a:off x="3788873" y="3916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9" name="pt239"/>
            <p:cNvSpPr/>
            <p:nvPr/>
          </p:nvSpPr>
          <p:spPr>
            <a:xfrm>
              <a:off x="3959634" y="402796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0" name="pt240"/>
            <p:cNvSpPr/>
            <p:nvPr/>
          </p:nvSpPr>
          <p:spPr>
            <a:xfrm>
              <a:off x="3492653" y="40077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1" name="pt241"/>
            <p:cNvSpPr/>
            <p:nvPr/>
          </p:nvSpPr>
          <p:spPr>
            <a:xfrm>
              <a:off x="4783129" y="3438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2" name="pt242"/>
            <p:cNvSpPr/>
            <p:nvPr/>
          </p:nvSpPr>
          <p:spPr>
            <a:xfrm>
              <a:off x="4706312" y="35638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3" name="pt243"/>
            <p:cNvSpPr/>
            <p:nvPr/>
          </p:nvSpPr>
          <p:spPr>
            <a:xfrm>
              <a:off x="4732274" y="38682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4" name="pt244"/>
            <p:cNvSpPr/>
            <p:nvPr/>
          </p:nvSpPr>
          <p:spPr>
            <a:xfrm>
              <a:off x="3408416" y="43223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5" name="pt245"/>
            <p:cNvSpPr/>
            <p:nvPr/>
          </p:nvSpPr>
          <p:spPr>
            <a:xfrm>
              <a:off x="4740647" y="35816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6" name="pt246"/>
            <p:cNvSpPr/>
            <p:nvPr/>
          </p:nvSpPr>
          <p:spPr>
            <a:xfrm>
              <a:off x="4114369" y="41525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7" name="pt247"/>
            <p:cNvSpPr/>
            <p:nvPr/>
          </p:nvSpPr>
          <p:spPr>
            <a:xfrm>
              <a:off x="3470071" y="43457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8" name="pt248"/>
            <p:cNvSpPr/>
            <p:nvPr/>
          </p:nvSpPr>
          <p:spPr>
            <a:xfrm>
              <a:off x="3725068" y="45197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9" name="pt249"/>
            <p:cNvSpPr/>
            <p:nvPr/>
          </p:nvSpPr>
          <p:spPr>
            <a:xfrm>
              <a:off x="4657385" y="3540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0" name="pt250"/>
            <p:cNvSpPr/>
            <p:nvPr/>
          </p:nvSpPr>
          <p:spPr>
            <a:xfrm>
              <a:off x="2390429" y="45991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1" name="pt251"/>
            <p:cNvSpPr/>
            <p:nvPr/>
          </p:nvSpPr>
          <p:spPr>
            <a:xfrm>
              <a:off x="4175304" y="3663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2" name="pt252"/>
            <p:cNvSpPr/>
            <p:nvPr/>
          </p:nvSpPr>
          <p:spPr>
            <a:xfrm>
              <a:off x="4160749" y="418936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3" name="pt253"/>
            <p:cNvSpPr/>
            <p:nvPr/>
          </p:nvSpPr>
          <p:spPr>
            <a:xfrm>
              <a:off x="2399573" y="51627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4" name="pt254"/>
            <p:cNvSpPr/>
            <p:nvPr/>
          </p:nvSpPr>
          <p:spPr>
            <a:xfrm>
              <a:off x="3433196" y="43681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5" name="pt255"/>
            <p:cNvSpPr/>
            <p:nvPr/>
          </p:nvSpPr>
          <p:spPr>
            <a:xfrm>
              <a:off x="5422313" y="4083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6" name="pt256"/>
            <p:cNvSpPr/>
            <p:nvPr/>
          </p:nvSpPr>
          <p:spPr>
            <a:xfrm>
              <a:off x="6067083" y="37400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7" name="pt257"/>
            <p:cNvSpPr/>
            <p:nvPr/>
          </p:nvSpPr>
          <p:spPr>
            <a:xfrm>
              <a:off x="3368157" y="42834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8" name="pt258"/>
            <p:cNvSpPr/>
            <p:nvPr/>
          </p:nvSpPr>
          <p:spPr>
            <a:xfrm>
              <a:off x="6223686" y="35153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9" name="pt259"/>
            <p:cNvSpPr/>
            <p:nvPr/>
          </p:nvSpPr>
          <p:spPr>
            <a:xfrm>
              <a:off x="4989839" y="3683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0" name="pt260"/>
            <p:cNvSpPr/>
            <p:nvPr/>
          </p:nvSpPr>
          <p:spPr>
            <a:xfrm>
              <a:off x="3564789" y="407628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1" name="pt261"/>
            <p:cNvSpPr/>
            <p:nvPr/>
          </p:nvSpPr>
          <p:spPr>
            <a:xfrm>
              <a:off x="4301215" y="3987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2" name="pt262"/>
            <p:cNvSpPr/>
            <p:nvPr/>
          </p:nvSpPr>
          <p:spPr>
            <a:xfrm>
              <a:off x="3278979" y="43752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3" name="pt263"/>
            <p:cNvSpPr/>
            <p:nvPr/>
          </p:nvSpPr>
          <p:spPr>
            <a:xfrm>
              <a:off x="3012188" y="45405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4" name="pt264"/>
            <p:cNvSpPr/>
            <p:nvPr/>
          </p:nvSpPr>
          <p:spPr>
            <a:xfrm>
              <a:off x="3249976" y="41549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5" name="pt265"/>
            <p:cNvSpPr/>
            <p:nvPr/>
          </p:nvSpPr>
          <p:spPr>
            <a:xfrm>
              <a:off x="5224068" y="3694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6" name="pt266"/>
            <p:cNvSpPr/>
            <p:nvPr/>
          </p:nvSpPr>
          <p:spPr>
            <a:xfrm>
              <a:off x="4884645" y="35118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7" name="pt267"/>
            <p:cNvSpPr/>
            <p:nvPr/>
          </p:nvSpPr>
          <p:spPr>
            <a:xfrm>
              <a:off x="3710418" y="43135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8" name="pt268"/>
            <p:cNvSpPr/>
            <p:nvPr/>
          </p:nvSpPr>
          <p:spPr>
            <a:xfrm>
              <a:off x="4340798" y="3872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9" name="pt269"/>
            <p:cNvSpPr/>
            <p:nvPr/>
          </p:nvSpPr>
          <p:spPr>
            <a:xfrm>
              <a:off x="5263012" y="3807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0" name="pt270"/>
            <p:cNvSpPr/>
            <p:nvPr/>
          </p:nvSpPr>
          <p:spPr>
            <a:xfrm>
              <a:off x="3653167" y="41329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1" name="pt271"/>
            <p:cNvSpPr/>
            <p:nvPr/>
          </p:nvSpPr>
          <p:spPr>
            <a:xfrm>
              <a:off x="3034009" y="42507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2" name="pt272"/>
            <p:cNvSpPr/>
            <p:nvPr/>
          </p:nvSpPr>
          <p:spPr>
            <a:xfrm>
              <a:off x="3537980" y="44566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3" name="pt273"/>
            <p:cNvSpPr/>
            <p:nvPr/>
          </p:nvSpPr>
          <p:spPr>
            <a:xfrm>
              <a:off x="4750041" y="37177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4" name="pt274"/>
            <p:cNvSpPr/>
            <p:nvPr/>
          </p:nvSpPr>
          <p:spPr>
            <a:xfrm>
              <a:off x="4894956" y="42112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5" name="pt275"/>
            <p:cNvSpPr/>
            <p:nvPr/>
          </p:nvSpPr>
          <p:spPr>
            <a:xfrm>
              <a:off x="4753924" y="42180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6" name="pt276"/>
            <p:cNvSpPr/>
            <p:nvPr/>
          </p:nvSpPr>
          <p:spPr>
            <a:xfrm>
              <a:off x="4344132" y="35680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7" name="pt277"/>
            <p:cNvSpPr/>
            <p:nvPr/>
          </p:nvSpPr>
          <p:spPr>
            <a:xfrm>
              <a:off x="4026787" y="39188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8" name="pt278"/>
            <p:cNvSpPr/>
            <p:nvPr/>
          </p:nvSpPr>
          <p:spPr>
            <a:xfrm>
              <a:off x="3709095" y="41106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9" name="pt279"/>
            <p:cNvSpPr/>
            <p:nvPr/>
          </p:nvSpPr>
          <p:spPr>
            <a:xfrm>
              <a:off x="3324858" y="43434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0" name="pt280"/>
            <p:cNvSpPr/>
            <p:nvPr/>
          </p:nvSpPr>
          <p:spPr>
            <a:xfrm>
              <a:off x="4715385" y="38504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1" name="pt281"/>
            <p:cNvSpPr/>
            <p:nvPr/>
          </p:nvSpPr>
          <p:spPr>
            <a:xfrm>
              <a:off x="4576141" y="40731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2" name="pt282"/>
            <p:cNvSpPr/>
            <p:nvPr/>
          </p:nvSpPr>
          <p:spPr>
            <a:xfrm>
              <a:off x="4084771" y="38855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3" name="pt283"/>
            <p:cNvSpPr/>
            <p:nvPr/>
          </p:nvSpPr>
          <p:spPr>
            <a:xfrm>
              <a:off x="4035906" y="3923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4" name="pt284"/>
            <p:cNvSpPr/>
            <p:nvPr/>
          </p:nvSpPr>
          <p:spPr>
            <a:xfrm>
              <a:off x="4678196" y="38628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5" name="pt285"/>
            <p:cNvSpPr/>
            <p:nvPr/>
          </p:nvSpPr>
          <p:spPr>
            <a:xfrm>
              <a:off x="5080759" y="4032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6" name="pt286"/>
            <p:cNvSpPr/>
            <p:nvPr/>
          </p:nvSpPr>
          <p:spPr>
            <a:xfrm>
              <a:off x="3083549" y="451202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7" name="pt287"/>
            <p:cNvSpPr/>
            <p:nvPr/>
          </p:nvSpPr>
          <p:spPr>
            <a:xfrm>
              <a:off x="4584018" y="41694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8" name="pt288"/>
            <p:cNvSpPr/>
            <p:nvPr/>
          </p:nvSpPr>
          <p:spPr>
            <a:xfrm>
              <a:off x="4680202" y="3885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9" name="pt289"/>
            <p:cNvSpPr/>
            <p:nvPr/>
          </p:nvSpPr>
          <p:spPr>
            <a:xfrm>
              <a:off x="7656090" y="34178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0" name="pt290"/>
            <p:cNvSpPr/>
            <p:nvPr/>
          </p:nvSpPr>
          <p:spPr>
            <a:xfrm>
              <a:off x="2706179" y="476427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1" name="pt291"/>
            <p:cNvSpPr/>
            <p:nvPr/>
          </p:nvSpPr>
          <p:spPr>
            <a:xfrm>
              <a:off x="3746955" y="43330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2" name="pt292"/>
            <p:cNvSpPr/>
            <p:nvPr/>
          </p:nvSpPr>
          <p:spPr>
            <a:xfrm>
              <a:off x="5250677" y="38587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3" name="pt293"/>
            <p:cNvSpPr/>
            <p:nvPr/>
          </p:nvSpPr>
          <p:spPr>
            <a:xfrm>
              <a:off x="2990444" y="43224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4" name="pt294"/>
            <p:cNvSpPr/>
            <p:nvPr/>
          </p:nvSpPr>
          <p:spPr>
            <a:xfrm>
              <a:off x="3124791" y="427486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5" name="pt295"/>
            <p:cNvSpPr/>
            <p:nvPr/>
          </p:nvSpPr>
          <p:spPr>
            <a:xfrm>
              <a:off x="5234291" y="36536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6" name="pt296"/>
            <p:cNvSpPr/>
            <p:nvPr/>
          </p:nvSpPr>
          <p:spPr>
            <a:xfrm>
              <a:off x="6456892" y="316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7" name="pt297"/>
            <p:cNvSpPr/>
            <p:nvPr/>
          </p:nvSpPr>
          <p:spPr>
            <a:xfrm>
              <a:off x="3396531" y="442315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8" name="pt298"/>
            <p:cNvSpPr/>
            <p:nvPr/>
          </p:nvSpPr>
          <p:spPr>
            <a:xfrm>
              <a:off x="3415603" y="4254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9" name="pt299"/>
            <p:cNvSpPr/>
            <p:nvPr/>
          </p:nvSpPr>
          <p:spPr>
            <a:xfrm>
              <a:off x="3425994" y="44481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0" name="pt300"/>
            <p:cNvSpPr/>
            <p:nvPr/>
          </p:nvSpPr>
          <p:spPr>
            <a:xfrm>
              <a:off x="3970789" y="44065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1" name="pt301"/>
            <p:cNvSpPr/>
            <p:nvPr/>
          </p:nvSpPr>
          <p:spPr>
            <a:xfrm>
              <a:off x="4096158" y="36178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2" name="pt302"/>
            <p:cNvSpPr/>
            <p:nvPr/>
          </p:nvSpPr>
          <p:spPr>
            <a:xfrm>
              <a:off x="4056725" y="39494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3" name="pt303"/>
            <p:cNvSpPr/>
            <p:nvPr/>
          </p:nvSpPr>
          <p:spPr>
            <a:xfrm>
              <a:off x="3195920" y="4712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4" name="pt304"/>
            <p:cNvSpPr/>
            <p:nvPr/>
          </p:nvSpPr>
          <p:spPr>
            <a:xfrm>
              <a:off x="3784012" y="42283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5" name="pt305"/>
            <p:cNvSpPr/>
            <p:nvPr/>
          </p:nvSpPr>
          <p:spPr>
            <a:xfrm>
              <a:off x="3832142" y="3870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6" name="pt306"/>
            <p:cNvSpPr/>
            <p:nvPr/>
          </p:nvSpPr>
          <p:spPr>
            <a:xfrm>
              <a:off x="4300351" y="387546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7" name="pt307"/>
            <p:cNvSpPr/>
            <p:nvPr/>
          </p:nvSpPr>
          <p:spPr>
            <a:xfrm>
              <a:off x="4107847" y="42660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8" name="pt308"/>
            <p:cNvSpPr/>
            <p:nvPr/>
          </p:nvSpPr>
          <p:spPr>
            <a:xfrm>
              <a:off x="4459477" y="3642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9" name="pt309"/>
            <p:cNvSpPr/>
            <p:nvPr/>
          </p:nvSpPr>
          <p:spPr>
            <a:xfrm>
              <a:off x="5050236" y="3781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0" name="pt310"/>
            <p:cNvSpPr/>
            <p:nvPr/>
          </p:nvSpPr>
          <p:spPr>
            <a:xfrm>
              <a:off x="4270463" y="38918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1" name="pt311"/>
            <p:cNvSpPr/>
            <p:nvPr/>
          </p:nvSpPr>
          <p:spPr>
            <a:xfrm>
              <a:off x="3977957" y="4436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2" name="pt312"/>
            <p:cNvSpPr/>
            <p:nvPr/>
          </p:nvSpPr>
          <p:spPr>
            <a:xfrm>
              <a:off x="7704467" y="28408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3" name="pt313"/>
            <p:cNvSpPr/>
            <p:nvPr/>
          </p:nvSpPr>
          <p:spPr>
            <a:xfrm>
              <a:off x="6559294" y="35187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4" name="pt314"/>
            <p:cNvSpPr/>
            <p:nvPr/>
          </p:nvSpPr>
          <p:spPr>
            <a:xfrm>
              <a:off x="3466387" y="40437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5" name="pt315"/>
            <p:cNvSpPr/>
            <p:nvPr/>
          </p:nvSpPr>
          <p:spPr>
            <a:xfrm>
              <a:off x="3564514" y="47659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6" name="pt316"/>
            <p:cNvSpPr/>
            <p:nvPr/>
          </p:nvSpPr>
          <p:spPr>
            <a:xfrm>
              <a:off x="4490651" y="3926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7" name="pt317"/>
            <p:cNvSpPr/>
            <p:nvPr/>
          </p:nvSpPr>
          <p:spPr>
            <a:xfrm>
              <a:off x="3389135" y="42971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8" name="pt318"/>
            <p:cNvSpPr/>
            <p:nvPr/>
          </p:nvSpPr>
          <p:spPr>
            <a:xfrm>
              <a:off x="4028007" y="383961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9" name="pt319"/>
            <p:cNvSpPr/>
            <p:nvPr/>
          </p:nvSpPr>
          <p:spPr>
            <a:xfrm>
              <a:off x="4076219" y="3828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0" name="pt320"/>
            <p:cNvSpPr/>
            <p:nvPr/>
          </p:nvSpPr>
          <p:spPr>
            <a:xfrm>
              <a:off x="5113159" y="36458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1" name="pt321"/>
            <p:cNvSpPr/>
            <p:nvPr/>
          </p:nvSpPr>
          <p:spPr>
            <a:xfrm>
              <a:off x="4241707" y="40212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2" name="pt322"/>
            <p:cNvSpPr/>
            <p:nvPr/>
          </p:nvSpPr>
          <p:spPr>
            <a:xfrm>
              <a:off x="3291611" y="42273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3" name="pt323"/>
            <p:cNvSpPr/>
            <p:nvPr/>
          </p:nvSpPr>
          <p:spPr>
            <a:xfrm>
              <a:off x="3499911" y="45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4" name="pt324"/>
            <p:cNvSpPr/>
            <p:nvPr/>
          </p:nvSpPr>
          <p:spPr>
            <a:xfrm>
              <a:off x="4021513" y="366580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5" name="pt325"/>
            <p:cNvSpPr/>
            <p:nvPr/>
          </p:nvSpPr>
          <p:spPr>
            <a:xfrm>
              <a:off x="3520444" y="399364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6" name="pt326"/>
            <p:cNvSpPr/>
            <p:nvPr/>
          </p:nvSpPr>
          <p:spPr>
            <a:xfrm>
              <a:off x="3438829" y="43813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7" name="pt327"/>
            <p:cNvSpPr/>
            <p:nvPr/>
          </p:nvSpPr>
          <p:spPr>
            <a:xfrm>
              <a:off x="6019613" y="3806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8" name="pt328"/>
            <p:cNvSpPr/>
            <p:nvPr/>
          </p:nvSpPr>
          <p:spPr>
            <a:xfrm>
              <a:off x="5184626" y="36882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9" name="pt329"/>
            <p:cNvSpPr/>
            <p:nvPr/>
          </p:nvSpPr>
          <p:spPr>
            <a:xfrm>
              <a:off x="4590052" y="40778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0" name="pt330"/>
            <p:cNvSpPr/>
            <p:nvPr/>
          </p:nvSpPr>
          <p:spPr>
            <a:xfrm>
              <a:off x="4260751" y="42133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1" name="pt331"/>
            <p:cNvSpPr/>
            <p:nvPr/>
          </p:nvSpPr>
          <p:spPr>
            <a:xfrm>
              <a:off x="4770370" y="34076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2" name="pt332"/>
            <p:cNvSpPr/>
            <p:nvPr/>
          </p:nvSpPr>
          <p:spPr>
            <a:xfrm>
              <a:off x="2145281" y="49598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3" name="pt333"/>
            <p:cNvSpPr/>
            <p:nvPr/>
          </p:nvSpPr>
          <p:spPr>
            <a:xfrm>
              <a:off x="4079143" y="433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4" name="pt334"/>
            <p:cNvSpPr/>
            <p:nvPr/>
          </p:nvSpPr>
          <p:spPr>
            <a:xfrm>
              <a:off x="7460099" y="32608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5" name="pt335"/>
            <p:cNvSpPr/>
            <p:nvPr/>
          </p:nvSpPr>
          <p:spPr>
            <a:xfrm>
              <a:off x="3728045" y="3958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6" name="pt336"/>
            <p:cNvSpPr/>
            <p:nvPr/>
          </p:nvSpPr>
          <p:spPr>
            <a:xfrm>
              <a:off x="4797878" y="36982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7" name="pt337"/>
            <p:cNvSpPr/>
            <p:nvPr/>
          </p:nvSpPr>
          <p:spPr>
            <a:xfrm>
              <a:off x="4907453" y="36175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8" name="pt338"/>
            <p:cNvSpPr/>
            <p:nvPr/>
          </p:nvSpPr>
          <p:spPr>
            <a:xfrm>
              <a:off x="5172299" y="36016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9" name="pt339"/>
            <p:cNvSpPr/>
            <p:nvPr/>
          </p:nvSpPr>
          <p:spPr>
            <a:xfrm>
              <a:off x="3134636" y="444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0" name="pt340"/>
            <p:cNvSpPr/>
            <p:nvPr/>
          </p:nvSpPr>
          <p:spPr>
            <a:xfrm>
              <a:off x="4214917" y="43825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1" name="pt341"/>
            <p:cNvSpPr/>
            <p:nvPr/>
          </p:nvSpPr>
          <p:spPr>
            <a:xfrm>
              <a:off x="3888710" y="36323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2" name="pt342"/>
            <p:cNvSpPr/>
            <p:nvPr/>
          </p:nvSpPr>
          <p:spPr>
            <a:xfrm>
              <a:off x="3393956" y="46878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3" name="pt343"/>
            <p:cNvSpPr/>
            <p:nvPr/>
          </p:nvSpPr>
          <p:spPr>
            <a:xfrm>
              <a:off x="3947009" y="3846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4" name="pt344"/>
            <p:cNvSpPr/>
            <p:nvPr/>
          </p:nvSpPr>
          <p:spPr>
            <a:xfrm>
              <a:off x="8223735" y="3022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5" name="pt345"/>
            <p:cNvSpPr/>
            <p:nvPr/>
          </p:nvSpPr>
          <p:spPr>
            <a:xfrm>
              <a:off x="2918145" y="484742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6" name="pt346"/>
            <p:cNvSpPr/>
            <p:nvPr/>
          </p:nvSpPr>
          <p:spPr>
            <a:xfrm>
              <a:off x="7111148" y="32041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7" name="pt347"/>
            <p:cNvSpPr/>
            <p:nvPr/>
          </p:nvSpPr>
          <p:spPr>
            <a:xfrm>
              <a:off x="2886955" y="4796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8" name="pt348"/>
            <p:cNvSpPr/>
            <p:nvPr/>
          </p:nvSpPr>
          <p:spPr>
            <a:xfrm>
              <a:off x="5372856" y="3176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9" name="pt349"/>
            <p:cNvSpPr/>
            <p:nvPr/>
          </p:nvSpPr>
          <p:spPr>
            <a:xfrm>
              <a:off x="4620892" y="41625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0" name="pt350"/>
            <p:cNvSpPr/>
            <p:nvPr/>
          </p:nvSpPr>
          <p:spPr>
            <a:xfrm>
              <a:off x="4558116" y="41382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1" name="pt351"/>
            <p:cNvSpPr/>
            <p:nvPr/>
          </p:nvSpPr>
          <p:spPr>
            <a:xfrm>
              <a:off x="2579773" y="49052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2" name="pt352"/>
            <p:cNvSpPr/>
            <p:nvPr/>
          </p:nvSpPr>
          <p:spPr>
            <a:xfrm>
              <a:off x="6435663" y="3367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3" name="pt353"/>
            <p:cNvSpPr/>
            <p:nvPr/>
          </p:nvSpPr>
          <p:spPr>
            <a:xfrm>
              <a:off x="5430976" y="32646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4" name="pt354"/>
            <p:cNvSpPr/>
            <p:nvPr/>
          </p:nvSpPr>
          <p:spPr>
            <a:xfrm>
              <a:off x="3726428" y="42048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5" name="pt355"/>
            <p:cNvSpPr/>
            <p:nvPr/>
          </p:nvSpPr>
          <p:spPr>
            <a:xfrm>
              <a:off x="5752354" y="309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6" name="pt356"/>
            <p:cNvSpPr/>
            <p:nvPr/>
          </p:nvSpPr>
          <p:spPr>
            <a:xfrm>
              <a:off x="4237944" y="420935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7" name="pt357"/>
            <p:cNvSpPr/>
            <p:nvPr/>
          </p:nvSpPr>
          <p:spPr>
            <a:xfrm>
              <a:off x="2863390" y="49703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8" name="pt358"/>
            <p:cNvSpPr/>
            <p:nvPr/>
          </p:nvSpPr>
          <p:spPr>
            <a:xfrm>
              <a:off x="5126964" y="37158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9" name="pt359"/>
            <p:cNvSpPr/>
            <p:nvPr/>
          </p:nvSpPr>
          <p:spPr>
            <a:xfrm>
              <a:off x="3648120" y="39971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0" name="pt360"/>
            <p:cNvSpPr/>
            <p:nvPr/>
          </p:nvSpPr>
          <p:spPr>
            <a:xfrm>
              <a:off x="4907638" y="38892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1" name="pt361"/>
            <p:cNvSpPr/>
            <p:nvPr/>
          </p:nvSpPr>
          <p:spPr>
            <a:xfrm>
              <a:off x="3824742" y="43036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2" name="pt362"/>
            <p:cNvSpPr/>
            <p:nvPr/>
          </p:nvSpPr>
          <p:spPr>
            <a:xfrm>
              <a:off x="5445402" y="3461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3" name="pt363"/>
            <p:cNvSpPr/>
            <p:nvPr/>
          </p:nvSpPr>
          <p:spPr>
            <a:xfrm>
              <a:off x="5070462" y="3835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4" name="pt364"/>
            <p:cNvSpPr/>
            <p:nvPr/>
          </p:nvSpPr>
          <p:spPr>
            <a:xfrm>
              <a:off x="4422452" y="4016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5" name="pt365"/>
            <p:cNvSpPr/>
            <p:nvPr/>
          </p:nvSpPr>
          <p:spPr>
            <a:xfrm>
              <a:off x="2660226" y="48773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6" name="pt366"/>
            <p:cNvSpPr/>
            <p:nvPr/>
          </p:nvSpPr>
          <p:spPr>
            <a:xfrm>
              <a:off x="3028503" y="44017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7" name="pt367"/>
            <p:cNvSpPr/>
            <p:nvPr/>
          </p:nvSpPr>
          <p:spPr>
            <a:xfrm>
              <a:off x="6720092" y="3337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8" name="pt368"/>
            <p:cNvSpPr/>
            <p:nvPr/>
          </p:nvSpPr>
          <p:spPr>
            <a:xfrm>
              <a:off x="2312186" y="504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9" name="pt369"/>
            <p:cNvSpPr/>
            <p:nvPr/>
          </p:nvSpPr>
          <p:spPr>
            <a:xfrm>
              <a:off x="4151041" y="35038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0" name="pt370"/>
            <p:cNvSpPr/>
            <p:nvPr/>
          </p:nvSpPr>
          <p:spPr>
            <a:xfrm>
              <a:off x="4977096" y="38402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1" name="pt371"/>
            <p:cNvSpPr/>
            <p:nvPr/>
          </p:nvSpPr>
          <p:spPr>
            <a:xfrm>
              <a:off x="2866814" y="4776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2" name="pt372"/>
            <p:cNvSpPr/>
            <p:nvPr/>
          </p:nvSpPr>
          <p:spPr>
            <a:xfrm>
              <a:off x="4628013" y="3937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3" name="pt373"/>
            <p:cNvSpPr/>
            <p:nvPr/>
          </p:nvSpPr>
          <p:spPr>
            <a:xfrm>
              <a:off x="5244681" y="35038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4" name="pt374"/>
            <p:cNvSpPr/>
            <p:nvPr/>
          </p:nvSpPr>
          <p:spPr>
            <a:xfrm>
              <a:off x="4247597" y="3993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5" name="pt375"/>
            <p:cNvSpPr/>
            <p:nvPr/>
          </p:nvSpPr>
          <p:spPr>
            <a:xfrm>
              <a:off x="5104376" y="39371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6" name="pt376"/>
            <p:cNvSpPr/>
            <p:nvPr/>
          </p:nvSpPr>
          <p:spPr>
            <a:xfrm>
              <a:off x="4722718" y="3936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7" name="pt377"/>
            <p:cNvSpPr/>
            <p:nvPr/>
          </p:nvSpPr>
          <p:spPr>
            <a:xfrm>
              <a:off x="4056749" y="38958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8" name="pt378"/>
            <p:cNvSpPr/>
            <p:nvPr/>
          </p:nvSpPr>
          <p:spPr>
            <a:xfrm>
              <a:off x="3386924" y="4361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9" name="pt379"/>
            <p:cNvSpPr/>
            <p:nvPr/>
          </p:nvSpPr>
          <p:spPr>
            <a:xfrm>
              <a:off x="5363004" y="38129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0" name="pt380"/>
            <p:cNvSpPr/>
            <p:nvPr/>
          </p:nvSpPr>
          <p:spPr>
            <a:xfrm>
              <a:off x="3317494" y="448581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1" name="pt381"/>
            <p:cNvSpPr/>
            <p:nvPr/>
          </p:nvSpPr>
          <p:spPr>
            <a:xfrm>
              <a:off x="5354724" y="4111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2" name="pt382"/>
            <p:cNvSpPr/>
            <p:nvPr/>
          </p:nvSpPr>
          <p:spPr>
            <a:xfrm>
              <a:off x="5414058" y="39583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3" name="pt383"/>
            <p:cNvSpPr/>
            <p:nvPr/>
          </p:nvSpPr>
          <p:spPr>
            <a:xfrm>
              <a:off x="2428275" y="496931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4" name="pt384"/>
            <p:cNvSpPr/>
            <p:nvPr/>
          </p:nvSpPr>
          <p:spPr>
            <a:xfrm>
              <a:off x="4732841" y="40527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5" name="pt385"/>
            <p:cNvSpPr/>
            <p:nvPr/>
          </p:nvSpPr>
          <p:spPr>
            <a:xfrm>
              <a:off x="3532263" y="43093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6" name="pt386"/>
            <p:cNvSpPr/>
            <p:nvPr/>
          </p:nvSpPr>
          <p:spPr>
            <a:xfrm>
              <a:off x="5075231" y="3957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7" name="pt387"/>
            <p:cNvSpPr/>
            <p:nvPr/>
          </p:nvSpPr>
          <p:spPr>
            <a:xfrm>
              <a:off x="6146290" y="3453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8" name="pt388"/>
            <p:cNvSpPr/>
            <p:nvPr/>
          </p:nvSpPr>
          <p:spPr>
            <a:xfrm>
              <a:off x="4140031" y="424400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9" name="pt389"/>
            <p:cNvSpPr/>
            <p:nvPr/>
          </p:nvSpPr>
          <p:spPr>
            <a:xfrm>
              <a:off x="4716083" y="40032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0" name="pt390"/>
            <p:cNvSpPr/>
            <p:nvPr/>
          </p:nvSpPr>
          <p:spPr>
            <a:xfrm>
              <a:off x="3173324" y="443968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1" name="pt391"/>
            <p:cNvSpPr/>
            <p:nvPr/>
          </p:nvSpPr>
          <p:spPr>
            <a:xfrm>
              <a:off x="3515127" y="43973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2" name="pt392"/>
            <p:cNvSpPr/>
            <p:nvPr/>
          </p:nvSpPr>
          <p:spPr>
            <a:xfrm>
              <a:off x="6156452" y="35692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3" name="pt393"/>
            <p:cNvSpPr/>
            <p:nvPr/>
          </p:nvSpPr>
          <p:spPr>
            <a:xfrm>
              <a:off x="3865121" y="40481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4" name="pt394"/>
            <p:cNvSpPr/>
            <p:nvPr/>
          </p:nvSpPr>
          <p:spPr>
            <a:xfrm>
              <a:off x="5083592" y="39628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5" name="pt395"/>
            <p:cNvSpPr/>
            <p:nvPr/>
          </p:nvSpPr>
          <p:spPr>
            <a:xfrm>
              <a:off x="3263540" y="418443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6" name="pt396"/>
            <p:cNvSpPr/>
            <p:nvPr/>
          </p:nvSpPr>
          <p:spPr>
            <a:xfrm>
              <a:off x="4003687" y="38633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7" name="pt397"/>
            <p:cNvSpPr/>
            <p:nvPr/>
          </p:nvSpPr>
          <p:spPr>
            <a:xfrm>
              <a:off x="4422060" y="41144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8" name="pt398"/>
            <p:cNvSpPr/>
            <p:nvPr/>
          </p:nvSpPr>
          <p:spPr>
            <a:xfrm>
              <a:off x="3440157" y="4225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9" name="pt399"/>
            <p:cNvSpPr/>
            <p:nvPr/>
          </p:nvSpPr>
          <p:spPr>
            <a:xfrm>
              <a:off x="5036679" y="42429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0" name="pt400"/>
            <p:cNvSpPr/>
            <p:nvPr/>
          </p:nvSpPr>
          <p:spPr>
            <a:xfrm>
              <a:off x="2806929" y="44403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1" name="pt401"/>
            <p:cNvSpPr/>
            <p:nvPr/>
          </p:nvSpPr>
          <p:spPr>
            <a:xfrm>
              <a:off x="4670718" y="37668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2" name="pt402"/>
            <p:cNvSpPr/>
            <p:nvPr/>
          </p:nvSpPr>
          <p:spPr>
            <a:xfrm>
              <a:off x="2732209" y="46231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3" name="pt403"/>
            <p:cNvSpPr/>
            <p:nvPr/>
          </p:nvSpPr>
          <p:spPr>
            <a:xfrm>
              <a:off x="4399008" y="3805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4" name="pt404"/>
            <p:cNvSpPr/>
            <p:nvPr/>
          </p:nvSpPr>
          <p:spPr>
            <a:xfrm>
              <a:off x="2803392" y="481634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5" name="pt405"/>
            <p:cNvSpPr/>
            <p:nvPr/>
          </p:nvSpPr>
          <p:spPr>
            <a:xfrm>
              <a:off x="4487385" y="41260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6" name="pt406"/>
            <p:cNvSpPr/>
            <p:nvPr/>
          </p:nvSpPr>
          <p:spPr>
            <a:xfrm>
              <a:off x="3686949" y="44027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7" name="pt407"/>
            <p:cNvSpPr/>
            <p:nvPr/>
          </p:nvSpPr>
          <p:spPr>
            <a:xfrm>
              <a:off x="3484271" y="44609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8" name="pt408"/>
            <p:cNvSpPr/>
            <p:nvPr/>
          </p:nvSpPr>
          <p:spPr>
            <a:xfrm>
              <a:off x="7404184" y="31287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09" name="pt409"/>
            <p:cNvSpPr/>
            <p:nvPr/>
          </p:nvSpPr>
          <p:spPr>
            <a:xfrm>
              <a:off x="4961684" y="3762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0" name="pt410"/>
            <p:cNvSpPr/>
            <p:nvPr/>
          </p:nvSpPr>
          <p:spPr>
            <a:xfrm>
              <a:off x="3477280" y="43001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1" name="pt411"/>
            <p:cNvSpPr/>
            <p:nvPr/>
          </p:nvSpPr>
          <p:spPr>
            <a:xfrm>
              <a:off x="3947179" y="4003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2" name="pt412"/>
            <p:cNvSpPr/>
            <p:nvPr/>
          </p:nvSpPr>
          <p:spPr>
            <a:xfrm>
              <a:off x="3830792" y="39627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3" name="pt413"/>
            <p:cNvSpPr/>
            <p:nvPr/>
          </p:nvSpPr>
          <p:spPr>
            <a:xfrm>
              <a:off x="4673596" y="3417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4" name="pt414"/>
            <p:cNvSpPr/>
            <p:nvPr/>
          </p:nvSpPr>
          <p:spPr>
            <a:xfrm>
              <a:off x="4204038" y="3928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5" name="pt415"/>
            <p:cNvSpPr/>
            <p:nvPr/>
          </p:nvSpPr>
          <p:spPr>
            <a:xfrm>
              <a:off x="4222431" y="42082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6" name="pt416"/>
            <p:cNvSpPr/>
            <p:nvPr/>
          </p:nvSpPr>
          <p:spPr>
            <a:xfrm>
              <a:off x="2244865" y="50895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7" name="pt417"/>
            <p:cNvSpPr/>
            <p:nvPr/>
          </p:nvSpPr>
          <p:spPr>
            <a:xfrm>
              <a:off x="3540553" y="43258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8" name="pt418"/>
            <p:cNvSpPr/>
            <p:nvPr/>
          </p:nvSpPr>
          <p:spPr>
            <a:xfrm>
              <a:off x="4357171" y="37127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19" name="pt419"/>
            <p:cNvSpPr/>
            <p:nvPr/>
          </p:nvSpPr>
          <p:spPr>
            <a:xfrm>
              <a:off x="5927785" y="34551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0" name="pt420"/>
            <p:cNvSpPr/>
            <p:nvPr/>
          </p:nvSpPr>
          <p:spPr>
            <a:xfrm>
              <a:off x="2430745" y="498836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1" name="pt421"/>
            <p:cNvSpPr/>
            <p:nvPr/>
          </p:nvSpPr>
          <p:spPr>
            <a:xfrm>
              <a:off x="3662089" y="39005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2" name="pt422"/>
            <p:cNvSpPr/>
            <p:nvPr/>
          </p:nvSpPr>
          <p:spPr>
            <a:xfrm>
              <a:off x="3661305" y="41779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3" name="pt423"/>
            <p:cNvSpPr/>
            <p:nvPr/>
          </p:nvSpPr>
          <p:spPr>
            <a:xfrm>
              <a:off x="2809527" y="4244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4" name="pt424"/>
            <p:cNvSpPr/>
            <p:nvPr/>
          </p:nvSpPr>
          <p:spPr>
            <a:xfrm>
              <a:off x="3870217" y="41659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5" name="pt425"/>
            <p:cNvSpPr/>
            <p:nvPr/>
          </p:nvSpPr>
          <p:spPr>
            <a:xfrm>
              <a:off x="5617294" y="32360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6" name="pt426"/>
            <p:cNvSpPr/>
            <p:nvPr/>
          </p:nvSpPr>
          <p:spPr>
            <a:xfrm>
              <a:off x="4455133" y="38943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7" name="pt427"/>
            <p:cNvSpPr/>
            <p:nvPr/>
          </p:nvSpPr>
          <p:spPr>
            <a:xfrm>
              <a:off x="3782805" y="38922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8" name="pt428"/>
            <p:cNvSpPr/>
            <p:nvPr/>
          </p:nvSpPr>
          <p:spPr>
            <a:xfrm>
              <a:off x="3492402" y="41568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29" name="pt429"/>
            <p:cNvSpPr/>
            <p:nvPr/>
          </p:nvSpPr>
          <p:spPr>
            <a:xfrm>
              <a:off x="4658103" y="405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0" name="pt430"/>
            <p:cNvSpPr/>
            <p:nvPr/>
          </p:nvSpPr>
          <p:spPr>
            <a:xfrm>
              <a:off x="3148069" y="4894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1" name="pt431"/>
            <p:cNvSpPr/>
            <p:nvPr/>
          </p:nvSpPr>
          <p:spPr>
            <a:xfrm>
              <a:off x="5049812" y="38141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2" name="pt432"/>
            <p:cNvSpPr/>
            <p:nvPr/>
          </p:nvSpPr>
          <p:spPr>
            <a:xfrm>
              <a:off x="3910201" y="3790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3" name="pt433"/>
            <p:cNvSpPr/>
            <p:nvPr/>
          </p:nvSpPr>
          <p:spPr>
            <a:xfrm>
              <a:off x="2816003" y="49850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4" name="pt434"/>
            <p:cNvSpPr/>
            <p:nvPr/>
          </p:nvSpPr>
          <p:spPr>
            <a:xfrm>
              <a:off x="8331949" y="37914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5" name="pt435"/>
            <p:cNvSpPr/>
            <p:nvPr/>
          </p:nvSpPr>
          <p:spPr>
            <a:xfrm>
              <a:off x="5509359" y="35023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6" name="pt436"/>
            <p:cNvSpPr/>
            <p:nvPr/>
          </p:nvSpPr>
          <p:spPr>
            <a:xfrm>
              <a:off x="4306564" y="39396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7" name="pt437"/>
            <p:cNvSpPr/>
            <p:nvPr/>
          </p:nvSpPr>
          <p:spPr>
            <a:xfrm>
              <a:off x="6390244" y="3020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8" name="pt438"/>
            <p:cNvSpPr/>
            <p:nvPr/>
          </p:nvSpPr>
          <p:spPr>
            <a:xfrm>
              <a:off x="4628522" y="399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39" name="pt439"/>
            <p:cNvSpPr/>
            <p:nvPr/>
          </p:nvSpPr>
          <p:spPr>
            <a:xfrm>
              <a:off x="3327482" y="4670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0" name="pt440"/>
            <p:cNvSpPr/>
            <p:nvPr/>
          </p:nvSpPr>
          <p:spPr>
            <a:xfrm>
              <a:off x="5650021" y="4068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1" name="pt441"/>
            <p:cNvSpPr/>
            <p:nvPr/>
          </p:nvSpPr>
          <p:spPr>
            <a:xfrm>
              <a:off x="4274956" y="37542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2" name="pt442"/>
            <p:cNvSpPr/>
            <p:nvPr/>
          </p:nvSpPr>
          <p:spPr>
            <a:xfrm>
              <a:off x="3696625" y="44761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3" name="pt443"/>
            <p:cNvSpPr/>
            <p:nvPr/>
          </p:nvSpPr>
          <p:spPr>
            <a:xfrm>
              <a:off x="3525760" y="388652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4" name="pt444"/>
            <p:cNvSpPr/>
            <p:nvPr/>
          </p:nvSpPr>
          <p:spPr>
            <a:xfrm>
              <a:off x="3934839" y="4157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5" name="pt445"/>
            <p:cNvSpPr/>
            <p:nvPr/>
          </p:nvSpPr>
          <p:spPr>
            <a:xfrm>
              <a:off x="5580993" y="38622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6" name="pt446"/>
            <p:cNvSpPr/>
            <p:nvPr/>
          </p:nvSpPr>
          <p:spPr>
            <a:xfrm>
              <a:off x="4273305" y="432604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7" name="pt447"/>
            <p:cNvSpPr/>
            <p:nvPr/>
          </p:nvSpPr>
          <p:spPr>
            <a:xfrm>
              <a:off x="3653825" y="386454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8" name="pt448"/>
            <p:cNvSpPr/>
            <p:nvPr/>
          </p:nvSpPr>
          <p:spPr>
            <a:xfrm>
              <a:off x="4317017" y="4323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49" name="pt449"/>
            <p:cNvSpPr/>
            <p:nvPr/>
          </p:nvSpPr>
          <p:spPr>
            <a:xfrm>
              <a:off x="4729721" y="38089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0" name="pt450"/>
            <p:cNvSpPr/>
            <p:nvPr/>
          </p:nvSpPr>
          <p:spPr>
            <a:xfrm>
              <a:off x="4013836" y="42521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1" name="pt451"/>
            <p:cNvSpPr/>
            <p:nvPr/>
          </p:nvSpPr>
          <p:spPr>
            <a:xfrm>
              <a:off x="4475153" y="3733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2" name="pt452"/>
            <p:cNvSpPr/>
            <p:nvPr/>
          </p:nvSpPr>
          <p:spPr>
            <a:xfrm>
              <a:off x="3432354" y="4076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3" name="pt453"/>
            <p:cNvSpPr/>
            <p:nvPr/>
          </p:nvSpPr>
          <p:spPr>
            <a:xfrm>
              <a:off x="4526172" y="3943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4" name="pt454"/>
            <p:cNvSpPr/>
            <p:nvPr/>
          </p:nvSpPr>
          <p:spPr>
            <a:xfrm>
              <a:off x="3712382" y="40205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5" name="pt455"/>
            <p:cNvSpPr/>
            <p:nvPr/>
          </p:nvSpPr>
          <p:spPr>
            <a:xfrm>
              <a:off x="6802962" y="34916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6" name="pt456"/>
            <p:cNvSpPr/>
            <p:nvPr/>
          </p:nvSpPr>
          <p:spPr>
            <a:xfrm>
              <a:off x="5721528" y="35067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7" name="pt457"/>
            <p:cNvSpPr/>
            <p:nvPr/>
          </p:nvSpPr>
          <p:spPr>
            <a:xfrm>
              <a:off x="3243284" y="4598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8" name="pt458"/>
            <p:cNvSpPr/>
            <p:nvPr/>
          </p:nvSpPr>
          <p:spPr>
            <a:xfrm>
              <a:off x="3500165" y="40808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9" name="pt459"/>
            <p:cNvSpPr/>
            <p:nvPr/>
          </p:nvSpPr>
          <p:spPr>
            <a:xfrm>
              <a:off x="5330768" y="35646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0" name="pt460"/>
            <p:cNvSpPr/>
            <p:nvPr/>
          </p:nvSpPr>
          <p:spPr>
            <a:xfrm>
              <a:off x="4796440" y="41697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1" name="pt461"/>
            <p:cNvSpPr/>
            <p:nvPr/>
          </p:nvSpPr>
          <p:spPr>
            <a:xfrm>
              <a:off x="5186445" y="4162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2" name="pt462"/>
            <p:cNvSpPr/>
            <p:nvPr/>
          </p:nvSpPr>
          <p:spPr>
            <a:xfrm>
              <a:off x="4547521" y="38503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3" name="pt463"/>
            <p:cNvSpPr/>
            <p:nvPr/>
          </p:nvSpPr>
          <p:spPr>
            <a:xfrm>
              <a:off x="6416789" y="34072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4" name="pt464"/>
            <p:cNvSpPr/>
            <p:nvPr/>
          </p:nvSpPr>
          <p:spPr>
            <a:xfrm>
              <a:off x="3984262" y="4769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5" name="pt465"/>
            <p:cNvSpPr/>
            <p:nvPr/>
          </p:nvSpPr>
          <p:spPr>
            <a:xfrm>
              <a:off x="5062046" y="38182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6" name="pt466"/>
            <p:cNvSpPr/>
            <p:nvPr/>
          </p:nvSpPr>
          <p:spPr>
            <a:xfrm>
              <a:off x="5557965" y="35141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7" name="pt467"/>
            <p:cNvSpPr/>
            <p:nvPr/>
          </p:nvSpPr>
          <p:spPr>
            <a:xfrm>
              <a:off x="2923662" y="43652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8" name="pt468"/>
            <p:cNvSpPr/>
            <p:nvPr/>
          </p:nvSpPr>
          <p:spPr>
            <a:xfrm>
              <a:off x="4872767" y="3771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9" name="pt469"/>
            <p:cNvSpPr/>
            <p:nvPr/>
          </p:nvSpPr>
          <p:spPr>
            <a:xfrm>
              <a:off x="4258381" y="41696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0" name="pt470"/>
            <p:cNvSpPr/>
            <p:nvPr/>
          </p:nvSpPr>
          <p:spPr>
            <a:xfrm>
              <a:off x="2626713" y="466543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1" name="pt471"/>
            <p:cNvSpPr/>
            <p:nvPr/>
          </p:nvSpPr>
          <p:spPr>
            <a:xfrm>
              <a:off x="4320630" y="3698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2" name="pt472"/>
            <p:cNvSpPr/>
            <p:nvPr/>
          </p:nvSpPr>
          <p:spPr>
            <a:xfrm>
              <a:off x="3558480" y="40886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3" name="pt473"/>
            <p:cNvSpPr/>
            <p:nvPr/>
          </p:nvSpPr>
          <p:spPr>
            <a:xfrm>
              <a:off x="6302276" y="32503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4" name="pt474"/>
            <p:cNvSpPr/>
            <p:nvPr/>
          </p:nvSpPr>
          <p:spPr>
            <a:xfrm>
              <a:off x="4928516" y="381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5" name="pt475"/>
            <p:cNvSpPr/>
            <p:nvPr/>
          </p:nvSpPr>
          <p:spPr>
            <a:xfrm>
              <a:off x="3903347" y="39523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6" name="pt476"/>
            <p:cNvSpPr/>
            <p:nvPr/>
          </p:nvSpPr>
          <p:spPr>
            <a:xfrm>
              <a:off x="5869708" y="3318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7" name="pt477"/>
            <p:cNvSpPr/>
            <p:nvPr/>
          </p:nvSpPr>
          <p:spPr>
            <a:xfrm>
              <a:off x="5031012" y="43573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8" name="pt478"/>
            <p:cNvSpPr/>
            <p:nvPr/>
          </p:nvSpPr>
          <p:spPr>
            <a:xfrm>
              <a:off x="3742976" y="40781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79" name="pt479"/>
            <p:cNvSpPr/>
            <p:nvPr/>
          </p:nvSpPr>
          <p:spPr>
            <a:xfrm>
              <a:off x="3474118" y="435287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0" name="pt480"/>
            <p:cNvSpPr/>
            <p:nvPr/>
          </p:nvSpPr>
          <p:spPr>
            <a:xfrm>
              <a:off x="3692331" y="4074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1" name="pt481"/>
            <p:cNvSpPr/>
            <p:nvPr/>
          </p:nvSpPr>
          <p:spPr>
            <a:xfrm>
              <a:off x="3847379" y="4164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2" name="pt482"/>
            <p:cNvSpPr/>
            <p:nvPr/>
          </p:nvSpPr>
          <p:spPr>
            <a:xfrm>
              <a:off x="5933635" y="31486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3" name="pt483"/>
            <p:cNvSpPr/>
            <p:nvPr/>
          </p:nvSpPr>
          <p:spPr>
            <a:xfrm>
              <a:off x="3956221" y="40868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4" name="pt484"/>
            <p:cNvSpPr/>
            <p:nvPr/>
          </p:nvSpPr>
          <p:spPr>
            <a:xfrm>
              <a:off x="3112313" y="4412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5" name="pt485"/>
            <p:cNvSpPr/>
            <p:nvPr/>
          </p:nvSpPr>
          <p:spPr>
            <a:xfrm>
              <a:off x="4433689" y="37929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6" name="pt486"/>
            <p:cNvSpPr/>
            <p:nvPr/>
          </p:nvSpPr>
          <p:spPr>
            <a:xfrm>
              <a:off x="4018953" y="39687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7" name="pt487"/>
            <p:cNvSpPr/>
            <p:nvPr/>
          </p:nvSpPr>
          <p:spPr>
            <a:xfrm>
              <a:off x="3683094" y="40932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8" name="pt488"/>
            <p:cNvSpPr/>
            <p:nvPr/>
          </p:nvSpPr>
          <p:spPr>
            <a:xfrm>
              <a:off x="3310129" y="42506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89" name="pt489"/>
            <p:cNvSpPr/>
            <p:nvPr/>
          </p:nvSpPr>
          <p:spPr>
            <a:xfrm>
              <a:off x="5418150" y="35220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0" name="pt490"/>
            <p:cNvSpPr/>
            <p:nvPr/>
          </p:nvSpPr>
          <p:spPr>
            <a:xfrm>
              <a:off x="3487061" y="4430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1" name="pt491"/>
            <p:cNvSpPr/>
            <p:nvPr/>
          </p:nvSpPr>
          <p:spPr>
            <a:xfrm>
              <a:off x="2673087" y="455699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2" name="pt492"/>
            <p:cNvSpPr/>
            <p:nvPr/>
          </p:nvSpPr>
          <p:spPr>
            <a:xfrm>
              <a:off x="4615613" y="34544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3" name="pt493"/>
            <p:cNvSpPr/>
            <p:nvPr/>
          </p:nvSpPr>
          <p:spPr>
            <a:xfrm>
              <a:off x="3509837" y="428679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4" name="pt494"/>
            <p:cNvSpPr/>
            <p:nvPr/>
          </p:nvSpPr>
          <p:spPr>
            <a:xfrm>
              <a:off x="4526167" y="42665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5" name="pt495"/>
            <p:cNvSpPr/>
            <p:nvPr/>
          </p:nvSpPr>
          <p:spPr>
            <a:xfrm>
              <a:off x="5048280" y="34408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6" name="pt496"/>
            <p:cNvSpPr/>
            <p:nvPr/>
          </p:nvSpPr>
          <p:spPr>
            <a:xfrm>
              <a:off x="5249111" y="3394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7" name="pt497"/>
            <p:cNvSpPr/>
            <p:nvPr/>
          </p:nvSpPr>
          <p:spPr>
            <a:xfrm>
              <a:off x="3716355" y="42219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8" name="pt498"/>
            <p:cNvSpPr/>
            <p:nvPr/>
          </p:nvSpPr>
          <p:spPr>
            <a:xfrm>
              <a:off x="3823415" y="3996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99" name="pt499"/>
            <p:cNvSpPr/>
            <p:nvPr/>
          </p:nvSpPr>
          <p:spPr>
            <a:xfrm>
              <a:off x="5346422" y="38883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0" name="pt500"/>
            <p:cNvSpPr/>
            <p:nvPr/>
          </p:nvSpPr>
          <p:spPr>
            <a:xfrm>
              <a:off x="4096505" y="39096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1" name="pt501"/>
            <p:cNvSpPr/>
            <p:nvPr/>
          </p:nvSpPr>
          <p:spPr>
            <a:xfrm>
              <a:off x="3495765" y="3903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2" name="pt502"/>
            <p:cNvSpPr/>
            <p:nvPr/>
          </p:nvSpPr>
          <p:spPr>
            <a:xfrm>
              <a:off x="2519080" y="4971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3" name="pt503"/>
            <p:cNvSpPr/>
            <p:nvPr/>
          </p:nvSpPr>
          <p:spPr>
            <a:xfrm>
              <a:off x="5221771" y="37695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4" name="pt504"/>
            <p:cNvSpPr/>
            <p:nvPr/>
          </p:nvSpPr>
          <p:spPr>
            <a:xfrm>
              <a:off x="4986922" y="34808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5" name="pt505"/>
            <p:cNvSpPr/>
            <p:nvPr/>
          </p:nvSpPr>
          <p:spPr>
            <a:xfrm>
              <a:off x="4595593" y="38842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6" name="pt506"/>
            <p:cNvSpPr/>
            <p:nvPr/>
          </p:nvSpPr>
          <p:spPr>
            <a:xfrm>
              <a:off x="4136655" y="38324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7" name="pt507"/>
            <p:cNvSpPr/>
            <p:nvPr/>
          </p:nvSpPr>
          <p:spPr>
            <a:xfrm>
              <a:off x="4569977" y="4101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8" name="pt508"/>
            <p:cNvSpPr/>
            <p:nvPr/>
          </p:nvSpPr>
          <p:spPr>
            <a:xfrm>
              <a:off x="7929590" y="36883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09" name="pt509"/>
            <p:cNvSpPr/>
            <p:nvPr/>
          </p:nvSpPr>
          <p:spPr>
            <a:xfrm>
              <a:off x="3718094" y="43023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0" name="pt510"/>
            <p:cNvSpPr/>
            <p:nvPr/>
          </p:nvSpPr>
          <p:spPr>
            <a:xfrm>
              <a:off x="3921366" y="4125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1" name="pt511"/>
            <p:cNvSpPr/>
            <p:nvPr/>
          </p:nvSpPr>
          <p:spPr>
            <a:xfrm>
              <a:off x="3954693" y="3885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2" name="pt512"/>
            <p:cNvSpPr/>
            <p:nvPr/>
          </p:nvSpPr>
          <p:spPr>
            <a:xfrm>
              <a:off x="5186611" y="3459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3" name="pt513"/>
            <p:cNvSpPr/>
            <p:nvPr/>
          </p:nvSpPr>
          <p:spPr>
            <a:xfrm>
              <a:off x="7190853" y="38193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4" name="pt514"/>
            <p:cNvSpPr/>
            <p:nvPr/>
          </p:nvSpPr>
          <p:spPr>
            <a:xfrm>
              <a:off x="3786184" y="3734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5" name="pt515"/>
            <p:cNvSpPr/>
            <p:nvPr/>
          </p:nvSpPr>
          <p:spPr>
            <a:xfrm>
              <a:off x="3554803" y="43216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6" name="pt516"/>
            <p:cNvSpPr/>
            <p:nvPr/>
          </p:nvSpPr>
          <p:spPr>
            <a:xfrm>
              <a:off x="5343925" y="33524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7" name="pt517"/>
            <p:cNvSpPr/>
            <p:nvPr/>
          </p:nvSpPr>
          <p:spPr>
            <a:xfrm>
              <a:off x="3581580" y="43620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8" name="pt518"/>
            <p:cNvSpPr/>
            <p:nvPr/>
          </p:nvSpPr>
          <p:spPr>
            <a:xfrm>
              <a:off x="5584266" y="37177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19" name="pt519"/>
            <p:cNvSpPr/>
            <p:nvPr/>
          </p:nvSpPr>
          <p:spPr>
            <a:xfrm>
              <a:off x="5033944" y="43365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0" name="pt520"/>
            <p:cNvSpPr/>
            <p:nvPr/>
          </p:nvSpPr>
          <p:spPr>
            <a:xfrm>
              <a:off x="4174465" y="411726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1" name="pt521"/>
            <p:cNvSpPr/>
            <p:nvPr/>
          </p:nvSpPr>
          <p:spPr>
            <a:xfrm>
              <a:off x="4537599" y="416127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2" name="pt522"/>
            <p:cNvSpPr/>
            <p:nvPr/>
          </p:nvSpPr>
          <p:spPr>
            <a:xfrm>
              <a:off x="4803780" y="37341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3" name="pt523"/>
            <p:cNvSpPr/>
            <p:nvPr/>
          </p:nvSpPr>
          <p:spPr>
            <a:xfrm>
              <a:off x="7138911" y="31614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4" name="pt524"/>
            <p:cNvSpPr/>
            <p:nvPr/>
          </p:nvSpPr>
          <p:spPr>
            <a:xfrm>
              <a:off x="4456989" y="40316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5" name="pt525"/>
            <p:cNvSpPr/>
            <p:nvPr/>
          </p:nvSpPr>
          <p:spPr>
            <a:xfrm>
              <a:off x="4896694" y="36007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6" name="pt526"/>
            <p:cNvSpPr/>
            <p:nvPr/>
          </p:nvSpPr>
          <p:spPr>
            <a:xfrm>
              <a:off x="5471876" y="37743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7" name="pt527"/>
            <p:cNvSpPr/>
            <p:nvPr/>
          </p:nvSpPr>
          <p:spPr>
            <a:xfrm>
              <a:off x="5118156" y="4251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8" name="pt528"/>
            <p:cNvSpPr/>
            <p:nvPr/>
          </p:nvSpPr>
          <p:spPr>
            <a:xfrm>
              <a:off x="4664468" y="3625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29" name="pt529"/>
            <p:cNvSpPr/>
            <p:nvPr/>
          </p:nvSpPr>
          <p:spPr>
            <a:xfrm>
              <a:off x="5460198" y="43993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0" name="pt530"/>
            <p:cNvSpPr/>
            <p:nvPr/>
          </p:nvSpPr>
          <p:spPr>
            <a:xfrm>
              <a:off x="2709978" y="46966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1" name="pt531"/>
            <p:cNvSpPr/>
            <p:nvPr/>
          </p:nvSpPr>
          <p:spPr>
            <a:xfrm>
              <a:off x="3814714" y="3949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2" name="pt532"/>
            <p:cNvSpPr/>
            <p:nvPr/>
          </p:nvSpPr>
          <p:spPr>
            <a:xfrm>
              <a:off x="4983111" y="36064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3" name="pt533"/>
            <p:cNvSpPr/>
            <p:nvPr/>
          </p:nvSpPr>
          <p:spPr>
            <a:xfrm>
              <a:off x="5039064" y="36768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4" name="pt534"/>
            <p:cNvSpPr/>
            <p:nvPr/>
          </p:nvSpPr>
          <p:spPr>
            <a:xfrm>
              <a:off x="2940186" y="486690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5" name="pt535"/>
            <p:cNvSpPr/>
            <p:nvPr/>
          </p:nvSpPr>
          <p:spPr>
            <a:xfrm>
              <a:off x="3332172" y="4401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6" name="pt536"/>
            <p:cNvSpPr/>
            <p:nvPr/>
          </p:nvSpPr>
          <p:spPr>
            <a:xfrm>
              <a:off x="3686637" y="440949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7" name="pt537"/>
            <p:cNvSpPr/>
            <p:nvPr/>
          </p:nvSpPr>
          <p:spPr>
            <a:xfrm>
              <a:off x="3510806" y="43280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8" name="pt538"/>
            <p:cNvSpPr/>
            <p:nvPr/>
          </p:nvSpPr>
          <p:spPr>
            <a:xfrm>
              <a:off x="6079407" y="36029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39" name="pt539"/>
            <p:cNvSpPr/>
            <p:nvPr/>
          </p:nvSpPr>
          <p:spPr>
            <a:xfrm>
              <a:off x="3568143" y="43232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0" name="pt540"/>
            <p:cNvSpPr/>
            <p:nvPr/>
          </p:nvSpPr>
          <p:spPr>
            <a:xfrm>
              <a:off x="3164005" y="446340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1" name="pt541"/>
            <p:cNvSpPr/>
            <p:nvPr/>
          </p:nvSpPr>
          <p:spPr>
            <a:xfrm>
              <a:off x="3603676" y="4145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2" name="pt542"/>
            <p:cNvSpPr/>
            <p:nvPr/>
          </p:nvSpPr>
          <p:spPr>
            <a:xfrm>
              <a:off x="2837667" y="49201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3" name="pt543"/>
            <p:cNvSpPr/>
            <p:nvPr/>
          </p:nvSpPr>
          <p:spPr>
            <a:xfrm>
              <a:off x="4592098" y="38348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4" name="pt544"/>
            <p:cNvSpPr/>
            <p:nvPr/>
          </p:nvSpPr>
          <p:spPr>
            <a:xfrm>
              <a:off x="6661802" y="39771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5" name="pt545"/>
            <p:cNvSpPr/>
            <p:nvPr/>
          </p:nvSpPr>
          <p:spPr>
            <a:xfrm>
              <a:off x="7177026" y="37967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6" name="pt546"/>
            <p:cNvSpPr/>
            <p:nvPr/>
          </p:nvSpPr>
          <p:spPr>
            <a:xfrm>
              <a:off x="4748225" y="40775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7" name="pt547"/>
            <p:cNvSpPr/>
            <p:nvPr/>
          </p:nvSpPr>
          <p:spPr>
            <a:xfrm>
              <a:off x="5774687" y="36082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8" name="pt548"/>
            <p:cNvSpPr/>
            <p:nvPr/>
          </p:nvSpPr>
          <p:spPr>
            <a:xfrm>
              <a:off x="3958685" y="441562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49" name="pt549"/>
            <p:cNvSpPr/>
            <p:nvPr/>
          </p:nvSpPr>
          <p:spPr>
            <a:xfrm>
              <a:off x="4030395" y="46483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0" name="pt550"/>
            <p:cNvSpPr/>
            <p:nvPr/>
          </p:nvSpPr>
          <p:spPr>
            <a:xfrm>
              <a:off x="5551209" y="36483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1" name="pt551"/>
            <p:cNvSpPr/>
            <p:nvPr/>
          </p:nvSpPr>
          <p:spPr>
            <a:xfrm>
              <a:off x="4272347" y="40243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2" name="pt552"/>
            <p:cNvSpPr/>
            <p:nvPr/>
          </p:nvSpPr>
          <p:spPr>
            <a:xfrm>
              <a:off x="3827119" y="43019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3" name="pt553"/>
            <p:cNvSpPr/>
            <p:nvPr/>
          </p:nvSpPr>
          <p:spPr>
            <a:xfrm>
              <a:off x="3815884" y="44723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4" name="pt554"/>
            <p:cNvSpPr/>
            <p:nvPr/>
          </p:nvSpPr>
          <p:spPr>
            <a:xfrm>
              <a:off x="4381329" y="400439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5" name="pt555"/>
            <p:cNvSpPr/>
            <p:nvPr/>
          </p:nvSpPr>
          <p:spPr>
            <a:xfrm>
              <a:off x="4810021" y="38162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6" name="pt556"/>
            <p:cNvSpPr/>
            <p:nvPr/>
          </p:nvSpPr>
          <p:spPr>
            <a:xfrm>
              <a:off x="7284882" y="3554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7" name="pt557"/>
            <p:cNvSpPr/>
            <p:nvPr/>
          </p:nvSpPr>
          <p:spPr>
            <a:xfrm>
              <a:off x="4232443" y="42111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8" name="pt558"/>
            <p:cNvSpPr/>
            <p:nvPr/>
          </p:nvSpPr>
          <p:spPr>
            <a:xfrm>
              <a:off x="5445227" y="38767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59" name="pt559"/>
            <p:cNvSpPr/>
            <p:nvPr/>
          </p:nvSpPr>
          <p:spPr>
            <a:xfrm>
              <a:off x="4451457" y="36867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0" name="pt560"/>
            <p:cNvSpPr/>
            <p:nvPr/>
          </p:nvSpPr>
          <p:spPr>
            <a:xfrm>
              <a:off x="4076722" y="3632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1" name="pt561"/>
            <p:cNvSpPr/>
            <p:nvPr/>
          </p:nvSpPr>
          <p:spPr>
            <a:xfrm>
              <a:off x="4540700" y="35846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2" name="pt562"/>
            <p:cNvSpPr/>
            <p:nvPr/>
          </p:nvSpPr>
          <p:spPr>
            <a:xfrm>
              <a:off x="4699077" y="36373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3" name="pt563"/>
            <p:cNvSpPr/>
            <p:nvPr/>
          </p:nvSpPr>
          <p:spPr>
            <a:xfrm>
              <a:off x="4905929" y="3777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4" name="pt564"/>
            <p:cNvSpPr/>
            <p:nvPr/>
          </p:nvSpPr>
          <p:spPr>
            <a:xfrm>
              <a:off x="4753650" y="3861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5" name="pt565"/>
            <p:cNvSpPr/>
            <p:nvPr/>
          </p:nvSpPr>
          <p:spPr>
            <a:xfrm>
              <a:off x="5329086" y="37233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6" name="pt566"/>
            <p:cNvSpPr/>
            <p:nvPr/>
          </p:nvSpPr>
          <p:spPr>
            <a:xfrm>
              <a:off x="3444984" y="41794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7" name="pt567"/>
            <p:cNvSpPr/>
            <p:nvPr/>
          </p:nvSpPr>
          <p:spPr>
            <a:xfrm>
              <a:off x="4043214" y="405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8" name="pt568"/>
            <p:cNvSpPr/>
            <p:nvPr/>
          </p:nvSpPr>
          <p:spPr>
            <a:xfrm>
              <a:off x="4435750" y="42011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9" name="pt569"/>
            <p:cNvSpPr/>
            <p:nvPr/>
          </p:nvSpPr>
          <p:spPr>
            <a:xfrm>
              <a:off x="5159916" y="38911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0" name="pt570"/>
            <p:cNvSpPr/>
            <p:nvPr/>
          </p:nvSpPr>
          <p:spPr>
            <a:xfrm>
              <a:off x="3819749" y="3971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1" name="pt571"/>
            <p:cNvSpPr/>
            <p:nvPr/>
          </p:nvSpPr>
          <p:spPr>
            <a:xfrm>
              <a:off x="4230369" y="422224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2" name="pt572"/>
            <p:cNvSpPr/>
            <p:nvPr/>
          </p:nvSpPr>
          <p:spPr>
            <a:xfrm>
              <a:off x="4342471" y="3504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3" name="pt573"/>
            <p:cNvSpPr/>
            <p:nvPr/>
          </p:nvSpPr>
          <p:spPr>
            <a:xfrm>
              <a:off x="3712996" y="38250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4" name="pt574"/>
            <p:cNvSpPr/>
            <p:nvPr/>
          </p:nvSpPr>
          <p:spPr>
            <a:xfrm>
              <a:off x="4075832" y="42476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5" name="pt575"/>
            <p:cNvSpPr/>
            <p:nvPr/>
          </p:nvSpPr>
          <p:spPr>
            <a:xfrm>
              <a:off x="2779553" y="4757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6" name="pt576"/>
            <p:cNvSpPr/>
            <p:nvPr/>
          </p:nvSpPr>
          <p:spPr>
            <a:xfrm>
              <a:off x="5899524" y="32967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7" name="pt577"/>
            <p:cNvSpPr/>
            <p:nvPr/>
          </p:nvSpPr>
          <p:spPr>
            <a:xfrm>
              <a:off x="4762917" y="38028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8" name="pt578"/>
            <p:cNvSpPr/>
            <p:nvPr/>
          </p:nvSpPr>
          <p:spPr>
            <a:xfrm>
              <a:off x="2796660" y="45862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9" name="pt579"/>
            <p:cNvSpPr/>
            <p:nvPr/>
          </p:nvSpPr>
          <p:spPr>
            <a:xfrm>
              <a:off x="4342352" y="4147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0" name="pt580"/>
            <p:cNvSpPr/>
            <p:nvPr/>
          </p:nvSpPr>
          <p:spPr>
            <a:xfrm>
              <a:off x="4791956" y="42295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1" name="pt581"/>
            <p:cNvSpPr/>
            <p:nvPr/>
          </p:nvSpPr>
          <p:spPr>
            <a:xfrm>
              <a:off x="3752584" y="43823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2" name="pt582"/>
            <p:cNvSpPr/>
            <p:nvPr/>
          </p:nvSpPr>
          <p:spPr>
            <a:xfrm>
              <a:off x="3068656" y="49058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3" name="pt583"/>
            <p:cNvSpPr/>
            <p:nvPr/>
          </p:nvSpPr>
          <p:spPr>
            <a:xfrm>
              <a:off x="3300806" y="43148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4" name="pt584"/>
            <p:cNvSpPr/>
            <p:nvPr/>
          </p:nvSpPr>
          <p:spPr>
            <a:xfrm>
              <a:off x="3468225" y="41898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5" name="pt585"/>
            <p:cNvSpPr/>
            <p:nvPr/>
          </p:nvSpPr>
          <p:spPr>
            <a:xfrm>
              <a:off x="4364230" y="3698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6" name="pt586"/>
            <p:cNvSpPr/>
            <p:nvPr/>
          </p:nvSpPr>
          <p:spPr>
            <a:xfrm>
              <a:off x="3200175" y="45006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7" name="pt587"/>
            <p:cNvSpPr/>
            <p:nvPr/>
          </p:nvSpPr>
          <p:spPr>
            <a:xfrm>
              <a:off x="4989742" y="36270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8" name="pt588"/>
            <p:cNvSpPr/>
            <p:nvPr/>
          </p:nvSpPr>
          <p:spPr>
            <a:xfrm>
              <a:off x="3897796" y="37399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9" name="pt589"/>
            <p:cNvSpPr/>
            <p:nvPr/>
          </p:nvSpPr>
          <p:spPr>
            <a:xfrm>
              <a:off x="5067667" y="3669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0" name="pt590"/>
            <p:cNvSpPr/>
            <p:nvPr/>
          </p:nvSpPr>
          <p:spPr>
            <a:xfrm>
              <a:off x="5061781" y="39931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1" name="pt591"/>
            <p:cNvSpPr/>
            <p:nvPr/>
          </p:nvSpPr>
          <p:spPr>
            <a:xfrm>
              <a:off x="4931387" y="38692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2" name="pt592"/>
            <p:cNvSpPr/>
            <p:nvPr/>
          </p:nvSpPr>
          <p:spPr>
            <a:xfrm>
              <a:off x="3365688" y="46232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3" name="pt593"/>
            <p:cNvSpPr/>
            <p:nvPr/>
          </p:nvSpPr>
          <p:spPr>
            <a:xfrm>
              <a:off x="4441632" y="39377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4" name="pt594"/>
            <p:cNvSpPr/>
            <p:nvPr/>
          </p:nvSpPr>
          <p:spPr>
            <a:xfrm>
              <a:off x="4248428" y="38525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5" name="pt595"/>
            <p:cNvSpPr/>
            <p:nvPr/>
          </p:nvSpPr>
          <p:spPr>
            <a:xfrm>
              <a:off x="5414318" y="34290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6" name="pt596"/>
            <p:cNvSpPr/>
            <p:nvPr/>
          </p:nvSpPr>
          <p:spPr>
            <a:xfrm>
              <a:off x="4311681" y="3647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7" name="pt597"/>
            <p:cNvSpPr/>
            <p:nvPr/>
          </p:nvSpPr>
          <p:spPr>
            <a:xfrm>
              <a:off x="2342321" y="497665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8" name="pt598"/>
            <p:cNvSpPr/>
            <p:nvPr/>
          </p:nvSpPr>
          <p:spPr>
            <a:xfrm>
              <a:off x="2449572" y="466742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9" name="pt599"/>
            <p:cNvSpPr/>
            <p:nvPr/>
          </p:nvSpPr>
          <p:spPr>
            <a:xfrm>
              <a:off x="2694103" y="468118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0" name="pt600"/>
            <p:cNvSpPr/>
            <p:nvPr/>
          </p:nvSpPr>
          <p:spPr>
            <a:xfrm>
              <a:off x="3627288" y="46779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1" name="pt601"/>
            <p:cNvSpPr/>
            <p:nvPr/>
          </p:nvSpPr>
          <p:spPr>
            <a:xfrm>
              <a:off x="3461700" y="41521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2" name="pt602"/>
            <p:cNvSpPr/>
            <p:nvPr/>
          </p:nvSpPr>
          <p:spPr>
            <a:xfrm>
              <a:off x="2995833" y="427473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3" name="pt603"/>
            <p:cNvSpPr/>
            <p:nvPr/>
          </p:nvSpPr>
          <p:spPr>
            <a:xfrm>
              <a:off x="3097403" y="44810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4" name="pt604"/>
            <p:cNvSpPr/>
            <p:nvPr/>
          </p:nvSpPr>
          <p:spPr>
            <a:xfrm>
              <a:off x="4038178" y="4601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5" name="pt605"/>
            <p:cNvSpPr/>
            <p:nvPr/>
          </p:nvSpPr>
          <p:spPr>
            <a:xfrm>
              <a:off x="4525932" y="36818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6" name="pt606"/>
            <p:cNvSpPr/>
            <p:nvPr/>
          </p:nvSpPr>
          <p:spPr>
            <a:xfrm>
              <a:off x="3119479" y="4607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7" name="pt607"/>
            <p:cNvSpPr/>
            <p:nvPr/>
          </p:nvSpPr>
          <p:spPr>
            <a:xfrm>
              <a:off x="5808328" y="41867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8" name="pt608"/>
            <p:cNvSpPr/>
            <p:nvPr/>
          </p:nvSpPr>
          <p:spPr>
            <a:xfrm>
              <a:off x="4268486" y="37491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9" name="pt609"/>
            <p:cNvSpPr/>
            <p:nvPr/>
          </p:nvSpPr>
          <p:spPr>
            <a:xfrm>
              <a:off x="4376449" y="3960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0" name="pt610"/>
            <p:cNvSpPr/>
            <p:nvPr/>
          </p:nvSpPr>
          <p:spPr>
            <a:xfrm>
              <a:off x="4891883" y="3573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1" name="pt611"/>
            <p:cNvSpPr/>
            <p:nvPr/>
          </p:nvSpPr>
          <p:spPr>
            <a:xfrm>
              <a:off x="3122420" y="46926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2" name="pt612"/>
            <p:cNvSpPr/>
            <p:nvPr/>
          </p:nvSpPr>
          <p:spPr>
            <a:xfrm>
              <a:off x="6600063" y="3415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3" name="pt613"/>
            <p:cNvSpPr/>
            <p:nvPr/>
          </p:nvSpPr>
          <p:spPr>
            <a:xfrm>
              <a:off x="4629336" y="41185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4" name="pt614"/>
            <p:cNvSpPr/>
            <p:nvPr/>
          </p:nvSpPr>
          <p:spPr>
            <a:xfrm>
              <a:off x="4278069" y="40898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5" name="pt615"/>
            <p:cNvSpPr/>
            <p:nvPr/>
          </p:nvSpPr>
          <p:spPr>
            <a:xfrm>
              <a:off x="3148513" y="45007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6" name="pt616"/>
            <p:cNvSpPr/>
            <p:nvPr/>
          </p:nvSpPr>
          <p:spPr>
            <a:xfrm>
              <a:off x="4142678" y="41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7" name="pt617"/>
            <p:cNvSpPr/>
            <p:nvPr/>
          </p:nvSpPr>
          <p:spPr>
            <a:xfrm>
              <a:off x="4082884" y="4082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8" name="pt618"/>
            <p:cNvSpPr/>
            <p:nvPr/>
          </p:nvSpPr>
          <p:spPr>
            <a:xfrm>
              <a:off x="2668235" y="471478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19" name="pt619"/>
            <p:cNvSpPr/>
            <p:nvPr/>
          </p:nvSpPr>
          <p:spPr>
            <a:xfrm>
              <a:off x="3966048" y="410050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0" name="pt620"/>
            <p:cNvSpPr/>
            <p:nvPr/>
          </p:nvSpPr>
          <p:spPr>
            <a:xfrm>
              <a:off x="2954849" y="448810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1" name="pt621"/>
            <p:cNvSpPr/>
            <p:nvPr/>
          </p:nvSpPr>
          <p:spPr>
            <a:xfrm>
              <a:off x="4188670" y="38188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2" name="pt622"/>
            <p:cNvSpPr/>
            <p:nvPr/>
          </p:nvSpPr>
          <p:spPr>
            <a:xfrm>
              <a:off x="2992196" y="4304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3" name="pt623"/>
            <p:cNvSpPr/>
            <p:nvPr/>
          </p:nvSpPr>
          <p:spPr>
            <a:xfrm>
              <a:off x="4103132" y="37745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4" name="pt624"/>
            <p:cNvSpPr/>
            <p:nvPr/>
          </p:nvSpPr>
          <p:spPr>
            <a:xfrm>
              <a:off x="4986422" y="40207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5" name="pt625"/>
            <p:cNvSpPr/>
            <p:nvPr/>
          </p:nvSpPr>
          <p:spPr>
            <a:xfrm>
              <a:off x="3079333" y="466891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6" name="pt626"/>
            <p:cNvSpPr/>
            <p:nvPr/>
          </p:nvSpPr>
          <p:spPr>
            <a:xfrm>
              <a:off x="6103485" y="35632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7" name="pt627"/>
            <p:cNvSpPr/>
            <p:nvPr/>
          </p:nvSpPr>
          <p:spPr>
            <a:xfrm>
              <a:off x="2306931" y="488291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8" name="pt628"/>
            <p:cNvSpPr/>
            <p:nvPr/>
          </p:nvSpPr>
          <p:spPr>
            <a:xfrm>
              <a:off x="4670581" y="40562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29" name="pt629"/>
            <p:cNvSpPr/>
            <p:nvPr/>
          </p:nvSpPr>
          <p:spPr>
            <a:xfrm>
              <a:off x="7576389" y="37857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0" name="pt630"/>
            <p:cNvSpPr/>
            <p:nvPr/>
          </p:nvSpPr>
          <p:spPr>
            <a:xfrm>
              <a:off x="3675616" y="39354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1" name="pt631"/>
            <p:cNvSpPr/>
            <p:nvPr/>
          </p:nvSpPr>
          <p:spPr>
            <a:xfrm>
              <a:off x="4089176" y="456579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2" name="pt632"/>
            <p:cNvSpPr/>
            <p:nvPr/>
          </p:nvSpPr>
          <p:spPr>
            <a:xfrm>
              <a:off x="4857006" y="3753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3" name="pt633"/>
            <p:cNvSpPr/>
            <p:nvPr/>
          </p:nvSpPr>
          <p:spPr>
            <a:xfrm>
              <a:off x="3304038" y="411253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4" name="pt634"/>
            <p:cNvSpPr/>
            <p:nvPr/>
          </p:nvSpPr>
          <p:spPr>
            <a:xfrm>
              <a:off x="4883146" y="3743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5" name="pt635"/>
            <p:cNvSpPr/>
            <p:nvPr/>
          </p:nvSpPr>
          <p:spPr>
            <a:xfrm>
              <a:off x="3287727" y="44336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6" name="pt636"/>
            <p:cNvSpPr/>
            <p:nvPr/>
          </p:nvSpPr>
          <p:spPr>
            <a:xfrm>
              <a:off x="4118927" y="40728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7" name="pt637"/>
            <p:cNvSpPr/>
            <p:nvPr/>
          </p:nvSpPr>
          <p:spPr>
            <a:xfrm>
              <a:off x="3622871" y="41724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8" name="pt638"/>
            <p:cNvSpPr/>
            <p:nvPr/>
          </p:nvSpPr>
          <p:spPr>
            <a:xfrm>
              <a:off x="4403040" y="400655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9" name="pt639"/>
            <p:cNvSpPr/>
            <p:nvPr/>
          </p:nvSpPr>
          <p:spPr>
            <a:xfrm>
              <a:off x="4089052" y="40789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0" name="pt640"/>
            <p:cNvSpPr/>
            <p:nvPr/>
          </p:nvSpPr>
          <p:spPr>
            <a:xfrm>
              <a:off x="5601194" y="3639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1" name="pt641"/>
            <p:cNvSpPr/>
            <p:nvPr/>
          </p:nvSpPr>
          <p:spPr>
            <a:xfrm>
              <a:off x="3192932" y="43129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2" name="pt642"/>
            <p:cNvSpPr/>
            <p:nvPr/>
          </p:nvSpPr>
          <p:spPr>
            <a:xfrm>
              <a:off x="5885176" y="33354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3" name="pt643"/>
            <p:cNvSpPr/>
            <p:nvPr/>
          </p:nvSpPr>
          <p:spPr>
            <a:xfrm>
              <a:off x="5187657" y="34479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4" name="pt644"/>
            <p:cNvSpPr/>
            <p:nvPr/>
          </p:nvSpPr>
          <p:spPr>
            <a:xfrm>
              <a:off x="4666777" y="35609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5" name="pt645"/>
            <p:cNvSpPr/>
            <p:nvPr/>
          </p:nvSpPr>
          <p:spPr>
            <a:xfrm>
              <a:off x="6242485" y="39641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6" name="pt646"/>
            <p:cNvSpPr/>
            <p:nvPr/>
          </p:nvSpPr>
          <p:spPr>
            <a:xfrm>
              <a:off x="4776000" y="402228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7" name="pt647"/>
            <p:cNvSpPr/>
            <p:nvPr/>
          </p:nvSpPr>
          <p:spPr>
            <a:xfrm>
              <a:off x="6622072" y="33230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8" name="pt648"/>
            <p:cNvSpPr/>
            <p:nvPr/>
          </p:nvSpPr>
          <p:spPr>
            <a:xfrm>
              <a:off x="5145853" y="35336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9" name="pt649"/>
            <p:cNvSpPr/>
            <p:nvPr/>
          </p:nvSpPr>
          <p:spPr>
            <a:xfrm>
              <a:off x="4184287" y="42296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0" name="pt650"/>
            <p:cNvSpPr/>
            <p:nvPr/>
          </p:nvSpPr>
          <p:spPr>
            <a:xfrm>
              <a:off x="3610912" y="40953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1" name="pt651"/>
            <p:cNvSpPr/>
            <p:nvPr/>
          </p:nvSpPr>
          <p:spPr>
            <a:xfrm>
              <a:off x="3873497" y="43870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2" name="pt652"/>
            <p:cNvSpPr/>
            <p:nvPr/>
          </p:nvSpPr>
          <p:spPr>
            <a:xfrm>
              <a:off x="4503490" y="37308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3" name="pt653"/>
            <p:cNvSpPr/>
            <p:nvPr/>
          </p:nvSpPr>
          <p:spPr>
            <a:xfrm>
              <a:off x="5606129" y="35077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4" name="pt654"/>
            <p:cNvSpPr/>
            <p:nvPr/>
          </p:nvSpPr>
          <p:spPr>
            <a:xfrm>
              <a:off x="3421973" y="46315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5" name="pt655"/>
            <p:cNvSpPr/>
            <p:nvPr/>
          </p:nvSpPr>
          <p:spPr>
            <a:xfrm>
              <a:off x="4259435" y="38305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6" name="pt656"/>
            <p:cNvSpPr/>
            <p:nvPr/>
          </p:nvSpPr>
          <p:spPr>
            <a:xfrm>
              <a:off x="3724215" y="46443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7" name="pt657"/>
            <p:cNvSpPr/>
            <p:nvPr/>
          </p:nvSpPr>
          <p:spPr>
            <a:xfrm>
              <a:off x="6565755" y="31423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8" name="pt658"/>
            <p:cNvSpPr/>
            <p:nvPr/>
          </p:nvSpPr>
          <p:spPr>
            <a:xfrm>
              <a:off x="6470738" y="31389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9" name="pt659"/>
            <p:cNvSpPr/>
            <p:nvPr/>
          </p:nvSpPr>
          <p:spPr>
            <a:xfrm>
              <a:off x="6927089" y="306437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0" name="pt660"/>
            <p:cNvSpPr/>
            <p:nvPr/>
          </p:nvSpPr>
          <p:spPr>
            <a:xfrm>
              <a:off x="4488985" y="3658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1" name="pt661"/>
            <p:cNvSpPr/>
            <p:nvPr/>
          </p:nvSpPr>
          <p:spPr>
            <a:xfrm>
              <a:off x="3238688" y="4720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2" name="pt662"/>
            <p:cNvSpPr/>
            <p:nvPr/>
          </p:nvSpPr>
          <p:spPr>
            <a:xfrm>
              <a:off x="5622922" y="333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3" name="pt663"/>
            <p:cNvSpPr/>
            <p:nvPr/>
          </p:nvSpPr>
          <p:spPr>
            <a:xfrm>
              <a:off x="3305003" y="45534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4" name="pt664"/>
            <p:cNvSpPr/>
            <p:nvPr/>
          </p:nvSpPr>
          <p:spPr>
            <a:xfrm>
              <a:off x="3951740" y="39671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5" name="pt665"/>
            <p:cNvSpPr/>
            <p:nvPr/>
          </p:nvSpPr>
          <p:spPr>
            <a:xfrm>
              <a:off x="3738008" y="41076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6" name="pt666"/>
            <p:cNvSpPr/>
            <p:nvPr/>
          </p:nvSpPr>
          <p:spPr>
            <a:xfrm>
              <a:off x="5314110" y="3642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7" name="pt667"/>
            <p:cNvSpPr/>
            <p:nvPr/>
          </p:nvSpPr>
          <p:spPr>
            <a:xfrm>
              <a:off x="4366908" y="36047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8" name="pt668"/>
            <p:cNvSpPr/>
            <p:nvPr/>
          </p:nvSpPr>
          <p:spPr>
            <a:xfrm>
              <a:off x="4178959" y="38520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9" name="pt669"/>
            <p:cNvSpPr/>
            <p:nvPr/>
          </p:nvSpPr>
          <p:spPr>
            <a:xfrm>
              <a:off x="3816547" y="403995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0" name="pt670"/>
            <p:cNvSpPr/>
            <p:nvPr/>
          </p:nvSpPr>
          <p:spPr>
            <a:xfrm>
              <a:off x="6214534" y="3620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1" name="pt671"/>
            <p:cNvSpPr/>
            <p:nvPr/>
          </p:nvSpPr>
          <p:spPr>
            <a:xfrm>
              <a:off x="6683267" y="3649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2" name="pt672"/>
            <p:cNvSpPr/>
            <p:nvPr/>
          </p:nvSpPr>
          <p:spPr>
            <a:xfrm>
              <a:off x="3973983" y="4044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3" name="pt673"/>
            <p:cNvSpPr/>
            <p:nvPr/>
          </p:nvSpPr>
          <p:spPr>
            <a:xfrm>
              <a:off x="4575112" y="385646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4" name="pt674"/>
            <p:cNvSpPr/>
            <p:nvPr/>
          </p:nvSpPr>
          <p:spPr>
            <a:xfrm>
              <a:off x="4808348" y="37713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5" name="pt675"/>
            <p:cNvSpPr/>
            <p:nvPr/>
          </p:nvSpPr>
          <p:spPr>
            <a:xfrm>
              <a:off x="4598321" y="41942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6" name="pt676"/>
            <p:cNvSpPr/>
            <p:nvPr/>
          </p:nvSpPr>
          <p:spPr>
            <a:xfrm>
              <a:off x="5598082" y="350673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7" name="pt677"/>
            <p:cNvSpPr/>
            <p:nvPr/>
          </p:nvSpPr>
          <p:spPr>
            <a:xfrm>
              <a:off x="14830610" y="240794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8" name="pt678"/>
            <p:cNvSpPr/>
            <p:nvPr/>
          </p:nvSpPr>
          <p:spPr>
            <a:xfrm>
              <a:off x="3838809" y="43125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9" name="pt679"/>
            <p:cNvSpPr/>
            <p:nvPr/>
          </p:nvSpPr>
          <p:spPr>
            <a:xfrm>
              <a:off x="3810569" y="42486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0" name="pt680"/>
            <p:cNvSpPr/>
            <p:nvPr/>
          </p:nvSpPr>
          <p:spPr>
            <a:xfrm>
              <a:off x="4572322" y="37101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1" name="pt681"/>
            <p:cNvSpPr/>
            <p:nvPr/>
          </p:nvSpPr>
          <p:spPr>
            <a:xfrm>
              <a:off x="4893238" y="38581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2" name="pt682"/>
            <p:cNvSpPr/>
            <p:nvPr/>
          </p:nvSpPr>
          <p:spPr>
            <a:xfrm>
              <a:off x="4769842" y="38122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3" name="pt683"/>
            <p:cNvSpPr/>
            <p:nvPr/>
          </p:nvSpPr>
          <p:spPr>
            <a:xfrm>
              <a:off x="4763500" y="40087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4" name="pt684"/>
            <p:cNvSpPr/>
            <p:nvPr/>
          </p:nvSpPr>
          <p:spPr>
            <a:xfrm>
              <a:off x="5628864" y="3463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5" name="pt685"/>
            <p:cNvSpPr/>
            <p:nvPr/>
          </p:nvSpPr>
          <p:spPr>
            <a:xfrm>
              <a:off x="3261643" y="4368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6" name="pt686"/>
            <p:cNvSpPr/>
            <p:nvPr/>
          </p:nvSpPr>
          <p:spPr>
            <a:xfrm>
              <a:off x="3126665" y="42215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7" name="pt687"/>
            <p:cNvSpPr/>
            <p:nvPr/>
          </p:nvSpPr>
          <p:spPr>
            <a:xfrm>
              <a:off x="2979308" y="4520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8" name="pt688"/>
            <p:cNvSpPr/>
            <p:nvPr/>
          </p:nvSpPr>
          <p:spPr>
            <a:xfrm>
              <a:off x="5330324" y="38318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89" name="pt689"/>
            <p:cNvSpPr/>
            <p:nvPr/>
          </p:nvSpPr>
          <p:spPr>
            <a:xfrm>
              <a:off x="4338979" y="35506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0" name="pt690"/>
            <p:cNvSpPr/>
            <p:nvPr/>
          </p:nvSpPr>
          <p:spPr>
            <a:xfrm>
              <a:off x="6440281" y="3069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1" name="pt691"/>
            <p:cNvSpPr/>
            <p:nvPr/>
          </p:nvSpPr>
          <p:spPr>
            <a:xfrm>
              <a:off x="4614409" y="40139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2" name="pt692"/>
            <p:cNvSpPr/>
            <p:nvPr/>
          </p:nvSpPr>
          <p:spPr>
            <a:xfrm>
              <a:off x="3715059" y="42965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3" name="pt693"/>
            <p:cNvSpPr/>
            <p:nvPr/>
          </p:nvSpPr>
          <p:spPr>
            <a:xfrm>
              <a:off x="3921487" y="41965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4" name="pt694"/>
            <p:cNvSpPr/>
            <p:nvPr/>
          </p:nvSpPr>
          <p:spPr>
            <a:xfrm>
              <a:off x="6100827" y="37871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5" name="pt695"/>
            <p:cNvSpPr/>
            <p:nvPr/>
          </p:nvSpPr>
          <p:spPr>
            <a:xfrm>
              <a:off x="4892732" y="35894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6" name="pt696"/>
            <p:cNvSpPr/>
            <p:nvPr/>
          </p:nvSpPr>
          <p:spPr>
            <a:xfrm>
              <a:off x="6884758" y="3430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7" name="pt697"/>
            <p:cNvSpPr/>
            <p:nvPr/>
          </p:nvSpPr>
          <p:spPr>
            <a:xfrm>
              <a:off x="7653398" y="388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8" name="pt698"/>
            <p:cNvSpPr/>
            <p:nvPr/>
          </p:nvSpPr>
          <p:spPr>
            <a:xfrm>
              <a:off x="3738309" y="389976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99" name="pt699"/>
            <p:cNvSpPr/>
            <p:nvPr/>
          </p:nvSpPr>
          <p:spPr>
            <a:xfrm>
              <a:off x="3891734" y="38309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0" name="pt700"/>
            <p:cNvSpPr/>
            <p:nvPr/>
          </p:nvSpPr>
          <p:spPr>
            <a:xfrm>
              <a:off x="3143336" y="44747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1" name="pt701"/>
            <p:cNvSpPr/>
            <p:nvPr/>
          </p:nvSpPr>
          <p:spPr>
            <a:xfrm>
              <a:off x="4361511" y="39362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2" name="pt702"/>
            <p:cNvSpPr/>
            <p:nvPr/>
          </p:nvSpPr>
          <p:spPr>
            <a:xfrm>
              <a:off x="3743273" y="435126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3" name="pt703"/>
            <p:cNvSpPr/>
            <p:nvPr/>
          </p:nvSpPr>
          <p:spPr>
            <a:xfrm>
              <a:off x="5938612" y="38474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4" name="pt704"/>
            <p:cNvSpPr/>
            <p:nvPr/>
          </p:nvSpPr>
          <p:spPr>
            <a:xfrm>
              <a:off x="2833536" y="445432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5" name="pt705"/>
            <p:cNvSpPr/>
            <p:nvPr/>
          </p:nvSpPr>
          <p:spPr>
            <a:xfrm>
              <a:off x="4206489" y="367819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6" name="pt706"/>
            <p:cNvSpPr/>
            <p:nvPr/>
          </p:nvSpPr>
          <p:spPr>
            <a:xfrm>
              <a:off x="4865222" y="375245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7" name="pt707"/>
            <p:cNvSpPr/>
            <p:nvPr/>
          </p:nvSpPr>
          <p:spPr>
            <a:xfrm>
              <a:off x="4328087" y="40949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8" name="pt708"/>
            <p:cNvSpPr/>
            <p:nvPr/>
          </p:nvSpPr>
          <p:spPr>
            <a:xfrm>
              <a:off x="5074097" y="39849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09" name="pt709"/>
            <p:cNvSpPr/>
            <p:nvPr/>
          </p:nvSpPr>
          <p:spPr>
            <a:xfrm>
              <a:off x="2869140" y="47421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0" name="pt710"/>
            <p:cNvSpPr/>
            <p:nvPr/>
          </p:nvSpPr>
          <p:spPr>
            <a:xfrm>
              <a:off x="3154123" y="457835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1" name="pt711"/>
            <p:cNvSpPr/>
            <p:nvPr/>
          </p:nvSpPr>
          <p:spPr>
            <a:xfrm>
              <a:off x="3747111" y="406412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2" name="pt712"/>
            <p:cNvSpPr/>
            <p:nvPr/>
          </p:nvSpPr>
          <p:spPr>
            <a:xfrm>
              <a:off x="5558617" y="38925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3" name="pt713"/>
            <p:cNvSpPr/>
            <p:nvPr/>
          </p:nvSpPr>
          <p:spPr>
            <a:xfrm>
              <a:off x="3173448" y="47225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4" name="pt714"/>
            <p:cNvSpPr/>
            <p:nvPr/>
          </p:nvSpPr>
          <p:spPr>
            <a:xfrm>
              <a:off x="5215231" y="41342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5" name="pt715"/>
            <p:cNvSpPr/>
            <p:nvPr/>
          </p:nvSpPr>
          <p:spPr>
            <a:xfrm>
              <a:off x="4875404" y="43091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6" name="pt716"/>
            <p:cNvSpPr/>
            <p:nvPr/>
          </p:nvSpPr>
          <p:spPr>
            <a:xfrm>
              <a:off x="3012844" y="4645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7" name="pt717"/>
            <p:cNvSpPr/>
            <p:nvPr/>
          </p:nvSpPr>
          <p:spPr>
            <a:xfrm>
              <a:off x="3405570" y="42956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8" name="pt718"/>
            <p:cNvSpPr/>
            <p:nvPr/>
          </p:nvSpPr>
          <p:spPr>
            <a:xfrm>
              <a:off x="5257432" y="351853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19" name="pt719"/>
            <p:cNvSpPr/>
            <p:nvPr/>
          </p:nvSpPr>
          <p:spPr>
            <a:xfrm>
              <a:off x="3735227" y="4099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0" name="pt720"/>
            <p:cNvSpPr/>
            <p:nvPr/>
          </p:nvSpPr>
          <p:spPr>
            <a:xfrm>
              <a:off x="4968388" y="35811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1" name="pt721"/>
            <p:cNvSpPr/>
            <p:nvPr/>
          </p:nvSpPr>
          <p:spPr>
            <a:xfrm>
              <a:off x="2940285" y="483011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2" name="pt722"/>
            <p:cNvSpPr/>
            <p:nvPr/>
          </p:nvSpPr>
          <p:spPr>
            <a:xfrm>
              <a:off x="4504887" y="39352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3" name="pt723"/>
            <p:cNvSpPr/>
            <p:nvPr/>
          </p:nvSpPr>
          <p:spPr>
            <a:xfrm>
              <a:off x="5597494" y="36490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4" name="pt724"/>
            <p:cNvSpPr/>
            <p:nvPr/>
          </p:nvSpPr>
          <p:spPr>
            <a:xfrm>
              <a:off x="6144724" y="39661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5" name="pt725"/>
            <p:cNvSpPr/>
            <p:nvPr/>
          </p:nvSpPr>
          <p:spPr>
            <a:xfrm>
              <a:off x="4092310" y="42931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6" name="pt726"/>
            <p:cNvSpPr/>
            <p:nvPr/>
          </p:nvSpPr>
          <p:spPr>
            <a:xfrm>
              <a:off x="4674599" y="36588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7" name="pt727"/>
            <p:cNvSpPr/>
            <p:nvPr/>
          </p:nvSpPr>
          <p:spPr>
            <a:xfrm>
              <a:off x="4365157" y="416253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8" name="pt728"/>
            <p:cNvSpPr/>
            <p:nvPr/>
          </p:nvSpPr>
          <p:spPr>
            <a:xfrm>
              <a:off x="5705745" y="34092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29" name="pt729"/>
            <p:cNvSpPr/>
            <p:nvPr/>
          </p:nvSpPr>
          <p:spPr>
            <a:xfrm>
              <a:off x="3384938" y="441590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0" name="pt730"/>
            <p:cNvSpPr/>
            <p:nvPr/>
          </p:nvSpPr>
          <p:spPr>
            <a:xfrm>
              <a:off x="3277475" y="450803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1" name="pt731"/>
            <p:cNvSpPr/>
            <p:nvPr/>
          </p:nvSpPr>
          <p:spPr>
            <a:xfrm>
              <a:off x="6311465" y="28860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2" name="pt732"/>
            <p:cNvSpPr/>
            <p:nvPr/>
          </p:nvSpPr>
          <p:spPr>
            <a:xfrm>
              <a:off x="4753173" y="45554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3" name="pt733"/>
            <p:cNvSpPr/>
            <p:nvPr/>
          </p:nvSpPr>
          <p:spPr>
            <a:xfrm>
              <a:off x="3785801" y="39134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4" name="pt734"/>
            <p:cNvSpPr/>
            <p:nvPr/>
          </p:nvSpPr>
          <p:spPr>
            <a:xfrm>
              <a:off x="5652347" y="39140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5" name="pt735"/>
            <p:cNvSpPr/>
            <p:nvPr/>
          </p:nvSpPr>
          <p:spPr>
            <a:xfrm>
              <a:off x="3786533" y="41077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6" name="pt736"/>
            <p:cNvSpPr/>
            <p:nvPr/>
          </p:nvSpPr>
          <p:spPr>
            <a:xfrm>
              <a:off x="5450249" y="34404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7" name="pt737"/>
            <p:cNvSpPr/>
            <p:nvPr/>
          </p:nvSpPr>
          <p:spPr>
            <a:xfrm>
              <a:off x="4689823" y="38454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8" name="pt738"/>
            <p:cNvSpPr/>
            <p:nvPr/>
          </p:nvSpPr>
          <p:spPr>
            <a:xfrm>
              <a:off x="5944383" y="35321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39" name="pt739"/>
            <p:cNvSpPr/>
            <p:nvPr/>
          </p:nvSpPr>
          <p:spPr>
            <a:xfrm>
              <a:off x="4322819" y="37249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0" name="pt740"/>
            <p:cNvSpPr/>
            <p:nvPr/>
          </p:nvSpPr>
          <p:spPr>
            <a:xfrm>
              <a:off x="2743459" y="431616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1" name="pt741"/>
            <p:cNvSpPr/>
            <p:nvPr/>
          </p:nvSpPr>
          <p:spPr>
            <a:xfrm>
              <a:off x="5798063" y="40188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2" name="pt742"/>
            <p:cNvSpPr/>
            <p:nvPr/>
          </p:nvSpPr>
          <p:spPr>
            <a:xfrm>
              <a:off x="4246820" y="43197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3" name="pt743"/>
            <p:cNvSpPr/>
            <p:nvPr/>
          </p:nvSpPr>
          <p:spPr>
            <a:xfrm>
              <a:off x="3626117" y="42470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4" name="pt744"/>
            <p:cNvSpPr/>
            <p:nvPr/>
          </p:nvSpPr>
          <p:spPr>
            <a:xfrm>
              <a:off x="4952300" y="36931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5" name="pt745"/>
            <p:cNvSpPr/>
            <p:nvPr/>
          </p:nvSpPr>
          <p:spPr>
            <a:xfrm>
              <a:off x="3533715" y="43237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6" name="pt746"/>
            <p:cNvSpPr/>
            <p:nvPr/>
          </p:nvSpPr>
          <p:spPr>
            <a:xfrm>
              <a:off x="5342031" y="34570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7" name="pt747"/>
            <p:cNvSpPr/>
            <p:nvPr/>
          </p:nvSpPr>
          <p:spPr>
            <a:xfrm>
              <a:off x="3581552" y="442355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8" name="pt748"/>
            <p:cNvSpPr/>
            <p:nvPr/>
          </p:nvSpPr>
          <p:spPr>
            <a:xfrm>
              <a:off x="4601054" y="399604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9" name="pt749"/>
            <p:cNvSpPr/>
            <p:nvPr/>
          </p:nvSpPr>
          <p:spPr>
            <a:xfrm>
              <a:off x="7820330" y="29900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0" name="pt750"/>
            <p:cNvSpPr/>
            <p:nvPr/>
          </p:nvSpPr>
          <p:spPr>
            <a:xfrm>
              <a:off x="5866002" y="3359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1" name="pt751"/>
            <p:cNvSpPr/>
            <p:nvPr/>
          </p:nvSpPr>
          <p:spPr>
            <a:xfrm>
              <a:off x="4813801" y="366169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2" name="pt752"/>
            <p:cNvSpPr/>
            <p:nvPr/>
          </p:nvSpPr>
          <p:spPr>
            <a:xfrm>
              <a:off x="7741311" y="37482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3" name="pt753"/>
            <p:cNvSpPr/>
            <p:nvPr/>
          </p:nvSpPr>
          <p:spPr>
            <a:xfrm>
              <a:off x="4528266" y="43967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4" name="pt754"/>
            <p:cNvSpPr/>
            <p:nvPr/>
          </p:nvSpPr>
          <p:spPr>
            <a:xfrm>
              <a:off x="4509196" y="41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5" name="pt755"/>
            <p:cNvSpPr/>
            <p:nvPr/>
          </p:nvSpPr>
          <p:spPr>
            <a:xfrm>
              <a:off x="6703571" y="36047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6" name="pt756"/>
            <p:cNvSpPr/>
            <p:nvPr/>
          </p:nvSpPr>
          <p:spPr>
            <a:xfrm>
              <a:off x="7469095" y="335966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7" name="pt757"/>
            <p:cNvSpPr/>
            <p:nvPr/>
          </p:nvSpPr>
          <p:spPr>
            <a:xfrm>
              <a:off x="4497142" y="39059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8" name="pt758"/>
            <p:cNvSpPr/>
            <p:nvPr/>
          </p:nvSpPr>
          <p:spPr>
            <a:xfrm>
              <a:off x="4934923" y="33208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9" name="pt759"/>
            <p:cNvSpPr/>
            <p:nvPr/>
          </p:nvSpPr>
          <p:spPr>
            <a:xfrm>
              <a:off x="4312463" y="39386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0" name="pt760"/>
            <p:cNvSpPr/>
            <p:nvPr/>
          </p:nvSpPr>
          <p:spPr>
            <a:xfrm>
              <a:off x="4752415" y="4028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1" name="pt761"/>
            <p:cNvSpPr/>
            <p:nvPr/>
          </p:nvSpPr>
          <p:spPr>
            <a:xfrm>
              <a:off x="4770014" y="38071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2" name="pt762"/>
            <p:cNvSpPr/>
            <p:nvPr/>
          </p:nvSpPr>
          <p:spPr>
            <a:xfrm>
              <a:off x="3022283" y="44210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3" name="pt763"/>
            <p:cNvSpPr/>
            <p:nvPr/>
          </p:nvSpPr>
          <p:spPr>
            <a:xfrm>
              <a:off x="3852002" y="41911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4" name="pt764"/>
            <p:cNvSpPr/>
            <p:nvPr/>
          </p:nvSpPr>
          <p:spPr>
            <a:xfrm>
              <a:off x="5699787" y="35295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5" name="pt765"/>
            <p:cNvSpPr/>
            <p:nvPr/>
          </p:nvSpPr>
          <p:spPr>
            <a:xfrm>
              <a:off x="6463059" y="34981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6" name="pt766"/>
            <p:cNvSpPr/>
            <p:nvPr/>
          </p:nvSpPr>
          <p:spPr>
            <a:xfrm>
              <a:off x="3402545" y="464969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7" name="pt767"/>
            <p:cNvSpPr/>
            <p:nvPr/>
          </p:nvSpPr>
          <p:spPr>
            <a:xfrm>
              <a:off x="3866429" y="40587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8" name="pt768"/>
            <p:cNvSpPr/>
            <p:nvPr/>
          </p:nvSpPr>
          <p:spPr>
            <a:xfrm>
              <a:off x="4889492" y="40319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9" name="pt769"/>
            <p:cNvSpPr/>
            <p:nvPr/>
          </p:nvSpPr>
          <p:spPr>
            <a:xfrm>
              <a:off x="4365951" y="40550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0" name="pt770"/>
            <p:cNvSpPr/>
            <p:nvPr/>
          </p:nvSpPr>
          <p:spPr>
            <a:xfrm>
              <a:off x="5400208" y="38004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1" name="pt771"/>
            <p:cNvSpPr/>
            <p:nvPr/>
          </p:nvSpPr>
          <p:spPr>
            <a:xfrm>
              <a:off x="5208705" y="37132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2" name="pt772"/>
            <p:cNvSpPr/>
            <p:nvPr/>
          </p:nvSpPr>
          <p:spPr>
            <a:xfrm>
              <a:off x="3983228" y="4093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3" name="pt773"/>
            <p:cNvSpPr/>
            <p:nvPr/>
          </p:nvSpPr>
          <p:spPr>
            <a:xfrm>
              <a:off x="2903896" y="440083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4" name="pt774"/>
            <p:cNvSpPr/>
            <p:nvPr/>
          </p:nvSpPr>
          <p:spPr>
            <a:xfrm>
              <a:off x="5232657" y="31583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5" name="pt775"/>
            <p:cNvSpPr/>
            <p:nvPr/>
          </p:nvSpPr>
          <p:spPr>
            <a:xfrm>
              <a:off x="6837987" y="33411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6" name="pt776"/>
            <p:cNvSpPr/>
            <p:nvPr/>
          </p:nvSpPr>
          <p:spPr>
            <a:xfrm>
              <a:off x="7253945" y="32812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7" name="pt777"/>
            <p:cNvSpPr/>
            <p:nvPr/>
          </p:nvSpPr>
          <p:spPr>
            <a:xfrm>
              <a:off x="3383525" y="41432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8" name="pt778"/>
            <p:cNvSpPr/>
            <p:nvPr/>
          </p:nvSpPr>
          <p:spPr>
            <a:xfrm>
              <a:off x="3193206" y="426947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9" name="pt779"/>
            <p:cNvSpPr/>
            <p:nvPr/>
          </p:nvSpPr>
          <p:spPr>
            <a:xfrm>
              <a:off x="5326356" y="38844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0" name="pt780"/>
            <p:cNvSpPr/>
            <p:nvPr/>
          </p:nvSpPr>
          <p:spPr>
            <a:xfrm>
              <a:off x="5024921" y="37094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1" name="pt781"/>
            <p:cNvSpPr/>
            <p:nvPr/>
          </p:nvSpPr>
          <p:spPr>
            <a:xfrm>
              <a:off x="6338224" y="36887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2" name="pt782"/>
            <p:cNvSpPr/>
            <p:nvPr/>
          </p:nvSpPr>
          <p:spPr>
            <a:xfrm>
              <a:off x="3946894" y="405493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3" name="pt783"/>
            <p:cNvSpPr/>
            <p:nvPr/>
          </p:nvSpPr>
          <p:spPr>
            <a:xfrm>
              <a:off x="7098241" y="339868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4" name="pt784"/>
            <p:cNvSpPr/>
            <p:nvPr/>
          </p:nvSpPr>
          <p:spPr>
            <a:xfrm>
              <a:off x="3398233" y="3899450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5" name="pt785"/>
            <p:cNvSpPr/>
            <p:nvPr/>
          </p:nvSpPr>
          <p:spPr>
            <a:xfrm>
              <a:off x="3231451" y="48334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6" name="pt786"/>
            <p:cNvSpPr/>
            <p:nvPr/>
          </p:nvSpPr>
          <p:spPr>
            <a:xfrm>
              <a:off x="3669293" y="45289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7" name="pt787"/>
            <p:cNvSpPr/>
            <p:nvPr/>
          </p:nvSpPr>
          <p:spPr>
            <a:xfrm>
              <a:off x="7109168" y="32260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8" name="pt788"/>
            <p:cNvSpPr/>
            <p:nvPr/>
          </p:nvSpPr>
          <p:spPr>
            <a:xfrm>
              <a:off x="3988116" y="42518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9" name="pt789"/>
            <p:cNvSpPr/>
            <p:nvPr/>
          </p:nvSpPr>
          <p:spPr>
            <a:xfrm>
              <a:off x="8023121" y="30550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0" name="pt790"/>
            <p:cNvSpPr/>
            <p:nvPr/>
          </p:nvSpPr>
          <p:spPr>
            <a:xfrm>
              <a:off x="6826149" y="3059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1" name="pt791"/>
            <p:cNvSpPr/>
            <p:nvPr/>
          </p:nvSpPr>
          <p:spPr>
            <a:xfrm>
              <a:off x="3433138" y="45268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2" name="pt792"/>
            <p:cNvSpPr/>
            <p:nvPr/>
          </p:nvSpPr>
          <p:spPr>
            <a:xfrm>
              <a:off x="5084714" y="402274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3" name="pt793"/>
            <p:cNvSpPr/>
            <p:nvPr/>
          </p:nvSpPr>
          <p:spPr>
            <a:xfrm>
              <a:off x="5029089" y="38581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4" name="pt794"/>
            <p:cNvSpPr/>
            <p:nvPr/>
          </p:nvSpPr>
          <p:spPr>
            <a:xfrm>
              <a:off x="5003127" y="337285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5" name="pt795"/>
            <p:cNvSpPr/>
            <p:nvPr/>
          </p:nvSpPr>
          <p:spPr>
            <a:xfrm>
              <a:off x="4108227" y="41443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6" name="pt796"/>
            <p:cNvSpPr/>
            <p:nvPr/>
          </p:nvSpPr>
          <p:spPr>
            <a:xfrm>
              <a:off x="6058232" y="34512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7" name="pt797"/>
            <p:cNvSpPr/>
            <p:nvPr/>
          </p:nvSpPr>
          <p:spPr>
            <a:xfrm>
              <a:off x="5257676" y="38570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8" name="pt798"/>
            <p:cNvSpPr/>
            <p:nvPr/>
          </p:nvSpPr>
          <p:spPr>
            <a:xfrm>
              <a:off x="3026000" y="4915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9" name="pt799"/>
            <p:cNvSpPr/>
            <p:nvPr/>
          </p:nvSpPr>
          <p:spPr>
            <a:xfrm>
              <a:off x="4047082" y="394079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0" name="pt800"/>
            <p:cNvSpPr/>
            <p:nvPr/>
          </p:nvSpPr>
          <p:spPr>
            <a:xfrm>
              <a:off x="4077465" y="38739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1" name="pt801"/>
            <p:cNvSpPr/>
            <p:nvPr/>
          </p:nvSpPr>
          <p:spPr>
            <a:xfrm>
              <a:off x="5501312" y="39272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2" name="pt802"/>
            <p:cNvSpPr/>
            <p:nvPr/>
          </p:nvSpPr>
          <p:spPr>
            <a:xfrm>
              <a:off x="3060864" y="4216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3" name="pt803"/>
            <p:cNvSpPr/>
            <p:nvPr/>
          </p:nvSpPr>
          <p:spPr>
            <a:xfrm>
              <a:off x="3951883" y="466790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4" name="pt804"/>
            <p:cNvSpPr/>
            <p:nvPr/>
          </p:nvSpPr>
          <p:spPr>
            <a:xfrm>
              <a:off x="3882660" y="41205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5" name="pt805"/>
            <p:cNvSpPr/>
            <p:nvPr/>
          </p:nvSpPr>
          <p:spPr>
            <a:xfrm>
              <a:off x="3840197" y="46510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6" name="pt806"/>
            <p:cNvSpPr/>
            <p:nvPr/>
          </p:nvSpPr>
          <p:spPr>
            <a:xfrm>
              <a:off x="4139322" y="43095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7" name="pt807"/>
            <p:cNvSpPr/>
            <p:nvPr/>
          </p:nvSpPr>
          <p:spPr>
            <a:xfrm>
              <a:off x="5316967" y="35105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8" name="pt808"/>
            <p:cNvSpPr/>
            <p:nvPr/>
          </p:nvSpPr>
          <p:spPr>
            <a:xfrm>
              <a:off x="4824531" y="361720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9" name="pt809"/>
            <p:cNvSpPr/>
            <p:nvPr/>
          </p:nvSpPr>
          <p:spPr>
            <a:xfrm>
              <a:off x="4798494" y="405818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0" name="pt810"/>
            <p:cNvSpPr/>
            <p:nvPr/>
          </p:nvSpPr>
          <p:spPr>
            <a:xfrm>
              <a:off x="3941253" y="43936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1" name="pt811"/>
            <p:cNvSpPr/>
            <p:nvPr/>
          </p:nvSpPr>
          <p:spPr>
            <a:xfrm>
              <a:off x="4099475" y="410938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2" name="pt812"/>
            <p:cNvSpPr/>
            <p:nvPr/>
          </p:nvSpPr>
          <p:spPr>
            <a:xfrm>
              <a:off x="4997152" y="386104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3" name="pt813"/>
            <p:cNvSpPr/>
            <p:nvPr/>
          </p:nvSpPr>
          <p:spPr>
            <a:xfrm>
              <a:off x="5307403" y="33982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4" name="pt814"/>
            <p:cNvSpPr/>
            <p:nvPr/>
          </p:nvSpPr>
          <p:spPr>
            <a:xfrm>
              <a:off x="4579621" y="37910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5" name="pt815"/>
            <p:cNvSpPr/>
            <p:nvPr/>
          </p:nvSpPr>
          <p:spPr>
            <a:xfrm>
              <a:off x="5586558" y="3303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6" name="pt816"/>
            <p:cNvSpPr/>
            <p:nvPr/>
          </p:nvSpPr>
          <p:spPr>
            <a:xfrm>
              <a:off x="3763559" y="418390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7" name="pt817"/>
            <p:cNvSpPr/>
            <p:nvPr/>
          </p:nvSpPr>
          <p:spPr>
            <a:xfrm>
              <a:off x="4714195" y="36738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8" name="pt818"/>
            <p:cNvSpPr/>
            <p:nvPr/>
          </p:nvSpPr>
          <p:spPr>
            <a:xfrm>
              <a:off x="4909438" y="44860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9" name="pt819"/>
            <p:cNvSpPr/>
            <p:nvPr/>
          </p:nvSpPr>
          <p:spPr>
            <a:xfrm>
              <a:off x="3869410" y="40539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0" name="pt820"/>
            <p:cNvSpPr/>
            <p:nvPr/>
          </p:nvSpPr>
          <p:spPr>
            <a:xfrm>
              <a:off x="4496005" y="42555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1" name="pt821"/>
            <p:cNvSpPr/>
            <p:nvPr/>
          </p:nvSpPr>
          <p:spPr>
            <a:xfrm>
              <a:off x="4378218" y="43582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2" name="pt822"/>
            <p:cNvSpPr/>
            <p:nvPr/>
          </p:nvSpPr>
          <p:spPr>
            <a:xfrm>
              <a:off x="4982280" y="3771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3" name="pt823"/>
            <p:cNvSpPr/>
            <p:nvPr/>
          </p:nvSpPr>
          <p:spPr>
            <a:xfrm>
              <a:off x="4177381" y="43220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4" name="pt824"/>
            <p:cNvSpPr/>
            <p:nvPr/>
          </p:nvSpPr>
          <p:spPr>
            <a:xfrm>
              <a:off x="5638222" y="38848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5" name="pt825"/>
            <p:cNvSpPr/>
            <p:nvPr/>
          </p:nvSpPr>
          <p:spPr>
            <a:xfrm>
              <a:off x="4913146" y="389386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6" name="pt826"/>
            <p:cNvSpPr/>
            <p:nvPr/>
          </p:nvSpPr>
          <p:spPr>
            <a:xfrm>
              <a:off x="3792526" y="4154083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7" name="pt827"/>
            <p:cNvSpPr/>
            <p:nvPr/>
          </p:nvSpPr>
          <p:spPr>
            <a:xfrm>
              <a:off x="2999069" y="4511786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8" name="pt828"/>
            <p:cNvSpPr/>
            <p:nvPr/>
          </p:nvSpPr>
          <p:spPr>
            <a:xfrm>
              <a:off x="2926973" y="432820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9" name="pt829"/>
            <p:cNvSpPr/>
            <p:nvPr/>
          </p:nvSpPr>
          <p:spPr>
            <a:xfrm>
              <a:off x="3703277" y="412138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0" name="pt830"/>
            <p:cNvSpPr/>
            <p:nvPr/>
          </p:nvSpPr>
          <p:spPr>
            <a:xfrm>
              <a:off x="6180717" y="36073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1" name="pt831"/>
            <p:cNvSpPr/>
            <p:nvPr/>
          </p:nvSpPr>
          <p:spPr>
            <a:xfrm>
              <a:off x="4616825" y="38879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2" name="pt832"/>
            <p:cNvSpPr/>
            <p:nvPr/>
          </p:nvSpPr>
          <p:spPr>
            <a:xfrm>
              <a:off x="3003999" y="46592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3" name="pt833"/>
            <p:cNvSpPr/>
            <p:nvPr/>
          </p:nvSpPr>
          <p:spPr>
            <a:xfrm>
              <a:off x="3179854" y="4575751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4" name="pt834"/>
            <p:cNvSpPr/>
            <p:nvPr/>
          </p:nvSpPr>
          <p:spPr>
            <a:xfrm>
              <a:off x="4430918" y="37613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5" name="pt835"/>
            <p:cNvSpPr/>
            <p:nvPr/>
          </p:nvSpPr>
          <p:spPr>
            <a:xfrm>
              <a:off x="4065313" y="392513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6" name="pt836"/>
            <p:cNvSpPr/>
            <p:nvPr/>
          </p:nvSpPr>
          <p:spPr>
            <a:xfrm>
              <a:off x="3310907" y="408809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7" name="pt837"/>
            <p:cNvSpPr/>
            <p:nvPr/>
          </p:nvSpPr>
          <p:spPr>
            <a:xfrm>
              <a:off x="3348491" y="395157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8" name="pt838"/>
            <p:cNvSpPr/>
            <p:nvPr/>
          </p:nvSpPr>
          <p:spPr>
            <a:xfrm>
              <a:off x="4231188" y="43467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9" name="pt839"/>
            <p:cNvSpPr/>
            <p:nvPr/>
          </p:nvSpPr>
          <p:spPr>
            <a:xfrm>
              <a:off x="8525379" y="29169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0" name="pt840"/>
            <p:cNvSpPr/>
            <p:nvPr/>
          </p:nvSpPr>
          <p:spPr>
            <a:xfrm>
              <a:off x="7270229" y="30258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1" name="pt841"/>
            <p:cNvSpPr/>
            <p:nvPr/>
          </p:nvSpPr>
          <p:spPr>
            <a:xfrm>
              <a:off x="3244920" y="4954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2" name="pt842"/>
            <p:cNvSpPr/>
            <p:nvPr/>
          </p:nvSpPr>
          <p:spPr>
            <a:xfrm>
              <a:off x="4170501" y="390575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3" name="pt843"/>
            <p:cNvSpPr/>
            <p:nvPr/>
          </p:nvSpPr>
          <p:spPr>
            <a:xfrm>
              <a:off x="6836029" y="3145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4" name="pt844"/>
            <p:cNvSpPr/>
            <p:nvPr/>
          </p:nvSpPr>
          <p:spPr>
            <a:xfrm>
              <a:off x="1959486" y="52250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5" name="pt845"/>
            <p:cNvSpPr/>
            <p:nvPr/>
          </p:nvSpPr>
          <p:spPr>
            <a:xfrm>
              <a:off x="3393376" y="43436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6" name="pt846"/>
            <p:cNvSpPr/>
            <p:nvPr/>
          </p:nvSpPr>
          <p:spPr>
            <a:xfrm>
              <a:off x="3566762" y="439291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7" name="pt847"/>
            <p:cNvSpPr/>
            <p:nvPr/>
          </p:nvSpPr>
          <p:spPr>
            <a:xfrm>
              <a:off x="3946447" y="41558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8" name="pt848"/>
            <p:cNvSpPr/>
            <p:nvPr/>
          </p:nvSpPr>
          <p:spPr>
            <a:xfrm>
              <a:off x="5569703" y="368360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9" name="pt849"/>
            <p:cNvSpPr/>
            <p:nvPr/>
          </p:nvSpPr>
          <p:spPr>
            <a:xfrm>
              <a:off x="3427486" y="431451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0" name="pt850"/>
            <p:cNvSpPr/>
            <p:nvPr/>
          </p:nvSpPr>
          <p:spPr>
            <a:xfrm>
              <a:off x="3284888" y="433521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1" name="pt851"/>
            <p:cNvSpPr/>
            <p:nvPr/>
          </p:nvSpPr>
          <p:spPr>
            <a:xfrm>
              <a:off x="4262898" y="363918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2" name="pt852"/>
            <p:cNvSpPr/>
            <p:nvPr/>
          </p:nvSpPr>
          <p:spPr>
            <a:xfrm>
              <a:off x="9918622" y="327970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3" name="pt853"/>
            <p:cNvSpPr/>
            <p:nvPr/>
          </p:nvSpPr>
          <p:spPr>
            <a:xfrm>
              <a:off x="4275870" y="37001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4" name="pt854"/>
            <p:cNvSpPr/>
            <p:nvPr/>
          </p:nvSpPr>
          <p:spPr>
            <a:xfrm>
              <a:off x="6167787" y="35832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5" name="pt855"/>
            <p:cNvSpPr/>
            <p:nvPr/>
          </p:nvSpPr>
          <p:spPr>
            <a:xfrm>
              <a:off x="7219475" y="29990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6" name="pt856"/>
            <p:cNvSpPr/>
            <p:nvPr/>
          </p:nvSpPr>
          <p:spPr>
            <a:xfrm>
              <a:off x="5725517" y="363230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7" name="pt857"/>
            <p:cNvSpPr/>
            <p:nvPr/>
          </p:nvSpPr>
          <p:spPr>
            <a:xfrm>
              <a:off x="3691054" y="426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8" name="pt858"/>
            <p:cNvSpPr/>
            <p:nvPr/>
          </p:nvSpPr>
          <p:spPr>
            <a:xfrm>
              <a:off x="7382896" y="31648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9" name="pt859"/>
            <p:cNvSpPr/>
            <p:nvPr/>
          </p:nvSpPr>
          <p:spPr>
            <a:xfrm>
              <a:off x="3673810" y="42748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0" name="pt860"/>
            <p:cNvSpPr/>
            <p:nvPr/>
          </p:nvSpPr>
          <p:spPr>
            <a:xfrm>
              <a:off x="4330855" y="39420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1" name="pt861"/>
            <p:cNvSpPr/>
            <p:nvPr/>
          </p:nvSpPr>
          <p:spPr>
            <a:xfrm>
              <a:off x="3426707" y="442912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2" name="pt862"/>
            <p:cNvSpPr/>
            <p:nvPr/>
          </p:nvSpPr>
          <p:spPr>
            <a:xfrm>
              <a:off x="6341887" y="343247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3" name="pt863"/>
            <p:cNvSpPr/>
            <p:nvPr/>
          </p:nvSpPr>
          <p:spPr>
            <a:xfrm>
              <a:off x="3462335" y="399269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4" name="pt864"/>
            <p:cNvSpPr/>
            <p:nvPr/>
          </p:nvSpPr>
          <p:spPr>
            <a:xfrm>
              <a:off x="4753824" y="36321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5" name="pt865"/>
            <p:cNvSpPr/>
            <p:nvPr/>
          </p:nvSpPr>
          <p:spPr>
            <a:xfrm>
              <a:off x="4543879" y="38189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6" name="pt866"/>
            <p:cNvSpPr/>
            <p:nvPr/>
          </p:nvSpPr>
          <p:spPr>
            <a:xfrm>
              <a:off x="3861325" y="45232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7" name="pt867"/>
            <p:cNvSpPr/>
            <p:nvPr/>
          </p:nvSpPr>
          <p:spPr>
            <a:xfrm>
              <a:off x="5558049" y="3535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8" name="pt868"/>
            <p:cNvSpPr/>
            <p:nvPr/>
          </p:nvSpPr>
          <p:spPr>
            <a:xfrm>
              <a:off x="5185187" y="331273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69" name="pt869"/>
            <p:cNvSpPr/>
            <p:nvPr/>
          </p:nvSpPr>
          <p:spPr>
            <a:xfrm>
              <a:off x="4513173" y="37259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0" name="pt870"/>
            <p:cNvSpPr/>
            <p:nvPr/>
          </p:nvSpPr>
          <p:spPr>
            <a:xfrm>
              <a:off x="4684292" y="41200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1" name="pt871"/>
            <p:cNvSpPr/>
            <p:nvPr/>
          </p:nvSpPr>
          <p:spPr>
            <a:xfrm>
              <a:off x="4281909" y="408182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2" name="pt872"/>
            <p:cNvSpPr/>
            <p:nvPr/>
          </p:nvSpPr>
          <p:spPr>
            <a:xfrm>
              <a:off x="3339035" y="445867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3" name="pt873"/>
            <p:cNvSpPr/>
            <p:nvPr/>
          </p:nvSpPr>
          <p:spPr>
            <a:xfrm>
              <a:off x="4089403" y="3712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4" name="pt874"/>
            <p:cNvSpPr/>
            <p:nvPr/>
          </p:nvSpPr>
          <p:spPr>
            <a:xfrm>
              <a:off x="4402817" y="382545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5" name="pt875"/>
            <p:cNvSpPr/>
            <p:nvPr/>
          </p:nvSpPr>
          <p:spPr>
            <a:xfrm>
              <a:off x="2881482" y="4386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6" name="pt876"/>
            <p:cNvSpPr/>
            <p:nvPr/>
          </p:nvSpPr>
          <p:spPr>
            <a:xfrm>
              <a:off x="7466442" y="290819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7" name="pt877"/>
            <p:cNvSpPr/>
            <p:nvPr/>
          </p:nvSpPr>
          <p:spPr>
            <a:xfrm>
              <a:off x="6176514" y="42427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8" name="pt878"/>
            <p:cNvSpPr/>
            <p:nvPr/>
          </p:nvSpPr>
          <p:spPr>
            <a:xfrm>
              <a:off x="5205047" y="363960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79" name="pt879"/>
            <p:cNvSpPr/>
            <p:nvPr/>
          </p:nvSpPr>
          <p:spPr>
            <a:xfrm>
              <a:off x="3330638" y="426413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0" name="pt880"/>
            <p:cNvSpPr/>
            <p:nvPr/>
          </p:nvSpPr>
          <p:spPr>
            <a:xfrm>
              <a:off x="6563966" y="331951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1" name="pt881"/>
            <p:cNvSpPr/>
            <p:nvPr/>
          </p:nvSpPr>
          <p:spPr>
            <a:xfrm>
              <a:off x="4472592" y="405712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2" name="pt882"/>
            <p:cNvSpPr/>
            <p:nvPr/>
          </p:nvSpPr>
          <p:spPr>
            <a:xfrm>
              <a:off x="6280432" y="360095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3" name="pt883"/>
            <p:cNvSpPr/>
            <p:nvPr/>
          </p:nvSpPr>
          <p:spPr>
            <a:xfrm>
              <a:off x="2610626" y="52153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4" name="pt884"/>
            <p:cNvSpPr/>
            <p:nvPr/>
          </p:nvSpPr>
          <p:spPr>
            <a:xfrm>
              <a:off x="4981185" y="34911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5" name="pt885"/>
            <p:cNvSpPr/>
            <p:nvPr/>
          </p:nvSpPr>
          <p:spPr>
            <a:xfrm>
              <a:off x="3563892" y="442177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6" name="pt886"/>
            <p:cNvSpPr/>
            <p:nvPr/>
          </p:nvSpPr>
          <p:spPr>
            <a:xfrm>
              <a:off x="4883510" y="454874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7" name="pt887"/>
            <p:cNvSpPr/>
            <p:nvPr/>
          </p:nvSpPr>
          <p:spPr>
            <a:xfrm>
              <a:off x="3275923" y="403165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8" name="pt888"/>
            <p:cNvSpPr/>
            <p:nvPr/>
          </p:nvSpPr>
          <p:spPr>
            <a:xfrm>
              <a:off x="3308237" y="456788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89" name="pt889"/>
            <p:cNvSpPr/>
            <p:nvPr/>
          </p:nvSpPr>
          <p:spPr>
            <a:xfrm>
              <a:off x="4158116" y="40752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0" name="pt890"/>
            <p:cNvSpPr/>
            <p:nvPr/>
          </p:nvSpPr>
          <p:spPr>
            <a:xfrm>
              <a:off x="4164982" y="368655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1" name="pt891"/>
            <p:cNvSpPr/>
            <p:nvPr/>
          </p:nvSpPr>
          <p:spPr>
            <a:xfrm>
              <a:off x="3801511" y="4253092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2" name="pt892"/>
            <p:cNvSpPr/>
            <p:nvPr/>
          </p:nvSpPr>
          <p:spPr>
            <a:xfrm>
              <a:off x="5656600" y="361414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3" name="pt893"/>
            <p:cNvSpPr/>
            <p:nvPr/>
          </p:nvSpPr>
          <p:spPr>
            <a:xfrm>
              <a:off x="3503778" y="423554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4" name="pt894"/>
            <p:cNvSpPr/>
            <p:nvPr/>
          </p:nvSpPr>
          <p:spPr>
            <a:xfrm>
              <a:off x="4437992" y="3532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5" name="pt895"/>
            <p:cNvSpPr/>
            <p:nvPr/>
          </p:nvSpPr>
          <p:spPr>
            <a:xfrm>
              <a:off x="5427828" y="38568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6" name="pt896"/>
            <p:cNvSpPr/>
            <p:nvPr/>
          </p:nvSpPr>
          <p:spPr>
            <a:xfrm>
              <a:off x="4442326" y="40902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7" name="pt897"/>
            <p:cNvSpPr/>
            <p:nvPr/>
          </p:nvSpPr>
          <p:spPr>
            <a:xfrm>
              <a:off x="3649724" y="3869394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8" name="pt898"/>
            <p:cNvSpPr/>
            <p:nvPr/>
          </p:nvSpPr>
          <p:spPr>
            <a:xfrm>
              <a:off x="2992476" y="451667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99" name="pt899"/>
            <p:cNvSpPr/>
            <p:nvPr/>
          </p:nvSpPr>
          <p:spPr>
            <a:xfrm>
              <a:off x="3617710" y="411679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0" name="pt900"/>
            <p:cNvSpPr/>
            <p:nvPr/>
          </p:nvSpPr>
          <p:spPr>
            <a:xfrm>
              <a:off x="4704669" y="40173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1" name="pt901"/>
            <p:cNvSpPr/>
            <p:nvPr/>
          </p:nvSpPr>
          <p:spPr>
            <a:xfrm>
              <a:off x="6052386" y="368499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2" name="pt902"/>
            <p:cNvSpPr/>
            <p:nvPr/>
          </p:nvSpPr>
          <p:spPr>
            <a:xfrm>
              <a:off x="4480252" y="366953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3" name="pt903"/>
            <p:cNvSpPr/>
            <p:nvPr/>
          </p:nvSpPr>
          <p:spPr>
            <a:xfrm>
              <a:off x="4194585" y="390128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4" name="pt904"/>
            <p:cNvSpPr/>
            <p:nvPr/>
          </p:nvSpPr>
          <p:spPr>
            <a:xfrm>
              <a:off x="4728098" y="371144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5" name="pt905"/>
            <p:cNvSpPr/>
            <p:nvPr/>
          </p:nvSpPr>
          <p:spPr>
            <a:xfrm>
              <a:off x="6333672" y="375503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6" name="pt906"/>
            <p:cNvSpPr/>
            <p:nvPr/>
          </p:nvSpPr>
          <p:spPr>
            <a:xfrm>
              <a:off x="3491374" y="4440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7" name="pt907"/>
            <p:cNvSpPr/>
            <p:nvPr/>
          </p:nvSpPr>
          <p:spPr>
            <a:xfrm>
              <a:off x="3639907" y="428332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8" name="pt908"/>
            <p:cNvSpPr/>
            <p:nvPr/>
          </p:nvSpPr>
          <p:spPr>
            <a:xfrm>
              <a:off x="3506217" y="414350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09" name="pt909"/>
            <p:cNvSpPr/>
            <p:nvPr/>
          </p:nvSpPr>
          <p:spPr>
            <a:xfrm>
              <a:off x="3888570" y="393588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0" name="pt910"/>
            <p:cNvSpPr/>
            <p:nvPr/>
          </p:nvSpPr>
          <p:spPr>
            <a:xfrm>
              <a:off x="4138501" y="38288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1" name="pt911"/>
            <p:cNvSpPr/>
            <p:nvPr/>
          </p:nvSpPr>
          <p:spPr>
            <a:xfrm>
              <a:off x="3516546" y="4619917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2" name="pt912"/>
            <p:cNvSpPr/>
            <p:nvPr/>
          </p:nvSpPr>
          <p:spPr>
            <a:xfrm>
              <a:off x="3982878" y="397567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3" name="pt913"/>
            <p:cNvSpPr/>
            <p:nvPr/>
          </p:nvSpPr>
          <p:spPr>
            <a:xfrm>
              <a:off x="4990245" y="36489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4" name="pt914"/>
            <p:cNvSpPr/>
            <p:nvPr/>
          </p:nvSpPr>
          <p:spPr>
            <a:xfrm>
              <a:off x="3747751" y="39189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5" name="pt915"/>
            <p:cNvSpPr/>
            <p:nvPr/>
          </p:nvSpPr>
          <p:spPr>
            <a:xfrm>
              <a:off x="3989461" y="408202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6" name="pt916"/>
            <p:cNvSpPr/>
            <p:nvPr/>
          </p:nvSpPr>
          <p:spPr>
            <a:xfrm>
              <a:off x="3661753" y="41361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7" name="pt917"/>
            <p:cNvSpPr/>
            <p:nvPr/>
          </p:nvSpPr>
          <p:spPr>
            <a:xfrm>
              <a:off x="5017049" y="377875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8" name="pt918"/>
            <p:cNvSpPr/>
            <p:nvPr/>
          </p:nvSpPr>
          <p:spPr>
            <a:xfrm>
              <a:off x="4067386" y="41244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19" name="pt919"/>
            <p:cNvSpPr/>
            <p:nvPr/>
          </p:nvSpPr>
          <p:spPr>
            <a:xfrm>
              <a:off x="5016680" y="408471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0" name="pt920"/>
            <p:cNvSpPr/>
            <p:nvPr/>
          </p:nvSpPr>
          <p:spPr>
            <a:xfrm>
              <a:off x="3548204" y="41128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1" name="pt921"/>
            <p:cNvSpPr/>
            <p:nvPr/>
          </p:nvSpPr>
          <p:spPr>
            <a:xfrm>
              <a:off x="4879701" y="35944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2" name="pt922"/>
            <p:cNvSpPr/>
            <p:nvPr/>
          </p:nvSpPr>
          <p:spPr>
            <a:xfrm>
              <a:off x="7993316" y="34718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3" name="pt923"/>
            <p:cNvSpPr/>
            <p:nvPr/>
          </p:nvSpPr>
          <p:spPr>
            <a:xfrm>
              <a:off x="2933492" y="474707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4" name="pt924"/>
            <p:cNvSpPr/>
            <p:nvPr/>
          </p:nvSpPr>
          <p:spPr>
            <a:xfrm>
              <a:off x="4449696" y="418250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5" name="pt925"/>
            <p:cNvSpPr/>
            <p:nvPr/>
          </p:nvSpPr>
          <p:spPr>
            <a:xfrm>
              <a:off x="2796606" y="450015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6" name="pt926"/>
            <p:cNvSpPr/>
            <p:nvPr/>
          </p:nvSpPr>
          <p:spPr>
            <a:xfrm>
              <a:off x="6636871" y="31725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7" name="pt927"/>
            <p:cNvSpPr/>
            <p:nvPr/>
          </p:nvSpPr>
          <p:spPr>
            <a:xfrm>
              <a:off x="5951170" y="343933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8" name="pt928"/>
            <p:cNvSpPr/>
            <p:nvPr/>
          </p:nvSpPr>
          <p:spPr>
            <a:xfrm>
              <a:off x="3283275" y="40759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9" name="pt929"/>
            <p:cNvSpPr/>
            <p:nvPr/>
          </p:nvSpPr>
          <p:spPr>
            <a:xfrm>
              <a:off x="3363158" y="419255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0" name="pt930"/>
            <p:cNvSpPr/>
            <p:nvPr/>
          </p:nvSpPr>
          <p:spPr>
            <a:xfrm>
              <a:off x="4972995" y="380843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1" name="pt931"/>
            <p:cNvSpPr/>
            <p:nvPr/>
          </p:nvSpPr>
          <p:spPr>
            <a:xfrm>
              <a:off x="4288728" y="374542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2" name="pt932"/>
            <p:cNvSpPr/>
            <p:nvPr/>
          </p:nvSpPr>
          <p:spPr>
            <a:xfrm>
              <a:off x="4226902" y="385091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3" name="pt933"/>
            <p:cNvSpPr/>
            <p:nvPr/>
          </p:nvSpPr>
          <p:spPr>
            <a:xfrm>
              <a:off x="5010711" y="343274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4" name="pt934"/>
            <p:cNvSpPr/>
            <p:nvPr/>
          </p:nvSpPr>
          <p:spPr>
            <a:xfrm>
              <a:off x="4261651" y="3598618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5" name="pt935"/>
            <p:cNvSpPr/>
            <p:nvPr/>
          </p:nvSpPr>
          <p:spPr>
            <a:xfrm>
              <a:off x="2554627" y="50159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6" name="pt936"/>
            <p:cNvSpPr/>
            <p:nvPr/>
          </p:nvSpPr>
          <p:spPr>
            <a:xfrm>
              <a:off x="2934818" y="485609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7" name="pt937"/>
            <p:cNvSpPr/>
            <p:nvPr/>
          </p:nvSpPr>
          <p:spPr>
            <a:xfrm>
              <a:off x="6844867" y="304506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8" name="pt938"/>
            <p:cNvSpPr/>
            <p:nvPr/>
          </p:nvSpPr>
          <p:spPr>
            <a:xfrm>
              <a:off x="5647058" y="3230910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9" name="pt939"/>
            <p:cNvSpPr/>
            <p:nvPr/>
          </p:nvSpPr>
          <p:spPr>
            <a:xfrm>
              <a:off x="6158917" y="309997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0" name="pt940"/>
            <p:cNvSpPr/>
            <p:nvPr/>
          </p:nvSpPr>
          <p:spPr>
            <a:xfrm>
              <a:off x="6719082" y="346691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1" name="pt941"/>
            <p:cNvSpPr/>
            <p:nvPr/>
          </p:nvSpPr>
          <p:spPr>
            <a:xfrm>
              <a:off x="4724363" y="373041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2" name="pt942"/>
            <p:cNvSpPr/>
            <p:nvPr/>
          </p:nvSpPr>
          <p:spPr>
            <a:xfrm>
              <a:off x="4532124" y="357860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3" name="pt943"/>
            <p:cNvSpPr/>
            <p:nvPr/>
          </p:nvSpPr>
          <p:spPr>
            <a:xfrm>
              <a:off x="4915568" y="387326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4" name="pt944"/>
            <p:cNvSpPr/>
            <p:nvPr/>
          </p:nvSpPr>
          <p:spPr>
            <a:xfrm>
              <a:off x="3856320" y="390878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5" name="pt945"/>
            <p:cNvSpPr/>
            <p:nvPr/>
          </p:nvSpPr>
          <p:spPr>
            <a:xfrm>
              <a:off x="3861034" y="390306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6" name="pt946"/>
            <p:cNvSpPr/>
            <p:nvPr/>
          </p:nvSpPr>
          <p:spPr>
            <a:xfrm>
              <a:off x="5592269" y="378166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7" name="pt947"/>
            <p:cNvSpPr/>
            <p:nvPr/>
          </p:nvSpPr>
          <p:spPr>
            <a:xfrm>
              <a:off x="5871724" y="3299546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8" name="pt948"/>
            <p:cNvSpPr/>
            <p:nvPr/>
          </p:nvSpPr>
          <p:spPr>
            <a:xfrm>
              <a:off x="4775852" y="3461905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49" name="pt949"/>
            <p:cNvSpPr/>
            <p:nvPr/>
          </p:nvSpPr>
          <p:spPr>
            <a:xfrm>
              <a:off x="7169781" y="3009721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0" name="pt950"/>
            <p:cNvSpPr/>
            <p:nvPr/>
          </p:nvSpPr>
          <p:spPr>
            <a:xfrm>
              <a:off x="4011295" y="385113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1" name="pt951"/>
            <p:cNvSpPr/>
            <p:nvPr/>
          </p:nvSpPr>
          <p:spPr>
            <a:xfrm>
              <a:off x="4344990" y="3962915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2" name="pt952"/>
            <p:cNvSpPr/>
            <p:nvPr/>
          </p:nvSpPr>
          <p:spPr>
            <a:xfrm>
              <a:off x="4399911" y="390456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3" name="pt953"/>
            <p:cNvSpPr/>
            <p:nvPr/>
          </p:nvSpPr>
          <p:spPr>
            <a:xfrm>
              <a:off x="4243085" y="40314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4" name="pt954"/>
            <p:cNvSpPr/>
            <p:nvPr/>
          </p:nvSpPr>
          <p:spPr>
            <a:xfrm>
              <a:off x="7989826" y="318149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5" name="pt955"/>
            <p:cNvSpPr/>
            <p:nvPr/>
          </p:nvSpPr>
          <p:spPr>
            <a:xfrm>
              <a:off x="3120299" y="4582749"/>
              <a:ext cx="52362" cy="52362"/>
            </a:xfrm>
            <a:prstGeom prst="ellipse">
              <a:avLst/>
            </a:prstGeom>
            <a:solidFill>
              <a:srgbClr val="E31A1C">
                <a:alpha val="60000"/>
              </a:srgbClr>
            </a:solidFill>
            <a:ln w="9000" cap="rnd">
              <a:solidFill>
                <a:srgbClr val="E31A1C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6" name="pt956"/>
            <p:cNvSpPr/>
            <p:nvPr/>
          </p:nvSpPr>
          <p:spPr>
            <a:xfrm>
              <a:off x="3611603" y="388997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7" name="pt957"/>
            <p:cNvSpPr/>
            <p:nvPr/>
          </p:nvSpPr>
          <p:spPr>
            <a:xfrm>
              <a:off x="6950086" y="381222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8" name="pt958"/>
            <p:cNvSpPr/>
            <p:nvPr/>
          </p:nvSpPr>
          <p:spPr>
            <a:xfrm>
              <a:off x="3832859" y="371396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59" name="pt959"/>
            <p:cNvSpPr/>
            <p:nvPr/>
          </p:nvSpPr>
          <p:spPr>
            <a:xfrm>
              <a:off x="7485681" y="3022688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0" name="pt960"/>
            <p:cNvSpPr/>
            <p:nvPr/>
          </p:nvSpPr>
          <p:spPr>
            <a:xfrm>
              <a:off x="4846030" y="4075273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1" name="pt961"/>
            <p:cNvSpPr/>
            <p:nvPr/>
          </p:nvSpPr>
          <p:spPr>
            <a:xfrm>
              <a:off x="5321852" y="3795774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2" name="pt962"/>
            <p:cNvSpPr/>
            <p:nvPr/>
          </p:nvSpPr>
          <p:spPr>
            <a:xfrm>
              <a:off x="6329442" y="3667917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3" name="pt963"/>
            <p:cNvSpPr/>
            <p:nvPr/>
          </p:nvSpPr>
          <p:spPr>
            <a:xfrm>
              <a:off x="5096619" y="3864722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4" name="pt964"/>
            <p:cNvSpPr/>
            <p:nvPr/>
          </p:nvSpPr>
          <p:spPr>
            <a:xfrm>
              <a:off x="3084621" y="4336269"/>
              <a:ext cx="52362" cy="52362"/>
            </a:xfrm>
            <a:prstGeom prst="ellipse">
              <a:avLst/>
            </a:prstGeom>
            <a:solidFill>
              <a:srgbClr val="999999">
                <a:alpha val="60000"/>
              </a:srgbClr>
            </a:solidFill>
            <a:ln w="9000" cap="rnd">
              <a:solidFill>
                <a:srgbClr val="999999">
                  <a:alpha val="6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5" name="pg965"/>
            <p:cNvSpPr/>
            <p:nvPr/>
          </p:nvSpPr>
          <p:spPr>
            <a:xfrm>
              <a:off x="1985667" y="2846459"/>
              <a:ext cx="6631543" cy="1881288"/>
            </a:xfrm>
            <a:custGeom>
              <a:avLst/>
              <a:pathLst>
                <a:path w="6631543" h="1881288">
                  <a:moveTo>
                    <a:pt x="0" y="1789582"/>
                  </a:moveTo>
                  <a:lnTo>
                    <a:pt x="162925" y="1748365"/>
                  </a:lnTo>
                  <a:lnTo>
                    <a:pt x="325851" y="1707120"/>
                  </a:lnTo>
                  <a:lnTo>
                    <a:pt x="488776" y="1665841"/>
                  </a:lnTo>
                  <a:lnTo>
                    <a:pt x="651702" y="1624523"/>
                  </a:lnTo>
                  <a:lnTo>
                    <a:pt x="814628" y="1583158"/>
                  </a:lnTo>
                  <a:lnTo>
                    <a:pt x="977553" y="1541736"/>
                  </a:lnTo>
                  <a:lnTo>
                    <a:pt x="1140479" y="1500247"/>
                  </a:lnTo>
                  <a:lnTo>
                    <a:pt x="1303404" y="1458676"/>
                  </a:lnTo>
                  <a:lnTo>
                    <a:pt x="1466330" y="1417006"/>
                  </a:lnTo>
                  <a:lnTo>
                    <a:pt x="1629256" y="1375213"/>
                  </a:lnTo>
                  <a:lnTo>
                    <a:pt x="1792181" y="1333273"/>
                  </a:lnTo>
                  <a:lnTo>
                    <a:pt x="1955107" y="1291152"/>
                  </a:lnTo>
                  <a:lnTo>
                    <a:pt x="2118033" y="1248816"/>
                  </a:lnTo>
                  <a:lnTo>
                    <a:pt x="2280958" y="1206226"/>
                  </a:lnTo>
                  <a:lnTo>
                    <a:pt x="2443884" y="1163347"/>
                  </a:lnTo>
                  <a:lnTo>
                    <a:pt x="2606809" y="1120149"/>
                  </a:lnTo>
                  <a:lnTo>
                    <a:pt x="2769735" y="1076618"/>
                  </a:lnTo>
                  <a:lnTo>
                    <a:pt x="2932661" y="1032753"/>
                  </a:lnTo>
                  <a:lnTo>
                    <a:pt x="3095586" y="988574"/>
                  </a:lnTo>
                  <a:lnTo>
                    <a:pt x="3258512" y="944109"/>
                  </a:lnTo>
                  <a:lnTo>
                    <a:pt x="3421438" y="899395"/>
                  </a:lnTo>
                  <a:lnTo>
                    <a:pt x="3584363" y="854471"/>
                  </a:lnTo>
                  <a:lnTo>
                    <a:pt x="3747289" y="809370"/>
                  </a:lnTo>
                  <a:lnTo>
                    <a:pt x="3910214" y="764126"/>
                  </a:lnTo>
                  <a:lnTo>
                    <a:pt x="4073140" y="718762"/>
                  </a:lnTo>
                  <a:lnTo>
                    <a:pt x="4236066" y="673301"/>
                  </a:lnTo>
                  <a:lnTo>
                    <a:pt x="4398991" y="627760"/>
                  </a:lnTo>
                  <a:lnTo>
                    <a:pt x="4561917" y="582153"/>
                  </a:lnTo>
                  <a:lnTo>
                    <a:pt x="4724843" y="536492"/>
                  </a:lnTo>
                  <a:lnTo>
                    <a:pt x="4887768" y="490784"/>
                  </a:lnTo>
                  <a:lnTo>
                    <a:pt x="5050694" y="445037"/>
                  </a:lnTo>
                  <a:lnTo>
                    <a:pt x="5213619" y="399258"/>
                  </a:lnTo>
                  <a:lnTo>
                    <a:pt x="5376545" y="353452"/>
                  </a:lnTo>
                  <a:lnTo>
                    <a:pt x="5539471" y="307621"/>
                  </a:lnTo>
                  <a:lnTo>
                    <a:pt x="5702396" y="261769"/>
                  </a:lnTo>
                  <a:lnTo>
                    <a:pt x="5865322" y="215900"/>
                  </a:lnTo>
                  <a:lnTo>
                    <a:pt x="6028248" y="170015"/>
                  </a:lnTo>
                  <a:lnTo>
                    <a:pt x="6191173" y="124116"/>
                  </a:lnTo>
                  <a:lnTo>
                    <a:pt x="6354099" y="78205"/>
                  </a:lnTo>
                  <a:lnTo>
                    <a:pt x="6517024" y="32284"/>
                  </a:lnTo>
                  <a:lnTo>
                    <a:pt x="6631543" y="0"/>
                  </a:lnTo>
                  <a:lnTo>
                    <a:pt x="6631543" y="128884"/>
                  </a:lnTo>
                  <a:lnTo>
                    <a:pt x="6517024" y="157765"/>
                  </a:lnTo>
                  <a:lnTo>
                    <a:pt x="6354099" y="198864"/>
                  </a:lnTo>
                  <a:lnTo>
                    <a:pt x="6191173" y="239974"/>
                  </a:lnTo>
                  <a:lnTo>
                    <a:pt x="6028248" y="281096"/>
                  </a:lnTo>
                  <a:lnTo>
                    <a:pt x="5865322" y="322231"/>
                  </a:lnTo>
                  <a:lnTo>
                    <a:pt x="5702396" y="363383"/>
                  </a:lnTo>
                  <a:lnTo>
                    <a:pt x="5539471" y="404552"/>
                  </a:lnTo>
                  <a:lnTo>
                    <a:pt x="5376545" y="445741"/>
                  </a:lnTo>
                  <a:lnTo>
                    <a:pt x="5213619" y="486955"/>
                  </a:lnTo>
                  <a:lnTo>
                    <a:pt x="5050694" y="528196"/>
                  </a:lnTo>
                  <a:lnTo>
                    <a:pt x="4887768" y="569471"/>
                  </a:lnTo>
                  <a:lnTo>
                    <a:pt x="4724843" y="610783"/>
                  </a:lnTo>
                  <a:lnTo>
                    <a:pt x="4561917" y="652142"/>
                  </a:lnTo>
                  <a:lnTo>
                    <a:pt x="4398991" y="693556"/>
                  </a:lnTo>
                  <a:lnTo>
                    <a:pt x="4236066" y="735035"/>
                  </a:lnTo>
                  <a:lnTo>
                    <a:pt x="4073140" y="776595"/>
                  </a:lnTo>
                  <a:lnTo>
                    <a:pt x="3910214" y="818252"/>
                  </a:lnTo>
                  <a:lnTo>
                    <a:pt x="3747289" y="860028"/>
                  </a:lnTo>
                  <a:lnTo>
                    <a:pt x="3584363" y="901948"/>
                  </a:lnTo>
                  <a:lnTo>
                    <a:pt x="3421438" y="944044"/>
                  </a:lnTo>
                  <a:lnTo>
                    <a:pt x="3258512" y="986351"/>
                  </a:lnTo>
                  <a:lnTo>
                    <a:pt x="3095586" y="1028907"/>
                  </a:lnTo>
                  <a:lnTo>
                    <a:pt x="2932661" y="1071748"/>
                  </a:lnTo>
                  <a:lnTo>
                    <a:pt x="2769735" y="1114904"/>
                  </a:lnTo>
                  <a:lnTo>
                    <a:pt x="2606809" y="1158393"/>
                  </a:lnTo>
                  <a:lnTo>
                    <a:pt x="2443884" y="1202216"/>
                  </a:lnTo>
                  <a:lnTo>
                    <a:pt x="2280958" y="1246357"/>
                  </a:lnTo>
                  <a:lnTo>
                    <a:pt x="2118033" y="1290788"/>
                  </a:lnTo>
                  <a:lnTo>
                    <a:pt x="1955107" y="1335472"/>
                  </a:lnTo>
                  <a:lnTo>
                    <a:pt x="1792181" y="1380372"/>
                  </a:lnTo>
                  <a:lnTo>
                    <a:pt x="1629256" y="1425452"/>
                  </a:lnTo>
                  <a:lnTo>
                    <a:pt x="1466330" y="1470680"/>
                  </a:lnTo>
                  <a:lnTo>
                    <a:pt x="1303404" y="1516030"/>
                  </a:lnTo>
                  <a:lnTo>
                    <a:pt x="1140479" y="1561479"/>
                  </a:lnTo>
                  <a:lnTo>
                    <a:pt x="977553" y="1607011"/>
                  </a:lnTo>
                  <a:lnTo>
                    <a:pt x="814628" y="1652610"/>
                  </a:lnTo>
                  <a:lnTo>
                    <a:pt x="651702" y="1698265"/>
                  </a:lnTo>
                  <a:lnTo>
                    <a:pt x="488776" y="1743968"/>
                  </a:lnTo>
                  <a:lnTo>
                    <a:pt x="325851" y="1789710"/>
                  </a:lnTo>
                  <a:lnTo>
                    <a:pt x="162925" y="1835485"/>
                  </a:lnTo>
                  <a:lnTo>
                    <a:pt x="0" y="1881288"/>
                  </a:lnTo>
                  <a:close/>
                </a:path>
              </a:pathLst>
            </a:custGeom>
            <a:solidFill>
              <a:srgbClr val="999999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66" name="pl966"/>
            <p:cNvSpPr/>
            <p:nvPr/>
          </p:nvSpPr>
          <p:spPr>
            <a:xfrm>
              <a:off x="1985667" y="2846459"/>
              <a:ext cx="6631543" cy="1789582"/>
            </a:xfrm>
            <a:custGeom>
              <a:avLst/>
              <a:pathLst>
                <a:path w="6631543" h="1789582">
                  <a:moveTo>
                    <a:pt x="0" y="1789582"/>
                  </a:moveTo>
                  <a:lnTo>
                    <a:pt x="162925" y="1748365"/>
                  </a:lnTo>
                  <a:lnTo>
                    <a:pt x="325851" y="1707120"/>
                  </a:lnTo>
                  <a:lnTo>
                    <a:pt x="488776" y="1665841"/>
                  </a:lnTo>
                  <a:lnTo>
                    <a:pt x="651702" y="1624523"/>
                  </a:lnTo>
                  <a:lnTo>
                    <a:pt x="814628" y="1583158"/>
                  </a:lnTo>
                  <a:lnTo>
                    <a:pt x="977553" y="1541736"/>
                  </a:lnTo>
                  <a:lnTo>
                    <a:pt x="1140479" y="1500247"/>
                  </a:lnTo>
                  <a:lnTo>
                    <a:pt x="1303404" y="1458676"/>
                  </a:lnTo>
                  <a:lnTo>
                    <a:pt x="1466330" y="1417006"/>
                  </a:lnTo>
                  <a:lnTo>
                    <a:pt x="1629256" y="1375213"/>
                  </a:lnTo>
                  <a:lnTo>
                    <a:pt x="1792181" y="1333273"/>
                  </a:lnTo>
                  <a:lnTo>
                    <a:pt x="1955107" y="1291152"/>
                  </a:lnTo>
                  <a:lnTo>
                    <a:pt x="2118033" y="1248816"/>
                  </a:lnTo>
                  <a:lnTo>
                    <a:pt x="2280958" y="1206226"/>
                  </a:lnTo>
                  <a:lnTo>
                    <a:pt x="2443884" y="1163347"/>
                  </a:lnTo>
                  <a:lnTo>
                    <a:pt x="2606809" y="1120149"/>
                  </a:lnTo>
                  <a:lnTo>
                    <a:pt x="2769735" y="1076618"/>
                  </a:lnTo>
                  <a:lnTo>
                    <a:pt x="2932661" y="1032753"/>
                  </a:lnTo>
                  <a:lnTo>
                    <a:pt x="3095586" y="988574"/>
                  </a:lnTo>
                  <a:lnTo>
                    <a:pt x="3258512" y="944109"/>
                  </a:lnTo>
                  <a:lnTo>
                    <a:pt x="3421438" y="899395"/>
                  </a:lnTo>
                  <a:lnTo>
                    <a:pt x="3584363" y="854471"/>
                  </a:lnTo>
                  <a:lnTo>
                    <a:pt x="3747289" y="809370"/>
                  </a:lnTo>
                  <a:lnTo>
                    <a:pt x="3910214" y="764126"/>
                  </a:lnTo>
                  <a:lnTo>
                    <a:pt x="4073140" y="718762"/>
                  </a:lnTo>
                  <a:lnTo>
                    <a:pt x="4236066" y="673301"/>
                  </a:lnTo>
                  <a:lnTo>
                    <a:pt x="4398991" y="627760"/>
                  </a:lnTo>
                  <a:lnTo>
                    <a:pt x="4561917" y="582153"/>
                  </a:lnTo>
                  <a:lnTo>
                    <a:pt x="4724843" y="536492"/>
                  </a:lnTo>
                  <a:lnTo>
                    <a:pt x="4887768" y="490784"/>
                  </a:lnTo>
                  <a:lnTo>
                    <a:pt x="5050694" y="445037"/>
                  </a:lnTo>
                  <a:lnTo>
                    <a:pt x="5213619" y="399258"/>
                  </a:lnTo>
                  <a:lnTo>
                    <a:pt x="5376545" y="353452"/>
                  </a:lnTo>
                  <a:lnTo>
                    <a:pt x="5539471" y="307621"/>
                  </a:lnTo>
                  <a:lnTo>
                    <a:pt x="5702396" y="261769"/>
                  </a:lnTo>
                  <a:lnTo>
                    <a:pt x="5865322" y="215900"/>
                  </a:lnTo>
                  <a:lnTo>
                    <a:pt x="6028248" y="170015"/>
                  </a:lnTo>
                  <a:lnTo>
                    <a:pt x="6191173" y="124116"/>
                  </a:lnTo>
                  <a:lnTo>
                    <a:pt x="6354099" y="78205"/>
                  </a:lnTo>
                  <a:lnTo>
                    <a:pt x="6517024" y="32284"/>
                  </a:lnTo>
                  <a:lnTo>
                    <a:pt x="6631543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7" name="pl967"/>
            <p:cNvSpPr/>
            <p:nvPr/>
          </p:nvSpPr>
          <p:spPr>
            <a:xfrm>
              <a:off x="1985667" y="2975343"/>
              <a:ext cx="6631543" cy="1752404"/>
            </a:xfrm>
            <a:custGeom>
              <a:avLst/>
              <a:pathLst>
                <a:path w="6631543" h="1752404">
                  <a:moveTo>
                    <a:pt x="6631543" y="0"/>
                  </a:moveTo>
                  <a:lnTo>
                    <a:pt x="6517024" y="28881"/>
                  </a:lnTo>
                  <a:lnTo>
                    <a:pt x="6354099" y="69980"/>
                  </a:lnTo>
                  <a:lnTo>
                    <a:pt x="6191173" y="111090"/>
                  </a:lnTo>
                  <a:lnTo>
                    <a:pt x="6028248" y="152212"/>
                  </a:lnTo>
                  <a:lnTo>
                    <a:pt x="5865322" y="193347"/>
                  </a:lnTo>
                  <a:lnTo>
                    <a:pt x="5702396" y="234498"/>
                  </a:lnTo>
                  <a:lnTo>
                    <a:pt x="5539471" y="275667"/>
                  </a:lnTo>
                  <a:lnTo>
                    <a:pt x="5376545" y="316857"/>
                  </a:lnTo>
                  <a:lnTo>
                    <a:pt x="5213619" y="358071"/>
                  </a:lnTo>
                  <a:lnTo>
                    <a:pt x="5050694" y="399312"/>
                  </a:lnTo>
                  <a:lnTo>
                    <a:pt x="4887768" y="440586"/>
                  </a:lnTo>
                  <a:lnTo>
                    <a:pt x="4724843" y="481899"/>
                  </a:lnTo>
                  <a:lnTo>
                    <a:pt x="4561917" y="523258"/>
                  </a:lnTo>
                  <a:lnTo>
                    <a:pt x="4398991" y="564671"/>
                  </a:lnTo>
                  <a:lnTo>
                    <a:pt x="4236066" y="606151"/>
                  </a:lnTo>
                  <a:lnTo>
                    <a:pt x="4073140" y="647711"/>
                  </a:lnTo>
                  <a:lnTo>
                    <a:pt x="3910214" y="689368"/>
                  </a:lnTo>
                  <a:lnTo>
                    <a:pt x="3747289" y="731143"/>
                  </a:lnTo>
                  <a:lnTo>
                    <a:pt x="3584363" y="773064"/>
                  </a:lnTo>
                  <a:lnTo>
                    <a:pt x="3421438" y="815160"/>
                  </a:lnTo>
                  <a:lnTo>
                    <a:pt x="3258512" y="857467"/>
                  </a:lnTo>
                  <a:lnTo>
                    <a:pt x="3095586" y="900022"/>
                  </a:lnTo>
                  <a:lnTo>
                    <a:pt x="2932661" y="942863"/>
                  </a:lnTo>
                  <a:lnTo>
                    <a:pt x="2769735" y="986019"/>
                  </a:lnTo>
                  <a:lnTo>
                    <a:pt x="2606809" y="1029508"/>
                  </a:lnTo>
                  <a:lnTo>
                    <a:pt x="2443884" y="1073331"/>
                  </a:lnTo>
                  <a:lnTo>
                    <a:pt x="2280958" y="1117473"/>
                  </a:lnTo>
                  <a:lnTo>
                    <a:pt x="2118033" y="1161903"/>
                  </a:lnTo>
                  <a:lnTo>
                    <a:pt x="1955107" y="1206588"/>
                  </a:lnTo>
                  <a:lnTo>
                    <a:pt x="1792181" y="1251487"/>
                  </a:lnTo>
                  <a:lnTo>
                    <a:pt x="1629256" y="1296567"/>
                  </a:lnTo>
                  <a:lnTo>
                    <a:pt x="1466330" y="1341795"/>
                  </a:lnTo>
                  <a:lnTo>
                    <a:pt x="1303404" y="1387145"/>
                  </a:lnTo>
                  <a:lnTo>
                    <a:pt x="1140479" y="1432595"/>
                  </a:lnTo>
                  <a:lnTo>
                    <a:pt x="977553" y="1478126"/>
                  </a:lnTo>
                  <a:lnTo>
                    <a:pt x="814628" y="1523726"/>
                  </a:lnTo>
                  <a:lnTo>
                    <a:pt x="651702" y="1569381"/>
                  </a:lnTo>
                  <a:lnTo>
                    <a:pt x="488776" y="1615083"/>
                  </a:lnTo>
                  <a:lnTo>
                    <a:pt x="325851" y="1660825"/>
                  </a:lnTo>
                  <a:lnTo>
                    <a:pt x="162925" y="1706600"/>
                  </a:lnTo>
                  <a:lnTo>
                    <a:pt x="0" y="1752404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68" name="pl968"/>
            <p:cNvSpPr/>
            <p:nvPr/>
          </p:nvSpPr>
          <p:spPr>
            <a:xfrm>
              <a:off x="1985667" y="2910901"/>
              <a:ext cx="6631543" cy="1770993"/>
            </a:xfrm>
            <a:custGeom>
              <a:avLst/>
              <a:pathLst>
                <a:path w="6631543" h="1770993">
                  <a:moveTo>
                    <a:pt x="0" y="1770993"/>
                  </a:moveTo>
                  <a:lnTo>
                    <a:pt x="162925" y="1727483"/>
                  </a:lnTo>
                  <a:lnTo>
                    <a:pt x="325851" y="1683972"/>
                  </a:lnTo>
                  <a:lnTo>
                    <a:pt x="488776" y="1640462"/>
                  </a:lnTo>
                  <a:lnTo>
                    <a:pt x="651702" y="1596952"/>
                  </a:lnTo>
                  <a:lnTo>
                    <a:pt x="814628" y="1553442"/>
                  </a:lnTo>
                  <a:lnTo>
                    <a:pt x="977553" y="1509931"/>
                  </a:lnTo>
                  <a:lnTo>
                    <a:pt x="1140479" y="1466421"/>
                  </a:lnTo>
                  <a:lnTo>
                    <a:pt x="1303404" y="1422911"/>
                  </a:lnTo>
                  <a:lnTo>
                    <a:pt x="1466330" y="1379401"/>
                  </a:lnTo>
                  <a:lnTo>
                    <a:pt x="1629256" y="1335890"/>
                  </a:lnTo>
                  <a:lnTo>
                    <a:pt x="1792181" y="1292380"/>
                  </a:lnTo>
                  <a:lnTo>
                    <a:pt x="1955107" y="1248870"/>
                  </a:lnTo>
                  <a:lnTo>
                    <a:pt x="2118033" y="1205360"/>
                  </a:lnTo>
                  <a:lnTo>
                    <a:pt x="2280958" y="1161849"/>
                  </a:lnTo>
                  <a:lnTo>
                    <a:pt x="2443884" y="1118339"/>
                  </a:lnTo>
                  <a:lnTo>
                    <a:pt x="2606809" y="1074829"/>
                  </a:lnTo>
                  <a:lnTo>
                    <a:pt x="2769735" y="1031318"/>
                  </a:lnTo>
                  <a:lnTo>
                    <a:pt x="2932661" y="987808"/>
                  </a:lnTo>
                  <a:lnTo>
                    <a:pt x="3095586" y="944298"/>
                  </a:lnTo>
                  <a:lnTo>
                    <a:pt x="3258512" y="900788"/>
                  </a:lnTo>
                  <a:lnTo>
                    <a:pt x="3421438" y="857277"/>
                  </a:lnTo>
                  <a:lnTo>
                    <a:pt x="3584363" y="813767"/>
                  </a:lnTo>
                  <a:lnTo>
                    <a:pt x="3747289" y="770257"/>
                  </a:lnTo>
                  <a:lnTo>
                    <a:pt x="3910214" y="726747"/>
                  </a:lnTo>
                  <a:lnTo>
                    <a:pt x="4073140" y="683236"/>
                  </a:lnTo>
                  <a:lnTo>
                    <a:pt x="4236066" y="639726"/>
                  </a:lnTo>
                  <a:lnTo>
                    <a:pt x="4398991" y="596216"/>
                  </a:lnTo>
                  <a:lnTo>
                    <a:pt x="4561917" y="552706"/>
                  </a:lnTo>
                  <a:lnTo>
                    <a:pt x="4724843" y="509195"/>
                  </a:lnTo>
                  <a:lnTo>
                    <a:pt x="4887768" y="465685"/>
                  </a:lnTo>
                  <a:lnTo>
                    <a:pt x="5050694" y="422175"/>
                  </a:lnTo>
                  <a:lnTo>
                    <a:pt x="5213619" y="378665"/>
                  </a:lnTo>
                  <a:lnTo>
                    <a:pt x="5376545" y="335154"/>
                  </a:lnTo>
                  <a:lnTo>
                    <a:pt x="5539471" y="291644"/>
                  </a:lnTo>
                  <a:lnTo>
                    <a:pt x="5702396" y="248134"/>
                  </a:lnTo>
                  <a:lnTo>
                    <a:pt x="5865322" y="204623"/>
                  </a:lnTo>
                  <a:lnTo>
                    <a:pt x="6028248" y="161113"/>
                  </a:lnTo>
                  <a:lnTo>
                    <a:pt x="6191173" y="117603"/>
                  </a:lnTo>
                  <a:lnTo>
                    <a:pt x="6354099" y="74093"/>
                  </a:lnTo>
                  <a:lnTo>
                    <a:pt x="6517024" y="30582"/>
                  </a:lnTo>
                  <a:lnTo>
                    <a:pt x="6631543" y="0"/>
                  </a:lnTo>
                </a:path>
              </a:pathLst>
            </a:custGeom>
            <a:ln w="27101" cap="flat">
              <a:solidFill>
                <a:srgbClr val="999999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69" name="pg969"/>
            <p:cNvSpPr/>
            <p:nvPr/>
          </p:nvSpPr>
          <p:spPr>
            <a:xfrm>
              <a:off x="2171462" y="3392835"/>
              <a:ext cx="3326594" cy="1592610"/>
            </a:xfrm>
            <a:custGeom>
              <a:avLst/>
              <a:pathLst>
                <a:path w="3326594" h="1592610">
                  <a:moveTo>
                    <a:pt x="0" y="1453054"/>
                  </a:moveTo>
                  <a:lnTo>
                    <a:pt x="42108" y="1436885"/>
                  </a:lnTo>
                  <a:lnTo>
                    <a:pt x="84217" y="1420705"/>
                  </a:lnTo>
                  <a:lnTo>
                    <a:pt x="126326" y="1404511"/>
                  </a:lnTo>
                  <a:lnTo>
                    <a:pt x="168435" y="1388304"/>
                  </a:lnTo>
                  <a:lnTo>
                    <a:pt x="210543" y="1372082"/>
                  </a:lnTo>
                  <a:lnTo>
                    <a:pt x="252652" y="1355844"/>
                  </a:lnTo>
                  <a:lnTo>
                    <a:pt x="294761" y="1339588"/>
                  </a:lnTo>
                  <a:lnTo>
                    <a:pt x="336870" y="1323313"/>
                  </a:lnTo>
                  <a:lnTo>
                    <a:pt x="378979" y="1307016"/>
                  </a:lnTo>
                  <a:lnTo>
                    <a:pt x="421087" y="1290696"/>
                  </a:lnTo>
                  <a:lnTo>
                    <a:pt x="463196" y="1274351"/>
                  </a:lnTo>
                  <a:lnTo>
                    <a:pt x="505305" y="1257977"/>
                  </a:lnTo>
                  <a:lnTo>
                    <a:pt x="547414" y="1241572"/>
                  </a:lnTo>
                  <a:lnTo>
                    <a:pt x="589523" y="1225132"/>
                  </a:lnTo>
                  <a:lnTo>
                    <a:pt x="631631" y="1208654"/>
                  </a:lnTo>
                  <a:lnTo>
                    <a:pt x="673740" y="1192135"/>
                  </a:lnTo>
                  <a:lnTo>
                    <a:pt x="715849" y="1175569"/>
                  </a:lnTo>
                  <a:lnTo>
                    <a:pt x="757958" y="1158951"/>
                  </a:lnTo>
                  <a:lnTo>
                    <a:pt x="800067" y="1142276"/>
                  </a:lnTo>
                  <a:lnTo>
                    <a:pt x="842175" y="1125538"/>
                  </a:lnTo>
                  <a:lnTo>
                    <a:pt x="884284" y="1108731"/>
                  </a:lnTo>
                  <a:lnTo>
                    <a:pt x="926393" y="1091846"/>
                  </a:lnTo>
                  <a:lnTo>
                    <a:pt x="968502" y="1074878"/>
                  </a:lnTo>
                  <a:lnTo>
                    <a:pt x="1010611" y="1057818"/>
                  </a:lnTo>
                  <a:lnTo>
                    <a:pt x="1052719" y="1040657"/>
                  </a:lnTo>
                  <a:lnTo>
                    <a:pt x="1094828" y="1023389"/>
                  </a:lnTo>
                  <a:lnTo>
                    <a:pt x="1136937" y="1006005"/>
                  </a:lnTo>
                  <a:lnTo>
                    <a:pt x="1179046" y="988499"/>
                  </a:lnTo>
                  <a:lnTo>
                    <a:pt x="1221155" y="970865"/>
                  </a:lnTo>
                  <a:lnTo>
                    <a:pt x="1263263" y="953097"/>
                  </a:lnTo>
                  <a:lnTo>
                    <a:pt x="1305372" y="935194"/>
                  </a:lnTo>
                  <a:lnTo>
                    <a:pt x="1347481" y="917154"/>
                  </a:lnTo>
                  <a:lnTo>
                    <a:pt x="1389590" y="898977"/>
                  </a:lnTo>
                  <a:lnTo>
                    <a:pt x="1431698" y="880666"/>
                  </a:lnTo>
                  <a:lnTo>
                    <a:pt x="1473807" y="862225"/>
                  </a:lnTo>
                  <a:lnTo>
                    <a:pt x="1515916" y="843659"/>
                  </a:lnTo>
                  <a:lnTo>
                    <a:pt x="1558025" y="824976"/>
                  </a:lnTo>
                  <a:lnTo>
                    <a:pt x="1600134" y="806183"/>
                  </a:lnTo>
                  <a:lnTo>
                    <a:pt x="1642242" y="787287"/>
                  </a:lnTo>
                  <a:lnTo>
                    <a:pt x="1684351" y="768297"/>
                  </a:lnTo>
                  <a:lnTo>
                    <a:pt x="1726460" y="749220"/>
                  </a:lnTo>
                  <a:lnTo>
                    <a:pt x="1768569" y="730064"/>
                  </a:lnTo>
                  <a:lnTo>
                    <a:pt x="1810678" y="710836"/>
                  </a:lnTo>
                  <a:lnTo>
                    <a:pt x="1852786" y="691543"/>
                  </a:lnTo>
                  <a:lnTo>
                    <a:pt x="1894895" y="672191"/>
                  </a:lnTo>
                  <a:lnTo>
                    <a:pt x="1937004" y="652786"/>
                  </a:lnTo>
                  <a:lnTo>
                    <a:pt x="1979113" y="633333"/>
                  </a:lnTo>
                  <a:lnTo>
                    <a:pt x="2021222" y="613836"/>
                  </a:lnTo>
                  <a:lnTo>
                    <a:pt x="2063330" y="594300"/>
                  </a:lnTo>
                  <a:lnTo>
                    <a:pt x="2105439" y="574729"/>
                  </a:lnTo>
                  <a:lnTo>
                    <a:pt x="2147548" y="555125"/>
                  </a:lnTo>
                  <a:lnTo>
                    <a:pt x="2189657" y="535492"/>
                  </a:lnTo>
                  <a:lnTo>
                    <a:pt x="2231766" y="515833"/>
                  </a:lnTo>
                  <a:lnTo>
                    <a:pt x="2273874" y="496150"/>
                  </a:lnTo>
                  <a:lnTo>
                    <a:pt x="2315983" y="476444"/>
                  </a:lnTo>
                  <a:lnTo>
                    <a:pt x="2358092" y="456719"/>
                  </a:lnTo>
                  <a:lnTo>
                    <a:pt x="2400201" y="436976"/>
                  </a:lnTo>
                  <a:lnTo>
                    <a:pt x="2442310" y="417216"/>
                  </a:lnTo>
                  <a:lnTo>
                    <a:pt x="2484418" y="397440"/>
                  </a:lnTo>
                  <a:lnTo>
                    <a:pt x="2526527" y="377651"/>
                  </a:lnTo>
                  <a:lnTo>
                    <a:pt x="2568636" y="357848"/>
                  </a:lnTo>
                  <a:lnTo>
                    <a:pt x="2610745" y="338034"/>
                  </a:lnTo>
                  <a:lnTo>
                    <a:pt x="2652854" y="318208"/>
                  </a:lnTo>
                  <a:lnTo>
                    <a:pt x="2694962" y="298372"/>
                  </a:lnTo>
                  <a:lnTo>
                    <a:pt x="2737071" y="278527"/>
                  </a:lnTo>
                  <a:lnTo>
                    <a:pt x="2779180" y="258674"/>
                  </a:lnTo>
                  <a:lnTo>
                    <a:pt x="2821289" y="238812"/>
                  </a:lnTo>
                  <a:lnTo>
                    <a:pt x="2863397" y="218942"/>
                  </a:lnTo>
                  <a:lnTo>
                    <a:pt x="2905506" y="199065"/>
                  </a:lnTo>
                  <a:lnTo>
                    <a:pt x="2947615" y="179182"/>
                  </a:lnTo>
                  <a:lnTo>
                    <a:pt x="2989724" y="159293"/>
                  </a:lnTo>
                  <a:lnTo>
                    <a:pt x="3031833" y="139398"/>
                  </a:lnTo>
                  <a:lnTo>
                    <a:pt x="3073941" y="119498"/>
                  </a:lnTo>
                  <a:lnTo>
                    <a:pt x="3116050" y="99592"/>
                  </a:lnTo>
                  <a:lnTo>
                    <a:pt x="3158159" y="79682"/>
                  </a:lnTo>
                  <a:lnTo>
                    <a:pt x="3200268" y="59767"/>
                  </a:lnTo>
                  <a:lnTo>
                    <a:pt x="3242377" y="39849"/>
                  </a:lnTo>
                  <a:lnTo>
                    <a:pt x="3284485" y="19926"/>
                  </a:lnTo>
                  <a:lnTo>
                    <a:pt x="3326594" y="0"/>
                  </a:lnTo>
                  <a:lnTo>
                    <a:pt x="3326594" y="202685"/>
                  </a:lnTo>
                  <a:lnTo>
                    <a:pt x="3284485" y="218745"/>
                  </a:lnTo>
                  <a:lnTo>
                    <a:pt x="3242377" y="234810"/>
                  </a:lnTo>
                  <a:lnTo>
                    <a:pt x="3200268" y="250878"/>
                  </a:lnTo>
                  <a:lnTo>
                    <a:pt x="3158159" y="266950"/>
                  </a:lnTo>
                  <a:lnTo>
                    <a:pt x="3116050" y="283027"/>
                  </a:lnTo>
                  <a:lnTo>
                    <a:pt x="3073941" y="299109"/>
                  </a:lnTo>
                  <a:lnTo>
                    <a:pt x="3031833" y="315196"/>
                  </a:lnTo>
                  <a:lnTo>
                    <a:pt x="2989724" y="331288"/>
                  </a:lnTo>
                  <a:lnTo>
                    <a:pt x="2947615" y="347386"/>
                  </a:lnTo>
                  <a:lnTo>
                    <a:pt x="2905506" y="363490"/>
                  </a:lnTo>
                  <a:lnTo>
                    <a:pt x="2863397" y="379600"/>
                  </a:lnTo>
                  <a:lnTo>
                    <a:pt x="2821289" y="395718"/>
                  </a:lnTo>
                  <a:lnTo>
                    <a:pt x="2779180" y="411843"/>
                  </a:lnTo>
                  <a:lnTo>
                    <a:pt x="2737071" y="427976"/>
                  </a:lnTo>
                  <a:lnTo>
                    <a:pt x="2694962" y="444118"/>
                  </a:lnTo>
                  <a:lnTo>
                    <a:pt x="2652854" y="460269"/>
                  </a:lnTo>
                  <a:lnTo>
                    <a:pt x="2610745" y="476431"/>
                  </a:lnTo>
                  <a:lnTo>
                    <a:pt x="2568636" y="492604"/>
                  </a:lnTo>
                  <a:lnTo>
                    <a:pt x="2526527" y="508788"/>
                  </a:lnTo>
                  <a:lnTo>
                    <a:pt x="2484418" y="524986"/>
                  </a:lnTo>
                  <a:lnTo>
                    <a:pt x="2442310" y="541197"/>
                  </a:lnTo>
                  <a:lnTo>
                    <a:pt x="2400201" y="557424"/>
                  </a:lnTo>
                  <a:lnTo>
                    <a:pt x="2358092" y="573668"/>
                  </a:lnTo>
                  <a:lnTo>
                    <a:pt x="2315983" y="589930"/>
                  </a:lnTo>
                  <a:lnTo>
                    <a:pt x="2273874" y="606212"/>
                  </a:lnTo>
                  <a:lnTo>
                    <a:pt x="2231766" y="622516"/>
                  </a:lnTo>
                  <a:lnTo>
                    <a:pt x="2189657" y="638843"/>
                  </a:lnTo>
                  <a:lnTo>
                    <a:pt x="2147548" y="655198"/>
                  </a:lnTo>
                  <a:lnTo>
                    <a:pt x="2105439" y="671581"/>
                  </a:lnTo>
                  <a:lnTo>
                    <a:pt x="2063330" y="687997"/>
                  </a:lnTo>
                  <a:lnTo>
                    <a:pt x="2021222" y="704448"/>
                  </a:lnTo>
                  <a:lnTo>
                    <a:pt x="1979113" y="720938"/>
                  </a:lnTo>
                  <a:lnTo>
                    <a:pt x="1937004" y="737472"/>
                  </a:lnTo>
                  <a:lnTo>
                    <a:pt x="1894895" y="754054"/>
                  </a:lnTo>
                  <a:lnTo>
                    <a:pt x="1852786" y="770690"/>
                  </a:lnTo>
                  <a:lnTo>
                    <a:pt x="1810678" y="787384"/>
                  </a:lnTo>
                  <a:lnTo>
                    <a:pt x="1768569" y="804143"/>
                  </a:lnTo>
                  <a:lnTo>
                    <a:pt x="1726460" y="820974"/>
                  </a:lnTo>
                  <a:lnTo>
                    <a:pt x="1684351" y="837884"/>
                  </a:lnTo>
                  <a:lnTo>
                    <a:pt x="1642242" y="854881"/>
                  </a:lnTo>
                  <a:lnTo>
                    <a:pt x="1600134" y="871972"/>
                  </a:lnTo>
                  <a:lnTo>
                    <a:pt x="1558025" y="889166"/>
                  </a:lnTo>
                  <a:lnTo>
                    <a:pt x="1515916" y="906470"/>
                  </a:lnTo>
                  <a:lnTo>
                    <a:pt x="1473807" y="923892"/>
                  </a:lnTo>
                  <a:lnTo>
                    <a:pt x="1431698" y="941438"/>
                  </a:lnTo>
                  <a:lnTo>
                    <a:pt x="1389590" y="959114"/>
                  </a:lnTo>
                  <a:lnTo>
                    <a:pt x="1347481" y="976924"/>
                  </a:lnTo>
                  <a:lnTo>
                    <a:pt x="1305372" y="994871"/>
                  </a:lnTo>
                  <a:lnTo>
                    <a:pt x="1263263" y="1012954"/>
                  </a:lnTo>
                  <a:lnTo>
                    <a:pt x="1221155" y="1031174"/>
                  </a:lnTo>
                  <a:lnTo>
                    <a:pt x="1179046" y="1049527"/>
                  </a:lnTo>
                  <a:lnTo>
                    <a:pt x="1136937" y="1068008"/>
                  </a:lnTo>
                  <a:lnTo>
                    <a:pt x="1094828" y="1086611"/>
                  </a:lnTo>
                  <a:lnTo>
                    <a:pt x="1052719" y="1105330"/>
                  </a:lnTo>
                  <a:lnTo>
                    <a:pt x="1010611" y="1124157"/>
                  </a:lnTo>
                  <a:lnTo>
                    <a:pt x="968502" y="1143083"/>
                  </a:lnTo>
                  <a:lnTo>
                    <a:pt x="926393" y="1162102"/>
                  </a:lnTo>
                  <a:lnTo>
                    <a:pt x="884284" y="1181205"/>
                  </a:lnTo>
                  <a:lnTo>
                    <a:pt x="842175" y="1200384"/>
                  </a:lnTo>
                  <a:lnTo>
                    <a:pt x="800067" y="1219634"/>
                  </a:lnTo>
                  <a:lnTo>
                    <a:pt x="757958" y="1238946"/>
                  </a:lnTo>
                  <a:lnTo>
                    <a:pt x="715849" y="1258315"/>
                  </a:lnTo>
                  <a:lnTo>
                    <a:pt x="673740" y="1277736"/>
                  </a:lnTo>
                  <a:lnTo>
                    <a:pt x="631631" y="1297204"/>
                  </a:lnTo>
                  <a:lnTo>
                    <a:pt x="589523" y="1316713"/>
                  </a:lnTo>
                  <a:lnTo>
                    <a:pt x="547414" y="1336261"/>
                  </a:lnTo>
                  <a:lnTo>
                    <a:pt x="505305" y="1355843"/>
                  </a:lnTo>
                  <a:lnTo>
                    <a:pt x="463196" y="1375456"/>
                  </a:lnTo>
                  <a:lnTo>
                    <a:pt x="421087" y="1395097"/>
                  </a:lnTo>
                  <a:lnTo>
                    <a:pt x="378979" y="1414765"/>
                  </a:lnTo>
                  <a:lnTo>
                    <a:pt x="336870" y="1434455"/>
                  </a:lnTo>
                  <a:lnTo>
                    <a:pt x="294761" y="1454167"/>
                  </a:lnTo>
                  <a:lnTo>
                    <a:pt x="252652" y="1473898"/>
                  </a:lnTo>
                  <a:lnTo>
                    <a:pt x="210543" y="1493647"/>
                  </a:lnTo>
                  <a:lnTo>
                    <a:pt x="168435" y="1513412"/>
                  </a:lnTo>
                  <a:lnTo>
                    <a:pt x="126326" y="1533192"/>
                  </a:lnTo>
                  <a:lnTo>
                    <a:pt x="84217" y="1552986"/>
                  </a:lnTo>
                  <a:lnTo>
                    <a:pt x="42108" y="1572792"/>
                  </a:lnTo>
                  <a:lnTo>
                    <a:pt x="0" y="1592610"/>
                  </a:lnTo>
                  <a:close/>
                </a:path>
              </a:pathLst>
            </a:custGeom>
            <a:solidFill>
              <a:srgbClr val="E31A1C">
                <a:alpha val="14901"/>
              </a:srgbClr>
            </a:solidFill>
          </p:spPr>
          <p:txBody>
            <a:bodyPr/>
            <a:lstStyle/>
            <a:p/>
          </p:txBody>
        </p:sp>
        <p:sp>
          <p:nvSpPr>
            <p:cNvPr id="970" name="pl970"/>
            <p:cNvSpPr/>
            <p:nvPr/>
          </p:nvSpPr>
          <p:spPr>
            <a:xfrm>
              <a:off x="2171462" y="3392835"/>
              <a:ext cx="3326594" cy="1453054"/>
            </a:xfrm>
            <a:custGeom>
              <a:avLst/>
              <a:pathLst>
                <a:path w="3326594" h="1453054">
                  <a:moveTo>
                    <a:pt x="0" y="1453054"/>
                  </a:moveTo>
                  <a:lnTo>
                    <a:pt x="42108" y="1436885"/>
                  </a:lnTo>
                  <a:lnTo>
                    <a:pt x="84217" y="1420705"/>
                  </a:lnTo>
                  <a:lnTo>
                    <a:pt x="126326" y="1404511"/>
                  </a:lnTo>
                  <a:lnTo>
                    <a:pt x="168435" y="1388304"/>
                  </a:lnTo>
                  <a:lnTo>
                    <a:pt x="210543" y="1372082"/>
                  </a:lnTo>
                  <a:lnTo>
                    <a:pt x="252652" y="1355844"/>
                  </a:lnTo>
                  <a:lnTo>
                    <a:pt x="294761" y="1339588"/>
                  </a:lnTo>
                  <a:lnTo>
                    <a:pt x="336870" y="1323313"/>
                  </a:lnTo>
                  <a:lnTo>
                    <a:pt x="378979" y="1307016"/>
                  </a:lnTo>
                  <a:lnTo>
                    <a:pt x="421087" y="1290696"/>
                  </a:lnTo>
                  <a:lnTo>
                    <a:pt x="463196" y="1274351"/>
                  </a:lnTo>
                  <a:lnTo>
                    <a:pt x="505305" y="1257977"/>
                  </a:lnTo>
                  <a:lnTo>
                    <a:pt x="547414" y="1241572"/>
                  </a:lnTo>
                  <a:lnTo>
                    <a:pt x="589523" y="1225132"/>
                  </a:lnTo>
                  <a:lnTo>
                    <a:pt x="631631" y="1208654"/>
                  </a:lnTo>
                  <a:lnTo>
                    <a:pt x="673740" y="1192135"/>
                  </a:lnTo>
                  <a:lnTo>
                    <a:pt x="715849" y="1175569"/>
                  </a:lnTo>
                  <a:lnTo>
                    <a:pt x="757958" y="1158951"/>
                  </a:lnTo>
                  <a:lnTo>
                    <a:pt x="800067" y="1142276"/>
                  </a:lnTo>
                  <a:lnTo>
                    <a:pt x="842175" y="1125538"/>
                  </a:lnTo>
                  <a:lnTo>
                    <a:pt x="884284" y="1108731"/>
                  </a:lnTo>
                  <a:lnTo>
                    <a:pt x="926393" y="1091846"/>
                  </a:lnTo>
                  <a:lnTo>
                    <a:pt x="968502" y="1074878"/>
                  </a:lnTo>
                  <a:lnTo>
                    <a:pt x="1010611" y="1057818"/>
                  </a:lnTo>
                  <a:lnTo>
                    <a:pt x="1052719" y="1040657"/>
                  </a:lnTo>
                  <a:lnTo>
                    <a:pt x="1094828" y="1023389"/>
                  </a:lnTo>
                  <a:lnTo>
                    <a:pt x="1136937" y="1006005"/>
                  </a:lnTo>
                  <a:lnTo>
                    <a:pt x="1179046" y="988499"/>
                  </a:lnTo>
                  <a:lnTo>
                    <a:pt x="1221155" y="970865"/>
                  </a:lnTo>
                  <a:lnTo>
                    <a:pt x="1263263" y="953097"/>
                  </a:lnTo>
                  <a:lnTo>
                    <a:pt x="1305372" y="935194"/>
                  </a:lnTo>
                  <a:lnTo>
                    <a:pt x="1347481" y="917154"/>
                  </a:lnTo>
                  <a:lnTo>
                    <a:pt x="1389590" y="898977"/>
                  </a:lnTo>
                  <a:lnTo>
                    <a:pt x="1431698" y="880666"/>
                  </a:lnTo>
                  <a:lnTo>
                    <a:pt x="1473807" y="862225"/>
                  </a:lnTo>
                  <a:lnTo>
                    <a:pt x="1515916" y="843659"/>
                  </a:lnTo>
                  <a:lnTo>
                    <a:pt x="1558025" y="824976"/>
                  </a:lnTo>
                  <a:lnTo>
                    <a:pt x="1600134" y="806183"/>
                  </a:lnTo>
                  <a:lnTo>
                    <a:pt x="1642242" y="787287"/>
                  </a:lnTo>
                  <a:lnTo>
                    <a:pt x="1684351" y="768297"/>
                  </a:lnTo>
                  <a:lnTo>
                    <a:pt x="1726460" y="749220"/>
                  </a:lnTo>
                  <a:lnTo>
                    <a:pt x="1768569" y="730064"/>
                  </a:lnTo>
                  <a:lnTo>
                    <a:pt x="1810678" y="710836"/>
                  </a:lnTo>
                  <a:lnTo>
                    <a:pt x="1852786" y="691543"/>
                  </a:lnTo>
                  <a:lnTo>
                    <a:pt x="1894895" y="672191"/>
                  </a:lnTo>
                  <a:lnTo>
                    <a:pt x="1937004" y="652786"/>
                  </a:lnTo>
                  <a:lnTo>
                    <a:pt x="1979113" y="633333"/>
                  </a:lnTo>
                  <a:lnTo>
                    <a:pt x="2021222" y="613836"/>
                  </a:lnTo>
                  <a:lnTo>
                    <a:pt x="2063330" y="594300"/>
                  </a:lnTo>
                  <a:lnTo>
                    <a:pt x="2105439" y="574729"/>
                  </a:lnTo>
                  <a:lnTo>
                    <a:pt x="2147548" y="555125"/>
                  </a:lnTo>
                  <a:lnTo>
                    <a:pt x="2189657" y="535492"/>
                  </a:lnTo>
                  <a:lnTo>
                    <a:pt x="2231766" y="515833"/>
                  </a:lnTo>
                  <a:lnTo>
                    <a:pt x="2273874" y="496150"/>
                  </a:lnTo>
                  <a:lnTo>
                    <a:pt x="2315983" y="476444"/>
                  </a:lnTo>
                  <a:lnTo>
                    <a:pt x="2358092" y="456719"/>
                  </a:lnTo>
                  <a:lnTo>
                    <a:pt x="2400201" y="436976"/>
                  </a:lnTo>
                  <a:lnTo>
                    <a:pt x="2442310" y="417216"/>
                  </a:lnTo>
                  <a:lnTo>
                    <a:pt x="2484418" y="397440"/>
                  </a:lnTo>
                  <a:lnTo>
                    <a:pt x="2526527" y="377651"/>
                  </a:lnTo>
                  <a:lnTo>
                    <a:pt x="2568636" y="357848"/>
                  </a:lnTo>
                  <a:lnTo>
                    <a:pt x="2610745" y="338034"/>
                  </a:lnTo>
                  <a:lnTo>
                    <a:pt x="2652854" y="318208"/>
                  </a:lnTo>
                  <a:lnTo>
                    <a:pt x="2694962" y="298372"/>
                  </a:lnTo>
                  <a:lnTo>
                    <a:pt x="2737071" y="278527"/>
                  </a:lnTo>
                  <a:lnTo>
                    <a:pt x="2779180" y="258674"/>
                  </a:lnTo>
                  <a:lnTo>
                    <a:pt x="2821289" y="238812"/>
                  </a:lnTo>
                  <a:lnTo>
                    <a:pt x="2863397" y="218942"/>
                  </a:lnTo>
                  <a:lnTo>
                    <a:pt x="2905506" y="199065"/>
                  </a:lnTo>
                  <a:lnTo>
                    <a:pt x="2947615" y="179182"/>
                  </a:lnTo>
                  <a:lnTo>
                    <a:pt x="2989724" y="159293"/>
                  </a:lnTo>
                  <a:lnTo>
                    <a:pt x="3031833" y="139398"/>
                  </a:lnTo>
                  <a:lnTo>
                    <a:pt x="3073941" y="119498"/>
                  </a:lnTo>
                  <a:lnTo>
                    <a:pt x="3116050" y="99592"/>
                  </a:lnTo>
                  <a:lnTo>
                    <a:pt x="3158159" y="79682"/>
                  </a:lnTo>
                  <a:lnTo>
                    <a:pt x="3200268" y="59767"/>
                  </a:lnTo>
                  <a:lnTo>
                    <a:pt x="3242377" y="39849"/>
                  </a:lnTo>
                  <a:lnTo>
                    <a:pt x="3284485" y="19926"/>
                  </a:lnTo>
                  <a:lnTo>
                    <a:pt x="3326594" y="0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1" name="pl971"/>
            <p:cNvSpPr/>
            <p:nvPr/>
          </p:nvSpPr>
          <p:spPr>
            <a:xfrm>
              <a:off x="2171462" y="3595520"/>
              <a:ext cx="3326594" cy="1389925"/>
            </a:xfrm>
            <a:custGeom>
              <a:avLst/>
              <a:pathLst>
                <a:path w="3326594" h="1389925">
                  <a:moveTo>
                    <a:pt x="3326594" y="0"/>
                  </a:moveTo>
                  <a:lnTo>
                    <a:pt x="3284485" y="16060"/>
                  </a:lnTo>
                  <a:lnTo>
                    <a:pt x="3242377" y="32125"/>
                  </a:lnTo>
                  <a:lnTo>
                    <a:pt x="3200268" y="48193"/>
                  </a:lnTo>
                  <a:lnTo>
                    <a:pt x="3158159" y="64265"/>
                  </a:lnTo>
                  <a:lnTo>
                    <a:pt x="3116050" y="80342"/>
                  </a:lnTo>
                  <a:lnTo>
                    <a:pt x="3073941" y="96424"/>
                  </a:lnTo>
                  <a:lnTo>
                    <a:pt x="3031833" y="112511"/>
                  </a:lnTo>
                  <a:lnTo>
                    <a:pt x="2989724" y="128603"/>
                  </a:lnTo>
                  <a:lnTo>
                    <a:pt x="2947615" y="144701"/>
                  </a:lnTo>
                  <a:lnTo>
                    <a:pt x="2905506" y="160805"/>
                  </a:lnTo>
                  <a:lnTo>
                    <a:pt x="2863397" y="176915"/>
                  </a:lnTo>
                  <a:lnTo>
                    <a:pt x="2821289" y="193033"/>
                  </a:lnTo>
                  <a:lnTo>
                    <a:pt x="2779180" y="209158"/>
                  </a:lnTo>
                  <a:lnTo>
                    <a:pt x="2737071" y="225291"/>
                  </a:lnTo>
                  <a:lnTo>
                    <a:pt x="2694962" y="241433"/>
                  </a:lnTo>
                  <a:lnTo>
                    <a:pt x="2652854" y="257584"/>
                  </a:lnTo>
                  <a:lnTo>
                    <a:pt x="2610745" y="273746"/>
                  </a:lnTo>
                  <a:lnTo>
                    <a:pt x="2568636" y="289919"/>
                  </a:lnTo>
                  <a:lnTo>
                    <a:pt x="2526527" y="306103"/>
                  </a:lnTo>
                  <a:lnTo>
                    <a:pt x="2484418" y="322301"/>
                  </a:lnTo>
                  <a:lnTo>
                    <a:pt x="2442310" y="338512"/>
                  </a:lnTo>
                  <a:lnTo>
                    <a:pt x="2400201" y="354739"/>
                  </a:lnTo>
                  <a:lnTo>
                    <a:pt x="2358092" y="370983"/>
                  </a:lnTo>
                  <a:lnTo>
                    <a:pt x="2315983" y="387245"/>
                  </a:lnTo>
                  <a:lnTo>
                    <a:pt x="2273874" y="403527"/>
                  </a:lnTo>
                  <a:lnTo>
                    <a:pt x="2231766" y="419831"/>
                  </a:lnTo>
                  <a:lnTo>
                    <a:pt x="2189657" y="436158"/>
                  </a:lnTo>
                  <a:lnTo>
                    <a:pt x="2147548" y="452513"/>
                  </a:lnTo>
                  <a:lnTo>
                    <a:pt x="2105439" y="468896"/>
                  </a:lnTo>
                  <a:lnTo>
                    <a:pt x="2063330" y="485312"/>
                  </a:lnTo>
                  <a:lnTo>
                    <a:pt x="2021222" y="501763"/>
                  </a:lnTo>
                  <a:lnTo>
                    <a:pt x="1979113" y="518253"/>
                  </a:lnTo>
                  <a:lnTo>
                    <a:pt x="1937004" y="534787"/>
                  </a:lnTo>
                  <a:lnTo>
                    <a:pt x="1894895" y="551369"/>
                  </a:lnTo>
                  <a:lnTo>
                    <a:pt x="1852786" y="568004"/>
                  </a:lnTo>
                  <a:lnTo>
                    <a:pt x="1810678" y="584699"/>
                  </a:lnTo>
                  <a:lnTo>
                    <a:pt x="1768569" y="601458"/>
                  </a:lnTo>
                  <a:lnTo>
                    <a:pt x="1726460" y="618289"/>
                  </a:lnTo>
                  <a:lnTo>
                    <a:pt x="1684351" y="635199"/>
                  </a:lnTo>
                  <a:lnTo>
                    <a:pt x="1642242" y="652196"/>
                  </a:lnTo>
                  <a:lnTo>
                    <a:pt x="1600134" y="669287"/>
                  </a:lnTo>
                  <a:lnTo>
                    <a:pt x="1558025" y="686481"/>
                  </a:lnTo>
                  <a:lnTo>
                    <a:pt x="1515916" y="703785"/>
                  </a:lnTo>
                  <a:lnTo>
                    <a:pt x="1473807" y="721207"/>
                  </a:lnTo>
                  <a:lnTo>
                    <a:pt x="1431698" y="738753"/>
                  </a:lnTo>
                  <a:lnTo>
                    <a:pt x="1389590" y="756429"/>
                  </a:lnTo>
                  <a:lnTo>
                    <a:pt x="1347481" y="774239"/>
                  </a:lnTo>
                  <a:lnTo>
                    <a:pt x="1305372" y="792186"/>
                  </a:lnTo>
                  <a:lnTo>
                    <a:pt x="1263263" y="810269"/>
                  </a:lnTo>
                  <a:lnTo>
                    <a:pt x="1221155" y="828489"/>
                  </a:lnTo>
                  <a:lnTo>
                    <a:pt x="1179046" y="846842"/>
                  </a:lnTo>
                  <a:lnTo>
                    <a:pt x="1136937" y="865323"/>
                  </a:lnTo>
                  <a:lnTo>
                    <a:pt x="1094828" y="883926"/>
                  </a:lnTo>
                  <a:lnTo>
                    <a:pt x="1052719" y="902645"/>
                  </a:lnTo>
                  <a:lnTo>
                    <a:pt x="1010611" y="921472"/>
                  </a:lnTo>
                  <a:lnTo>
                    <a:pt x="968502" y="940398"/>
                  </a:lnTo>
                  <a:lnTo>
                    <a:pt x="926393" y="959417"/>
                  </a:lnTo>
                  <a:lnTo>
                    <a:pt x="884284" y="978520"/>
                  </a:lnTo>
                  <a:lnTo>
                    <a:pt x="842175" y="997699"/>
                  </a:lnTo>
                  <a:lnTo>
                    <a:pt x="800067" y="1016949"/>
                  </a:lnTo>
                  <a:lnTo>
                    <a:pt x="757958" y="1036261"/>
                  </a:lnTo>
                  <a:lnTo>
                    <a:pt x="715849" y="1055630"/>
                  </a:lnTo>
                  <a:lnTo>
                    <a:pt x="673740" y="1075051"/>
                  </a:lnTo>
                  <a:lnTo>
                    <a:pt x="631631" y="1094519"/>
                  </a:lnTo>
                  <a:lnTo>
                    <a:pt x="589523" y="1114028"/>
                  </a:lnTo>
                  <a:lnTo>
                    <a:pt x="547414" y="1133576"/>
                  </a:lnTo>
                  <a:lnTo>
                    <a:pt x="505305" y="1153158"/>
                  </a:lnTo>
                  <a:lnTo>
                    <a:pt x="463196" y="1172771"/>
                  </a:lnTo>
                  <a:lnTo>
                    <a:pt x="421087" y="1192412"/>
                  </a:lnTo>
                  <a:lnTo>
                    <a:pt x="378979" y="1212080"/>
                  </a:lnTo>
                  <a:lnTo>
                    <a:pt x="336870" y="1231770"/>
                  </a:lnTo>
                  <a:lnTo>
                    <a:pt x="294761" y="1251482"/>
                  </a:lnTo>
                  <a:lnTo>
                    <a:pt x="252652" y="1271213"/>
                  </a:lnTo>
                  <a:lnTo>
                    <a:pt x="210543" y="1290962"/>
                  </a:lnTo>
                  <a:lnTo>
                    <a:pt x="168435" y="1310727"/>
                  </a:lnTo>
                  <a:lnTo>
                    <a:pt x="126326" y="1330507"/>
                  </a:lnTo>
                  <a:lnTo>
                    <a:pt x="84217" y="1350301"/>
                  </a:lnTo>
                  <a:lnTo>
                    <a:pt x="42108" y="1370107"/>
                  </a:lnTo>
                  <a:lnTo>
                    <a:pt x="0" y="1389925"/>
                  </a:lnTo>
                </a:path>
              </a:pathLst>
            </a:custGeom>
          </p:spPr>
          <p:txBody>
            <a:bodyPr/>
            <a:lstStyle/>
            <a:p/>
          </p:txBody>
        </p:sp>
        <p:sp>
          <p:nvSpPr>
            <p:cNvPr id="972" name="pl972"/>
            <p:cNvSpPr/>
            <p:nvPr/>
          </p:nvSpPr>
          <p:spPr>
            <a:xfrm>
              <a:off x="2171462" y="3494178"/>
              <a:ext cx="3326594" cy="1421490"/>
            </a:xfrm>
            <a:custGeom>
              <a:avLst/>
              <a:pathLst>
                <a:path w="3326594" h="1421490">
                  <a:moveTo>
                    <a:pt x="0" y="1421490"/>
                  </a:moveTo>
                  <a:lnTo>
                    <a:pt x="42108" y="1403496"/>
                  </a:lnTo>
                  <a:lnTo>
                    <a:pt x="84217" y="1385503"/>
                  </a:lnTo>
                  <a:lnTo>
                    <a:pt x="126326" y="1367509"/>
                  </a:lnTo>
                  <a:lnTo>
                    <a:pt x="168435" y="1349516"/>
                  </a:lnTo>
                  <a:lnTo>
                    <a:pt x="210543" y="1331522"/>
                  </a:lnTo>
                  <a:lnTo>
                    <a:pt x="252652" y="1313529"/>
                  </a:lnTo>
                  <a:lnTo>
                    <a:pt x="294761" y="1295535"/>
                  </a:lnTo>
                  <a:lnTo>
                    <a:pt x="336870" y="1277541"/>
                  </a:lnTo>
                  <a:lnTo>
                    <a:pt x="378979" y="1259548"/>
                  </a:lnTo>
                  <a:lnTo>
                    <a:pt x="421087" y="1241554"/>
                  </a:lnTo>
                  <a:lnTo>
                    <a:pt x="463196" y="1223561"/>
                  </a:lnTo>
                  <a:lnTo>
                    <a:pt x="505305" y="1205567"/>
                  </a:lnTo>
                  <a:lnTo>
                    <a:pt x="547414" y="1187574"/>
                  </a:lnTo>
                  <a:lnTo>
                    <a:pt x="589523" y="1169580"/>
                  </a:lnTo>
                  <a:lnTo>
                    <a:pt x="631631" y="1151587"/>
                  </a:lnTo>
                  <a:lnTo>
                    <a:pt x="673740" y="1133593"/>
                  </a:lnTo>
                  <a:lnTo>
                    <a:pt x="715849" y="1115599"/>
                  </a:lnTo>
                  <a:lnTo>
                    <a:pt x="757958" y="1097606"/>
                  </a:lnTo>
                  <a:lnTo>
                    <a:pt x="800067" y="1079612"/>
                  </a:lnTo>
                  <a:lnTo>
                    <a:pt x="842175" y="1061619"/>
                  </a:lnTo>
                  <a:lnTo>
                    <a:pt x="884284" y="1043625"/>
                  </a:lnTo>
                  <a:lnTo>
                    <a:pt x="926393" y="1025632"/>
                  </a:lnTo>
                  <a:lnTo>
                    <a:pt x="968502" y="1007638"/>
                  </a:lnTo>
                  <a:lnTo>
                    <a:pt x="1010611" y="989645"/>
                  </a:lnTo>
                  <a:lnTo>
                    <a:pt x="1052719" y="971651"/>
                  </a:lnTo>
                  <a:lnTo>
                    <a:pt x="1094828" y="953658"/>
                  </a:lnTo>
                  <a:lnTo>
                    <a:pt x="1136937" y="935664"/>
                  </a:lnTo>
                  <a:lnTo>
                    <a:pt x="1179046" y="917670"/>
                  </a:lnTo>
                  <a:lnTo>
                    <a:pt x="1221155" y="899677"/>
                  </a:lnTo>
                  <a:lnTo>
                    <a:pt x="1263263" y="881683"/>
                  </a:lnTo>
                  <a:lnTo>
                    <a:pt x="1305372" y="863690"/>
                  </a:lnTo>
                  <a:lnTo>
                    <a:pt x="1347481" y="845696"/>
                  </a:lnTo>
                  <a:lnTo>
                    <a:pt x="1389590" y="827703"/>
                  </a:lnTo>
                  <a:lnTo>
                    <a:pt x="1431698" y="809709"/>
                  </a:lnTo>
                  <a:lnTo>
                    <a:pt x="1473807" y="791716"/>
                  </a:lnTo>
                  <a:lnTo>
                    <a:pt x="1515916" y="773722"/>
                  </a:lnTo>
                  <a:lnTo>
                    <a:pt x="1558025" y="755729"/>
                  </a:lnTo>
                  <a:lnTo>
                    <a:pt x="1600134" y="737735"/>
                  </a:lnTo>
                  <a:lnTo>
                    <a:pt x="1642242" y="719741"/>
                  </a:lnTo>
                  <a:lnTo>
                    <a:pt x="1684351" y="701748"/>
                  </a:lnTo>
                  <a:lnTo>
                    <a:pt x="1726460" y="683754"/>
                  </a:lnTo>
                  <a:lnTo>
                    <a:pt x="1768569" y="665761"/>
                  </a:lnTo>
                  <a:lnTo>
                    <a:pt x="1810678" y="647767"/>
                  </a:lnTo>
                  <a:lnTo>
                    <a:pt x="1852786" y="629774"/>
                  </a:lnTo>
                  <a:lnTo>
                    <a:pt x="1894895" y="611780"/>
                  </a:lnTo>
                  <a:lnTo>
                    <a:pt x="1937004" y="593787"/>
                  </a:lnTo>
                  <a:lnTo>
                    <a:pt x="1979113" y="575793"/>
                  </a:lnTo>
                  <a:lnTo>
                    <a:pt x="2021222" y="557799"/>
                  </a:lnTo>
                  <a:lnTo>
                    <a:pt x="2063330" y="539806"/>
                  </a:lnTo>
                  <a:lnTo>
                    <a:pt x="2105439" y="521812"/>
                  </a:lnTo>
                  <a:lnTo>
                    <a:pt x="2147548" y="503819"/>
                  </a:lnTo>
                  <a:lnTo>
                    <a:pt x="2189657" y="485825"/>
                  </a:lnTo>
                  <a:lnTo>
                    <a:pt x="2231766" y="467832"/>
                  </a:lnTo>
                  <a:lnTo>
                    <a:pt x="2273874" y="449838"/>
                  </a:lnTo>
                  <a:lnTo>
                    <a:pt x="2315983" y="431845"/>
                  </a:lnTo>
                  <a:lnTo>
                    <a:pt x="2358092" y="413851"/>
                  </a:lnTo>
                  <a:lnTo>
                    <a:pt x="2400201" y="395858"/>
                  </a:lnTo>
                  <a:lnTo>
                    <a:pt x="2442310" y="377864"/>
                  </a:lnTo>
                  <a:lnTo>
                    <a:pt x="2484418" y="359870"/>
                  </a:lnTo>
                  <a:lnTo>
                    <a:pt x="2526527" y="341877"/>
                  </a:lnTo>
                  <a:lnTo>
                    <a:pt x="2568636" y="323883"/>
                  </a:lnTo>
                  <a:lnTo>
                    <a:pt x="2610745" y="305890"/>
                  </a:lnTo>
                  <a:lnTo>
                    <a:pt x="2652854" y="287896"/>
                  </a:lnTo>
                  <a:lnTo>
                    <a:pt x="2694962" y="269903"/>
                  </a:lnTo>
                  <a:lnTo>
                    <a:pt x="2737071" y="251909"/>
                  </a:lnTo>
                  <a:lnTo>
                    <a:pt x="2779180" y="233916"/>
                  </a:lnTo>
                  <a:lnTo>
                    <a:pt x="2821289" y="215922"/>
                  </a:lnTo>
                  <a:lnTo>
                    <a:pt x="2863397" y="197929"/>
                  </a:lnTo>
                  <a:lnTo>
                    <a:pt x="2905506" y="179935"/>
                  </a:lnTo>
                  <a:lnTo>
                    <a:pt x="2947615" y="161941"/>
                  </a:lnTo>
                  <a:lnTo>
                    <a:pt x="2989724" y="143948"/>
                  </a:lnTo>
                  <a:lnTo>
                    <a:pt x="3031833" y="125954"/>
                  </a:lnTo>
                  <a:lnTo>
                    <a:pt x="3073941" y="107961"/>
                  </a:lnTo>
                  <a:lnTo>
                    <a:pt x="3116050" y="89967"/>
                  </a:lnTo>
                  <a:lnTo>
                    <a:pt x="3158159" y="71974"/>
                  </a:lnTo>
                  <a:lnTo>
                    <a:pt x="3200268" y="53980"/>
                  </a:lnTo>
                  <a:lnTo>
                    <a:pt x="3242377" y="35987"/>
                  </a:lnTo>
                  <a:lnTo>
                    <a:pt x="3284485" y="17993"/>
                  </a:lnTo>
                  <a:lnTo>
                    <a:pt x="3326594" y="0"/>
                  </a:lnTo>
                </a:path>
              </a:pathLst>
            </a:custGeom>
            <a:ln w="27101" cap="flat">
              <a:solidFill>
                <a:srgbClr val="E31A1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73" name="tx973"/>
            <p:cNvSpPr/>
            <p:nvPr/>
          </p:nvSpPr>
          <p:spPr>
            <a:xfrm>
              <a:off x="1465194" y="2113392"/>
              <a:ext cx="2324221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E31A1C">
                      <a:alpha val="100000"/>
                    </a:srgbClr>
                  </a:solidFill>
                  <a:latin typeface="Helvetica"/>
                  <a:cs typeface="Helvetica"/>
                </a:rPr>
                <a:t>&gt;= threshold: y = 0.86 x +14.8   (R² = 0.64)</a:t>
              </a:r>
            </a:p>
          </p:txBody>
        </p:sp>
        <p:sp>
          <p:nvSpPr>
            <p:cNvPr id="974" name="tx974"/>
            <p:cNvSpPr/>
            <p:nvPr/>
          </p:nvSpPr>
          <p:spPr>
            <a:xfrm>
              <a:off x="1465194" y="2339508"/>
              <a:ext cx="2286640" cy="881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967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967">
                  <a:solidFill>
                    <a:srgbClr val="666666">
                      <a:alpha val="100000"/>
                    </a:srgbClr>
                  </a:solidFill>
                  <a:latin typeface="Helvetica"/>
                  <a:cs typeface="Helvetica"/>
                </a:rPr>
                <a:t>&lt; threshold:  y = 0.54 x +39.2   (R² = 0.60)</a:t>
              </a:r>
            </a:p>
          </p:txBody>
        </p:sp>
        <p:sp>
          <p:nvSpPr>
            <p:cNvPr id="975" name="tx975"/>
            <p:cNvSpPr/>
            <p:nvPr/>
          </p:nvSpPr>
          <p:spPr>
            <a:xfrm>
              <a:off x="817066" y="5509156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76" name="tx976"/>
            <p:cNvSpPr/>
            <p:nvPr/>
          </p:nvSpPr>
          <p:spPr>
            <a:xfrm>
              <a:off x="754887" y="4639479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77" name="tx977"/>
            <p:cNvSpPr/>
            <p:nvPr/>
          </p:nvSpPr>
          <p:spPr>
            <a:xfrm>
              <a:off x="692708" y="376980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78" name="tx978"/>
            <p:cNvSpPr/>
            <p:nvPr/>
          </p:nvSpPr>
          <p:spPr>
            <a:xfrm>
              <a:off x="692708" y="2900125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79" name="tx979"/>
            <p:cNvSpPr/>
            <p:nvPr/>
          </p:nvSpPr>
          <p:spPr>
            <a:xfrm>
              <a:off x="692708" y="2030448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0" name="tx980"/>
            <p:cNvSpPr/>
            <p:nvPr/>
          </p:nvSpPr>
          <p:spPr>
            <a:xfrm>
              <a:off x="1259665" y="5785772"/>
              <a:ext cx="62179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0</a:t>
              </a:r>
            </a:p>
          </p:txBody>
        </p:sp>
        <p:sp>
          <p:nvSpPr>
            <p:cNvPr id="981" name="tx981"/>
            <p:cNvSpPr/>
            <p:nvPr/>
          </p:nvSpPr>
          <p:spPr>
            <a:xfrm>
              <a:off x="2972970" y="5785772"/>
              <a:ext cx="124358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50</a:t>
              </a:r>
            </a:p>
          </p:txBody>
        </p:sp>
        <p:sp>
          <p:nvSpPr>
            <p:cNvPr id="982" name="tx982"/>
            <p:cNvSpPr/>
            <p:nvPr/>
          </p:nvSpPr>
          <p:spPr>
            <a:xfrm>
              <a:off x="4686274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100</a:t>
              </a:r>
            </a:p>
          </p:txBody>
        </p:sp>
        <p:sp>
          <p:nvSpPr>
            <p:cNvPr id="983" name="tx983"/>
            <p:cNvSpPr/>
            <p:nvPr/>
          </p:nvSpPr>
          <p:spPr>
            <a:xfrm>
              <a:off x="6430669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150</a:t>
              </a:r>
            </a:p>
          </p:txBody>
        </p:sp>
        <p:sp>
          <p:nvSpPr>
            <p:cNvPr id="984" name="tx984"/>
            <p:cNvSpPr/>
            <p:nvPr/>
          </p:nvSpPr>
          <p:spPr>
            <a:xfrm>
              <a:off x="8175063" y="5785772"/>
              <a:ext cx="186537" cy="801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8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80">
                  <a:solidFill>
                    <a:srgbClr val="4D4D4D">
                      <a:alpha val="100000"/>
                    </a:srgbClr>
                  </a:solidFill>
                  <a:latin typeface="Helvetica"/>
                  <a:cs typeface="Helvetica"/>
                </a:rPr>
                <a:t>200</a:t>
              </a:r>
            </a:p>
          </p:txBody>
        </p:sp>
        <p:sp>
          <p:nvSpPr>
            <p:cNvPr id="985" name="tx985"/>
            <p:cNvSpPr/>
            <p:nvPr/>
          </p:nvSpPr>
          <p:spPr>
            <a:xfrm>
              <a:off x="3793774" y="5925448"/>
              <a:ext cx="1971537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Cockcroft-Gault eGFR (mL/min)</a:t>
              </a:r>
            </a:p>
          </p:txBody>
        </p:sp>
        <p:sp>
          <p:nvSpPr>
            <p:cNvPr id="986" name="tx986"/>
            <p:cNvSpPr/>
            <p:nvPr/>
          </p:nvSpPr>
          <p:spPr>
            <a:xfrm rot="-5400000">
              <a:off x="-804851" y="3759743"/>
              <a:ext cx="2763499" cy="10021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0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CKD-EPI Cr-Cys eGFR, unindexed (mL/min)</a:t>
              </a:r>
            </a:p>
          </p:txBody>
        </p:sp>
        <p:sp>
          <p:nvSpPr>
            <p:cNvPr id="987" name="tx987"/>
            <p:cNvSpPr/>
            <p:nvPr/>
          </p:nvSpPr>
          <p:spPr>
            <a:xfrm>
              <a:off x="941876" y="1669789"/>
              <a:ext cx="2679466" cy="12015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3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320">
                  <a:solidFill>
                    <a:srgbClr val="000000">
                      <a:alpha val="100000"/>
                    </a:srgbClr>
                  </a:solidFill>
                  <a:latin typeface="Helvetica"/>
                  <a:cs typeface="Helvetica"/>
                </a:rPr>
                <a:t>Age &gt;= 75   |   N = 943, n_red = 175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to909</cp:lastModifiedBy>
  <cp:revision>3</cp:revision>
  <dcterms:created xsi:type="dcterms:W3CDTF">2017-02-13T16:18:36Z</dcterms:created>
  <dcterms:modified xsi:type="dcterms:W3CDTF">2026-09-28T16:57:43Z</dcterms:modified>
  <cp:category/>
</cp:coreProperties>
</file>