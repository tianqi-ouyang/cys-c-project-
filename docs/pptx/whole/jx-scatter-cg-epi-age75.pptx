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985667" y="2846459"/>
              <a:ext cx="6631543" cy="1881288"/>
            </a:xfrm>
            <a:custGeom>
              <a:avLst/>
              <a:pathLst>
                <a:path w="6631543" h="1881288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  <a:lnTo>
                    <a:pt x="6631543" y="128884"/>
                  </a:lnTo>
                  <a:lnTo>
                    <a:pt x="6517024" y="157765"/>
                  </a:lnTo>
                  <a:lnTo>
                    <a:pt x="6354099" y="198864"/>
                  </a:lnTo>
                  <a:lnTo>
                    <a:pt x="6191173" y="239974"/>
                  </a:lnTo>
                  <a:lnTo>
                    <a:pt x="6028248" y="281096"/>
                  </a:lnTo>
                  <a:lnTo>
                    <a:pt x="5865322" y="322231"/>
                  </a:lnTo>
                  <a:lnTo>
                    <a:pt x="5702396" y="363383"/>
                  </a:lnTo>
                  <a:lnTo>
                    <a:pt x="5539471" y="404552"/>
                  </a:lnTo>
                  <a:lnTo>
                    <a:pt x="5376545" y="445741"/>
                  </a:lnTo>
                  <a:lnTo>
                    <a:pt x="5213619" y="486955"/>
                  </a:lnTo>
                  <a:lnTo>
                    <a:pt x="5050694" y="528196"/>
                  </a:lnTo>
                  <a:lnTo>
                    <a:pt x="4887768" y="569471"/>
                  </a:lnTo>
                  <a:lnTo>
                    <a:pt x="4724843" y="610783"/>
                  </a:lnTo>
                  <a:lnTo>
                    <a:pt x="4561917" y="652142"/>
                  </a:lnTo>
                  <a:lnTo>
                    <a:pt x="4398991" y="693556"/>
                  </a:lnTo>
                  <a:lnTo>
                    <a:pt x="4236066" y="735035"/>
                  </a:lnTo>
                  <a:lnTo>
                    <a:pt x="4073140" y="776595"/>
                  </a:lnTo>
                  <a:lnTo>
                    <a:pt x="3910214" y="818252"/>
                  </a:lnTo>
                  <a:lnTo>
                    <a:pt x="3747289" y="860028"/>
                  </a:lnTo>
                  <a:lnTo>
                    <a:pt x="3584363" y="901948"/>
                  </a:lnTo>
                  <a:lnTo>
                    <a:pt x="3421438" y="944044"/>
                  </a:lnTo>
                  <a:lnTo>
                    <a:pt x="3258512" y="986351"/>
                  </a:lnTo>
                  <a:lnTo>
                    <a:pt x="3095586" y="1028907"/>
                  </a:lnTo>
                  <a:lnTo>
                    <a:pt x="2932661" y="1071748"/>
                  </a:lnTo>
                  <a:lnTo>
                    <a:pt x="2769735" y="1114904"/>
                  </a:lnTo>
                  <a:lnTo>
                    <a:pt x="2606809" y="1158393"/>
                  </a:lnTo>
                  <a:lnTo>
                    <a:pt x="2443884" y="1202216"/>
                  </a:lnTo>
                  <a:lnTo>
                    <a:pt x="2280958" y="1246357"/>
                  </a:lnTo>
                  <a:lnTo>
                    <a:pt x="2118033" y="1290788"/>
                  </a:lnTo>
                  <a:lnTo>
                    <a:pt x="1955107" y="1335472"/>
                  </a:lnTo>
                  <a:lnTo>
                    <a:pt x="1792181" y="1380372"/>
                  </a:lnTo>
                  <a:lnTo>
                    <a:pt x="1629256" y="1425452"/>
                  </a:lnTo>
                  <a:lnTo>
                    <a:pt x="1466330" y="1470680"/>
                  </a:lnTo>
                  <a:lnTo>
                    <a:pt x="1303404" y="1516030"/>
                  </a:lnTo>
                  <a:lnTo>
                    <a:pt x="1140479" y="1561479"/>
                  </a:lnTo>
                  <a:lnTo>
                    <a:pt x="977553" y="1607011"/>
                  </a:lnTo>
                  <a:lnTo>
                    <a:pt x="814628" y="1652610"/>
                  </a:lnTo>
                  <a:lnTo>
                    <a:pt x="651702" y="1698265"/>
                  </a:lnTo>
                  <a:lnTo>
                    <a:pt x="488776" y="1743968"/>
                  </a:lnTo>
                  <a:lnTo>
                    <a:pt x="325851" y="1789710"/>
                  </a:lnTo>
                  <a:lnTo>
                    <a:pt x="162925" y="1835485"/>
                  </a:lnTo>
                  <a:lnTo>
                    <a:pt x="0" y="1881288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85667" y="2846459"/>
              <a:ext cx="6631543" cy="1789582"/>
            </a:xfrm>
            <a:custGeom>
              <a:avLst/>
              <a:pathLst>
                <a:path w="6631543" h="1789582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85667" y="2975343"/>
              <a:ext cx="6631543" cy="1752404"/>
            </a:xfrm>
            <a:custGeom>
              <a:avLst/>
              <a:pathLst>
                <a:path w="6631543" h="1752404">
                  <a:moveTo>
                    <a:pt x="6631543" y="0"/>
                  </a:moveTo>
                  <a:lnTo>
                    <a:pt x="6517024" y="28881"/>
                  </a:lnTo>
                  <a:lnTo>
                    <a:pt x="6354099" y="69980"/>
                  </a:lnTo>
                  <a:lnTo>
                    <a:pt x="6191173" y="111090"/>
                  </a:lnTo>
                  <a:lnTo>
                    <a:pt x="6028248" y="152212"/>
                  </a:lnTo>
                  <a:lnTo>
                    <a:pt x="5865322" y="193347"/>
                  </a:lnTo>
                  <a:lnTo>
                    <a:pt x="5702396" y="234498"/>
                  </a:lnTo>
                  <a:lnTo>
                    <a:pt x="5539471" y="275667"/>
                  </a:lnTo>
                  <a:lnTo>
                    <a:pt x="5376545" y="316857"/>
                  </a:lnTo>
                  <a:lnTo>
                    <a:pt x="5213619" y="358071"/>
                  </a:lnTo>
                  <a:lnTo>
                    <a:pt x="5050694" y="399312"/>
                  </a:lnTo>
                  <a:lnTo>
                    <a:pt x="4887768" y="440586"/>
                  </a:lnTo>
                  <a:lnTo>
                    <a:pt x="4724843" y="481899"/>
                  </a:lnTo>
                  <a:lnTo>
                    <a:pt x="4561917" y="523258"/>
                  </a:lnTo>
                  <a:lnTo>
                    <a:pt x="4398991" y="564671"/>
                  </a:lnTo>
                  <a:lnTo>
                    <a:pt x="4236066" y="606151"/>
                  </a:lnTo>
                  <a:lnTo>
                    <a:pt x="4073140" y="647711"/>
                  </a:lnTo>
                  <a:lnTo>
                    <a:pt x="3910214" y="689368"/>
                  </a:lnTo>
                  <a:lnTo>
                    <a:pt x="3747289" y="731143"/>
                  </a:lnTo>
                  <a:lnTo>
                    <a:pt x="3584363" y="773064"/>
                  </a:lnTo>
                  <a:lnTo>
                    <a:pt x="3421438" y="815160"/>
                  </a:lnTo>
                  <a:lnTo>
                    <a:pt x="3258512" y="857467"/>
                  </a:lnTo>
                  <a:lnTo>
                    <a:pt x="3095586" y="900022"/>
                  </a:lnTo>
                  <a:lnTo>
                    <a:pt x="2932661" y="942863"/>
                  </a:lnTo>
                  <a:lnTo>
                    <a:pt x="2769735" y="986019"/>
                  </a:lnTo>
                  <a:lnTo>
                    <a:pt x="2606809" y="1029508"/>
                  </a:lnTo>
                  <a:lnTo>
                    <a:pt x="2443884" y="1073331"/>
                  </a:lnTo>
                  <a:lnTo>
                    <a:pt x="2280958" y="1117473"/>
                  </a:lnTo>
                  <a:lnTo>
                    <a:pt x="2118033" y="1161903"/>
                  </a:lnTo>
                  <a:lnTo>
                    <a:pt x="1955107" y="1206588"/>
                  </a:lnTo>
                  <a:lnTo>
                    <a:pt x="1792181" y="1251487"/>
                  </a:lnTo>
                  <a:lnTo>
                    <a:pt x="1629256" y="1296567"/>
                  </a:lnTo>
                  <a:lnTo>
                    <a:pt x="1466330" y="1341795"/>
                  </a:lnTo>
                  <a:lnTo>
                    <a:pt x="1303404" y="1387145"/>
                  </a:lnTo>
                  <a:lnTo>
                    <a:pt x="1140479" y="1432595"/>
                  </a:lnTo>
                  <a:lnTo>
                    <a:pt x="977553" y="1478126"/>
                  </a:lnTo>
                  <a:lnTo>
                    <a:pt x="814628" y="1523726"/>
                  </a:lnTo>
                  <a:lnTo>
                    <a:pt x="651702" y="1569381"/>
                  </a:lnTo>
                  <a:lnTo>
                    <a:pt x="488776" y="1615083"/>
                  </a:lnTo>
                  <a:lnTo>
                    <a:pt x="325851" y="1660825"/>
                  </a:lnTo>
                  <a:lnTo>
                    <a:pt x="162925" y="1706600"/>
                  </a:lnTo>
                  <a:lnTo>
                    <a:pt x="0" y="175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985667" y="2910901"/>
              <a:ext cx="6631543" cy="1770993"/>
            </a:xfrm>
            <a:custGeom>
              <a:avLst/>
              <a:pathLst>
                <a:path w="6631543" h="1770993">
                  <a:moveTo>
                    <a:pt x="0" y="1770993"/>
                  </a:moveTo>
                  <a:lnTo>
                    <a:pt x="162925" y="1727483"/>
                  </a:lnTo>
                  <a:lnTo>
                    <a:pt x="325851" y="1683972"/>
                  </a:lnTo>
                  <a:lnTo>
                    <a:pt x="488776" y="1640462"/>
                  </a:lnTo>
                  <a:lnTo>
                    <a:pt x="651702" y="1596952"/>
                  </a:lnTo>
                  <a:lnTo>
                    <a:pt x="814628" y="1553442"/>
                  </a:lnTo>
                  <a:lnTo>
                    <a:pt x="977553" y="1509931"/>
                  </a:lnTo>
                  <a:lnTo>
                    <a:pt x="1140479" y="1466421"/>
                  </a:lnTo>
                  <a:lnTo>
                    <a:pt x="1303404" y="1422911"/>
                  </a:lnTo>
                  <a:lnTo>
                    <a:pt x="1466330" y="1379401"/>
                  </a:lnTo>
                  <a:lnTo>
                    <a:pt x="1629256" y="1335890"/>
                  </a:lnTo>
                  <a:lnTo>
                    <a:pt x="1792181" y="1292380"/>
                  </a:lnTo>
                  <a:lnTo>
                    <a:pt x="1955107" y="1248870"/>
                  </a:lnTo>
                  <a:lnTo>
                    <a:pt x="2118033" y="1205360"/>
                  </a:lnTo>
                  <a:lnTo>
                    <a:pt x="2280958" y="1161849"/>
                  </a:lnTo>
                  <a:lnTo>
                    <a:pt x="2443884" y="1118339"/>
                  </a:lnTo>
                  <a:lnTo>
                    <a:pt x="2606809" y="1074829"/>
                  </a:lnTo>
                  <a:lnTo>
                    <a:pt x="2769735" y="1031318"/>
                  </a:lnTo>
                  <a:lnTo>
                    <a:pt x="2932661" y="987808"/>
                  </a:lnTo>
                  <a:lnTo>
                    <a:pt x="3095586" y="944298"/>
                  </a:lnTo>
                  <a:lnTo>
                    <a:pt x="3258512" y="900788"/>
                  </a:lnTo>
                  <a:lnTo>
                    <a:pt x="3421438" y="857277"/>
                  </a:lnTo>
                  <a:lnTo>
                    <a:pt x="3584363" y="813767"/>
                  </a:lnTo>
                  <a:lnTo>
                    <a:pt x="3747289" y="770257"/>
                  </a:lnTo>
                  <a:lnTo>
                    <a:pt x="3910214" y="726747"/>
                  </a:lnTo>
                  <a:lnTo>
                    <a:pt x="4073140" y="683236"/>
                  </a:lnTo>
                  <a:lnTo>
                    <a:pt x="4236066" y="639726"/>
                  </a:lnTo>
                  <a:lnTo>
                    <a:pt x="4398991" y="596216"/>
                  </a:lnTo>
                  <a:lnTo>
                    <a:pt x="4561917" y="552706"/>
                  </a:lnTo>
                  <a:lnTo>
                    <a:pt x="4724843" y="509195"/>
                  </a:lnTo>
                  <a:lnTo>
                    <a:pt x="4887768" y="465685"/>
                  </a:lnTo>
                  <a:lnTo>
                    <a:pt x="5050694" y="422175"/>
                  </a:lnTo>
                  <a:lnTo>
                    <a:pt x="5213619" y="378665"/>
                  </a:lnTo>
                  <a:lnTo>
                    <a:pt x="5376545" y="335154"/>
                  </a:lnTo>
                  <a:lnTo>
                    <a:pt x="5539471" y="291644"/>
                  </a:lnTo>
                  <a:lnTo>
                    <a:pt x="5702396" y="248134"/>
                  </a:lnTo>
                  <a:lnTo>
                    <a:pt x="5865322" y="204623"/>
                  </a:lnTo>
                  <a:lnTo>
                    <a:pt x="6028248" y="161113"/>
                  </a:lnTo>
                  <a:lnTo>
                    <a:pt x="6191173" y="117603"/>
                  </a:lnTo>
                  <a:lnTo>
                    <a:pt x="6354099" y="74093"/>
                  </a:lnTo>
                  <a:lnTo>
                    <a:pt x="6517024" y="3058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2171462" y="3392835"/>
              <a:ext cx="3326594" cy="1592610"/>
            </a:xfrm>
            <a:custGeom>
              <a:avLst/>
              <a:pathLst>
                <a:path w="3326594" h="1592610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  <a:lnTo>
                    <a:pt x="3326594" y="202685"/>
                  </a:lnTo>
                  <a:lnTo>
                    <a:pt x="3284485" y="218745"/>
                  </a:lnTo>
                  <a:lnTo>
                    <a:pt x="3242377" y="234810"/>
                  </a:lnTo>
                  <a:lnTo>
                    <a:pt x="3200268" y="250878"/>
                  </a:lnTo>
                  <a:lnTo>
                    <a:pt x="3158159" y="266950"/>
                  </a:lnTo>
                  <a:lnTo>
                    <a:pt x="3116050" y="283027"/>
                  </a:lnTo>
                  <a:lnTo>
                    <a:pt x="3073941" y="299109"/>
                  </a:lnTo>
                  <a:lnTo>
                    <a:pt x="3031833" y="315196"/>
                  </a:lnTo>
                  <a:lnTo>
                    <a:pt x="2989724" y="331288"/>
                  </a:lnTo>
                  <a:lnTo>
                    <a:pt x="2947615" y="347386"/>
                  </a:lnTo>
                  <a:lnTo>
                    <a:pt x="2905506" y="363490"/>
                  </a:lnTo>
                  <a:lnTo>
                    <a:pt x="2863397" y="379600"/>
                  </a:lnTo>
                  <a:lnTo>
                    <a:pt x="2821289" y="395718"/>
                  </a:lnTo>
                  <a:lnTo>
                    <a:pt x="2779180" y="411843"/>
                  </a:lnTo>
                  <a:lnTo>
                    <a:pt x="2737071" y="427976"/>
                  </a:lnTo>
                  <a:lnTo>
                    <a:pt x="2694962" y="444118"/>
                  </a:lnTo>
                  <a:lnTo>
                    <a:pt x="2652854" y="460269"/>
                  </a:lnTo>
                  <a:lnTo>
                    <a:pt x="2610745" y="476431"/>
                  </a:lnTo>
                  <a:lnTo>
                    <a:pt x="2568636" y="492604"/>
                  </a:lnTo>
                  <a:lnTo>
                    <a:pt x="2526527" y="508788"/>
                  </a:lnTo>
                  <a:lnTo>
                    <a:pt x="2484418" y="524986"/>
                  </a:lnTo>
                  <a:lnTo>
                    <a:pt x="2442310" y="541197"/>
                  </a:lnTo>
                  <a:lnTo>
                    <a:pt x="2400201" y="557424"/>
                  </a:lnTo>
                  <a:lnTo>
                    <a:pt x="2358092" y="573668"/>
                  </a:lnTo>
                  <a:lnTo>
                    <a:pt x="2315983" y="589930"/>
                  </a:lnTo>
                  <a:lnTo>
                    <a:pt x="2273874" y="606212"/>
                  </a:lnTo>
                  <a:lnTo>
                    <a:pt x="2231766" y="622516"/>
                  </a:lnTo>
                  <a:lnTo>
                    <a:pt x="2189657" y="638843"/>
                  </a:lnTo>
                  <a:lnTo>
                    <a:pt x="2147548" y="655198"/>
                  </a:lnTo>
                  <a:lnTo>
                    <a:pt x="2105439" y="671581"/>
                  </a:lnTo>
                  <a:lnTo>
                    <a:pt x="2063330" y="687997"/>
                  </a:lnTo>
                  <a:lnTo>
                    <a:pt x="2021222" y="704448"/>
                  </a:lnTo>
                  <a:lnTo>
                    <a:pt x="1979113" y="720938"/>
                  </a:lnTo>
                  <a:lnTo>
                    <a:pt x="1937004" y="737472"/>
                  </a:lnTo>
                  <a:lnTo>
                    <a:pt x="1894895" y="754054"/>
                  </a:lnTo>
                  <a:lnTo>
                    <a:pt x="1852786" y="770690"/>
                  </a:lnTo>
                  <a:lnTo>
                    <a:pt x="1810678" y="787384"/>
                  </a:lnTo>
                  <a:lnTo>
                    <a:pt x="1768569" y="804143"/>
                  </a:lnTo>
                  <a:lnTo>
                    <a:pt x="1726460" y="820974"/>
                  </a:lnTo>
                  <a:lnTo>
                    <a:pt x="1684351" y="837884"/>
                  </a:lnTo>
                  <a:lnTo>
                    <a:pt x="1642242" y="854881"/>
                  </a:lnTo>
                  <a:lnTo>
                    <a:pt x="1600134" y="871972"/>
                  </a:lnTo>
                  <a:lnTo>
                    <a:pt x="1558025" y="889166"/>
                  </a:lnTo>
                  <a:lnTo>
                    <a:pt x="1515916" y="906470"/>
                  </a:lnTo>
                  <a:lnTo>
                    <a:pt x="1473807" y="923892"/>
                  </a:lnTo>
                  <a:lnTo>
                    <a:pt x="1431698" y="941438"/>
                  </a:lnTo>
                  <a:lnTo>
                    <a:pt x="1389590" y="959114"/>
                  </a:lnTo>
                  <a:lnTo>
                    <a:pt x="1347481" y="976924"/>
                  </a:lnTo>
                  <a:lnTo>
                    <a:pt x="1305372" y="994871"/>
                  </a:lnTo>
                  <a:lnTo>
                    <a:pt x="1263263" y="1012954"/>
                  </a:lnTo>
                  <a:lnTo>
                    <a:pt x="1221155" y="1031174"/>
                  </a:lnTo>
                  <a:lnTo>
                    <a:pt x="1179046" y="1049527"/>
                  </a:lnTo>
                  <a:lnTo>
                    <a:pt x="1136937" y="1068008"/>
                  </a:lnTo>
                  <a:lnTo>
                    <a:pt x="1094828" y="1086611"/>
                  </a:lnTo>
                  <a:lnTo>
                    <a:pt x="1052719" y="1105330"/>
                  </a:lnTo>
                  <a:lnTo>
                    <a:pt x="1010611" y="1124157"/>
                  </a:lnTo>
                  <a:lnTo>
                    <a:pt x="968502" y="1143083"/>
                  </a:lnTo>
                  <a:lnTo>
                    <a:pt x="926393" y="1162102"/>
                  </a:lnTo>
                  <a:lnTo>
                    <a:pt x="884284" y="1181205"/>
                  </a:lnTo>
                  <a:lnTo>
                    <a:pt x="842175" y="1200384"/>
                  </a:lnTo>
                  <a:lnTo>
                    <a:pt x="800067" y="1219634"/>
                  </a:lnTo>
                  <a:lnTo>
                    <a:pt x="757958" y="1238946"/>
                  </a:lnTo>
                  <a:lnTo>
                    <a:pt x="715849" y="1258315"/>
                  </a:lnTo>
                  <a:lnTo>
                    <a:pt x="673740" y="1277736"/>
                  </a:lnTo>
                  <a:lnTo>
                    <a:pt x="631631" y="1297204"/>
                  </a:lnTo>
                  <a:lnTo>
                    <a:pt x="589523" y="1316713"/>
                  </a:lnTo>
                  <a:lnTo>
                    <a:pt x="547414" y="1336261"/>
                  </a:lnTo>
                  <a:lnTo>
                    <a:pt x="505305" y="1355843"/>
                  </a:lnTo>
                  <a:lnTo>
                    <a:pt x="463196" y="1375456"/>
                  </a:lnTo>
                  <a:lnTo>
                    <a:pt x="421087" y="1395097"/>
                  </a:lnTo>
                  <a:lnTo>
                    <a:pt x="378979" y="1414765"/>
                  </a:lnTo>
                  <a:lnTo>
                    <a:pt x="336870" y="1434455"/>
                  </a:lnTo>
                  <a:lnTo>
                    <a:pt x="294761" y="1454167"/>
                  </a:lnTo>
                  <a:lnTo>
                    <a:pt x="252652" y="1473898"/>
                  </a:lnTo>
                  <a:lnTo>
                    <a:pt x="210543" y="1493647"/>
                  </a:lnTo>
                  <a:lnTo>
                    <a:pt x="168435" y="1513412"/>
                  </a:lnTo>
                  <a:lnTo>
                    <a:pt x="126326" y="1533192"/>
                  </a:lnTo>
                  <a:lnTo>
                    <a:pt x="84217" y="1552986"/>
                  </a:lnTo>
                  <a:lnTo>
                    <a:pt x="42108" y="1572792"/>
                  </a:lnTo>
                  <a:lnTo>
                    <a:pt x="0" y="159261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171462" y="3392835"/>
              <a:ext cx="3326594" cy="1453054"/>
            </a:xfrm>
            <a:custGeom>
              <a:avLst/>
              <a:pathLst>
                <a:path w="3326594" h="1453054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171462" y="3595520"/>
              <a:ext cx="3326594" cy="1389925"/>
            </a:xfrm>
            <a:custGeom>
              <a:avLst/>
              <a:pathLst>
                <a:path w="3326594" h="1389925">
                  <a:moveTo>
                    <a:pt x="3326594" y="0"/>
                  </a:moveTo>
                  <a:lnTo>
                    <a:pt x="3284485" y="16060"/>
                  </a:lnTo>
                  <a:lnTo>
                    <a:pt x="3242377" y="32125"/>
                  </a:lnTo>
                  <a:lnTo>
                    <a:pt x="3200268" y="48193"/>
                  </a:lnTo>
                  <a:lnTo>
                    <a:pt x="3158159" y="64265"/>
                  </a:lnTo>
                  <a:lnTo>
                    <a:pt x="3116050" y="80342"/>
                  </a:lnTo>
                  <a:lnTo>
                    <a:pt x="3073941" y="96424"/>
                  </a:lnTo>
                  <a:lnTo>
                    <a:pt x="3031833" y="112511"/>
                  </a:lnTo>
                  <a:lnTo>
                    <a:pt x="2989724" y="128603"/>
                  </a:lnTo>
                  <a:lnTo>
                    <a:pt x="2947615" y="144701"/>
                  </a:lnTo>
                  <a:lnTo>
                    <a:pt x="2905506" y="160805"/>
                  </a:lnTo>
                  <a:lnTo>
                    <a:pt x="2863397" y="176915"/>
                  </a:lnTo>
                  <a:lnTo>
                    <a:pt x="2821289" y="193033"/>
                  </a:lnTo>
                  <a:lnTo>
                    <a:pt x="2779180" y="209158"/>
                  </a:lnTo>
                  <a:lnTo>
                    <a:pt x="2737071" y="225291"/>
                  </a:lnTo>
                  <a:lnTo>
                    <a:pt x="2694962" y="241433"/>
                  </a:lnTo>
                  <a:lnTo>
                    <a:pt x="2652854" y="257584"/>
                  </a:lnTo>
                  <a:lnTo>
                    <a:pt x="2610745" y="273746"/>
                  </a:lnTo>
                  <a:lnTo>
                    <a:pt x="2568636" y="289919"/>
                  </a:lnTo>
                  <a:lnTo>
                    <a:pt x="2526527" y="306103"/>
                  </a:lnTo>
                  <a:lnTo>
                    <a:pt x="2484418" y="322301"/>
                  </a:lnTo>
                  <a:lnTo>
                    <a:pt x="2442310" y="338512"/>
                  </a:lnTo>
                  <a:lnTo>
                    <a:pt x="2400201" y="354739"/>
                  </a:lnTo>
                  <a:lnTo>
                    <a:pt x="2358092" y="370983"/>
                  </a:lnTo>
                  <a:lnTo>
                    <a:pt x="2315983" y="387245"/>
                  </a:lnTo>
                  <a:lnTo>
                    <a:pt x="2273874" y="403527"/>
                  </a:lnTo>
                  <a:lnTo>
                    <a:pt x="2231766" y="419831"/>
                  </a:lnTo>
                  <a:lnTo>
                    <a:pt x="2189657" y="436158"/>
                  </a:lnTo>
                  <a:lnTo>
                    <a:pt x="2147548" y="452513"/>
                  </a:lnTo>
                  <a:lnTo>
                    <a:pt x="2105439" y="468896"/>
                  </a:lnTo>
                  <a:lnTo>
                    <a:pt x="2063330" y="485312"/>
                  </a:lnTo>
                  <a:lnTo>
                    <a:pt x="2021222" y="501763"/>
                  </a:lnTo>
                  <a:lnTo>
                    <a:pt x="1979113" y="518253"/>
                  </a:lnTo>
                  <a:lnTo>
                    <a:pt x="1937004" y="534787"/>
                  </a:lnTo>
                  <a:lnTo>
                    <a:pt x="1894895" y="551369"/>
                  </a:lnTo>
                  <a:lnTo>
                    <a:pt x="1852786" y="568004"/>
                  </a:lnTo>
                  <a:lnTo>
                    <a:pt x="1810678" y="584699"/>
                  </a:lnTo>
                  <a:lnTo>
                    <a:pt x="1768569" y="601458"/>
                  </a:lnTo>
                  <a:lnTo>
                    <a:pt x="1726460" y="618289"/>
                  </a:lnTo>
                  <a:lnTo>
                    <a:pt x="1684351" y="635199"/>
                  </a:lnTo>
                  <a:lnTo>
                    <a:pt x="1642242" y="652196"/>
                  </a:lnTo>
                  <a:lnTo>
                    <a:pt x="1600134" y="669287"/>
                  </a:lnTo>
                  <a:lnTo>
                    <a:pt x="1558025" y="686481"/>
                  </a:lnTo>
                  <a:lnTo>
                    <a:pt x="1515916" y="703785"/>
                  </a:lnTo>
                  <a:lnTo>
                    <a:pt x="1473807" y="721207"/>
                  </a:lnTo>
                  <a:lnTo>
                    <a:pt x="1431698" y="738753"/>
                  </a:lnTo>
                  <a:lnTo>
                    <a:pt x="1389590" y="756429"/>
                  </a:lnTo>
                  <a:lnTo>
                    <a:pt x="1347481" y="774239"/>
                  </a:lnTo>
                  <a:lnTo>
                    <a:pt x="1305372" y="792186"/>
                  </a:lnTo>
                  <a:lnTo>
                    <a:pt x="1263263" y="810269"/>
                  </a:lnTo>
                  <a:lnTo>
                    <a:pt x="1221155" y="828489"/>
                  </a:lnTo>
                  <a:lnTo>
                    <a:pt x="1179046" y="846842"/>
                  </a:lnTo>
                  <a:lnTo>
                    <a:pt x="1136937" y="865323"/>
                  </a:lnTo>
                  <a:lnTo>
                    <a:pt x="1094828" y="883926"/>
                  </a:lnTo>
                  <a:lnTo>
                    <a:pt x="1052719" y="902645"/>
                  </a:lnTo>
                  <a:lnTo>
                    <a:pt x="1010611" y="921472"/>
                  </a:lnTo>
                  <a:lnTo>
                    <a:pt x="968502" y="940398"/>
                  </a:lnTo>
                  <a:lnTo>
                    <a:pt x="926393" y="959417"/>
                  </a:lnTo>
                  <a:lnTo>
                    <a:pt x="884284" y="978520"/>
                  </a:lnTo>
                  <a:lnTo>
                    <a:pt x="842175" y="997699"/>
                  </a:lnTo>
                  <a:lnTo>
                    <a:pt x="800067" y="1016949"/>
                  </a:lnTo>
                  <a:lnTo>
                    <a:pt x="757958" y="1036261"/>
                  </a:lnTo>
                  <a:lnTo>
                    <a:pt x="715849" y="1055630"/>
                  </a:lnTo>
                  <a:lnTo>
                    <a:pt x="673740" y="1075051"/>
                  </a:lnTo>
                  <a:lnTo>
                    <a:pt x="631631" y="1094519"/>
                  </a:lnTo>
                  <a:lnTo>
                    <a:pt x="589523" y="1114028"/>
                  </a:lnTo>
                  <a:lnTo>
                    <a:pt x="547414" y="1133576"/>
                  </a:lnTo>
                  <a:lnTo>
                    <a:pt x="505305" y="1153158"/>
                  </a:lnTo>
                  <a:lnTo>
                    <a:pt x="463196" y="1172771"/>
                  </a:lnTo>
                  <a:lnTo>
                    <a:pt x="421087" y="1192412"/>
                  </a:lnTo>
                  <a:lnTo>
                    <a:pt x="378979" y="1212080"/>
                  </a:lnTo>
                  <a:lnTo>
                    <a:pt x="336870" y="1231770"/>
                  </a:lnTo>
                  <a:lnTo>
                    <a:pt x="294761" y="1251482"/>
                  </a:lnTo>
                  <a:lnTo>
                    <a:pt x="252652" y="1271213"/>
                  </a:lnTo>
                  <a:lnTo>
                    <a:pt x="210543" y="1290962"/>
                  </a:lnTo>
                  <a:lnTo>
                    <a:pt x="168435" y="1310727"/>
                  </a:lnTo>
                  <a:lnTo>
                    <a:pt x="126326" y="1330507"/>
                  </a:lnTo>
                  <a:lnTo>
                    <a:pt x="84217" y="1350301"/>
                  </a:lnTo>
                  <a:lnTo>
                    <a:pt x="42108" y="1370107"/>
                  </a:lnTo>
                  <a:lnTo>
                    <a:pt x="0" y="138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2171462" y="3494178"/>
              <a:ext cx="3326594" cy="1421490"/>
            </a:xfrm>
            <a:custGeom>
              <a:avLst/>
              <a:pathLst>
                <a:path w="3326594" h="1421490">
                  <a:moveTo>
                    <a:pt x="0" y="1421490"/>
                  </a:moveTo>
                  <a:lnTo>
                    <a:pt x="42108" y="1403496"/>
                  </a:lnTo>
                  <a:lnTo>
                    <a:pt x="84217" y="1385503"/>
                  </a:lnTo>
                  <a:lnTo>
                    <a:pt x="126326" y="1367509"/>
                  </a:lnTo>
                  <a:lnTo>
                    <a:pt x="168435" y="1349516"/>
                  </a:lnTo>
                  <a:lnTo>
                    <a:pt x="210543" y="1331522"/>
                  </a:lnTo>
                  <a:lnTo>
                    <a:pt x="252652" y="1313529"/>
                  </a:lnTo>
                  <a:lnTo>
                    <a:pt x="294761" y="1295535"/>
                  </a:lnTo>
                  <a:lnTo>
                    <a:pt x="336870" y="1277541"/>
                  </a:lnTo>
                  <a:lnTo>
                    <a:pt x="378979" y="1259548"/>
                  </a:lnTo>
                  <a:lnTo>
                    <a:pt x="421087" y="1241554"/>
                  </a:lnTo>
                  <a:lnTo>
                    <a:pt x="463196" y="1223561"/>
                  </a:lnTo>
                  <a:lnTo>
                    <a:pt x="505305" y="1205567"/>
                  </a:lnTo>
                  <a:lnTo>
                    <a:pt x="547414" y="1187574"/>
                  </a:lnTo>
                  <a:lnTo>
                    <a:pt x="589523" y="1169580"/>
                  </a:lnTo>
                  <a:lnTo>
                    <a:pt x="631631" y="1151587"/>
                  </a:lnTo>
                  <a:lnTo>
                    <a:pt x="673740" y="1133593"/>
                  </a:lnTo>
                  <a:lnTo>
                    <a:pt x="715849" y="1115599"/>
                  </a:lnTo>
                  <a:lnTo>
                    <a:pt x="757958" y="1097606"/>
                  </a:lnTo>
                  <a:lnTo>
                    <a:pt x="800067" y="1079612"/>
                  </a:lnTo>
                  <a:lnTo>
                    <a:pt x="842175" y="1061619"/>
                  </a:lnTo>
                  <a:lnTo>
                    <a:pt x="884284" y="1043625"/>
                  </a:lnTo>
                  <a:lnTo>
                    <a:pt x="926393" y="1025632"/>
                  </a:lnTo>
                  <a:lnTo>
                    <a:pt x="968502" y="1007638"/>
                  </a:lnTo>
                  <a:lnTo>
                    <a:pt x="1010611" y="989645"/>
                  </a:lnTo>
                  <a:lnTo>
                    <a:pt x="1052719" y="971651"/>
                  </a:lnTo>
                  <a:lnTo>
                    <a:pt x="1094828" y="953658"/>
                  </a:lnTo>
                  <a:lnTo>
                    <a:pt x="1136937" y="935664"/>
                  </a:lnTo>
                  <a:lnTo>
                    <a:pt x="1179046" y="917670"/>
                  </a:lnTo>
                  <a:lnTo>
                    <a:pt x="1221155" y="899677"/>
                  </a:lnTo>
                  <a:lnTo>
                    <a:pt x="1263263" y="881683"/>
                  </a:lnTo>
                  <a:lnTo>
                    <a:pt x="1305372" y="863690"/>
                  </a:lnTo>
                  <a:lnTo>
                    <a:pt x="1347481" y="845696"/>
                  </a:lnTo>
                  <a:lnTo>
                    <a:pt x="1389590" y="827703"/>
                  </a:lnTo>
                  <a:lnTo>
                    <a:pt x="1431698" y="809709"/>
                  </a:lnTo>
                  <a:lnTo>
                    <a:pt x="1473807" y="791716"/>
                  </a:lnTo>
                  <a:lnTo>
                    <a:pt x="1515916" y="773722"/>
                  </a:lnTo>
                  <a:lnTo>
                    <a:pt x="1558025" y="755729"/>
                  </a:lnTo>
                  <a:lnTo>
                    <a:pt x="1600134" y="737735"/>
                  </a:lnTo>
                  <a:lnTo>
                    <a:pt x="1642242" y="719741"/>
                  </a:lnTo>
                  <a:lnTo>
                    <a:pt x="1684351" y="701748"/>
                  </a:lnTo>
                  <a:lnTo>
                    <a:pt x="1726460" y="683754"/>
                  </a:lnTo>
                  <a:lnTo>
                    <a:pt x="1768569" y="665761"/>
                  </a:lnTo>
                  <a:lnTo>
                    <a:pt x="1810678" y="647767"/>
                  </a:lnTo>
                  <a:lnTo>
                    <a:pt x="1852786" y="629774"/>
                  </a:lnTo>
                  <a:lnTo>
                    <a:pt x="1894895" y="611780"/>
                  </a:lnTo>
                  <a:lnTo>
                    <a:pt x="1937004" y="593787"/>
                  </a:lnTo>
                  <a:lnTo>
                    <a:pt x="1979113" y="575793"/>
                  </a:lnTo>
                  <a:lnTo>
                    <a:pt x="2021222" y="557799"/>
                  </a:lnTo>
                  <a:lnTo>
                    <a:pt x="2063330" y="539806"/>
                  </a:lnTo>
                  <a:lnTo>
                    <a:pt x="2105439" y="521812"/>
                  </a:lnTo>
                  <a:lnTo>
                    <a:pt x="2147548" y="503819"/>
                  </a:lnTo>
                  <a:lnTo>
                    <a:pt x="2189657" y="485825"/>
                  </a:lnTo>
                  <a:lnTo>
                    <a:pt x="2231766" y="467832"/>
                  </a:lnTo>
                  <a:lnTo>
                    <a:pt x="2273874" y="449838"/>
                  </a:lnTo>
                  <a:lnTo>
                    <a:pt x="2315983" y="431845"/>
                  </a:lnTo>
                  <a:lnTo>
                    <a:pt x="2358092" y="413851"/>
                  </a:lnTo>
                  <a:lnTo>
                    <a:pt x="2400201" y="395858"/>
                  </a:lnTo>
                  <a:lnTo>
                    <a:pt x="2442310" y="377864"/>
                  </a:lnTo>
                  <a:lnTo>
                    <a:pt x="2484418" y="359870"/>
                  </a:lnTo>
                  <a:lnTo>
                    <a:pt x="2526527" y="341877"/>
                  </a:lnTo>
                  <a:lnTo>
                    <a:pt x="2568636" y="323883"/>
                  </a:lnTo>
                  <a:lnTo>
                    <a:pt x="2610745" y="305890"/>
                  </a:lnTo>
                  <a:lnTo>
                    <a:pt x="2652854" y="287896"/>
                  </a:lnTo>
                  <a:lnTo>
                    <a:pt x="2694962" y="269903"/>
                  </a:lnTo>
                  <a:lnTo>
                    <a:pt x="2737071" y="251909"/>
                  </a:lnTo>
                  <a:lnTo>
                    <a:pt x="2779180" y="233916"/>
                  </a:lnTo>
                  <a:lnTo>
                    <a:pt x="2821289" y="215922"/>
                  </a:lnTo>
                  <a:lnTo>
                    <a:pt x="2863397" y="197929"/>
                  </a:lnTo>
                  <a:lnTo>
                    <a:pt x="2905506" y="179935"/>
                  </a:lnTo>
                  <a:lnTo>
                    <a:pt x="2947615" y="161941"/>
                  </a:lnTo>
                  <a:lnTo>
                    <a:pt x="2989724" y="143948"/>
                  </a:lnTo>
                  <a:lnTo>
                    <a:pt x="3031833" y="125954"/>
                  </a:lnTo>
                  <a:lnTo>
                    <a:pt x="3073941" y="107961"/>
                  </a:lnTo>
                  <a:lnTo>
                    <a:pt x="3116050" y="89967"/>
                  </a:lnTo>
                  <a:lnTo>
                    <a:pt x="3158159" y="71974"/>
                  </a:lnTo>
                  <a:lnTo>
                    <a:pt x="3200268" y="53980"/>
                  </a:lnTo>
                  <a:lnTo>
                    <a:pt x="3242377" y="35987"/>
                  </a:lnTo>
                  <a:lnTo>
                    <a:pt x="3284485" y="17993"/>
                  </a:lnTo>
                  <a:lnTo>
                    <a:pt x="332659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2026-07-06T08:53:48Z</dcterms:modified>
  <cp:category/>
</cp:coreProperties>
</file>