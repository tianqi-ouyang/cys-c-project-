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16336"/>
            </a:xfrm>
            <a:custGeom>
              <a:avLst/>
              <a:pathLst>
                <a:path w="6964104" h="1216336">
                  <a:moveTo>
                    <a:pt x="754487" y="0"/>
                  </a:moveTo>
                  <a:lnTo>
                    <a:pt x="773789" y="13505"/>
                  </a:lnTo>
                  <a:lnTo>
                    <a:pt x="844133" y="60852"/>
                  </a:lnTo>
                  <a:lnTo>
                    <a:pt x="914478" y="106397"/>
                  </a:lnTo>
                  <a:lnTo>
                    <a:pt x="984822" y="150207"/>
                  </a:lnTo>
                  <a:lnTo>
                    <a:pt x="1055167" y="192350"/>
                  </a:lnTo>
                  <a:lnTo>
                    <a:pt x="1125511" y="232889"/>
                  </a:lnTo>
                  <a:lnTo>
                    <a:pt x="1195856" y="271884"/>
                  </a:lnTo>
                  <a:lnTo>
                    <a:pt x="1266200" y="309394"/>
                  </a:lnTo>
                  <a:lnTo>
                    <a:pt x="1336545" y="345477"/>
                  </a:lnTo>
                  <a:lnTo>
                    <a:pt x="1406889" y="380186"/>
                  </a:lnTo>
                  <a:lnTo>
                    <a:pt x="1477234" y="413574"/>
                  </a:lnTo>
                  <a:lnTo>
                    <a:pt x="1547578" y="445690"/>
                  </a:lnTo>
                  <a:lnTo>
                    <a:pt x="1617923" y="476584"/>
                  </a:lnTo>
                  <a:lnTo>
                    <a:pt x="1688267" y="506302"/>
                  </a:lnTo>
                  <a:lnTo>
                    <a:pt x="1758612" y="534888"/>
                  </a:lnTo>
                  <a:lnTo>
                    <a:pt x="1828956" y="562386"/>
                  </a:lnTo>
                  <a:lnTo>
                    <a:pt x="1899301" y="588838"/>
                  </a:lnTo>
                  <a:lnTo>
                    <a:pt x="1969645" y="614282"/>
                  </a:lnTo>
                  <a:lnTo>
                    <a:pt x="2039990" y="638758"/>
                  </a:lnTo>
                  <a:lnTo>
                    <a:pt x="2110334" y="662302"/>
                  </a:lnTo>
                  <a:lnTo>
                    <a:pt x="2180679" y="684949"/>
                  </a:lnTo>
                  <a:lnTo>
                    <a:pt x="2251023" y="706735"/>
                  </a:lnTo>
                  <a:lnTo>
                    <a:pt x="2321368" y="727691"/>
                  </a:lnTo>
                  <a:lnTo>
                    <a:pt x="2391712" y="747849"/>
                  </a:lnTo>
                  <a:lnTo>
                    <a:pt x="2462057" y="767240"/>
                  </a:lnTo>
                  <a:lnTo>
                    <a:pt x="2532401" y="785892"/>
                  </a:lnTo>
                  <a:lnTo>
                    <a:pt x="2602746" y="803835"/>
                  </a:lnTo>
                  <a:lnTo>
                    <a:pt x="2673090" y="821094"/>
                  </a:lnTo>
                  <a:lnTo>
                    <a:pt x="2743435" y="837697"/>
                  </a:lnTo>
                  <a:lnTo>
                    <a:pt x="2813779" y="853667"/>
                  </a:lnTo>
                  <a:lnTo>
                    <a:pt x="2884124" y="869030"/>
                  </a:lnTo>
                  <a:lnTo>
                    <a:pt x="2954468" y="883807"/>
                  </a:lnTo>
                  <a:lnTo>
                    <a:pt x="3024813" y="898022"/>
                  </a:lnTo>
                  <a:lnTo>
                    <a:pt x="3095157" y="911696"/>
                  </a:lnTo>
                  <a:lnTo>
                    <a:pt x="3165502" y="924849"/>
                  </a:lnTo>
                  <a:lnTo>
                    <a:pt x="3235846" y="937502"/>
                  </a:lnTo>
                  <a:lnTo>
                    <a:pt x="3306191" y="949672"/>
                  </a:lnTo>
                  <a:lnTo>
                    <a:pt x="3376535" y="958666"/>
                  </a:lnTo>
                  <a:lnTo>
                    <a:pt x="3446880" y="961276"/>
                  </a:lnTo>
                  <a:lnTo>
                    <a:pt x="3517224" y="963863"/>
                  </a:lnTo>
                  <a:lnTo>
                    <a:pt x="3587569" y="966428"/>
                  </a:lnTo>
                  <a:lnTo>
                    <a:pt x="3657913" y="968970"/>
                  </a:lnTo>
                  <a:lnTo>
                    <a:pt x="3728257" y="971489"/>
                  </a:lnTo>
                  <a:lnTo>
                    <a:pt x="3798602" y="973987"/>
                  </a:lnTo>
                  <a:lnTo>
                    <a:pt x="3868946" y="976463"/>
                  </a:lnTo>
                  <a:lnTo>
                    <a:pt x="3939291" y="978918"/>
                  </a:lnTo>
                  <a:lnTo>
                    <a:pt x="4009635" y="981350"/>
                  </a:lnTo>
                  <a:lnTo>
                    <a:pt x="4079980" y="983762"/>
                  </a:lnTo>
                  <a:lnTo>
                    <a:pt x="4150324" y="986153"/>
                  </a:lnTo>
                  <a:lnTo>
                    <a:pt x="4220669" y="988522"/>
                  </a:lnTo>
                  <a:lnTo>
                    <a:pt x="4291013" y="990871"/>
                  </a:lnTo>
                  <a:lnTo>
                    <a:pt x="4361358" y="993199"/>
                  </a:lnTo>
                  <a:lnTo>
                    <a:pt x="4431702" y="995507"/>
                  </a:lnTo>
                  <a:lnTo>
                    <a:pt x="4502047" y="997795"/>
                  </a:lnTo>
                  <a:lnTo>
                    <a:pt x="4572391" y="1000063"/>
                  </a:lnTo>
                  <a:lnTo>
                    <a:pt x="4642736" y="1002311"/>
                  </a:lnTo>
                  <a:lnTo>
                    <a:pt x="4713080" y="1004539"/>
                  </a:lnTo>
                  <a:lnTo>
                    <a:pt x="4783425" y="1006748"/>
                  </a:lnTo>
                  <a:lnTo>
                    <a:pt x="4853769" y="1008938"/>
                  </a:lnTo>
                  <a:lnTo>
                    <a:pt x="4924114" y="1011108"/>
                  </a:lnTo>
                  <a:lnTo>
                    <a:pt x="4994458" y="1013260"/>
                  </a:lnTo>
                  <a:lnTo>
                    <a:pt x="5064803" y="1015392"/>
                  </a:lnTo>
                  <a:lnTo>
                    <a:pt x="5135147" y="1017506"/>
                  </a:lnTo>
                  <a:lnTo>
                    <a:pt x="5205492" y="1019602"/>
                  </a:lnTo>
                  <a:lnTo>
                    <a:pt x="5275836" y="1021679"/>
                  </a:lnTo>
                  <a:lnTo>
                    <a:pt x="5346181" y="1023738"/>
                  </a:lnTo>
                  <a:lnTo>
                    <a:pt x="5416525" y="1025779"/>
                  </a:lnTo>
                  <a:lnTo>
                    <a:pt x="5486870" y="1027802"/>
                  </a:lnTo>
                  <a:lnTo>
                    <a:pt x="5557214" y="1029808"/>
                  </a:lnTo>
                  <a:lnTo>
                    <a:pt x="5627559" y="1031796"/>
                  </a:lnTo>
                  <a:lnTo>
                    <a:pt x="5697903" y="1033766"/>
                  </a:lnTo>
                  <a:lnTo>
                    <a:pt x="5768248" y="1035720"/>
                  </a:lnTo>
                  <a:lnTo>
                    <a:pt x="5838592" y="1037656"/>
                  </a:lnTo>
                  <a:lnTo>
                    <a:pt x="5908937" y="1039575"/>
                  </a:lnTo>
                  <a:lnTo>
                    <a:pt x="5979281" y="1041478"/>
                  </a:lnTo>
                  <a:lnTo>
                    <a:pt x="6049626" y="1043364"/>
                  </a:lnTo>
                  <a:lnTo>
                    <a:pt x="6119970" y="1045233"/>
                  </a:lnTo>
                  <a:lnTo>
                    <a:pt x="6190315" y="1047086"/>
                  </a:lnTo>
                  <a:lnTo>
                    <a:pt x="6260659" y="1048923"/>
                  </a:lnTo>
                  <a:lnTo>
                    <a:pt x="6331004" y="1050744"/>
                  </a:lnTo>
                  <a:lnTo>
                    <a:pt x="6401348" y="1052549"/>
                  </a:lnTo>
                  <a:lnTo>
                    <a:pt x="6471693" y="1054338"/>
                  </a:lnTo>
                  <a:lnTo>
                    <a:pt x="6542037" y="1056112"/>
                  </a:lnTo>
                  <a:lnTo>
                    <a:pt x="6612382" y="1057870"/>
                  </a:lnTo>
                  <a:lnTo>
                    <a:pt x="6682726" y="1059612"/>
                  </a:lnTo>
                  <a:lnTo>
                    <a:pt x="6753071" y="1061340"/>
                  </a:lnTo>
                  <a:lnTo>
                    <a:pt x="6823415" y="1063052"/>
                  </a:lnTo>
                  <a:lnTo>
                    <a:pt x="6893760" y="1064749"/>
                  </a:lnTo>
                  <a:lnTo>
                    <a:pt x="6964104" y="1066432"/>
                  </a:lnTo>
                  <a:lnTo>
                    <a:pt x="6964104" y="1216336"/>
                  </a:lnTo>
                  <a:lnTo>
                    <a:pt x="6893760" y="1214719"/>
                  </a:lnTo>
                  <a:lnTo>
                    <a:pt x="6823415" y="1213038"/>
                  </a:lnTo>
                  <a:lnTo>
                    <a:pt x="6753071" y="1211290"/>
                  </a:lnTo>
                  <a:lnTo>
                    <a:pt x="6682726" y="1209473"/>
                  </a:lnTo>
                  <a:lnTo>
                    <a:pt x="6612382" y="1207584"/>
                  </a:lnTo>
                  <a:lnTo>
                    <a:pt x="6542037" y="1205620"/>
                  </a:lnTo>
                  <a:lnTo>
                    <a:pt x="6471693" y="1203579"/>
                  </a:lnTo>
                  <a:lnTo>
                    <a:pt x="6401348" y="1201457"/>
                  </a:lnTo>
                  <a:lnTo>
                    <a:pt x="6331004" y="1199250"/>
                  </a:lnTo>
                  <a:lnTo>
                    <a:pt x="6260659" y="1196957"/>
                  </a:lnTo>
                  <a:lnTo>
                    <a:pt x="6190315" y="1194573"/>
                  </a:lnTo>
                  <a:lnTo>
                    <a:pt x="6119970" y="1192094"/>
                  </a:lnTo>
                  <a:lnTo>
                    <a:pt x="6049626" y="1189517"/>
                  </a:lnTo>
                  <a:lnTo>
                    <a:pt x="5979281" y="1186839"/>
                  </a:lnTo>
                  <a:lnTo>
                    <a:pt x="5908937" y="1184054"/>
                  </a:lnTo>
                  <a:lnTo>
                    <a:pt x="5838592" y="1181159"/>
                  </a:lnTo>
                  <a:lnTo>
                    <a:pt x="5768248" y="1178149"/>
                  </a:lnTo>
                  <a:lnTo>
                    <a:pt x="5697903" y="1175021"/>
                  </a:lnTo>
                  <a:lnTo>
                    <a:pt x="5627559" y="1171768"/>
                  </a:lnTo>
                  <a:lnTo>
                    <a:pt x="5557214" y="1168387"/>
                  </a:lnTo>
                  <a:lnTo>
                    <a:pt x="5486870" y="1164872"/>
                  </a:lnTo>
                  <a:lnTo>
                    <a:pt x="5416525" y="1161218"/>
                  </a:lnTo>
                  <a:lnTo>
                    <a:pt x="5346181" y="1157420"/>
                  </a:lnTo>
                  <a:lnTo>
                    <a:pt x="5275836" y="1153471"/>
                  </a:lnTo>
                  <a:lnTo>
                    <a:pt x="5205492" y="1149365"/>
                  </a:lnTo>
                  <a:lnTo>
                    <a:pt x="5135147" y="1145098"/>
                  </a:lnTo>
                  <a:lnTo>
                    <a:pt x="5064803" y="1140661"/>
                  </a:lnTo>
                  <a:lnTo>
                    <a:pt x="4994458" y="1136049"/>
                  </a:lnTo>
                  <a:lnTo>
                    <a:pt x="4924114" y="1131254"/>
                  </a:lnTo>
                  <a:lnTo>
                    <a:pt x="4853769" y="1126269"/>
                  </a:lnTo>
                  <a:lnTo>
                    <a:pt x="4783425" y="1121088"/>
                  </a:lnTo>
                  <a:lnTo>
                    <a:pt x="4713080" y="1115701"/>
                  </a:lnTo>
                  <a:lnTo>
                    <a:pt x="4642736" y="1110101"/>
                  </a:lnTo>
                  <a:lnTo>
                    <a:pt x="4572391" y="1104279"/>
                  </a:lnTo>
                  <a:lnTo>
                    <a:pt x="4502047" y="1098227"/>
                  </a:lnTo>
                  <a:lnTo>
                    <a:pt x="4431702" y="1091935"/>
                  </a:lnTo>
                  <a:lnTo>
                    <a:pt x="4361358" y="1085395"/>
                  </a:lnTo>
                  <a:lnTo>
                    <a:pt x="4291013" y="1078595"/>
                  </a:lnTo>
                  <a:lnTo>
                    <a:pt x="4220669" y="1071526"/>
                  </a:lnTo>
                  <a:lnTo>
                    <a:pt x="4150324" y="1064178"/>
                  </a:lnTo>
                  <a:lnTo>
                    <a:pt x="4079980" y="1056539"/>
                  </a:lnTo>
                  <a:lnTo>
                    <a:pt x="4009635" y="1048598"/>
                  </a:lnTo>
                  <a:lnTo>
                    <a:pt x="3939291" y="1040342"/>
                  </a:lnTo>
                  <a:lnTo>
                    <a:pt x="3868946" y="1031759"/>
                  </a:lnTo>
                  <a:lnTo>
                    <a:pt x="3798602" y="1022837"/>
                  </a:lnTo>
                  <a:lnTo>
                    <a:pt x="3728257" y="1013562"/>
                  </a:lnTo>
                  <a:lnTo>
                    <a:pt x="3657913" y="1003919"/>
                  </a:lnTo>
                  <a:lnTo>
                    <a:pt x="3587569" y="993896"/>
                  </a:lnTo>
                  <a:lnTo>
                    <a:pt x="3517224" y="983475"/>
                  </a:lnTo>
                  <a:lnTo>
                    <a:pt x="3446880" y="972642"/>
                  </a:lnTo>
                  <a:lnTo>
                    <a:pt x="3376535" y="961380"/>
                  </a:lnTo>
                  <a:lnTo>
                    <a:pt x="3306191" y="956033"/>
                  </a:lnTo>
                  <a:lnTo>
                    <a:pt x="3235846" y="953377"/>
                  </a:lnTo>
                  <a:lnTo>
                    <a:pt x="3165502" y="950697"/>
                  </a:lnTo>
                  <a:lnTo>
                    <a:pt x="3095157" y="947994"/>
                  </a:lnTo>
                  <a:lnTo>
                    <a:pt x="3024813" y="945267"/>
                  </a:lnTo>
                  <a:lnTo>
                    <a:pt x="2954468" y="942516"/>
                  </a:lnTo>
                  <a:lnTo>
                    <a:pt x="2884124" y="939741"/>
                  </a:lnTo>
                  <a:lnTo>
                    <a:pt x="2813779" y="936941"/>
                  </a:lnTo>
                  <a:lnTo>
                    <a:pt x="2743435" y="934116"/>
                  </a:lnTo>
                  <a:lnTo>
                    <a:pt x="2673090" y="931267"/>
                  </a:lnTo>
                  <a:lnTo>
                    <a:pt x="2602746" y="928392"/>
                  </a:lnTo>
                  <a:lnTo>
                    <a:pt x="2532401" y="925492"/>
                  </a:lnTo>
                  <a:lnTo>
                    <a:pt x="2462057" y="922567"/>
                  </a:lnTo>
                  <a:lnTo>
                    <a:pt x="2391712" y="919616"/>
                  </a:lnTo>
                  <a:lnTo>
                    <a:pt x="2321368" y="916638"/>
                  </a:lnTo>
                  <a:lnTo>
                    <a:pt x="2251023" y="913635"/>
                  </a:lnTo>
                  <a:lnTo>
                    <a:pt x="2180679" y="910605"/>
                  </a:lnTo>
                  <a:lnTo>
                    <a:pt x="2110334" y="907548"/>
                  </a:lnTo>
                  <a:lnTo>
                    <a:pt x="2039990" y="904464"/>
                  </a:lnTo>
                  <a:lnTo>
                    <a:pt x="1969645" y="901353"/>
                  </a:lnTo>
                  <a:lnTo>
                    <a:pt x="1899301" y="898215"/>
                  </a:lnTo>
                  <a:lnTo>
                    <a:pt x="1828956" y="895049"/>
                  </a:lnTo>
                  <a:lnTo>
                    <a:pt x="1758612" y="891854"/>
                  </a:lnTo>
                  <a:lnTo>
                    <a:pt x="1688267" y="888632"/>
                  </a:lnTo>
                  <a:lnTo>
                    <a:pt x="1617923" y="885382"/>
                  </a:lnTo>
                  <a:lnTo>
                    <a:pt x="1547578" y="882102"/>
                  </a:lnTo>
                  <a:lnTo>
                    <a:pt x="1477234" y="878794"/>
                  </a:lnTo>
                  <a:lnTo>
                    <a:pt x="1406889" y="875457"/>
                  </a:lnTo>
                  <a:lnTo>
                    <a:pt x="1336545" y="872090"/>
                  </a:lnTo>
                  <a:lnTo>
                    <a:pt x="1266200" y="868694"/>
                  </a:lnTo>
                  <a:lnTo>
                    <a:pt x="1195856" y="865267"/>
                  </a:lnTo>
                  <a:lnTo>
                    <a:pt x="1125511" y="861811"/>
                  </a:lnTo>
                  <a:lnTo>
                    <a:pt x="1055167" y="858323"/>
                  </a:lnTo>
                  <a:lnTo>
                    <a:pt x="984822" y="854805"/>
                  </a:lnTo>
                  <a:lnTo>
                    <a:pt x="914478" y="851257"/>
                  </a:lnTo>
                  <a:lnTo>
                    <a:pt x="844133" y="847676"/>
                  </a:lnTo>
                  <a:lnTo>
                    <a:pt x="773789" y="844065"/>
                  </a:lnTo>
                  <a:lnTo>
                    <a:pt x="703444" y="840421"/>
                  </a:lnTo>
                  <a:lnTo>
                    <a:pt x="633100" y="836745"/>
                  </a:lnTo>
                  <a:lnTo>
                    <a:pt x="562755" y="833037"/>
                  </a:lnTo>
                  <a:lnTo>
                    <a:pt x="492411" y="829296"/>
                  </a:lnTo>
                  <a:lnTo>
                    <a:pt x="422066" y="825522"/>
                  </a:lnTo>
                  <a:lnTo>
                    <a:pt x="351722" y="821715"/>
                  </a:lnTo>
                  <a:lnTo>
                    <a:pt x="281377" y="817874"/>
                  </a:lnTo>
                  <a:lnTo>
                    <a:pt x="211033" y="813999"/>
                  </a:lnTo>
                  <a:lnTo>
                    <a:pt x="140688" y="810091"/>
                  </a:lnTo>
                  <a:lnTo>
                    <a:pt x="70344" y="806147"/>
                  </a:lnTo>
                  <a:lnTo>
                    <a:pt x="0" y="80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89799" y="2143092"/>
              <a:ext cx="6209617" cy="1066432"/>
            </a:xfrm>
            <a:custGeom>
              <a:avLst/>
              <a:pathLst>
                <a:path w="6209617" h="1066432">
                  <a:moveTo>
                    <a:pt x="0" y="0"/>
                  </a:moveTo>
                  <a:lnTo>
                    <a:pt x="19302" y="13505"/>
                  </a:lnTo>
                  <a:lnTo>
                    <a:pt x="89646" y="60852"/>
                  </a:lnTo>
                  <a:lnTo>
                    <a:pt x="159991" y="106397"/>
                  </a:lnTo>
                  <a:lnTo>
                    <a:pt x="230335" y="150207"/>
                  </a:lnTo>
                  <a:lnTo>
                    <a:pt x="300680" y="192350"/>
                  </a:lnTo>
                  <a:lnTo>
                    <a:pt x="371024" y="232889"/>
                  </a:lnTo>
                  <a:lnTo>
                    <a:pt x="441368" y="271884"/>
                  </a:lnTo>
                  <a:lnTo>
                    <a:pt x="511713" y="309394"/>
                  </a:lnTo>
                  <a:lnTo>
                    <a:pt x="582057" y="345477"/>
                  </a:lnTo>
                  <a:lnTo>
                    <a:pt x="652402" y="380186"/>
                  </a:lnTo>
                  <a:lnTo>
                    <a:pt x="722746" y="413574"/>
                  </a:lnTo>
                  <a:lnTo>
                    <a:pt x="793091" y="445690"/>
                  </a:lnTo>
                  <a:lnTo>
                    <a:pt x="863435" y="476584"/>
                  </a:lnTo>
                  <a:lnTo>
                    <a:pt x="933780" y="506302"/>
                  </a:lnTo>
                  <a:lnTo>
                    <a:pt x="1004124" y="534888"/>
                  </a:lnTo>
                  <a:lnTo>
                    <a:pt x="1074469" y="562386"/>
                  </a:lnTo>
                  <a:lnTo>
                    <a:pt x="1144813" y="588838"/>
                  </a:lnTo>
                  <a:lnTo>
                    <a:pt x="1215158" y="614282"/>
                  </a:lnTo>
                  <a:lnTo>
                    <a:pt x="1285502" y="638758"/>
                  </a:lnTo>
                  <a:lnTo>
                    <a:pt x="1355847" y="662302"/>
                  </a:lnTo>
                  <a:lnTo>
                    <a:pt x="1426191" y="684949"/>
                  </a:lnTo>
                  <a:lnTo>
                    <a:pt x="1496536" y="706735"/>
                  </a:lnTo>
                  <a:lnTo>
                    <a:pt x="1566880" y="727691"/>
                  </a:lnTo>
                  <a:lnTo>
                    <a:pt x="1637225" y="747849"/>
                  </a:lnTo>
                  <a:lnTo>
                    <a:pt x="1707569" y="767240"/>
                  </a:lnTo>
                  <a:lnTo>
                    <a:pt x="1777914" y="785892"/>
                  </a:lnTo>
                  <a:lnTo>
                    <a:pt x="1848258" y="803835"/>
                  </a:lnTo>
                  <a:lnTo>
                    <a:pt x="1918603" y="821094"/>
                  </a:lnTo>
                  <a:lnTo>
                    <a:pt x="1988947" y="837697"/>
                  </a:lnTo>
                  <a:lnTo>
                    <a:pt x="2059292" y="853667"/>
                  </a:lnTo>
                  <a:lnTo>
                    <a:pt x="2129636" y="869030"/>
                  </a:lnTo>
                  <a:lnTo>
                    <a:pt x="2199981" y="883807"/>
                  </a:lnTo>
                  <a:lnTo>
                    <a:pt x="2270325" y="898022"/>
                  </a:lnTo>
                  <a:lnTo>
                    <a:pt x="2340670" y="911696"/>
                  </a:lnTo>
                  <a:lnTo>
                    <a:pt x="2411014" y="924849"/>
                  </a:lnTo>
                  <a:lnTo>
                    <a:pt x="2481359" y="937502"/>
                  </a:lnTo>
                  <a:lnTo>
                    <a:pt x="2551703" y="949672"/>
                  </a:lnTo>
                  <a:lnTo>
                    <a:pt x="2622048" y="958666"/>
                  </a:lnTo>
                  <a:lnTo>
                    <a:pt x="2692392" y="961276"/>
                  </a:lnTo>
                  <a:lnTo>
                    <a:pt x="2762737" y="963863"/>
                  </a:lnTo>
                  <a:lnTo>
                    <a:pt x="2833081" y="966428"/>
                  </a:lnTo>
                  <a:lnTo>
                    <a:pt x="2903426" y="968970"/>
                  </a:lnTo>
                  <a:lnTo>
                    <a:pt x="2973770" y="971489"/>
                  </a:lnTo>
                  <a:lnTo>
                    <a:pt x="3044115" y="973987"/>
                  </a:lnTo>
                  <a:lnTo>
                    <a:pt x="3114459" y="976463"/>
                  </a:lnTo>
                  <a:lnTo>
                    <a:pt x="3184804" y="978918"/>
                  </a:lnTo>
                  <a:lnTo>
                    <a:pt x="3255148" y="981350"/>
                  </a:lnTo>
                  <a:lnTo>
                    <a:pt x="3325493" y="983762"/>
                  </a:lnTo>
                  <a:lnTo>
                    <a:pt x="3395837" y="986153"/>
                  </a:lnTo>
                  <a:lnTo>
                    <a:pt x="3466182" y="988522"/>
                  </a:lnTo>
                  <a:lnTo>
                    <a:pt x="3536526" y="990871"/>
                  </a:lnTo>
                  <a:lnTo>
                    <a:pt x="3606871" y="993199"/>
                  </a:lnTo>
                  <a:lnTo>
                    <a:pt x="3677215" y="995507"/>
                  </a:lnTo>
                  <a:lnTo>
                    <a:pt x="3747560" y="997795"/>
                  </a:lnTo>
                  <a:lnTo>
                    <a:pt x="3817904" y="1000063"/>
                  </a:lnTo>
                  <a:lnTo>
                    <a:pt x="3888249" y="1002311"/>
                  </a:lnTo>
                  <a:lnTo>
                    <a:pt x="3958593" y="1004539"/>
                  </a:lnTo>
                  <a:lnTo>
                    <a:pt x="4028937" y="1006748"/>
                  </a:lnTo>
                  <a:lnTo>
                    <a:pt x="4099282" y="1008938"/>
                  </a:lnTo>
                  <a:lnTo>
                    <a:pt x="4169626" y="1011108"/>
                  </a:lnTo>
                  <a:lnTo>
                    <a:pt x="4239971" y="1013260"/>
                  </a:lnTo>
                  <a:lnTo>
                    <a:pt x="4310315" y="1015392"/>
                  </a:lnTo>
                  <a:lnTo>
                    <a:pt x="4380660" y="1017506"/>
                  </a:lnTo>
                  <a:lnTo>
                    <a:pt x="4451004" y="1019602"/>
                  </a:lnTo>
                  <a:lnTo>
                    <a:pt x="4521349" y="1021679"/>
                  </a:lnTo>
                  <a:lnTo>
                    <a:pt x="4591693" y="1023738"/>
                  </a:lnTo>
                  <a:lnTo>
                    <a:pt x="4662038" y="1025779"/>
                  </a:lnTo>
                  <a:lnTo>
                    <a:pt x="4732382" y="1027802"/>
                  </a:lnTo>
                  <a:lnTo>
                    <a:pt x="4802727" y="1029808"/>
                  </a:lnTo>
                  <a:lnTo>
                    <a:pt x="4873071" y="1031796"/>
                  </a:lnTo>
                  <a:lnTo>
                    <a:pt x="4943416" y="1033766"/>
                  </a:lnTo>
                  <a:lnTo>
                    <a:pt x="5013760" y="1035720"/>
                  </a:lnTo>
                  <a:lnTo>
                    <a:pt x="5084105" y="1037656"/>
                  </a:lnTo>
                  <a:lnTo>
                    <a:pt x="5154449" y="1039575"/>
                  </a:lnTo>
                  <a:lnTo>
                    <a:pt x="5224794" y="1041478"/>
                  </a:lnTo>
                  <a:lnTo>
                    <a:pt x="5295138" y="1043364"/>
                  </a:lnTo>
                  <a:lnTo>
                    <a:pt x="5365483" y="1045233"/>
                  </a:lnTo>
                  <a:lnTo>
                    <a:pt x="5435827" y="1047086"/>
                  </a:lnTo>
                  <a:lnTo>
                    <a:pt x="5506172" y="1048923"/>
                  </a:lnTo>
                  <a:lnTo>
                    <a:pt x="5576516" y="1050744"/>
                  </a:lnTo>
                  <a:lnTo>
                    <a:pt x="5646861" y="1052549"/>
                  </a:lnTo>
                  <a:lnTo>
                    <a:pt x="5717205" y="1054338"/>
                  </a:lnTo>
                  <a:lnTo>
                    <a:pt x="5787550" y="1056112"/>
                  </a:lnTo>
                  <a:lnTo>
                    <a:pt x="5857894" y="1057870"/>
                  </a:lnTo>
                  <a:lnTo>
                    <a:pt x="5928239" y="1059612"/>
                  </a:lnTo>
                  <a:lnTo>
                    <a:pt x="5998583" y="1061340"/>
                  </a:lnTo>
                  <a:lnTo>
                    <a:pt x="6068928" y="1063052"/>
                  </a:lnTo>
                  <a:lnTo>
                    <a:pt x="6139272" y="1064749"/>
                  </a:lnTo>
                  <a:lnTo>
                    <a:pt x="6209617" y="1066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945261"/>
              <a:ext cx="6964104" cy="414166"/>
            </a:xfrm>
            <a:custGeom>
              <a:avLst/>
              <a:pathLst>
                <a:path w="6964104" h="414166">
                  <a:moveTo>
                    <a:pt x="6964104" y="414166"/>
                  </a:moveTo>
                  <a:lnTo>
                    <a:pt x="6893760" y="412549"/>
                  </a:lnTo>
                  <a:lnTo>
                    <a:pt x="6823415" y="410868"/>
                  </a:lnTo>
                  <a:lnTo>
                    <a:pt x="6753071" y="409120"/>
                  </a:lnTo>
                  <a:lnTo>
                    <a:pt x="6682726" y="407303"/>
                  </a:lnTo>
                  <a:lnTo>
                    <a:pt x="6612382" y="405414"/>
                  </a:lnTo>
                  <a:lnTo>
                    <a:pt x="6542037" y="403450"/>
                  </a:lnTo>
                  <a:lnTo>
                    <a:pt x="6471693" y="401409"/>
                  </a:lnTo>
                  <a:lnTo>
                    <a:pt x="6401348" y="399287"/>
                  </a:lnTo>
                  <a:lnTo>
                    <a:pt x="6331004" y="397081"/>
                  </a:lnTo>
                  <a:lnTo>
                    <a:pt x="6260659" y="394787"/>
                  </a:lnTo>
                  <a:lnTo>
                    <a:pt x="6190315" y="392403"/>
                  </a:lnTo>
                  <a:lnTo>
                    <a:pt x="6119970" y="389924"/>
                  </a:lnTo>
                  <a:lnTo>
                    <a:pt x="6049626" y="387347"/>
                  </a:lnTo>
                  <a:lnTo>
                    <a:pt x="5979281" y="384669"/>
                  </a:lnTo>
                  <a:lnTo>
                    <a:pt x="5908937" y="381884"/>
                  </a:lnTo>
                  <a:lnTo>
                    <a:pt x="5838592" y="378989"/>
                  </a:lnTo>
                  <a:lnTo>
                    <a:pt x="5768248" y="375980"/>
                  </a:lnTo>
                  <a:lnTo>
                    <a:pt x="5697903" y="372851"/>
                  </a:lnTo>
                  <a:lnTo>
                    <a:pt x="5627559" y="369599"/>
                  </a:lnTo>
                  <a:lnTo>
                    <a:pt x="5557214" y="366218"/>
                  </a:lnTo>
                  <a:lnTo>
                    <a:pt x="5486870" y="362703"/>
                  </a:lnTo>
                  <a:lnTo>
                    <a:pt x="5416525" y="359049"/>
                  </a:lnTo>
                  <a:lnTo>
                    <a:pt x="5346181" y="355250"/>
                  </a:lnTo>
                  <a:lnTo>
                    <a:pt x="5275836" y="351301"/>
                  </a:lnTo>
                  <a:lnTo>
                    <a:pt x="5205492" y="347196"/>
                  </a:lnTo>
                  <a:lnTo>
                    <a:pt x="5135147" y="342928"/>
                  </a:lnTo>
                  <a:lnTo>
                    <a:pt x="5064803" y="338491"/>
                  </a:lnTo>
                  <a:lnTo>
                    <a:pt x="4994458" y="333879"/>
                  </a:lnTo>
                  <a:lnTo>
                    <a:pt x="4924114" y="329084"/>
                  </a:lnTo>
                  <a:lnTo>
                    <a:pt x="4853769" y="324100"/>
                  </a:lnTo>
                  <a:lnTo>
                    <a:pt x="4783425" y="318918"/>
                  </a:lnTo>
                  <a:lnTo>
                    <a:pt x="4713080" y="313531"/>
                  </a:lnTo>
                  <a:lnTo>
                    <a:pt x="4642736" y="307931"/>
                  </a:lnTo>
                  <a:lnTo>
                    <a:pt x="4572391" y="302109"/>
                  </a:lnTo>
                  <a:lnTo>
                    <a:pt x="4502047" y="296057"/>
                  </a:lnTo>
                  <a:lnTo>
                    <a:pt x="4431702" y="289765"/>
                  </a:lnTo>
                  <a:lnTo>
                    <a:pt x="4361358" y="283225"/>
                  </a:lnTo>
                  <a:lnTo>
                    <a:pt x="4291013" y="276425"/>
                  </a:lnTo>
                  <a:lnTo>
                    <a:pt x="4220669" y="269357"/>
                  </a:lnTo>
                  <a:lnTo>
                    <a:pt x="4150324" y="262008"/>
                  </a:lnTo>
                  <a:lnTo>
                    <a:pt x="4079980" y="254369"/>
                  </a:lnTo>
                  <a:lnTo>
                    <a:pt x="4009635" y="246428"/>
                  </a:lnTo>
                  <a:lnTo>
                    <a:pt x="3939291" y="238172"/>
                  </a:lnTo>
                  <a:lnTo>
                    <a:pt x="3868946" y="229589"/>
                  </a:lnTo>
                  <a:lnTo>
                    <a:pt x="3798602" y="220667"/>
                  </a:lnTo>
                  <a:lnTo>
                    <a:pt x="3728257" y="211392"/>
                  </a:lnTo>
                  <a:lnTo>
                    <a:pt x="3657913" y="201750"/>
                  </a:lnTo>
                  <a:lnTo>
                    <a:pt x="3587569" y="191726"/>
                  </a:lnTo>
                  <a:lnTo>
                    <a:pt x="3517224" y="181305"/>
                  </a:lnTo>
                  <a:lnTo>
                    <a:pt x="3446880" y="170472"/>
                  </a:lnTo>
                  <a:lnTo>
                    <a:pt x="3376535" y="159210"/>
                  </a:lnTo>
                  <a:lnTo>
                    <a:pt x="3306191" y="153863"/>
                  </a:lnTo>
                  <a:lnTo>
                    <a:pt x="3235846" y="151207"/>
                  </a:lnTo>
                  <a:lnTo>
                    <a:pt x="3165502" y="148528"/>
                  </a:lnTo>
                  <a:lnTo>
                    <a:pt x="3095157" y="145824"/>
                  </a:lnTo>
                  <a:lnTo>
                    <a:pt x="3024813" y="143097"/>
                  </a:lnTo>
                  <a:lnTo>
                    <a:pt x="2954468" y="140346"/>
                  </a:lnTo>
                  <a:lnTo>
                    <a:pt x="2884124" y="137571"/>
                  </a:lnTo>
                  <a:lnTo>
                    <a:pt x="2813779" y="134771"/>
                  </a:lnTo>
                  <a:lnTo>
                    <a:pt x="2743435" y="131947"/>
                  </a:lnTo>
                  <a:lnTo>
                    <a:pt x="2673090" y="129097"/>
                  </a:lnTo>
                  <a:lnTo>
                    <a:pt x="2602746" y="126223"/>
                  </a:lnTo>
                  <a:lnTo>
                    <a:pt x="2532401" y="123323"/>
                  </a:lnTo>
                  <a:lnTo>
                    <a:pt x="2462057" y="120397"/>
                  </a:lnTo>
                  <a:lnTo>
                    <a:pt x="2391712" y="117446"/>
                  </a:lnTo>
                  <a:lnTo>
                    <a:pt x="2321368" y="114468"/>
                  </a:lnTo>
                  <a:lnTo>
                    <a:pt x="2251023" y="111465"/>
                  </a:lnTo>
                  <a:lnTo>
                    <a:pt x="2180679" y="108435"/>
                  </a:lnTo>
                  <a:lnTo>
                    <a:pt x="2110334" y="105378"/>
                  </a:lnTo>
                  <a:lnTo>
                    <a:pt x="2039990" y="102294"/>
                  </a:lnTo>
                  <a:lnTo>
                    <a:pt x="1969645" y="99183"/>
                  </a:lnTo>
                  <a:lnTo>
                    <a:pt x="1899301" y="96045"/>
                  </a:lnTo>
                  <a:lnTo>
                    <a:pt x="1828956" y="92879"/>
                  </a:lnTo>
                  <a:lnTo>
                    <a:pt x="1758612" y="89685"/>
                  </a:lnTo>
                  <a:lnTo>
                    <a:pt x="1688267" y="86463"/>
                  </a:lnTo>
                  <a:lnTo>
                    <a:pt x="1617923" y="83212"/>
                  </a:lnTo>
                  <a:lnTo>
                    <a:pt x="1547578" y="79933"/>
                  </a:lnTo>
                  <a:lnTo>
                    <a:pt x="1477234" y="76625"/>
                  </a:lnTo>
                  <a:lnTo>
                    <a:pt x="1406889" y="73287"/>
                  </a:lnTo>
                  <a:lnTo>
                    <a:pt x="1336545" y="69920"/>
                  </a:lnTo>
                  <a:lnTo>
                    <a:pt x="1266200" y="66524"/>
                  </a:lnTo>
                  <a:lnTo>
                    <a:pt x="1195856" y="63097"/>
                  </a:lnTo>
                  <a:lnTo>
                    <a:pt x="1125511" y="59641"/>
                  </a:lnTo>
                  <a:lnTo>
                    <a:pt x="1055167" y="56154"/>
                  </a:lnTo>
                  <a:lnTo>
                    <a:pt x="984822" y="52636"/>
                  </a:lnTo>
                  <a:lnTo>
                    <a:pt x="914478" y="49087"/>
                  </a:lnTo>
                  <a:lnTo>
                    <a:pt x="844133" y="45507"/>
                  </a:lnTo>
                  <a:lnTo>
                    <a:pt x="773789" y="41895"/>
                  </a:lnTo>
                  <a:lnTo>
                    <a:pt x="703444" y="38251"/>
                  </a:lnTo>
                  <a:lnTo>
                    <a:pt x="633100" y="34575"/>
                  </a:lnTo>
                  <a:lnTo>
                    <a:pt x="562755" y="30867"/>
                  </a:lnTo>
                  <a:lnTo>
                    <a:pt x="492411" y="27126"/>
                  </a:lnTo>
                  <a:lnTo>
                    <a:pt x="422066" y="23352"/>
                  </a:lnTo>
                  <a:lnTo>
                    <a:pt x="351722" y="19545"/>
                  </a:lnTo>
                  <a:lnTo>
                    <a:pt x="281377" y="15704"/>
                  </a:lnTo>
                  <a:lnTo>
                    <a:pt x="211033" y="11830"/>
                  </a:lnTo>
                  <a:lnTo>
                    <a:pt x="140688" y="7921"/>
                  </a:lnTo>
                  <a:lnTo>
                    <a:pt x="70344" y="39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468997"/>
              <a:ext cx="6964104" cy="843002"/>
            </a:xfrm>
            <a:custGeom>
              <a:avLst/>
              <a:pathLst>
                <a:path w="6964104" h="843002">
                  <a:moveTo>
                    <a:pt x="0" y="0"/>
                  </a:moveTo>
                  <a:lnTo>
                    <a:pt x="70344" y="21900"/>
                  </a:lnTo>
                  <a:lnTo>
                    <a:pt x="140688" y="43285"/>
                  </a:lnTo>
                  <a:lnTo>
                    <a:pt x="211033" y="64168"/>
                  </a:lnTo>
                  <a:lnTo>
                    <a:pt x="281377" y="84559"/>
                  </a:lnTo>
                  <a:lnTo>
                    <a:pt x="351722" y="104471"/>
                  </a:lnTo>
                  <a:lnTo>
                    <a:pt x="422066" y="123915"/>
                  </a:lnTo>
                  <a:lnTo>
                    <a:pt x="492411" y="142901"/>
                  </a:lnTo>
                  <a:lnTo>
                    <a:pt x="562755" y="161441"/>
                  </a:lnTo>
                  <a:lnTo>
                    <a:pt x="633100" y="179545"/>
                  </a:lnTo>
                  <a:lnTo>
                    <a:pt x="703444" y="197224"/>
                  </a:lnTo>
                  <a:lnTo>
                    <a:pt x="773789" y="214486"/>
                  </a:lnTo>
                  <a:lnTo>
                    <a:pt x="844133" y="231343"/>
                  </a:lnTo>
                  <a:lnTo>
                    <a:pt x="914478" y="247803"/>
                  </a:lnTo>
                  <a:lnTo>
                    <a:pt x="984822" y="263876"/>
                  </a:lnTo>
                  <a:lnTo>
                    <a:pt x="1055167" y="279571"/>
                  </a:lnTo>
                  <a:lnTo>
                    <a:pt x="1125511" y="294897"/>
                  </a:lnTo>
                  <a:lnTo>
                    <a:pt x="1195856" y="309863"/>
                  </a:lnTo>
                  <a:lnTo>
                    <a:pt x="1266200" y="324476"/>
                  </a:lnTo>
                  <a:lnTo>
                    <a:pt x="1336545" y="338746"/>
                  </a:lnTo>
                  <a:lnTo>
                    <a:pt x="1406889" y="352681"/>
                  </a:lnTo>
                  <a:lnTo>
                    <a:pt x="1477234" y="366287"/>
                  </a:lnTo>
                  <a:lnTo>
                    <a:pt x="1547578" y="379574"/>
                  </a:lnTo>
                  <a:lnTo>
                    <a:pt x="1617923" y="392549"/>
                  </a:lnTo>
                  <a:lnTo>
                    <a:pt x="1688267" y="405218"/>
                  </a:lnTo>
                  <a:lnTo>
                    <a:pt x="1758612" y="417589"/>
                  </a:lnTo>
                  <a:lnTo>
                    <a:pt x="1828956" y="429670"/>
                  </a:lnTo>
                  <a:lnTo>
                    <a:pt x="1899301" y="441466"/>
                  </a:lnTo>
                  <a:lnTo>
                    <a:pt x="1969645" y="452985"/>
                  </a:lnTo>
                  <a:lnTo>
                    <a:pt x="2039990" y="464233"/>
                  </a:lnTo>
                  <a:lnTo>
                    <a:pt x="2110334" y="475216"/>
                  </a:lnTo>
                  <a:lnTo>
                    <a:pt x="2180679" y="485941"/>
                  </a:lnTo>
                  <a:lnTo>
                    <a:pt x="2251023" y="496414"/>
                  </a:lnTo>
                  <a:lnTo>
                    <a:pt x="2321368" y="506641"/>
                  </a:lnTo>
                  <a:lnTo>
                    <a:pt x="2391712" y="516627"/>
                  </a:lnTo>
                  <a:lnTo>
                    <a:pt x="2462057" y="526379"/>
                  </a:lnTo>
                  <a:lnTo>
                    <a:pt x="2532401" y="535901"/>
                  </a:lnTo>
                  <a:lnTo>
                    <a:pt x="2602746" y="545199"/>
                  </a:lnTo>
                  <a:lnTo>
                    <a:pt x="2673090" y="554278"/>
                  </a:lnTo>
                  <a:lnTo>
                    <a:pt x="2743435" y="563144"/>
                  </a:lnTo>
                  <a:lnTo>
                    <a:pt x="2813779" y="571802"/>
                  </a:lnTo>
                  <a:lnTo>
                    <a:pt x="2884124" y="580256"/>
                  </a:lnTo>
                  <a:lnTo>
                    <a:pt x="2954468" y="588511"/>
                  </a:lnTo>
                  <a:lnTo>
                    <a:pt x="3024813" y="596572"/>
                  </a:lnTo>
                  <a:lnTo>
                    <a:pt x="3095157" y="604443"/>
                  </a:lnTo>
                  <a:lnTo>
                    <a:pt x="3165502" y="612130"/>
                  </a:lnTo>
                  <a:lnTo>
                    <a:pt x="3235846" y="619635"/>
                  </a:lnTo>
                  <a:lnTo>
                    <a:pt x="3306191" y="626964"/>
                  </a:lnTo>
                  <a:lnTo>
                    <a:pt x="3376535" y="634121"/>
                  </a:lnTo>
                  <a:lnTo>
                    <a:pt x="3446880" y="641109"/>
                  </a:lnTo>
                  <a:lnTo>
                    <a:pt x="3517224" y="647933"/>
                  </a:lnTo>
                  <a:lnTo>
                    <a:pt x="3587569" y="654597"/>
                  </a:lnTo>
                  <a:lnTo>
                    <a:pt x="3657913" y="661104"/>
                  </a:lnTo>
                  <a:lnTo>
                    <a:pt x="3728257" y="667458"/>
                  </a:lnTo>
                  <a:lnTo>
                    <a:pt x="3798602" y="673662"/>
                  </a:lnTo>
                  <a:lnTo>
                    <a:pt x="3868946" y="679721"/>
                  </a:lnTo>
                  <a:lnTo>
                    <a:pt x="3939291" y="685637"/>
                  </a:lnTo>
                  <a:lnTo>
                    <a:pt x="4009635" y="691414"/>
                  </a:lnTo>
                  <a:lnTo>
                    <a:pt x="4079980" y="697055"/>
                  </a:lnTo>
                  <a:lnTo>
                    <a:pt x="4150324" y="702563"/>
                  </a:lnTo>
                  <a:lnTo>
                    <a:pt x="4220669" y="707942"/>
                  </a:lnTo>
                  <a:lnTo>
                    <a:pt x="4291013" y="713195"/>
                  </a:lnTo>
                  <a:lnTo>
                    <a:pt x="4361358" y="718324"/>
                  </a:lnTo>
                  <a:lnTo>
                    <a:pt x="4431702" y="723332"/>
                  </a:lnTo>
                  <a:lnTo>
                    <a:pt x="4502047" y="728222"/>
                  </a:lnTo>
                  <a:lnTo>
                    <a:pt x="4572391" y="732998"/>
                  </a:lnTo>
                  <a:lnTo>
                    <a:pt x="4642736" y="737661"/>
                  </a:lnTo>
                  <a:lnTo>
                    <a:pt x="4713080" y="742215"/>
                  </a:lnTo>
                  <a:lnTo>
                    <a:pt x="4783425" y="746661"/>
                  </a:lnTo>
                  <a:lnTo>
                    <a:pt x="4853769" y="751003"/>
                  </a:lnTo>
                  <a:lnTo>
                    <a:pt x="4924114" y="755243"/>
                  </a:lnTo>
                  <a:lnTo>
                    <a:pt x="4994458" y="759383"/>
                  </a:lnTo>
                  <a:lnTo>
                    <a:pt x="5064803" y="763426"/>
                  </a:lnTo>
                  <a:lnTo>
                    <a:pt x="5135147" y="767373"/>
                  </a:lnTo>
                  <a:lnTo>
                    <a:pt x="5205492" y="771228"/>
                  </a:lnTo>
                  <a:lnTo>
                    <a:pt x="5275836" y="774992"/>
                  </a:lnTo>
                  <a:lnTo>
                    <a:pt x="5346181" y="778668"/>
                  </a:lnTo>
                  <a:lnTo>
                    <a:pt x="5416525" y="782257"/>
                  </a:lnTo>
                  <a:lnTo>
                    <a:pt x="5486870" y="785762"/>
                  </a:lnTo>
                  <a:lnTo>
                    <a:pt x="5557214" y="789184"/>
                  </a:lnTo>
                  <a:lnTo>
                    <a:pt x="5627559" y="792526"/>
                  </a:lnTo>
                  <a:lnTo>
                    <a:pt x="5697903" y="795790"/>
                  </a:lnTo>
                  <a:lnTo>
                    <a:pt x="5768248" y="798976"/>
                  </a:lnTo>
                  <a:lnTo>
                    <a:pt x="5838592" y="802088"/>
                  </a:lnTo>
                  <a:lnTo>
                    <a:pt x="5908937" y="805126"/>
                  </a:lnTo>
                  <a:lnTo>
                    <a:pt x="5979281" y="808093"/>
                  </a:lnTo>
                  <a:lnTo>
                    <a:pt x="6049626" y="810991"/>
                  </a:lnTo>
                  <a:lnTo>
                    <a:pt x="6119970" y="813820"/>
                  </a:lnTo>
                  <a:lnTo>
                    <a:pt x="6190315" y="816582"/>
                  </a:lnTo>
                  <a:lnTo>
                    <a:pt x="6260659" y="819280"/>
                  </a:lnTo>
                  <a:lnTo>
                    <a:pt x="6331004" y="821914"/>
                  </a:lnTo>
                  <a:lnTo>
                    <a:pt x="6401348" y="824486"/>
                  </a:lnTo>
                  <a:lnTo>
                    <a:pt x="6471693" y="826998"/>
                  </a:lnTo>
                  <a:lnTo>
                    <a:pt x="6542037" y="829451"/>
                  </a:lnTo>
                  <a:lnTo>
                    <a:pt x="6612382" y="831846"/>
                  </a:lnTo>
                  <a:lnTo>
                    <a:pt x="6682726" y="834185"/>
                  </a:lnTo>
                  <a:lnTo>
                    <a:pt x="6753071" y="836468"/>
                  </a:lnTo>
                  <a:lnTo>
                    <a:pt x="6823415" y="838698"/>
                  </a:lnTo>
                  <a:lnTo>
                    <a:pt x="6893760" y="840876"/>
                  </a:lnTo>
                  <a:lnTo>
                    <a:pt x="6964104" y="8430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16336"/>
            </a:xfrm>
            <a:custGeom>
              <a:avLst/>
              <a:pathLst>
                <a:path w="6964104" h="1216336">
                  <a:moveTo>
                    <a:pt x="754487" y="0"/>
                  </a:moveTo>
                  <a:lnTo>
                    <a:pt x="773789" y="13505"/>
                  </a:lnTo>
                  <a:lnTo>
                    <a:pt x="844133" y="60852"/>
                  </a:lnTo>
                  <a:lnTo>
                    <a:pt x="914478" y="106397"/>
                  </a:lnTo>
                  <a:lnTo>
                    <a:pt x="984822" y="150207"/>
                  </a:lnTo>
                  <a:lnTo>
                    <a:pt x="1055167" y="192350"/>
                  </a:lnTo>
                  <a:lnTo>
                    <a:pt x="1125511" y="232889"/>
                  </a:lnTo>
                  <a:lnTo>
                    <a:pt x="1195856" y="271884"/>
                  </a:lnTo>
                  <a:lnTo>
                    <a:pt x="1266200" y="309394"/>
                  </a:lnTo>
                  <a:lnTo>
                    <a:pt x="1336545" y="345477"/>
                  </a:lnTo>
                  <a:lnTo>
                    <a:pt x="1406889" y="380186"/>
                  </a:lnTo>
                  <a:lnTo>
                    <a:pt x="1477234" y="413574"/>
                  </a:lnTo>
                  <a:lnTo>
                    <a:pt x="1547578" y="445690"/>
                  </a:lnTo>
                  <a:lnTo>
                    <a:pt x="1617923" y="476584"/>
                  </a:lnTo>
                  <a:lnTo>
                    <a:pt x="1688267" y="506302"/>
                  </a:lnTo>
                  <a:lnTo>
                    <a:pt x="1758612" y="534888"/>
                  </a:lnTo>
                  <a:lnTo>
                    <a:pt x="1828956" y="562386"/>
                  </a:lnTo>
                  <a:lnTo>
                    <a:pt x="1899301" y="588838"/>
                  </a:lnTo>
                  <a:lnTo>
                    <a:pt x="1969645" y="614282"/>
                  </a:lnTo>
                  <a:lnTo>
                    <a:pt x="2039990" y="638758"/>
                  </a:lnTo>
                  <a:lnTo>
                    <a:pt x="2110334" y="662302"/>
                  </a:lnTo>
                  <a:lnTo>
                    <a:pt x="2180679" y="684949"/>
                  </a:lnTo>
                  <a:lnTo>
                    <a:pt x="2251023" y="706735"/>
                  </a:lnTo>
                  <a:lnTo>
                    <a:pt x="2321368" y="727691"/>
                  </a:lnTo>
                  <a:lnTo>
                    <a:pt x="2391712" y="747849"/>
                  </a:lnTo>
                  <a:lnTo>
                    <a:pt x="2462057" y="767240"/>
                  </a:lnTo>
                  <a:lnTo>
                    <a:pt x="2532401" y="785892"/>
                  </a:lnTo>
                  <a:lnTo>
                    <a:pt x="2602746" y="803835"/>
                  </a:lnTo>
                  <a:lnTo>
                    <a:pt x="2673090" y="821094"/>
                  </a:lnTo>
                  <a:lnTo>
                    <a:pt x="2743435" y="837697"/>
                  </a:lnTo>
                  <a:lnTo>
                    <a:pt x="2813779" y="853667"/>
                  </a:lnTo>
                  <a:lnTo>
                    <a:pt x="2884124" y="869030"/>
                  </a:lnTo>
                  <a:lnTo>
                    <a:pt x="2954468" y="883807"/>
                  </a:lnTo>
                  <a:lnTo>
                    <a:pt x="3024813" y="898022"/>
                  </a:lnTo>
                  <a:lnTo>
                    <a:pt x="3095157" y="911696"/>
                  </a:lnTo>
                  <a:lnTo>
                    <a:pt x="3165502" y="924849"/>
                  </a:lnTo>
                  <a:lnTo>
                    <a:pt x="3235846" y="937502"/>
                  </a:lnTo>
                  <a:lnTo>
                    <a:pt x="3306191" y="949672"/>
                  </a:lnTo>
                  <a:lnTo>
                    <a:pt x="3376535" y="958666"/>
                  </a:lnTo>
                  <a:lnTo>
                    <a:pt x="3446880" y="961276"/>
                  </a:lnTo>
                  <a:lnTo>
                    <a:pt x="3517224" y="963863"/>
                  </a:lnTo>
                  <a:lnTo>
                    <a:pt x="3587569" y="966428"/>
                  </a:lnTo>
                  <a:lnTo>
                    <a:pt x="3657913" y="968970"/>
                  </a:lnTo>
                  <a:lnTo>
                    <a:pt x="3728257" y="971489"/>
                  </a:lnTo>
                  <a:lnTo>
                    <a:pt x="3798602" y="973987"/>
                  </a:lnTo>
                  <a:lnTo>
                    <a:pt x="3868946" y="976463"/>
                  </a:lnTo>
                  <a:lnTo>
                    <a:pt x="3939291" y="978918"/>
                  </a:lnTo>
                  <a:lnTo>
                    <a:pt x="4009635" y="981350"/>
                  </a:lnTo>
                  <a:lnTo>
                    <a:pt x="4079980" y="983762"/>
                  </a:lnTo>
                  <a:lnTo>
                    <a:pt x="4150324" y="986153"/>
                  </a:lnTo>
                  <a:lnTo>
                    <a:pt x="4220669" y="988522"/>
                  </a:lnTo>
                  <a:lnTo>
                    <a:pt x="4291013" y="990871"/>
                  </a:lnTo>
                  <a:lnTo>
                    <a:pt x="4361358" y="993199"/>
                  </a:lnTo>
                  <a:lnTo>
                    <a:pt x="4431702" y="995507"/>
                  </a:lnTo>
                  <a:lnTo>
                    <a:pt x="4502047" y="997795"/>
                  </a:lnTo>
                  <a:lnTo>
                    <a:pt x="4572391" y="1000063"/>
                  </a:lnTo>
                  <a:lnTo>
                    <a:pt x="4642736" y="1002311"/>
                  </a:lnTo>
                  <a:lnTo>
                    <a:pt x="4713080" y="1004539"/>
                  </a:lnTo>
                  <a:lnTo>
                    <a:pt x="4783425" y="1006748"/>
                  </a:lnTo>
                  <a:lnTo>
                    <a:pt x="4853769" y="1008938"/>
                  </a:lnTo>
                  <a:lnTo>
                    <a:pt x="4924114" y="1011108"/>
                  </a:lnTo>
                  <a:lnTo>
                    <a:pt x="4994458" y="1013260"/>
                  </a:lnTo>
                  <a:lnTo>
                    <a:pt x="5064803" y="1015392"/>
                  </a:lnTo>
                  <a:lnTo>
                    <a:pt x="5135147" y="1017506"/>
                  </a:lnTo>
                  <a:lnTo>
                    <a:pt x="5205492" y="1019602"/>
                  </a:lnTo>
                  <a:lnTo>
                    <a:pt x="5275836" y="1021679"/>
                  </a:lnTo>
                  <a:lnTo>
                    <a:pt x="5346181" y="1023738"/>
                  </a:lnTo>
                  <a:lnTo>
                    <a:pt x="5416525" y="1025779"/>
                  </a:lnTo>
                  <a:lnTo>
                    <a:pt x="5486870" y="1027802"/>
                  </a:lnTo>
                  <a:lnTo>
                    <a:pt x="5557214" y="1029808"/>
                  </a:lnTo>
                  <a:lnTo>
                    <a:pt x="5627559" y="1031796"/>
                  </a:lnTo>
                  <a:lnTo>
                    <a:pt x="5697903" y="1033766"/>
                  </a:lnTo>
                  <a:lnTo>
                    <a:pt x="5768248" y="1035720"/>
                  </a:lnTo>
                  <a:lnTo>
                    <a:pt x="5838592" y="1037656"/>
                  </a:lnTo>
                  <a:lnTo>
                    <a:pt x="5908937" y="1039575"/>
                  </a:lnTo>
                  <a:lnTo>
                    <a:pt x="5979281" y="1041478"/>
                  </a:lnTo>
                  <a:lnTo>
                    <a:pt x="6049626" y="1043364"/>
                  </a:lnTo>
                  <a:lnTo>
                    <a:pt x="6119970" y="1045233"/>
                  </a:lnTo>
                  <a:lnTo>
                    <a:pt x="6190315" y="1047086"/>
                  </a:lnTo>
                  <a:lnTo>
                    <a:pt x="6260659" y="1048923"/>
                  </a:lnTo>
                  <a:lnTo>
                    <a:pt x="6331004" y="1050744"/>
                  </a:lnTo>
                  <a:lnTo>
                    <a:pt x="6401348" y="1052549"/>
                  </a:lnTo>
                  <a:lnTo>
                    <a:pt x="6471693" y="1054338"/>
                  </a:lnTo>
                  <a:lnTo>
                    <a:pt x="6542037" y="1056112"/>
                  </a:lnTo>
                  <a:lnTo>
                    <a:pt x="6612382" y="1057870"/>
                  </a:lnTo>
                  <a:lnTo>
                    <a:pt x="6682726" y="1059612"/>
                  </a:lnTo>
                  <a:lnTo>
                    <a:pt x="6753071" y="1061340"/>
                  </a:lnTo>
                  <a:lnTo>
                    <a:pt x="6823415" y="1063052"/>
                  </a:lnTo>
                  <a:lnTo>
                    <a:pt x="6893760" y="1064749"/>
                  </a:lnTo>
                  <a:lnTo>
                    <a:pt x="6964104" y="1066432"/>
                  </a:lnTo>
                  <a:lnTo>
                    <a:pt x="6964104" y="1216336"/>
                  </a:lnTo>
                  <a:lnTo>
                    <a:pt x="6893760" y="1214719"/>
                  </a:lnTo>
                  <a:lnTo>
                    <a:pt x="6823415" y="1213038"/>
                  </a:lnTo>
                  <a:lnTo>
                    <a:pt x="6753071" y="1211290"/>
                  </a:lnTo>
                  <a:lnTo>
                    <a:pt x="6682726" y="1209473"/>
                  </a:lnTo>
                  <a:lnTo>
                    <a:pt x="6612382" y="1207584"/>
                  </a:lnTo>
                  <a:lnTo>
                    <a:pt x="6542037" y="1205620"/>
                  </a:lnTo>
                  <a:lnTo>
                    <a:pt x="6471693" y="1203579"/>
                  </a:lnTo>
                  <a:lnTo>
                    <a:pt x="6401348" y="1201457"/>
                  </a:lnTo>
                  <a:lnTo>
                    <a:pt x="6331004" y="1199250"/>
                  </a:lnTo>
                  <a:lnTo>
                    <a:pt x="6260659" y="1196957"/>
                  </a:lnTo>
                  <a:lnTo>
                    <a:pt x="6190315" y="1194573"/>
                  </a:lnTo>
                  <a:lnTo>
                    <a:pt x="6119970" y="1192094"/>
                  </a:lnTo>
                  <a:lnTo>
                    <a:pt x="6049626" y="1189517"/>
                  </a:lnTo>
                  <a:lnTo>
                    <a:pt x="5979281" y="1186839"/>
                  </a:lnTo>
                  <a:lnTo>
                    <a:pt x="5908937" y="1184054"/>
                  </a:lnTo>
                  <a:lnTo>
                    <a:pt x="5838592" y="1181159"/>
                  </a:lnTo>
                  <a:lnTo>
                    <a:pt x="5768248" y="1178149"/>
                  </a:lnTo>
                  <a:lnTo>
                    <a:pt x="5697903" y="1175021"/>
                  </a:lnTo>
                  <a:lnTo>
                    <a:pt x="5627559" y="1171768"/>
                  </a:lnTo>
                  <a:lnTo>
                    <a:pt x="5557214" y="1168387"/>
                  </a:lnTo>
                  <a:lnTo>
                    <a:pt x="5486870" y="1164872"/>
                  </a:lnTo>
                  <a:lnTo>
                    <a:pt x="5416525" y="1161218"/>
                  </a:lnTo>
                  <a:lnTo>
                    <a:pt x="5346181" y="1157420"/>
                  </a:lnTo>
                  <a:lnTo>
                    <a:pt x="5275836" y="1153471"/>
                  </a:lnTo>
                  <a:lnTo>
                    <a:pt x="5205492" y="1149365"/>
                  </a:lnTo>
                  <a:lnTo>
                    <a:pt x="5135147" y="1145098"/>
                  </a:lnTo>
                  <a:lnTo>
                    <a:pt x="5064803" y="1140661"/>
                  </a:lnTo>
                  <a:lnTo>
                    <a:pt x="4994458" y="1136049"/>
                  </a:lnTo>
                  <a:lnTo>
                    <a:pt x="4924114" y="1131254"/>
                  </a:lnTo>
                  <a:lnTo>
                    <a:pt x="4853769" y="1126269"/>
                  </a:lnTo>
                  <a:lnTo>
                    <a:pt x="4783425" y="1121088"/>
                  </a:lnTo>
                  <a:lnTo>
                    <a:pt x="4713080" y="1115701"/>
                  </a:lnTo>
                  <a:lnTo>
                    <a:pt x="4642736" y="1110101"/>
                  </a:lnTo>
                  <a:lnTo>
                    <a:pt x="4572391" y="1104279"/>
                  </a:lnTo>
                  <a:lnTo>
                    <a:pt x="4502047" y="1098227"/>
                  </a:lnTo>
                  <a:lnTo>
                    <a:pt x="4431702" y="1091935"/>
                  </a:lnTo>
                  <a:lnTo>
                    <a:pt x="4361358" y="1085395"/>
                  </a:lnTo>
                  <a:lnTo>
                    <a:pt x="4291013" y="1078595"/>
                  </a:lnTo>
                  <a:lnTo>
                    <a:pt x="4220669" y="1071526"/>
                  </a:lnTo>
                  <a:lnTo>
                    <a:pt x="4150324" y="1064178"/>
                  </a:lnTo>
                  <a:lnTo>
                    <a:pt x="4079980" y="1056539"/>
                  </a:lnTo>
                  <a:lnTo>
                    <a:pt x="4009635" y="1048598"/>
                  </a:lnTo>
                  <a:lnTo>
                    <a:pt x="3939291" y="1040342"/>
                  </a:lnTo>
                  <a:lnTo>
                    <a:pt x="3868946" y="1031759"/>
                  </a:lnTo>
                  <a:lnTo>
                    <a:pt x="3798602" y="1022837"/>
                  </a:lnTo>
                  <a:lnTo>
                    <a:pt x="3728257" y="1013562"/>
                  </a:lnTo>
                  <a:lnTo>
                    <a:pt x="3657913" y="1003919"/>
                  </a:lnTo>
                  <a:lnTo>
                    <a:pt x="3587569" y="993896"/>
                  </a:lnTo>
                  <a:lnTo>
                    <a:pt x="3517224" y="983475"/>
                  </a:lnTo>
                  <a:lnTo>
                    <a:pt x="3446880" y="972642"/>
                  </a:lnTo>
                  <a:lnTo>
                    <a:pt x="3376535" y="961380"/>
                  </a:lnTo>
                  <a:lnTo>
                    <a:pt x="3306191" y="956033"/>
                  </a:lnTo>
                  <a:lnTo>
                    <a:pt x="3235846" y="953377"/>
                  </a:lnTo>
                  <a:lnTo>
                    <a:pt x="3165502" y="950697"/>
                  </a:lnTo>
                  <a:lnTo>
                    <a:pt x="3095157" y="947994"/>
                  </a:lnTo>
                  <a:lnTo>
                    <a:pt x="3024813" y="945267"/>
                  </a:lnTo>
                  <a:lnTo>
                    <a:pt x="2954468" y="942516"/>
                  </a:lnTo>
                  <a:lnTo>
                    <a:pt x="2884124" y="939741"/>
                  </a:lnTo>
                  <a:lnTo>
                    <a:pt x="2813779" y="936941"/>
                  </a:lnTo>
                  <a:lnTo>
                    <a:pt x="2743435" y="934116"/>
                  </a:lnTo>
                  <a:lnTo>
                    <a:pt x="2673090" y="931267"/>
                  </a:lnTo>
                  <a:lnTo>
                    <a:pt x="2602746" y="928392"/>
                  </a:lnTo>
                  <a:lnTo>
                    <a:pt x="2532401" y="925492"/>
                  </a:lnTo>
                  <a:lnTo>
                    <a:pt x="2462057" y="922567"/>
                  </a:lnTo>
                  <a:lnTo>
                    <a:pt x="2391712" y="919616"/>
                  </a:lnTo>
                  <a:lnTo>
                    <a:pt x="2321368" y="916638"/>
                  </a:lnTo>
                  <a:lnTo>
                    <a:pt x="2251023" y="913635"/>
                  </a:lnTo>
                  <a:lnTo>
                    <a:pt x="2180679" y="910605"/>
                  </a:lnTo>
                  <a:lnTo>
                    <a:pt x="2110334" y="907548"/>
                  </a:lnTo>
                  <a:lnTo>
                    <a:pt x="2039990" y="904464"/>
                  </a:lnTo>
                  <a:lnTo>
                    <a:pt x="1969645" y="901353"/>
                  </a:lnTo>
                  <a:lnTo>
                    <a:pt x="1899301" y="898215"/>
                  </a:lnTo>
                  <a:lnTo>
                    <a:pt x="1828956" y="895049"/>
                  </a:lnTo>
                  <a:lnTo>
                    <a:pt x="1758612" y="891854"/>
                  </a:lnTo>
                  <a:lnTo>
                    <a:pt x="1688267" y="888632"/>
                  </a:lnTo>
                  <a:lnTo>
                    <a:pt x="1617923" y="885382"/>
                  </a:lnTo>
                  <a:lnTo>
                    <a:pt x="1547578" y="882102"/>
                  </a:lnTo>
                  <a:lnTo>
                    <a:pt x="1477234" y="878794"/>
                  </a:lnTo>
                  <a:lnTo>
                    <a:pt x="1406889" y="875457"/>
                  </a:lnTo>
                  <a:lnTo>
                    <a:pt x="1336545" y="872090"/>
                  </a:lnTo>
                  <a:lnTo>
                    <a:pt x="1266200" y="868694"/>
                  </a:lnTo>
                  <a:lnTo>
                    <a:pt x="1195856" y="865267"/>
                  </a:lnTo>
                  <a:lnTo>
                    <a:pt x="1125511" y="861811"/>
                  </a:lnTo>
                  <a:lnTo>
                    <a:pt x="1055167" y="858323"/>
                  </a:lnTo>
                  <a:lnTo>
                    <a:pt x="984822" y="854805"/>
                  </a:lnTo>
                  <a:lnTo>
                    <a:pt x="914478" y="851257"/>
                  </a:lnTo>
                  <a:lnTo>
                    <a:pt x="844133" y="847676"/>
                  </a:lnTo>
                  <a:lnTo>
                    <a:pt x="773789" y="844065"/>
                  </a:lnTo>
                  <a:lnTo>
                    <a:pt x="703444" y="840421"/>
                  </a:lnTo>
                  <a:lnTo>
                    <a:pt x="633100" y="836745"/>
                  </a:lnTo>
                  <a:lnTo>
                    <a:pt x="562755" y="833037"/>
                  </a:lnTo>
                  <a:lnTo>
                    <a:pt x="492411" y="829296"/>
                  </a:lnTo>
                  <a:lnTo>
                    <a:pt x="422066" y="825522"/>
                  </a:lnTo>
                  <a:lnTo>
                    <a:pt x="351722" y="821715"/>
                  </a:lnTo>
                  <a:lnTo>
                    <a:pt x="281377" y="817874"/>
                  </a:lnTo>
                  <a:lnTo>
                    <a:pt x="211033" y="813999"/>
                  </a:lnTo>
                  <a:lnTo>
                    <a:pt x="140688" y="810091"/>
                  </a:lnTo>
                  <a:lnTo>
                    <a:pt x="70344" y="806147"/>
                  </a:lnTo>
                  <a:lnTo>
                    <a:pt x="0" y="80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989799" y="4336484"/>
              <a:ext cx="6209617" cy="1066432"/>
            </a:xfrm>
            <a:custGeom>
              <a:avLst/>
              <a:pathLst>
                <a:path w="6209617" h="1066432">
                  <a:moveTo>
                    <a:pt x="0" y="0"/>
                  </a:moveTo>
                  <a:lnTo>
                    <a:pt x="19302" y="13505"/>
                  </a:lnTo>
                  <a:lnTo>
                    <a:pt x="89646" y="60852"/>
                  </a:lnTo>
                  <a:lnTo>
                    <a:pt x="159991" y="106397"/>
                  </a:lnTo>
                  <a:lnTo>
                    <a:pt x="230335" y="150207"/>
                  </a:lnTo>
                  <a:lnTo>
                    <a:pt x="300680" y="192350"/>
                  </a:lnTo>
                  <a:lnTo>
                    <a:pt x="371024" y="232889"/>
                  </a:lnTo>
                  <a:lnTo>
                    <a:pt x="441368" y="271884"/>
                  </a:lnTo>
                  <a:lnTo>
                    <a:pt x="511713" y="309394"/>
                  </a:lnTo>
                  <a:lnTo>
                    <a:pt x="582057" y="345477"/>
                  </a:lnTo>
                  <a:lnTo>
                    <a:pt x="652402" y="380186"/>
                  </a:lnTo>
                  <a:lnTo>
                    <a:pt x="722746" y="413574"/>
                  </a:lnTo>
                  <a:lnTo>
                    <a:pt x="793091" y="445690"/>
                  </a:lnTo>
                  <a:lnTo>
                    <a:pt x="863435" y="476584"/>
                  </a:lnTo>
                  <a:lnTo>
                    <a:pt x="933780" y="506302"/>
                  </a:lnTo>
                  <a:lnTo>
                    <a:pt x="1004124" y="534888"/>
                  </a:lnTo>
                  <a:lnTo>
                    <a:pt x="1074469" y="562386"/>
                  </a:lnTo>
                  <a:lnTo>
                    <a:pt x="1144813" y="588838"/>
                  </a:lnTo>
                  <a:lnTo>
                    <a:pt x="1215158" y="614282"/>
                  </a:lnTo>
                  <a:lnTo>
                    <a:pt x="1285502" y="638758"/>
                  </a:lnTo>
                  <a:lnTo>
                    <a:pt x="1355847" y="662302"/>
                  </a:lnTo>
                  <a:lnTo>
                    <a:pt x="1426191" y="684949"/>
                  </a:lnTo>
                  <a:lnTo>
                    <a:pt x="1496536" y="706735"/>
                  </a:lnTo>
                  <a:lnTo>
                    <a:pt x="1566880" y="727691"/>
                  </a:lnTo>
                  <a:lnTo>
                    <a:pt x="1637225" y="747849"/>
                  </a:lnTo>
                  <a:lnTo>
                    <a:pt x="1707569" y="767240"/>
                  </a:lnTo>
                  <a:lnTo>
                    <a:pt x="1777914" y="785892"/>
                  </a:lnTo>
                  <a:lnTo>
                    <a:pt x="1848258" y="803835"/>
                  </a:lnTo>
                  <a:lnTo>
                    <a:pt x="1918603" y="821094"/>
                  </a:lnTo>
                  <a:lnTo>
                    <a:pt x="1988947" y="837697"/>
                  </a:lnTo>
                  <a:lnTo>
                    <a:pt x="2059292" y="853667"/>
                  </a:lnTo>
                  <a:lnTo>
                    <a:pt x="2129636" y="869030"/>
                  </a:lnTo>
                  <a:lnTo>
                    <a:pt x="2199981" y="883807"/>
                  </a:lnTo>
                  <a:lnTo>
                    <a:pt x="2270325" y="898022"/>
                  </a:lnTo>
                  <a:lnTo>
                    <a:pt x="2340670" y="911696"/>
                  </a:lnTo>
                  <a:lnTo>
                    <a:pt x="2411014" y="924849"/>
                  </a:lnTo>
                  <a:lnTo>
                    <a:pt x="2481359" y="937502"/>
                  </a:lnTo>
                  <a:lnTo>
                    <a:pt x="2551703" y="949672"/>
                  </a:lnTo>
                  <a:lnTo>
                    <a:pt x="2622048" y="958666"/>
                  </a:lnTo>
                  <a:lnTo>
                    <a:pt x="2692392" y="961276"/>
                  </a:lnTo>
                  <a:lnTo>
                    <a:pt x="2762737" y="963863"/>
                  </a:lnTo>
                  <a:lnTo>
                    <a:pt x="2833081" y="966428"/>
                  </a:lnTo>
                  <a:lnTo>
                    <a:pt x="2903426" y="968970"/>
                  </a:lnTo>
                  <a:lnTo>
                    <a:pt x="2973770" y="971489"/>
                  </a:lnTo>
                  <a:lnTo>
                    <a:pt x="3044115" y="973987"/>
                  </a:lnTo>
                  <a:lnTo>
                    <a:pt x="3114459" y="976463"/>
                  </a:lnTo>
                  <a:lnTo>
                    <a:pt x="3184804" y="978918"/>
                  </a:lnTo>
                  <a:lnTo>
                    <a:pt x="3255148" y="981350"/>
                  </a:lnTo>
                  <a:lnTo>
                    <a:pt x="3325493" y="983762"/>
                  </a:lnTo>
                  <a:lnTo>
                    <a:pt x="3395837" y="986153"/>
                  </a:lnTo>
                  <a:lnTo>
                    <a:pt x="3466182" y="988522"/>
                  </a:lnTo>
                  <a:lnTo>
                    <a:pt x="3536526" y="990871"/>
                  </a:lnTo>
                  <a:lnTo>
                    <a:pt x="3606871" y="993199"/>
                  </a:lnTo>
                  <a:lnTo>
                    <a:pt x="3677215" y="995507"/>
                  </a:lnTo>
                  <a:lnTo>
                    <a:pt x="3747560" y="997795"/>
                  </a:lnTo>
                  <a:lnTo>
                    <a:pt x="3817904" y="1000063"/>
                  </a:lnTo>
                  <a:lnTo>
                    <a:pt x="3888249" y="1002311"/>
                  </a:lnTo>
                  <a:lnTo>
                    <a:pt x="3958593" y="1004539"/>
                  </a:lnTo>
                  <a:lnTo>
                    <a:pt x="4028937" y="1006748"/>
                  </a:lnTo>
                  <a:lnTo>
                    <a:pt x="4099282" y="1008938"/>
                  </a:lnTo>
                  <a:lnTo>
                    <a:pt x="4169626" y="1011108"/>
                  </a:lnTo>
                  <a:lnTo>
                    <a:pt x="4239971" y="1013260"/>
                  </a:lnTo>
                  <a:lnTo>
                    <a:pt x="4310315" y="1015392"/>
                  </a:lnTo>
                  <a:lnTo>
                    <a:pt x="4380660" y="1017506"/>
                  </a:lnTo>
                  <a:lnTo>
                    <a:pt x="4451004" y="1019602"/>
                  </a:lnTo>
                  <a:lnTo>
                    <a:pt x="4521349" y="1021679"/>
                  </a:lnTo>
                  <a:lnTo>
                    <a:pt x="4591693" y="1023738"/>
                  </a:lnTo>
                  <a:lnTo>
                    <a:pt x="4662038" y="1025779"/>
                  </a:lnTo>
                  <a:lnTo>
                    <a:pt x="4732382" y="1027802"/>
                  </a:lnTo>
                  <a:lnTo>
                    <a:pt x="4802727" y="1029808"/>
                  </a:lnTo>
                  <a:lnTo>
                    <a:pt x="4873071" y="1031796"/>
                  </a:lnTo>
                  <a:lnTo>
                    <a:pt x="4943416" y="1033766"/>
                  </a:lnTo>
                  <a:lnTo>
                    <a:pt x="5013760" y="1035720"/>
                  </a:lnTo>
                  <a:lnTo>
                    <a:pt x="5084105" y="1037656"/>
                  </a:lnTo>
                  <a:lnTo>
                    <a:pt x="5154449" y="1039575"/>
                  </a:lnTo>
                  <a:lnTo>
                    <a:pt x="5224794" y="1041478"/>
                  </a:lnTo>
                  <a:lnTo>
                    <a:pt x="5295138" y="1043364"/>
                  </a:lnTo>
                  <a:lnTo>
                    <a:pt x="5365483" y="1045233"/>
                  </a:lnTo>
                  <a:lnTo>
                    <a:pt x="5435827" y="1047086"/>
                  </a:lnTo>
                  <a:lnTo>
                    <a:pt x="5506172" y="1048923"/>
                  </a:lnTo>
                  <a:lnTo>
                    <a:pt x="5576516" y="1050744"/>
                  </a:lnTo>
                  <a:lnTo>
                    <a:pt x="5646861" y="1052549"/>
                  </a:lnTo>
                  <a:lnTo>
                    <a:pt x="5717205" y="1054338"/>
                  </a:lnTo>
                  <a:lnTo>
                    <a:pt x="5787550" y="1056112"/>
                  </a:lnTo>
                  <a:lnTo>
                    <a:pt x="5857894" y="1057870"/>
                  </a:lnTo>
                  <a:lnTo>
                    <a:pt x="5928239" y="1059612"/>
                  </a:lnTo>
                  <a:lnTo>
                    <a:pt x="5998583" y="1061340"/>
                  </a:lnTo>
                  <a:lnTo>
                    <a:pt x="6068928" y="1063052"/>
                  </a:lnTo>
                  <a:lnTo>
                    <a:pt x="6139272" y="1064749"/>
                  </a:lnTo>
                  <a:lnTo>
                    <a:pt x="6209617" y="1066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138654"/>
              <a:ext cx="6964104" cy="414166"/>
            </a:xfrm>
            <a:custGeom>
              <a:avLst/>
              <a:pathLst>
                <a:path w="6964104" h="414166">
                  <a:moveTo>
                    <a:pt x="6964104" y="414166"/>
                  </a:moveTo>
                  <a:lnTo>
                    <a:pt x="6893760" y="412549"/>
                  </a:lnTo>
                  <a:lnTo>
                    <a:pt x="6823415" y="410868"/>
                  </a:lnTo>
                  <a:lnTo>
                    <a:pt x="6753071" y="409120"/>
                  </a:lnTo>
                  <a:lnTo>
                    <a:pt x="6682726" y="407303"/>
                  </a:lnTo>
                  <a:lnTo>
                    <a:pt x="6612382" y="405414"/>
                  </a:lnTo>
                  <a:lnTo>
                    <a:pt x="6542037" y="403450"/>
                  </a:lnTo>
                  <a:lnTo>
                    <a:pt x="6471693" y="401409"/>
                  </a:lnTo>
                  <a:lnTo>
                    <a:pt x="6401348" y="399287"/>
                  </a:lnTo>
                  <a:lnTo>
                    <a:pt x="6331004" y="397081"/>
                  </a:lnTo>
                  <a:lnTo>
                    <a:pt x="6260659" y="394787"/>
                  </a:lnTo>
                  <a:lnTo>
                    <a:pt x="6190315" y="392403"/>
                  </a:lnTo>
                  <a:lnTo>
                    <a:pt x="6119970" y="389924"/>
                  </a:lnTo>
                  <a:lnTo>
                    <a:pt x="6049626" y="387347"/>
                  </a:lnTo>
                  <a:lnTo>
                    <a:pt x="5979281" y="384669"/>
                  </a:lnTo>
                  <a:lnTo>
                    <a:pt x="5908937" y="381884"/>
                  </a:lnTo>
                  <a:lnTo>
                    <a:pt x="5838592" y="378989"/>
                  </a:lnTo>
                  <a:lnTo>
                    <a:pt x="5768248" y="375980"/>
                  </a:lnTo>
                  <a:lnTo>
                    <a:pt x="5697903" y="372851"/>
                  </a:lnTo>
                  <a:lnTo>
                    <a:pt x="5627559" y="369599"/>
                  </a:lnTo>
                  <a:lnTo>
                    <a:pt x="5557214" y="366218"/>
                  </a:lnTo>
                  <a:lnTo>
                    <a:pt x="5486870" y="362703"/>
                  </a:lnTo>
                  <a:lnTo>
                    <a:pt x="5416525" y="359049"/>
                  </a:lnTo>
                  <a:lnTo>
                    <a:pt x="5346181" y="355250"/>
                  </a:lnTo>
                  <a:lnTo>
                    <a:pt x="5275836" y="351301"/>
                  </a:lnTo>
                  <a:lnTo>
                    <a:pt x="5205492" y="347196"/>
                  </a:lnTo>
                  <a:lnTo>
                    <a:pt x="5135147" y="342928"/>
                  </a:lnTo>
                  <a:lnTo>
                    <a:pt x="5064803" y="338491"/>
                  </a:lnTo>
                  <a:lnTo>
                    <a:pt x="4994458" y="333879"/>
                  </a:lnTo>
                  <a:lnTo>
                    <a:pt x="4924114" y="329084"/>
                  </a:lnTo>
                  <a:lnTo>
                    <a:pt x="4853769" y="324100"/>
                  </a:lnTo>
                  <a:lnTo>
                    <a:pt x="4783425" y="318918"/>
                  </a:lnTo>
                  <a:lnTo>
                    <a:pt x="4713080" y="313531"/>
                  </a:lnTo>
                  <a:lnTo>
                    <a:pt x="4642736" y="307931"/>
                  </a:lnTo>
                  <a:lnTo>
                    <a:pt x="4572391" y="302109"/>
                  </a:lnTo>
                  <a:lnTo>
                    <a:pt x="4502047" y="296057"/>
                  </a:lnTo>
                  <a:lnTo>
                    <a:pt x="4431702" y="289765"/>
                  </a:lnTo>
                  <a:lnTo>
                    <a:pt x="4361358" y="283225"/>
                  </a:lnTo>
                  <a:lnTo>
                    <a:pt x="4291013" y="276425"/>
                  </a:lnTo>
                  <a:lnTo>
                    <a:pt x="4220669" y="269357"/>
                  </a:lnTo>
                  <a:lnTo>
                    <a:pt x="4150324" y="262008"/>
                  </a:lnTo>
                  <a:lnTo>
                    <a:pt x="4079980" y="254369"/>
                  </a:lnTo>
                  <a:lnTo>
                    <a:pt x="4009635" y="246428"/>
                  </a:lnTo>
                  <a:lnTo>
                    <a:pt x="3939291" y="238172"/>
                  </a:lnTo>
                  <a:lnTo>
                    <a:pt x="3868946" y="229589"/>
                  </a:lnTo>
                  <a:lnTo>
                    <a:pt x="3798602" y="220667"/>
                  </a:lnTo>
                  <a:lnTo>
                    <a:pt x="3728257" y="211392"/>
                  </a:lnTo>
                  <a:lnTo>
                    <a:pt x="3657913" y="201750"/>
                  </a:lnTo>
                  <a:lnTo>
                    <a:pt x="3587569" y="191726"/>
                  </a:lnTo>
                  <a:lnTo>
                    <a:pt x="3517224" y="181305"/>
                  </a:lnTo>
                  <a:lnTo>
                    <a:pt x="3446880" y="170472"/>
                  </a:lnTo>
                  <a:lnTo>
                    <a:pt x="3376535" y="159210"/>
                  </a:lnTo>
                  <a:lnTo>
                    <a:pt x="3306191" y="153863"/>
                  </a:lnTo>
                  <a:lnTo>
                    <a:pt x="3235846" y="151207"/>
                  </a:lnTo>
                  <a:lnTo>
                    <a:pt x="3165502" y="148528"/>
                  </a:lnTo>
                  <a:lnTo>
                    <a:pt x="3095157" y="145824"/>
                  </a:lnTo>
                  <a:lnTo>
                    <a:pt x="3024813" y="143097"/>
                  </a:lnTo>
                  <a:lnTo>
                    <a:pt x="2954468" y="140346"/>
                  </a:lnTo>
                  <a:lnTo>
                    <a:pt x="2884124" y="137571"/>
                  </a:lnTo>
                  <a:lnTo>
                    <a:pt x="2813779" y="134771"/>
                  </a:lnTo>
                  <a:lnTo>
                    <a:pt x="2743435" y="131947"/>
                  </a:lnTo>
                  <a:lnTo>
                    <a:pt x="2673090" y="129097"/>
                  </a:lnTo>
                  <a:lnTo>
                    <a:pt x="2602746" y="126223"/>
                  </a:lnTo>
                  <a:lnTo>
                    <a:pt x="2532401" y="123323"/>
                  </a:lnTo>
                  <a:lnTo>
                    <a:pt x="2462057" y="120397"/>
                  </a:lnTo>
                  <a:lnTo>
                    <a:pt x="2391712" y="117446"/>
                  </a:lnTo>
                  <a:lnTo>
                    <a:pt x="2321368" y="114468"/>
                  </a:lnTo>
                  <a:lnTo>
                    <a:pt x="2251023" y="111465"/>
                  </a:lnTo>
                  <a:lnTo>
                    <a:pt x="2180679" y="108435"/>
                  </a:lnTo>
                  <a:lnTo>
                    <a:pt x="2110334" y="105378"/>
                  </a:lnTo>
                  <a:lnTo>
                    <a:pt x="2039990" y="102294"/>
                  </a:lnTo>
                  <a:lnTo>
                    <a:pt x="1969645" y="99183"/>
                  </a:lnTo>
                  <a:lnTo>
                    <a:pt x="1899301" y="96045"/>
                  </a:lnTo>
                  <a:lnTo>
                    <a:pt x="1828956" y="92879"/>
                  </a:lnTo>
                  <a:lnTo>
                    <a:pt x="1758612" y="89685"/>
                  </a:lnTo>
                  <a:lnTo>
                    <a:pt x="1688267" y="86463"/>
                  </a:lnTo>
                  <a:lnTo>
                    <a:pt x="1617923" y="83212"/>
                  </a:lnTo>
                  <a:lnTo>
                    <a:pt x="1547578" y="79933"/>
                  </a:lnTo>
                  <a:lnTo>
                    <a:pt x="1477234" y="76625"/>
                  </a:lnTo>
                  <a:lnTo>
                    <a:pt x="1406889" y="73287"/>
                  </a:lnTo>
                  <a:lnTo>
                    <a:pt x="1336545" y="69920"/>
                  </a:lnTo>
                  <a:lnTo>
                    <a:pt x="1266200" y="66524"/>
                  </a:lnTo>
                  <a:lnTo>
                    <a:pt x="1195856" y="63097"/>
                  </a:lnTo>
                  <a:lnTo>
                    <a:pt x="1125511" y="59641"/>
                  </a:lnTo>
                  <a:lnTo>
                    <a:pt x="1055167" y="56154"/>
                  </a:lnTo>
                  <a:lnTo>
                    <a:pt x="984822" y="52636"/>
                  </a:lnTo>
                  <a:lnTo>
                    <a:pt x="914478" y="49087"/>
                  </a:lnTo>
                  <a:lnTo>
                    <a:pt x="844133" y="45507"/>
                  </a:lnTo>
                  <a:lnTo>
                    <a:pt x="773789" y="41895"/>
                  </a:lnTo>
                  <a:lnTo>
                    <a:pt x="703444" y="38251"/>
                  </a:lnTo>
                  <a:lnTo>
                    <a:pt x="633100" y="34575"/>
                  </a:lnTo>
                  <a:lnTo>
                    <a:pt x="562755" y="30867"/>
                  </a:lnTo>
                  <a:lnTo>
                    <a:pt x="492411" y="27126"/>
                  </a:lnTo>
                  <a:lnTo>
                    <a:pt x="422066" y="23352"/>
                  </a:lnTo>
                  <a:lnTo>
                    <a:pt x="351722" y="19545"/>
                  </a:lnTo>
                  <a:lnTo>
                    <a:pt x="281377" y="15704"/>
                  </a:lnTo>
                  <a:lnTo>
                    <a:pt x="211033" y="11830"/>
                  </a:lnTo>
                  <a:lnTo>
                    <a:pt x="140688" y="7921"/>
                  </a:lnTo>
                  <a:lnTo>
                    <a:pt x="70344" y="39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662389"/>
              <a:ext cx="6964104" cy="843002"/>
            </a:xfrm>
            <a:custGeom>
              <a:avLst/>
              <a:pathLst>
                <a:path w="6964104" h="843002">
                  <a:moveTo>
                    <a:pt x="0" y="0"/>
                  </a:moveTo>
                  <a:lnTo>
                    <a:pt x="70344" y="21900"/>
                  </a:lnTo>
                  <a:lnTo>
                    <a:pt x="140688" y="43285"/>
                  </a:lnTo>
                  <a:lnTo>
                    <a:pt x="211033" y="64168"/>
                  </a:lnTo>
                  <a:lnTo>
                    <a:pt x="281377" y="84559"/>
                  </a:lnTo>
                  <a:lnTo>
                    <a:pt x="351722" y="104471"/>
                  </a:lnTo>
                  <a:lnTo>
                    <a:pt x="422066" y="123915"/>
                  </a:lnTo>
                  <a:lnTo>
                    <a:pt x="492411" y="142901"/>
                  </a:lnTo>
                  <a:lnTo>
                    <a:pt x="562755" y="161441"/>
                  </a:lnTo>
                  <a:lnTo>
                    <a:pt x="633100" y="179545"/>
                  </a:lnTo>
                  <a:lnTo>
                    <a:pt x="703444" y="197224"/>
                  </a:lnTo>
                  <a:lnTo>
                    <a:pt x="773789" y="214486"/>
                  </a:lnTo>
                  <a:lnTo>
                    <a:pt x="844133" y="231343"/>
                  </a:lnTo>
                  <a:lnTo>
                    <a:pt x="914478" y="247803"/>
                  </a:lnTo>
                  <a:lnTo>
                    <a:pt x="984822" y="263876"/>
                  </a:lnTo>
                  <a:lnTo>
                    <a:pt x="1055167" y="279571"/>
                  </a:lnTo>
                  <a:lnTo>
                    <a:pt x="1125511" y="294897"/>
                  </a:lnTo>
                  <a:lnTo>
                    <a:pt x="1195856" y="309863"/>
                  </a:lnTo>
                  <a:lnTo>
                    <a:pt x="1266200" y="324476"/>
                  </a:lnTo>
                  <a:lnTo>
                    <a:pt x="1336545" y="338746"/>
                  </a:lnTo>
                  <a:lnTo>
                    <a:pt x="1406889" y="352681"/>
                  </a:lnTo>
                  <a:lnTo>
                    <a:pt x="1477234" y="366287"/>
                  </a:lnTo>
                  <a:lnTo>
                    <a:pt x="1547578" y="379574"/>
                  </a:lnTo>
                  <a:lnTo>
                    <a:pt x="1617923" y="392549"/>
                  </a:lnTo>
                  <a:lnTo>
                    <a:pt x="1688267" y="405218"/>
                  </a:lnTo>
                  <a:lnTo>
                    <a:pt x="1758612" y="417589"/>
                  </a:lnTo>
                  <a:lnTo>
                    <a:pt x="1828956" y="429670"/>
                  </a:lnTo>
                  <a:lnTo>
                    <a:pt x="1899301" y="441466"/>
                  </a:lnTo>
                  <a:lnTo>
                    <a:pt x="1969645" y="452985"/>
                  </a:lnTo>
                  <a:lnTo>
                    <a:pt x="2039990" y="464233"/>
                  </a:lnTo>
                  <a:lnTo>
                    <a:pt x="2110334" y="475216"/>
                  </a:lnTo>
                  <a:lnTo>
                    <a:pt x="2180679" y="485941"/>
                  </a:lnTo>
                  <a:lnTo>
                    <a:pt x="2251023" y="496414"/>
                  </a:lnTo>
                  <a:lnTo>
                    <a:pt x="2321368" y="506641"/>
                  </a:lnTo>
                  <a:lnTo>
                    <a:pt x="2391712" y="516627"/>
                  </a:lnTo>
                  <a:lnTo>
                    <a:pt x="2462057" y="526379"/>
                  </a:lnTo>
                  <a:lnTo>
                    <a:pt x="2532401" y="535901"/>
                  </a:lnTo>
                  <a:lnTo>
                    <a:pt x="2602746" y="545199"/>
                  </a:lnTo>
                  <a:lnTo>
                    <a:pt x="2673090" y="554278"/>
                  </a:lnTo>
                  <a:lnTo>
                    <a:pt x="2743435" y="563144"/>
                  </a:lnTo>
                  <a:lnTo>
                    <a:pt x="2813779" y="571802"/>
                  </a:lnTo>
                  <a:lnTo>
                    <a:pt x="2884124" y="580256"/>
                  </a:lnTo>
                  <a:lnTo>
                    <a:pt x="2954468" y="588511"/>
                  </a:lnTo>
                  <a:lnTo>
                    <a:pt x="3024813" y="596572"/>
                  </a:lnTo>
                  <a:lnTo>
                    <a:pt x="3095157" y="604443"/>
                  </a:lnTo>
                  <a:lnTo>
                    <a:pt x="3165502" y="612130"/>
                  </a:lnTo>
                  <a:lnTo>
                    <a:pt x="3235846" y="619635"/>
                  </a:lnTo>
                  <a:lnTo>
                    <a:pt x="3306191" y="626964"/>
                  </a:lnTo>
                  <a:lnTo>
                    <a:pt x="3376535" y="634121"/>
                  </a:lnTo>
                  <a:lnTo>
                    <a:pt x="3446880" y="641109"/>
                  </a:lnTo>
                  <a:lnTo>
                    <a:pt x="3517224" y="647933"/>
                  </a:lnTo>
                  <a:lnTo>
                    <a:pt x="3587569" y="654597"/>
                  </a:lnTo>
                  <a:lnTo>
                    <a:pt x="3657913" y="661104"/>
                  </a:lnTo>
                  <a:lnTo>
                    <a:pt x="3728257" y="667458"/>
                  </a:lnTo>
                  <a:lnTo>
                    <a:pt x="3798602" y="673662"/>
                  </a:lnTo>
                  <a:lnTo>
                    <a:pt x="3868946" y="679721"/>
                  </a:lnTo>
                  <a:lnTo>
                    <a:pt x="3939291" y="685637"/>
                  </a:lnTo>
                  <a:lnTo>
                    <a:pt x="4009635" y="691414"/>
                  </a:lnTo>
                  <a:lnTo>
                    <a:pt x="4079980" y="697055"/>
                  </a:lnTo>
                  <a:lnTo>
                    <a:pt x="4150324" y="702563"/>
                  </a:lnTo>
                  <a:lnTo>
                    <a:pt x="4220669" y="707942"/>
                  </a:lnTo>
                  <a:lnTo>
                    <a:pt x="4291013" y="713195"/>
                  </a:lnTo>
                  <a:lnTo>
                    <a:pt x="4361358" y="718324"/>
                  </a:lnTo>
                  <a:lnTo>
                    <a:pt x="4431702" y="723332"/>
                  </a:lnTo>
                  <a:lnTo>
                    <a:pt x="4502047" y="728222"/>
                  </a:lnTo>
                  <a:lnTo>
                    <a:pt x="4572391" y="732998"/>
                  </a:lnTo>
                  <a:lnTo>
                    <a:pt x="4642736" y="737661"/>
                  </a:lnTo>
                  <a:lnTo>
                    <a:pt x="4713080" y="742215"/>
                  </a:lnTo>
                  <a:lnTo>
                    <a:pt x="4783425" y="746661"/>
                  </a:lnTo>
                  <a:lnTo>
                    <a:pt x="4853769" y="751003"/>
                  </a:lnTo>
                  <a:lnTo>
                    <a:pt x="4924114" y="755243"/>
                  </a:lnTo>
                  <a:lnTo>
                    <a:pt x="4994458" y="759383"/>
                  </a:lnTo>
                  <a:lnTo>
                    <a:pt x="5064803" y="763426"/>
                  </a:lnTo>
                  <a:lnTo>
                    <a:pt x="5135147" y="767373"/>
                  </a:lnTo>
                  <a:lnTo>
                    <a:pt x="5205492" y="771228"/>
                  </a:lnTo>
                  <a:lnTo>
                    <a:pt x="5275836" y="774992"/>
                  </a:lnTo>
                  <a:lnTo>
                    <a:pt x="5346181" y="778668"/>
                  </a:lnTo>
                  <a:lnTo>
                    <a:pt x="5416525" y="782257"/>
                  </a:lnTo>
                  <a:lnTo>
                    <a:pt x="5486870" y="785762"/>
                  </a:lnTo>
                  <a:lnTo>
                    <a:pt x="5557214" y="789184"/>
                  </a:lnTo>
                  <a:lnTo>
                    <a:pt x="5627559" y="792526"/>
                  </a:lnTo>
                  <a:lnTo>
                    <a:pt x="5697903" y="795790"/>
                  </a:lnTo>
                  <a:lnTo>
                    <a:pt x="5768248" y="798976"/>
                  </a:lnTo>
                  <a:lnTo>
                    <a:pt x="5838592" y="802088"/>
                  </a:lnTo>
                  <a:lnTo>
                    <a:pt x="5908937" y="805126"/>
                  </a:lnTo>
                  <a:lnTo>
                    <a:pt x="5979281" y="808093"/>
                  </a:lnTo>
                  <a:lnTo>
                    <a:pt x="6049626" y="810991"/>
                  </a:lnTo>
                  <a:lnTo>
                    <a:pt x="6119970" y="813820"/>
                  </a:lnTo>
                  <a:lnTo>
                    <a:pt x="6190315" y="816582"/>
                  </a:lnTo>
                  <a:lnTo>
                    <a:pt x="6260659" y="819280"/>
                  </a:lnTo>
                  <a:lnTo>
                    <a:pt x="6331004" y="821914"/>
                  </a:lnTo>
                  <a:lnTo>
                    <a:pt x="6401348" y="824486"/>
                  </a:lnTo>
                  <a:lnTo>
                    <a:pt x="6471693" y="826998"/>
                  </a:lnTo>
                  <a:lnTo>
                    <a:pt x="6542037" y="829451"/>
                  </a:lnTo>
                  <a:lnTo>
                    <a:pt x="6612382" y="831846"/>
                  </a:lnTo>
                  <a:lnTo>
                    <a:pt x="6682726" y="834185"/>
                  </a:lnTo>
                  <a:lnTo>
                    <a:pt x="6753071" y="836468"/>
                  </a:lnTo>
                  <a:lnTo>
                    <a:pt x="6823415" y="838698"/>
                  </a:lnTo>
                  <a:lnTo>
                    <a:pt x="6893760" y="840876"/>
                  </a:lnTo>
                  <a:lnTo>
                    <a:pt x="6964104" y="8430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2026-07-22T07:54:36Z</dcterms:modified>
  <cp:category/>
</cp:coreProperties>
</file>