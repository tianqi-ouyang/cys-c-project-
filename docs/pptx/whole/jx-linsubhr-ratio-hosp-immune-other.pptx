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0507"/>
            </a:xfrm>
            <a:custGeom>
              <a:avLst/>
              <a:pathLst>
                <a:path w="7235830" h="3370507">
                  <a:moveTo>
                    <a:pt x="724708" y="0"/>
                  </a:moveTo>
                  <a:lnTo>
                    <a:pt x="744947" y="37425"/>
                  </a:lnTo>
                  <a:lnTo>
                    <a:pt x="818707" y="168625"/>
                  </a:lnTo>
                  <a:lnTo>
                    <a:pt x="892467" y="294830"/>
                  </a:lnTo>
                  <a:lnTo>
                    <a:pt x="966227" y="416230"/>
                  </a:lnTo>
                  <a:lnTo>
                    <a:pt x="1039987" y="533009"/>
                  </a:lnTo>
                  <a:lnTo>
                    <a:pt x="1113747" y="645343"/>
                  </a:lnTo>
                  <a:lnTo>
                    <a:pt x="1187508" y="753399"/>
                  </a:lnTo>
                  <a:lnTo>
                    <a:pt x="1261268" y="857342"/>
                  </a:lnTo>
                  <a:lnTo>
                    <a:pt x="1335028" y="957329"/>
                  </a:lnTo>
                  <a:lnTo>
                    <a:pt x="1408788" y="1053508"/>
                  </a:lnTo>
                  <a:lnTo>
                    <a:pt x="1482548" y="1146026"/>
                  </a:lnTo>
                  <a:lnTo>
                    <a:pt x="1556308" y="1235022"/>
                  </a:lnTo>
                  <a:lnTo>
                    <a:pt x="1630068" y="1320630"/>
                  </a:lnTo>
                  <a:lnTo>
                    <a:pt x="1703828" y="1402979"/>
                  </a:lnTo>
                  <a:lnTo>
                    <a:pt x="1777588" y="1482193"/>
                  </a:lnTo>
                  <a:lnTo>
                    <a:pt x="1851348" y="1558391"/>
                  </a:lnTo>
                  <a:lnTo>
                    <a:pt x="1925108" y="1631689"/>
                  </a:lnTo>
                  <a:lnTo>
                    <a:pt x="1998868" y="1702196"/>
                  </a:lnTo>
                  <a:lnTo>
                    <a:pt x="2072628" y="1770018"/>
                  </a:lnTo>
                  <a:lnTo>
                    <a:pt x="2146388" y="1835259"/>
                  </a:lnTo>
                  <a:lnTo>
                    <a:pt x="2220148" y="1898016"/>
                  </a:lnTo>
                  <a:lnTo>
                    <a:pt x="2293908" y="1958384"/>
                  </a:lnTo>
                  <a:lnTo>
                    <a:pt x="2367668" y="2016454"/>
                  </a:lnTo>
                  <a:lnTo>
                    <a:pt x="2441428" y="2072313"/>
                  </a:lnTo>
                  <a:lnTo>
                    <a:pt x="2515188" y="2126046"/>
                  </a:lnTo>
                  <a:lnTo>
                    <a:pt x="2588948" y="2177733"/>
                  </a:lnTo>
                  <a:lnTo>
                    <a:pt x="2662708" y="2227452"/>
                  </a:lnTo>
                  <a:lnTo>
                    <a:pt x="2736468" y="2275279"/>
                  </a:lnTo>
                  <a:lnTo>
                    <a:pt x="2810228" y="2321285"/>
                  </a:lnTo>
                  <a:lnTo>
                    <a:pt x="2883988" y="2365539"/>
                  </a:lnTo>
                  <a:lnTo>
                    <a:pt x="2957748" y="2408109"/>
                  </a:lnTo>
                  <a:lnTo>
                    <a:pt x="3031508" y="2449058"/>
                  </a:lnTo>
                  <a:lnTo>
                    <a:pt x="3105268" y="2488448"/>
                  </a:lnTo>
                  <a:lnTo>
                    <a:pt x="3179028" y="2526339"/>
                  </a:lnTo>
                  <a:lnTo>
                    <a:pt x="3252788" y="2562787"/>
                  </a:lnTo>
                  <a:lnTo>
                    <a:pt x="3326548" y="2597847"/>
                  </a:lnTo>
                  <a:lnTo>
                    <a:pt x="3400308" y="2631573"/>
                  </a:lnTo>
                  <a:lnTo>
                    <a:pt x="3474068" y="2656495"/>
                  </a:lnTo>
                  <a:lnTo>
                    <a:pt x="3547828" y="2663727"/>
                  </a:lnTo>
                  <a:lnTo>
                    <a:pt x="3621588" y="2670896"/>
                  </a:lnTo>
                  <a:lnTo>
                    <a:pt x="3695348" y="2678002"/>
                  </a:lnTo>
                  <a:lnTo>
                    <a:pt x="3769108" y="2685046"/>
                  </a:lnTo>
                  <a:lnTo>
                    <a:pt x="3842868" y="2692029"/>
                  </a:lnTo>
                  <a:lnTo>
                    <a:pt x="3916628" y="2698950"/>
                  </a:lnTo>
                  <a:lnTo>
                    <a:pt x="3990388" y="2705811"/>
                  </a:lnTo>
                  <a:lnTo>
                    <a:pt x="4064149" y="2712612"/>
                  </a:lnTo>
                  <a:lnTo>
                    <a:pt x="4137909" y="2719354"/>
                  </a:lnTo>
                  <a:lnTo>
                    <a:pt x="4211669" y="2726036"/>
                  </a:lnTo>
                  <a:lnTo>
                    <a:pt x="4285429" y="2732660"/>
                  </a:lnTo>
                  <a:lnTo>
                    <a:pt x="4359189" y="2739227"/>
                  </a:lnTo>
                  <a:lnTo>
                    <a:pt x="4432949" y="2745736"/>
                  </a:lnTo>
                  <a:lnTo>
                    <a:pt x="4506709" y="2752188"/>
                  </a:lnTo>
                  <a:lnTo>
                    <a:pt x="4580469" y="2758583"/>
                  </a:lnTo>
                  <a:lnTo>
                    <a:pt x="4654229" y="2764923"/>
                  </a:lnTo>
                  <a:lnTo>
                    <a:pt x="4727989" y="2771207"/>
                  </a:lnTo>
                  <a:lnTo>
                    <a:pt x="4801749" y="2777436"/>
                  </a:lnTo>
                  <a:lnTo>
                    <a:pt x="4875509" y="2783611"/>
                  </a:lnTo>
                  <a:lnTo>
                    <a:pt x="4949269" y="2789732"/>
                  </a:lnTo>
                  <a:lnTo>
                    <a:pt x="5023029" y="2795799"/>
                  </a:lnTo>
                  <a:lnTo>
                    <a:pt x="5096789" y="2801814"/>
                  </a:lnTo>
                  <a:lnTo>
                    <a:pt x="5170549" y="2807775"/>
                  </a:lnTo>
                  <a:lnTo>
                    <a:pt x="5244309" y="2813685"/>
                  </a:lnTo>
                  <a:lnTo>
                    <a:pt x="5318069" y="2819543"/>
                  </a:lnTo>
                  <a:lnTo>
                    <a:pt x="5391829" y="2825350"/>
                  </a:lnTo>
                  <a:lnTo>
                    <a:pt x="5465589" y="2831106"/>
                  </a:lnTo>
                  <a:lnTo>
                    <a:pt x="5539349" y="2836811"/>
                  </a:lnTo>
                  <a:lnTo>
                    <a:pt x="5613109" y="2842467"/>
                  </a:lnTo>
                  <a:lnTo>
                    <a:pt x="5686869" y="2848073"/>
                  </a:lnTo>
                  <a:lnTo>
                    <a:pt x="5760629" y="2853631"/>
                  </a:lnTo>
                  <a:lnTo>
                    <a:pt x="5834389" y="2859139"/>
                  </a:lnTo>
                  <a:lnTo>
                    <a:pt x="5908149" y="2864600"/>
                  </a:lnTo>
                  <a:lnTo>
                    <a:pt x="5981909" y="2870013"/>
                  </a:lnTo>
                  <a:lnTo>
                    <a:pt x="6055669" y="2875378"/>
                  </a:lnTo>
                  <a:lnTo>
                    <a:pt x="6129429" y="2880697"/>
                  </a:lnTo>
                  <a:lnTo>
                    <a:pt x="6203189" y="2885969"/>
                  </a:lnTo>
                  <a:lnTo>
                    <a:pt x="6276949" y="2891195"/>
                  </a:lnTo>
                  <a:lnTo>
                    <a:pt x="6350709" y="2896375"/>
                  </a:lnTo>
                  <a:lnTo>
                    <a:pt x="6424469" y="2901510"/>
                  </a:lnTo>
                  <a:lnTo>
                    <a:pt x="6498229" y="2906600"/>
                  </a:lnTo>
                  <a:lnTo>
                    <a:pt x="6571989" y="2911646"/>
                  </a:lnTo>
                  <a:lnTo>
                    <a:pt x="6645749" y="2916647"/>
                  </a:lnTo>
                  <a:lnTo>
                    <a:pt x="6719509" y="2921605"/>
                  </a:lnTo>
                  <a:lnTo>
                    <a:pt x="6793269" y="2926520"/>
                  </a:lnTo>
                  <a:lnTo>
                    <a:pt x="6867029" y="2931391"/>
                  </a:lnTo>
                  <a:lnTo>
                    <a:pt x="6940789" y="2936220"/>
                  </a:lnTo>
                  <a:lnTo>
                    <a:pt x="7014550" y="2941007"/>
                  </a:lnTo>
                  <a:lnTo>
                    <a:pt x="7088310" y="2945752"/>
                  </a:lnTo>
                  <a:lnTo>
                    <a:pt x="7162070" y="2950455"/>
                  </a:lnTo>
                  <a:lnTo>
                    <a:pt x="7235830" y="2955117"/>
                  </a:lnTo>
                  <a:lnTo>
                    <a:pt x="7235830" y="3370507"/>
                  </a:lnTo>
                  <a:lnTo>
                    <a:pt x="7162070" y="3366025"/>
                  </a:lnTo>
                  <a:lnTo>
                    <a:pt x="7088310" y="3361366"/>
                  </a:lnTo>
                  <a:lnTo>
                    <a:pt x="7014550" y="3356523"/>
                  </a:lnTo>
                  <a:lnTo>
                    <a:pt x="6940789" y="3351488"/>
                  </a:lnTo>
                  <a:lnTo>
                    <a:pt x="6867029" y="3346253"/>
                  </a:lnTo>
                  <a:lnTo>
                    <a:pt x="6793269" y="3340812"/>
                  </a:lnTo>
                  <a:lnTo>
                    <a:pt x="6719509" y="3335155"/>
                  </a:lnTo>
                  <a:lnTo>
                    <a:pt x="6645749" y="3329275"/>
                  </a:lnTo>
                  <a:lnTo>
                    <a:pt x="6571989" y="3323161"/>
                  </a:lnTo>
                  <a:lnTo>
                    <a:pt x="6498229" y="3316806"/>
                  </a:lnTo>
                  <a:lnTo>
                    <a:pt x="6424469" y="3310199"/>
                  </a:lnTo>
                  <a:lnTo>
                    <a:pt x="6350709" y="3303331"/>
                  </a:lnTo>
                  <a:lnTo>
                    <a:pt x="6276949" y="3296190"/>
                  </a:lnTo>
                  <a:lnTo>
                    <a:pt x="6203189" y="3288768"/>
                  </a:lnTo>
                  <a:lnTo>
                    <a:pt x="6129429" y="3281051"/>
                  </a:lnTo>
                  <a:lnTo>
                    <a:pt x="6055669" y="3273029"/>
                  </a:lnTo>
                  <a:lnTo>
                    <a:pt x="5981909" y="3264690"/>
                  </a:lnTo>
                  <a:lnTo>
                    <a:pt x="5908149" y="3256020"/>
                  </a:lnTo>
                  <a:lnTo>
                    <a:pt x="5834389" y="3247008"/>
                  </a:lnTo>
                  <a:lnTo>
                    <a:pt x="5760629" y="3237639"/>
                  </a:lnTo>
                  <a:lnTo>
                    <a:pt x="5686869" y="3227899"/>
                  </a:lnTo>
                  <a:lnTo>
                    <a:pt x="5613109" y="3217773"/>
                  </a:lnTo>
                  <a:lnTo>
                    <a:pt x="5539349" y="3207247"/>
                  </a:lnTo>
                  <a:lnTo>
                    <a:pt x="5465589" y="3196304"/>
                  </a:lnTo>
                  <a:lnTo>
                    <a:pt x="5391829" y="3184928"/>
                  </a:lnTo>
                  <a:lnTo>
                    <a:pt x="5318069" y="3173102"/>
                  </a:lnTo>
                  <a:lnTo>
                    <a:pt x="5244309" y="3160808"/>
                  </a:lnTo>
                  <a:lnTo>
                    <a:pt x="5170549" y="3148027"/>
                  </a:lnTo>
                  <a:lnTo>
                    <a:pt x="5096789" y="3134741"/>
                  </a:lnTo>
                  <a:lnTo>
                    <a:pt x="5023029" y="3120929"/>
                  </a:lnTo>
                  <a:lnTo>
                    <a:pt x="4949269" y="3106570"/>
                  </a:lnTo>
                  <a:lnTo>
                    <a:pt x="4875509" y="3091642"/>
                  </a:lnTo>
                  <a:lnTo>
                    <a:pt x="4801749" y="3076124"/>
                  </a:lnTo>
                  <a:lnTo>
                    <a:pt x="4727989" y="3059992"/>
                  </a:lnTo>
                  <a:lnTo>
                    <a:pt x="4654229" y="3043222"/>
                  </a:lnTo>
                  <a:lnTo>
                    <a:pt x="4580469" y="3025787"/>
                  </a:lnTo>
                  <a:lnTo>
                    <a:pt x="4506709" y="3007663"/>
                  </a:lnTo>
                  <a:lnTo>
                    <a:pt x="4432949" y="2988821"/>
                  </a:lnTo>
                  <a:lnTo>
                    <a:pt x="4359189" y="2969234"/>
                  </a:lnTo>
                  <a:lnTo>
                    <a:pt x="4285429" y="2948872"/>
                  </a:lnTo>
                  <a:lnTo>
                    <a:pt x="4211669" y="2927703"/>
                  </a:lnTo>
                  <a:lnTo>
                    <a:pt x="4137909" y="2905697"/>
                  </a:lnTo>
                  <a:lnTo>
                    <a:pt x="4064149" y="2882820"/>
                  </a:lnTo>
                  <a:lnTo>
                    <a:pt x="3990388" y="2859038"/>
                  </a:lnTo>
                  <a:lnTo>
                    <a:pt x="3916628" y="2834314"/>
                  </a:lnTo>
                  <a:lnTo>
                    <a:pt x="3842868" y="2808612"/>
                  </a:lnTo>
                  <a:lnTo>
                    <a:pt x="3769108" y="2781893"/>
                  </a:lnTo>
                  <a:lnTo>
                    <a:pt x="3695348" y="2754116"/>
                  </a:lnTo>
                  <a:lnTo>
                    <a:pt x="3621588" y="2725240"/>
                  </a:lnTo>
                  <a:lnTo>
                    <a:pt x="3547828" y="2695222"/>
                  </a:lnTo>
                  <a:lnTo>
                    <a:pt x="3474068" y="2664015"/>
                  </a:lnTo>
                  <a:lnTo>
                    <a:pt x="3400308" y="2649199"/>
                  </a:lnTo>
                  <a:lnTo>
                    <a:pt x="3326548" y="2641838"/>
                  </a:lnTo>
                  <a:lnTo>
                    <a:pt x="3252788" y="2634413"/>
                  </a:lnTo>
                  <a:lnTo>
                    <a:pt x="3179028" y="2626923"/>
                  </a:lnTo>
                  <a:lnTo>
                    <a:pt x="3105268" y="2619366"/>
                  </a:lnTo>
                  <a:lnTo>
                    <a:pt x="3031508" y="2611742"/>
                  </a:lnTo>
                  <a:lnTo>
                    <a:pt x="2957748" y="2604052"/>
                  </a:lnTo>
                  <a:lnTo>
                    <a:pt x="2883988" y="2596293"/>
                  </a:lnTo>
                  <a:lnTo>
                    <a:pt x="2810228" y="2588466"/>
                  </a:lnTo>
                  <a:lnTo>
                    <a:pt x="2736468" y="2580571"/>
                  </a:lnTo>
                  <a:lnTo>
                    <a:pt x="2662708" y="2572605"/>
                  </a:lnTo>
                  <a:lnTo>
                    <a:pt x="2588948" y="2564569"/>
                  </a:lnTo>
                  <a:lnTo>
                    <a:pt x="2515188" y="2556463"/>
                  </a:lnTo>
                  <a:lnTo>
                    <a:pt x="2441428" y="2548284"/>
                  </a:lnTo>
                  <a:lnTo>
                    <a:pt x="2367668" y="2540034"/>
                  </a:lnTo>
                  <a:lnTo>
                    <a:pt x="2293908" y="2531711"/>
                  </a:lnTo>
                  <a:lnTo>
                    <a:pt x="2220148" y="2523315"/>
                  </a:lnTo>
                  <a:lnTo>
                    <a:pt x="2146388" y="2514844"/>
                  </a:lnTo>
                  <a:lnTo>
                    <a:pt x="2072628" y="2506299"/>
                  </a:lnTo>
                  <a:lnTo>
                    <a:pt x="1998868" y="2497678"/>
                  </a:lnTo>
                  <a:lnTo>
                    <a:pt x="1925108" y="2488982"/>
                  </a:lnTo>
                  <a:lnTo>
                    <a:pt x="1851348" y="2480208"/>
                  </a:lnTo>
                  <a:lnTo>
                    <a:pt x="1777588" y="2471358"/>
                  </a:lnTo>
                  <a:lnTo>
                    <a:pt x="1703828" y="2462429"/>
                  </a:lnTo>
                  <a:lnTo>
                    <a:pt x="1630068" y="2453421"/>
                  </a:lnTo>
                  <a:lnTo>
                    <a:pt x="1556308" y="2444334"/>
                  </a:lnTo>
                  <a:lnTo>
                    <a:pt x="1482548" y="2435167"/>
                  </a:lnTo>
                  <a:lnTo>
                    <a:pt x="1408788" y="2425919"/>
                  </a:lnTo>
                  <a:lnTo>
                    <a:pt x="1335028" y="2416590"/>
                  </a:lnTo>
                  <a:lnTo>
                    <a:pt x="1261268" y="2407178"/>
                  </a:lnTo>
                  <a:lnTo>
                    <a:pt x="1187508" y="2397683"/>
                  </a:lnTo>
                  <a:lnTo>
                    <a:pt x="1113747" y="2388105"/>
                  </a:lnTo>
                  <a:lnTo>
                    <a:pt x="1039987" y="2378442"/>
                  </a:lnTo>
                  <a:lnTo>
                    <a:pt x="966227" y="2368694"/>
                  </a:lnTo>
                  <a:lnTo>
                    <a:pt x="892467" y="2358859"/>
                  </a:lnTo>
                  <a:lnTo>
                    <a:pt x="818707" y="2348939"/>
                  </a:lnTo>
                  <a:lnTo>
                    <a:pt x="744947" y="2338930"/>
                  </a:lnTo>
                  <a:lnTo>
                    <a:pt x="671187" y="2328833"/>
                  </a:lnTo>
                  <a:lnTo>
                    <a:pt x="597427" y="2318648"/>
                  </a:lnTo>
                  <a:lnTo>
                    <a:pt x="523667" y="2308372"/>
                  </a:lnTo>
                  <a:lnTo>
                    <a:pt x="449907" y="2298006"/>
                  </a:lnTo>
                  <a:lnTo>
                    <a:pt x="376147" y="2287548"/>
                  </a:lnTo>
                  <a:lnTo>
                    <a:pt x="302387" y="2276998"/>
                  </a:lnTo>
                  <a:lnTo>
                    <a:pt x="228627" y="2266356"/>
                  </a:lnTo>
                  <a:lnTo>
                    <a:pt x="154867" y="2255619"/>
                  </a:lnTo>
                  <a:lnTo>
                    <a:pt x="81107" y="2244787"/>
                  </a:lnTo>
                  <a:lnTo>
                    <a:pt x="7347" y="2233860"/>
                  </a:lnTo>
                  <a:lnTo>
                    <a:pt x="0" y="22327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42226" y="2073503"/>
              <a:ext cx="6511121" cy="2955117"/>
            </a:xfrm>
            <a:custGeom>
              <a:avLst/>
              <a:pathLst>
                <a:path w="6511121" h="2955117">
                  <a:moveTo>
                    <a:pt x="0" y="0"/>
                  </a:moveTo>
                  <a:lnTo>
                    <a:pt x="20239" y="37425"/>
                  </a:lnTo>
                  <a:lnTo>
                    <a:pt x="93999" y="168625"/>
                  </a:lnTo>
                  <a:lnTo>
                    <a:pt x="167759" y="294830"/>
                  </a:lnTo>
                  <a:lnTo>
                    <a:pt x="241519" y="416230"/>
                  </a:lnTo>
                  <a:lnTo>
                    <a:pt x="315279" y="533009"/>
                  </a:lnTo>
                  <a:lnTo>
                    <a:pt x="389039" y="645343"/>
                  </a:lnTo>
                  <a:lnTo>
                    <a:pt x="462799" y="753399"/>
                  </a:lnTo>
                  <a:lnTo>
                    <a:pt x="536559" y="857342"/>
                  </a:lnTo>
                  <a:lnTo>
                    <a:pt x="610319" y="957329"/>
                  </a:lnTo>
                  <a:lnTo>
                    <a:pt x="684079" y="1053508"/>
                  </a:lnTo>
                  <a:lnTo>
                    <a:pt x="757839" y="1146026"/>
                  </a:lnTo>
                  <a:lnTo>
                    <a:pt x="831599" y="1235022"/>
                  </a:lnTo>
                  <a:lnTo>
                    <a:pt x="905359" y="1320630"/>
                  </a:lnTo>
                  <a:lnTo>
                    <a:pt x="979119" y="1402979"/>
                  </a:lnTo>
                  <a:lnTo>
                    <a:pt x="1052879" y="1482193"/>
                  </a:lnTo>
                  <a:lnTo>
                    <a:pt x="1126639" y="1558391"/>
                  </a:lnTo>
                  <a:lnTo>
                    <a:pt x="1200399" y="1631689"/>
                  </a:lnTo>
                  <a:lnTo>
                    <a:pt x="1274159" y="1702196"/>
                  </a:lnTo>
                  <a:lnTo>
                    <a:pt x="1347919" y="1770018"/>
                  </a:lnTo>
                  <a:lnTo>
                    <a:pt x="1421679" y="1835259"/>
                  </a:lnTo>
                  <a:lnTo>
                    <a:pt x="1495439" y="1898016"/>
                  </a:lnTo>
                  <a:lnTo>
                    <a:pt x="1569199" y="1958384"/>
                  </a:lnTo>
                  <a:lnTo>
                    <a:pt x="1642959" y="2016454"/>
                  </a:lnTo>
                  <a:lnTo>
                    <a:pt x="1716719" y="2072313"/>
                  </a:lnTo>
                  <a:lnTo>
                    <a:pt x="1790479" y="2126046"/>
                  </a:lnTo>
                  <a:lnTo>
                    <a:pt x="1864239" y="2177733"/>
                  </a:lnTo>
                  <a:lnTo>
                    <a:pt x="1937999" y="2227452"/>
                  </a:lnTo>
                  <a:lnTo>
                    <a:pt x="2011759" y="2275279"/>
                  </a:lnTo>
                  <a:lnTo>
                    <a:pt x="2085519" y="2321285"/>
                  </a:lnTo>
                  <a:lnTo>
                    <a:pt x="2159279" y="2365539"/>
                  </a:lnTo>
                  <a:lnTo>
                    <a:pt x="2233039" y="2408109"/>
                  </a:lnTo>
                  <a:lnTo>
                    <a:pt x="2306800" y="2449058"/>
                  </a:lnTo>
                  <a:lnTo>
                    <a:pt x="2380560" y="2488448"/>
                  </a:lnTo>
                  <a:lnTo>
                    <a:pt x="2454320" y="2526339"/>
                  </a:lnTo>
                  <a:lnTo>
                    <a:pt x="2528080" y="2562787"/>
                  </a:lnTo>
                  <a:lnTo>
                    <a:pt x="2601840" y="2597847"/>
                  </a:lnTo>
                  <a:lnTo>
                    <a:pt x="2675600" y="2631573"/>
                  </a:lnTo>
                  <a:lnTo>
                    <a:pt x="2749360" y="2656495"/>
                  </a:lnTo>
                  <a:lnTo>
                    <a:pt x="2823120" y="2663727"/>
                  </a:lnTo>
                  <a:lnTo>
                    <a:pt x="2896880" y="2670896"/>
                  </a:lnTo>
                  <a:lnTo>
                    <a:pt x="2970640" y="2678002"/>
                  </a:lnTo>
                  <a:lnTo>
                    <a:pt x="3044400" y="2685046"/>
                  </a:lnTo>
                  <a:lnTo>
                    <a:pt x="3118160" y="2692029"/>
                  </a:lnTo>
                  <a:lnTo>
                    <a:pt x="3191920" y="2698950"/>
                  </a:lnTo>
                  <a:lnTo>
                    <a:pt x="3265680" y="2705811"/>
                  </a:lnTo>
                  <a:lnTo>
                    <a:pt x="3339440" y="2712612"/>
                  </a:lnTo>
                  <a:lnTo>
                    <a:pt x="3413200" y="2719354"/>
                  </a:lnTo>
                  <a:lnTo>
                    <a:pt x="3486960" y="2726036"/>
                  </a:lnTo>
                  <a:lnTo>
                    <a:pt x="3560720" y="2732660"/>
                  </a:lnTo>
                  <a:lnTo>
                    <a:pt x="3634480" y="2739227"/>
                  </a:lnTo>
                  <a:lnTo>
                    <a:pt x="3708240" y="2745736"/>
                  </a:lnTo>
                  <a:lnTo>
                    <a:pt x="3782000" y="2752188"/>
                  </a:lnTo>
                  <a:lnTo>
                    <a:pt x="3855760" y="2758583"/>
                  </a:lnTo>
                  <a:lnTo>
                    <a:pt x="3929520" y="2764923"/>
                  </a:lnTo>
                  <a:lnTo>
                    <a:pt x="4003280" y="2771207"/>
                  </a:lnTo>
                  <a:lnTo>
                    <a:pt x="4077040" y="2777436"/>
                  </a:lnTo>
                  <a:lnTo>
                    <a:pt x="4150800" y="2783611"/>
                  </a:lnTo>
                  <a:lnTo>
                    <a:pt x="4224560" y="2789732"/>
                  </a:lnTo>
                  <a:lnTo>
                    <a:pt x="4298320" y="2795799"/>
                  </a:lnTo>
                  <a:lnTo>
                    <a:pt x="4372080" y="2801814"/>
                  </a:lnTo>
                  <a:lnTo>
                    <a:pt x="4445840" y="2807775"/>
                  </a:lnTo>
                  <a:lnTo>
                    <a:pt x="4519600" y="2813685"/>
                  </a:lnTo>
                  <a:lnTo>
                    <a:pt x="4593360" y="2819543"/>
                  </a:lnTo>
                  <a:lnTo>
                    <a:pt x="4667120" y="2825350"/>
                  </a:lnTo>
                  <a:lnTo>
                    <a:pt x="4740880" y="2831106"/>
                  </a:lnTo>
                  <a:lnTo>
                    <a:pt x="4814640" y="2836811"/>
                  </a:lnTo>
                  <a:lnTo>
                    <a:pt x="4888400" y="2842467"/>
                  </a:lnTo>
                  <a:lnTo>
                    <a:pt x="4962160" y="2848073"/>
                  </a:lnTo>
                  <a:lnTo>
                    <a:pt x="5035920" y="2853631"/>
                  </a:lnTo>
                  <a:lnTo>
                    <a:pt x="5109680" y="2859139"/>
                  </a:lnTo>
                  <a:lnTo>
                    <a:pt x="5183441" y="2864600"/>
                  </a:lnTo>
                  <a:lnTo>
                    <a:pt x="5257201" y="2870013"/>
                  </a:lnTo>
                  <a:lnTo>
                    <a:pt x="5330961" y="2875378"/>
                  </a:lnTo>
                  <a:lnTo>
                    <a:pt x="5404721" y="2880697"/>
                  </a:lnTo>
                  <a:lnTo>
                    <a:pt x="5478481" y="2885969"/>
                  </a:lnTo>
                  <a:lnTo>
                    <a:pt x="5552241" y="2891195"/>
                  </a:lnTo>
                  <a:lnTo>
                    <a:pt x="5626001" y="2896375"/>
                  </a:lnTo>
                  <a:lnTo>
                    <a:pt x="5699761" y="2901510"/>
                  </a:lnTo>
                  <a:lnTo>
                    <a:pt x="5773521" y="2906600"/>
                  </a:lnTo>
                  <a:lnTo>
                    <a:pt x="5847281" y="2911646"/>
                  </a:lnTo>
                  <a:lnTo>
                    <a:pt x="5921041" y="2916647"/>
                  </a:lnTo>
                  <a:lnTo>
                    <a:pt x="5994801" y="2921605"/>
                  </a:lnTo>
                  <a:lnTo>
                    <a:pt x="6068561" y="2926520"/>
                  </a:lnTo>
                  <a:lnTo>
                    <a:pt x="6142321" y="2931391"/>
                  </a:lnTo>
                  <a:lnTo>
                    <a:pt x="6216081" y="2936220"/>
                  </a:lnTo>
                  <a:lnTo>
                    <a:pt x="6289841" y="2941007"/>
                  </a:lnTo>
                  <a:lnTo>
                    <a:pt x="6363601" y="2945752"/>
                  </a:lnTo>
                  <a:lnTo>
                    <a:pt x="6437361" y="2950455"/>
                  </a:lnTo>
                  <a:lnTo>
                    <a:pt x="6511121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265"/>
              <a:ext cx="7235830" cy="1137744"/>
            </a:xfrm>
            <a:custGeom>
              <a:avLst/>
              <a:pathLst>
                <a:path w="7235830" h="1137744">
                  <a:moveTo>
                    <a:pt x="7235830" y="1137744"/>
                  </a:moveTo>
                  <a:lnTo>
                    <a:pt x="7162070" y="1133262"/>
                  </a:lnTo>
                  <a:lnTo>
                    <a:pt x="7088310" y="1128603"/>
                  </a:lnTo>
                  <a:lnTo>
                    <a:pt x="7014550" y="1123760"/>
                  </a:lnTo>
                  <a:lnTo>
                    <a:pt x="6940789" y="1118725"/>
                  </a:lnTo>
                  <a:lnTo>
                    <a:pt x="6867029" y="1113491"/>
                  </a:lnTo>
                  <a:lnTo>
                    <a:pt x="6793269" y="1108049"/>
                  </a:lnTo>
                  <a:lnTo>
                    <a:pt x="6719509" y="1102392"/>
                  </a:lnTo>
                  <a:lnTo>
                    <a:pt x="6645749" y="1096512"/>
                  </a:lnTo>
                  <a:lnTo>
                    <a:pt x="6571989" y="1090398"/>
                  </a:lnTo>
                  <a:lnTo>
                    <a:pt x="6498229" y="1084043"/>
                  </a:lnTo>
                  <a:lnTo>
                    <a:pt x="6424469" y="1077436"/>
                  </a:lnTo>
                  <a:lnTo>
                    <a:pt x="6350709" y="1070568"/>
                  </a:lnTo>
                  <a:lnTo>
                    <a:pt x="6276949" y="1063428"/>
                  </a:lnTo>
                  <a:lnTo>
                    <a:pt x="6203189" y="1056005"/>
                  </a:lnTo>
                  <a:lnTo>
                    <a:pt x="6129429" y="1048288"/>
                  </a:lnTo>
                  <a:lnTo>
                    <a:pt x="6055669" y="1040266"/>
                  </a:lnTo>
                  <a:lnTo>
                    <a:pt x="5981909" y="1031927"/>
                  </a:lnTo>
                  <a:lnTo>
                    <a:pt x="5908149" y="1023258"/>
                  </a:lnTo>
                  <a:lnTo>
                    <a:pt x="5834389" y="1014245"/>
                  </a:lnTo>
                  <a:lnTo>
                    <a:pt x="5760629" y="1004876"/>
                  </a:lnTo>
                  <a:lnTo>
                    <a:pt x="5686869" y="995136"/>
                  </a:lnTo>
                  <a:lnTo>
                    <a:pt x="5613109" y="985010"/>
                  </a:lnTo>
                  <a:lnTo>
                    <a:pt x="5539349" y="974484"/>
                  </a:lnTo>
                  <a:lnTo>
                    <a:pt x="5465589" y="963541"/>
                  </a:lnTo>
                  <a:lnTo>
                    <a:pt x="5391829" y="952165"/>
                  </a:lnTo>
                  <a:lnTo>
                    <a:pt x="5318069" y="940339"/>
                  </a:lnTo>
                  <a:lnTo>
                    <a:pt x="5244309" y="928045"/>
                  </a:lnTo>
                  <a:lnTo>
                    <a:pt x="5170549" y="915265"/>
                  </a:lnTo>
                  <a:lnTo>
                    <a:pt x="5096789" y="901978"/>
                  </a:lnTo>
                  <a:lnTo>
                    <a:pt x="5023029" y="888166"/>
                  </a:lnTo>
                  <a:lnTo>
                    <a:pt x="4949269" y="873807"/>
                  </a:lnTo>
                  <a:lnTo>
                    <a:pt x="4875509" y="858880"/>
                  </a:lnTo>
                  <a:lnTo>
                    <a:pt x="4801749" y="843362"/>
                  </a:lnTo>
                  <a:lnTo>
                    <a:pt x="4727989" y="827229"/>
                  </a:lnTo>
                  <a:lnTo>
                    <a:pt x="4654229" y="810459"/>
                  </a:lnTo>
                  <a:lnTo>
                    <a:pt x="4580469" y="793025"/>
                  </a:lnTo>
                  <a:lnTo>
                    <a:pt x="4506709" y="774900"/>
                  </a:lnTo>
                  <a:lnTo>
                    <a:pt x="4432949" y="756059"/>
                  </a:lnTo>
                  <a:lnTo>
                    <a:pt x="4359189" y="736471"/>
                  </a:lnTo>
                  <a:lnTo>
                    <a:pt x="4285429" y="716109"/>
                  </a:lnTo>
                  <a:lnTo>
                    <a:pt x="4211669" y="694941"/>
                  </a:lnTo>
                  <a:lnTo>
                    <a:pt x="4137909" y="672935"/>
                  </a:lnTo>
                  <a:lnTo>
                    <a:pt x="4064149" y="650058"/>
                  </a:lnTo>
                  <a:lnTo>
                    <a:pt x="3990388" y="626275"/>
                  </a:lnTo>
                  <a:lnTo>
                    <a:pt x="3916628" y="601552"/>
                  </a:lnTo>
                  <a:lnTo>
                    <a:pt x="3842868" y="575850"/>
                  </a:lnTo>
                  <a:lnTo>
                    <a:pt x="3769108" y="549130"/>
                  </a:lnTo>
                  <a:lnTo>
                    <a:pt x="3695348" y="521354"/>
                  </a:lnTo>
                  <a:lnTo>
                    <a:pt x="3621588" y="492478"/>
                  </a:lnTo>
                  <a:lnTo>
                    <a:pt x="3547828" y="462459"/>
                  </a:lnTo>
                  <a:lnTo>
                    <a:pt x="3474068" y="431252"/>
                  </a:lnTo>
                  <a:lnTo>
                    <a:pt x="3400308" y="416436"/>
                  </a:lnTo>
                  <a:lnTo>
                    <a:pt x="3326548" y="409076"/>
                  </a:lnTo>
                  <a:lnTo>
                    <a:pt x="3252788" y="401650"/>
                  </a:lnTo>
                  <a:lnTo>
                    <a:pt x="3179028" y="394160"/>
                  </a:lnTo>
                  <a:lnTo>
                    <a:pt x="3105268" y="386603"/>
                  </a:lnTo>
                  <a:lnTo>
                    <a:pt x="3031508" y="378980"/>
                  </a:lnTo>
                  <a:lnTo>
                    <a:pt x="2957748" y="371289"/>
                  </a:lnTo>
                  <a:lnTo>
                    <a:pt x="2883988" y="363531"/>
                  </a:lnTo>
                  <a:lnTo>
                    <a:pt x="2810228" y="355704"/>
                  </a:lnTo>
                  <a:lnTo>
                    <a:pt x="2736468" y="347808"/>
                  </a:lnTo>
                  <a:lnTo>
                    <a:pt x="2662708" y="339842"/>
                  </a:lnTo>
                  <a:lnTo>
                    <a:pt x="2588948" y="331806"/>
                  </a:lnTo>
                  <a:lnTo>
                    <a:pt x="2515188" y="323700"/>
                  </a:lnTo>
                  <a:lnTo>
                    <a:pt x="2441428" y="315522"/>
                  </a:lnTo>
                  <a:lnTo>
                    <a:pt x="2367668" y="307271"/>
                  </a:lnTo>
                  <a:lnTo>
                    <a:pt x="2293908" y="298948"/>
                  </a:lnTo>
                  <a:lnTo>
                    <a:pt x="2220148" y="290552"/>
                  </a:lnTo>
                  <a:lnTo>
                    <a:pt x="2146388" y="282081"/>
                  </a:lnTo>
                  <a:lnTo>
                    <a:pt x="2072628" y="273536"/>
                  </a:lnTo>
                  <a:lnTo>
                    <a:pt x="1998868" y="264915"/>
                  </a:lnTo>
                  <a:lnTo>
                    <a:pt x="1925108" y="256219"/>
                  </a:lnTo>
                  <a:lnTo>
                    <a:pt x="1851348" y="247446"/>
                  </a:lnTo>
                  <a:lnTo>
                    <a:pt x="1777588" y="238595"/>
                  </a:lnTo>
                  <a:lnTo>
                    <a:pt x="1703828" y="229666"/>
                  </a:lnTo>
                  <a:lnTo>
                    <a:pt x="1630068" y="220659"/>
                  </a:lnTo>
                  <a:lnTo>
                    <a:pt x="1556308" y="211572"/>
                  </a:lnTo>
                  <a:lnTo>
                    <a:pt x="1482548" y="202405"/>
                  </a:lnTo>
                  <a:lnTo>
                    <a:pt x="1408788" y="193157"/>
                  </a:lnTo>
                  <a:lnTo>
                    <a:pt x="1335028" y="183827"/>
                  </a:lnTo>
                  <a:lnTo>
                    <a:pt x="1261268" y="174415"/>
                  </a:lnTo>
                  <a:lnTo>
                    <a:pt x="1187508" y="164921"/>
                  </a:lnTo>
                  <a:lnTo>
                    <a:pt x="1113747" y="155342"/>
                  </a:lnTo>
                  <a:lnTo>
                    <a:pt x="1039987" y="145679"/>
                  </a:lnTo>
                  <a:lnTo>
                    <a:pt x="966227" y="135931"/>
                  </a:lnTo>
                  <a:lnTo>
                    <a:pt x="892467" y="126097"/>
                  </a:lnTo>
                  <a:lnTo>
                    <a:pt x="818707" y="116176"/>
                  </a:lnTo>
                  <a:lnTo>
                    <a:pt x="744947" y="106167"/>
                  </a:lnTo>
                  <a:lnTo>
                    <a:pt x="671187" y="96071"/>
                  </a:lnTo>
                  <a:lnTo>
                    <a:pt x="597427" y="85885"/>
                  </a:lnTo>
                  <a:lnTo>
                    <a:pt x="523667" y="75609"/>
                  </a:lnTo>
                  <a:lnTo>
                    <a:pt x="449907" y="65243"/>
                  </a:lnTo>
                  <a:lnTo>
                    <a:pt x="376147" y="54786"/>
                  </a:lnTo>
                  <a:lnTo>
                    <a:pt x="302387" y="44236"/>
                  </a:lnTo>
                  <a:lnTo>
                    <a:pt x="228627" y="33593"/>
                  </a:lnTo>
                  <a:lnTo>
                    <a:pt x="154867" y="22856"/>
                  </a:lnTo>
                  <a:lnTo>
                    <a:pt x="81107" y="12025"/>
                  </a:lnTo>
                  <a:lnTo>
                    <a:pt x="7347" y="10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31238"/>
              <a:ext cx="7235830" cy="2281345"/>
            </a:xfrm>
            <a:custGeom>
              <a:avLst/>
              <a:pathLst>
                <a:path w="7235830" h="2281345">
                  <a:moveTo>
                    <a:pt x="0" y="0"/>
                  </a:moveTo>
                  <a:lnTo>
                    <a:pt x="7347" y="6045"/>
                  </a:lnTo>
                  <a:lnTo>
                    <a:pt x="81107" y="65305"/>
                  </a:lnTo>
                  <a:lnTo>
                    <a:pt x="154867" y="123171"/>
                  </a:lnTo>
                  <a:lnTo>
                    <a:pt x="228627" y="179676"/>
                  </a:lnTo>
                  <a:lnTo>
                    <a:pt x="302387" y="234853"/>
                  </a:lnTo>
                  <a:lnTo>
                    <a:pt x="376147" y="288732"/>
                  </a:lnTo>
                  <a:lnTo>
                    <a:pt x="449907" y="341344"/>
                  </a:lnTo>
                  <a:lnTo>
                    <a:pt x="523667" y="392718"/>
                  </a:lnTo>
                  <a:lnTo>
                    <a:pt x="597427" y="442885"/>
                  </a:lnTo>
                  <a:lnTo>
                    <a:pt x="671187" y="491872"/>
                  </a:lnTo>
                  <a:lnTo>
                    <a:pt x="744947" y="539707"/>
                  </a:lnTo>
                  <a:lnTo>
                    <a:pt x="818707" y="586417"/>
                  </a:lnTo>
                  <a:lnTo>
                    <a:pt x="892467" y="632029"/>
                  </a:lnTo>
                  <a:lnTo>
                    <a:pt x="966227" y="676568"/>
                  </a:lnTo>
                  <a:lnTo>
                    <a:pt x="1039987" y="720059"/>
                  </a:lnTo>
                  <a:lnTo>
                    <a:pt x="1113747" y="762528"/>
                  </a:lnTo>
                  <a:lnTo>
                    <a:pt x="1187508" y="803998"/>
                  </a:lnTo>
                  <a:lnTo>
                    <a:pt x="1261268" y="844493"/>
                  </a:lnTo>
                  <a:lnTo>
                    <a:pt x="1335028" y="884036"/>
                  </a:lnTo>
                  <a:lnTo>
                    <a:pt x="1408788" y="922649"/>
                  </a:lnTo>
                  <a:lnTo>
                    <a:pt x="1482548" y="960354"/>
                  </a:lnTo>
                  <a:lnTo>
                    <a:pt x="1556308" y="997172"/>
                  </a:lnTo>
                  <a:lnTo>
                    <a:pt x="1630068" y="1033124"/>
                  </a:lnTo>
                  <a:lnTo>
                    <a:pt x="1703828" y="1068231"/>
                  </a:lnTo>
                  <a:lnTo>
                    <a:pt x="1777588" y="1102512"/>
                  </a:lnTo>
                  <a:lnTo>
                    <a:pt x="1851348" y="1135987"/>
                  </a:lnTo>
                  <a:lnTo>
                    <a:pt x="1925108" y="1168675"/>
                  </a:lnTo>
                  <a:lnTo>
                    <a:pt x="1998868" y="1200594"/>
                  </a:lnTo>
                  <a:lnTo>
                    <a:pt x="2072628" y="1231763"/>
                  </a:lnTo>
                  <a:lnTo>
                    <a:pt x="2146388" y="1262198"/>
                  </a:lnTo>
                  <a:lnTo>
                    <a:pt x="2220148" y="1291918"/>
                  </a:lnTo>
                  <a:lnTo>
                    <a:pt x="2293908" y="1320939"/>
                  </a:lnTo>
                  <a:lnTo>
                    <a:pt x="2367668" y="1349278"/>
                  </a:lnTo>
                  <a:lnTo>
                    <a:pt x="2441428" y="1376950"/>
                  </a:lnTo>
                  <a:lnTo>
                    <a:pt x="2515188" y="1403971"/>
                  </a:lnTo>
                  <a:lnTo>
                    <a:pt x="2588948" y="1430357"/>
                  </a:lnTo>
                  <a:lnTo>
                    <a:pt x="2662708" y="1456123"/>
                  </a:lnTo>
                  <a:lnTo>
                    <a:pt x="2736468" y="1481282"/>
                  </a:lnTo>
                  <a:lnTo>
                    <a:pt x="2810228" y="1505850"/>
                  </a:lnTo>
                  <a:lnTo>
                    <a:pt x="2883988" y="1529841"/>
                  </a:lnTo>
                  <a:lnTo>
                    <a:pt x="2957748" y="1553267"/>
                  </a:lnTo>
                  <a:lnTo>
                    <a:pt x="3031508" y="1576142"/>
                  </a:lnTo>
                  <a:lnTo>
                    <a:pt x="3105268" y="1598479"/>
                  </a:lnTo>
                  <a:lnTo>
                    <a:pt x="3179028" y="1620291"/>
                  </a:lnTo>
                  <a:lnTo>
                    <a:pt x="3252788" y="1641590"/>
                  </a:lnTo>
                  <a:lnTo>
                    <a:pt x="3326548" y="1662388"/>
                  </a:lnTo>
                  <a:lnTo>
                    <a:pt x="3400308" y="1682697"/>
                  </a:lnTo>
                  <a:lnTo>
                    <a:pt x="3474068" y="1702528"/>
                  </a:lnTo>
                  <a:lnTo>
                    <a:pt x="3547828" y="1721893"/>
                  </a:lnTo>
                  <a:lnTo>
                    <a:pt x="3621588" y="1740803"/>
                  </a:lnTo>
                  <a:lnTo>
                    <a:pt x="3695348" y="1759268"/>
                  </a:lnTo>
                  <a:lnTo>
                    <a:pt x="3769108" y="1777299"/>
                  </a:lnTo>
                  <a:lnTo>
                    <a:pt x="3842868" y="1794906"/>
                  </a:lnTo>
                  <a:lnTo>
                    <a:pt x="3916628" y="1812098"/>
                  </a:lnTo>
                  <a:lnTo>
                    <a:pt x="3990388" y="1828887"/>
                  </a:lnTo>
                  <a:lnTo>
                    <a:pt x="4064149" y="1845280"/>
                  </a:lnTo>
                  <a:lnTo>
                    <a:pt x="4137909" y="1861289"/>
                  </a:lnTo>
                  <a:lnTo>
                    <a:pt x="4211669" y="1876920"/>
                  </a:lnTo>
                  <a:lnTo>
                    <a:pt x="4285429" y="1892184"/>
                  </a:lnTo>
                  <a:lnTo>
                    <a:pt x="4359189" y="1907089"/>
                  </a:lnTo>
                  <a:lnTo>
                    <a:pt x="4432949" y="1921644"/>
                  </a:lnTo>
                  <a:lnTo>
                    <a:pt x="4506709" y="1935856"/>
                  </a:lnTo>
                  <a:lnTo>
                    <a:pt x="4580469" y="1949734"/>
                  </a:lnTo>
                  <a:lnTo>
                    <a:pt x="4654229" y="1963286"/>
                  </a:lnTo>
                  <a:lnTo>
                    <a:pt x="4727989" y="1976519"/>
                  </a:lnTo>
                  <a:lnTo>
                    <a:pt x="4801749" y="1989441"/>
                  </a:lnTo>
                  <a:lnTo>
                    <a:pt x="4875509" y="2002059"/>
                  </a:lnTo>
                  <a:lnTo>
                    <a:pt x="4949269" y="2014380"/>
                  </a:lnTo>
                  <a:lnTo>
                    <a:pt x="5023029" y="2026412"/>
                  </a:lnTo>
                  <a:lnTo>
                    <a:pt x="5096789" y="2038161"/>
                  </a:lnTo>
                  <a:lnTo>
                    <a:pt x="5170549" y="2049633"/>
                  </a:lnTo>
                  <a:lnTo>
                    <a:pt x="5244309" y="2060836"/>
                  </a:lnTo>
                  <a:lnTo>
                    <a:pt x="5318069" y="2071775"/>
                  </a:lnTo>
                  <a:lnTo>
                    <a:pt x="5391829" y="2082456"/>
                  </a:lnTo>
                  <a:lnTo>
                    <a:pt x="5465589" y="2092887"/>
                  </a:lnTo>
                  <a:lnTo>
                    <a:pt x="5539349" y="2103073"/>
                  </a:lnTo>
                  <a:lnTo>
                    <a:pt x="5613109" y="2113018"/>
                  </a:lnTo>
                  <a:lnTo>
                    <a:pt x="5686869" y="2122730"/>
                  </a:lnTo>
                  <a:lnTo>
                    <a:pt x="5760629" y="2132214"/>
                  </a:lnTo>
                  <a:lnTo>
                    <a:pt x="5834389" y="2141474"/>
                  </a:lnTo>
                  <a:lnTo>
                    <a:pt x="5908149" y="2150517"/>
                  </a:lnTo>
                  <a:lnTo>
                    <a:pt x="5981909" y="2159347"/>
                  </a:lnTo>
                  <a:lnTo>
                    <a:pt x="6055669" y="2167970"/>
                  </a:lnTo>
                  <a:lnTo>
                    <a:pt x="6129429" y="2176390"/>
                  </a:lnTo>
                  <a:lnTo>
                    <a:pt x="6203189" y="2184611"/>
                  </a:lnTo>
                  <a:lnTo>
                    <a:pt x="6276949" y="2192640"/>
                  </a:lnTo>
                  <a:lnTo>
                    <a:pt x="6350709" y="2200479"/>
                  </a:lnTo>
                  <a:lnTo>
                    <a:pt x="6424469" y="2208135"/>
                  </a:lnTo>
                  <a:lnTo>
                    <a:pt x="6498229" y="2215610"/>
                  </a:lnTo>
                  <a:lnTo>
                    <a:pt x="6571989" y="2222909"/>
                  </a:lnTo>
                  <a:lnTo>
                    <a:pt x="6645749" y="2230037"/>
                  </a:lnTo>
                  <a:lnTo>
                    <a:pt x="6719509" y="2236997"/>
                  </a:lnTo>
                  <a:lnTo>
                    <a:pt x="6793269" y="2243794"/>
                  </a:lnTo>
                  <a:lnTo>
                    <a:pt x="6867029" y="2250430"/>
                  </a:lnTo>
                  <a:lnTo>
                    <a:pt x="6940789" y="2256911"/>
                  </a:lnTo>
                  <a:lnTo>
                    <a:pt x="7014550" y="2263239"/>
                  </a:lnTo>
                  <a:lnTo>
                    <a:pt x="7088310" y="2269418"/>
                  </a:lnTo>
                  <a:lnTo>
                    <a:pt x="7162070" y="2275452"/>
                  </a:lnTo>
                  <a:lnTo>
                    <a:pt x="7235830" y="228134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(1.11-1.59), p = 0.002  |  per IQR decline (Δ = 0.29): 2.31 (1.36-3.92)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2026-07-04T10:31:02Z</dcterms:modified>
  <cp:category/>
</cp:coreProperties>
</file>