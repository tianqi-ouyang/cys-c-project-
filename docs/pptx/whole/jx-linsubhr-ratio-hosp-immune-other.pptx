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33914"/>
            </a:xfrm>
            <a:custGeom>
              <a:avLst/>
              <a:pathLst>
                <a:path w="7235830" h="3533914">
                  <a:moveTo>
                    <a:pt x="724708" y="0"/>
                  </a:moveTo>
                  <a:lnTo>
                    <a:pt x="744947" y="39239"/>
                  </a:lnTo>
                  <a:lnTo>
                    <a:pt x="818707" y="176800"/>
                  </a:lnTo>
                  <a:lnTo>
                    <a:pt x="892467" y="309124"/>
                  </a:lnTo>
                  <a:lnTo>
                    <a:pt x="966227" y="436410"/>
                  </a:lnTo>
                  <a:lnTo>
                    <a:pt x="1039987" y="558850"/>
                  </a:lnTo>
                  <a:lnTo>
                    <a:pt x="1113747" y="676630"/>
                  </a:lnTo>
                  <a:lnTo>
                    <a:pt x="1187508" y="789925"/>
                  </a:lnTo>
                  <a:lnTo>
                    <a:pt x="1261268" y="898908"/>
                  </a:lnTo>
                  <a:lnTo>
                    <a:pt x="1335028" y="1003741"/>
                  </a:lnTo>
                  <a:lnTo>
                    <a:pt x="1408788" y="1104584"/>
                  </a:lnTo>
                  <a:lnTo>
                    <a:pt x="1482548" y="1201587"/>
                  </a:lnTo>
                  <a:lnTo>
                    <a:pt x="1556308" y="1294898"/>
                  </a:lnTo>
                  <a:lnTo>
                    <a:pt x="1630068" y="1384656"/>
                  </a:lnTo>
                  <a:lnTo>
                    <a:pt x="1703828" y="1470997"/>
                  </a:lnTo>
                  <a:lnTo>
                    <a:pt x="1777588" y="1554052"/>
                  </a:lnTo>
                  <a:lnTo>
                    <a:pt x="1851348" y="1633944"/>
                  </a:lnTo>
                  <a:lnTo>
                    <a:pt x="1925108" y="1710795"/>
                  </a:lnTo>
                  <a:lnTo>
                    <a:pt x="1998868" y="1784720"/>
                  </a:lnTo>
                  <a:lnTo>
                    <a:pt x="2072628" y="1855831"/>
                  </a:lnTo>
                  <a:lnTo>
                    <a:pt x="2146388" y="1924235"/>
                  </a:lnTo>
                  <a:lnTo>
                    <a:pt x="2220148" y="1990035"/>
                  </a:lnTo>
                  <a:lnTo>
                    <a:pt x="2293908" y="2053330"/>
                  </a:lnTo>
                  <a:lnTo>
                    <a:pt x="2367668" y="2114215"/>
                  </a:lnTo>
                  <a:lnTo>
                    <a:pt x="2441428" y="2172782"/>
                  </a:lnTo>
                  <a:lnTo>
                    <a:pt x="2515188" y="2229120"/>
                  </a:lnTo>
                  <a:lnTo>
                    <a:pt x="2588948" y="2283313"/>
                  </a:lnTo>
                  <a:lnTo>
                    <a:pt x="2662708" y="2335443"/>
                  </a:lnTo>
                  <a:lnTo>
                    <a:pt x="2736468" y="2385588"/>
                  </a:lnTo>
                  <a:lnTo>
                    <a:pt x="2810228" y="2433824"/>
                  </a:lnTo>
                  <a:lnTo>
                    <a:pt x="2883988" y="2480224"/>
                  </a:lnTo>
                  <a:lnTo>
                    <a:pt x="2957748" y="2524857"/>
                  </a:lnTo>
                  <a:lnTo>
                    <a:pt x="3031508" y="2567792"/>
                  </a:lnTo>
                  <a:lnTo>
                    <a:pt x="3105268" y="2609092"/>
                  </a:lnTo>
                  <a:lnTo>
                    <a:pt x="3179028" y="2648819"/>
                  </a:lnTo>
                  <a:lnTo>
                    <a:pt x="3252788" y="2687034"/>
                  </a:lnTo>
                  <a:lnTo>
                    <a:pt x="3326548" y="2723795"/>
                  </a:lnTo>
                  <a:lnTo>
                    <a:pt x="3400308" y="2759155"/>
                  </a:lnTo>
                  <a:lnTo>
                    <a:pt x="3474068" y="2785285"/>
                  </a:lnTo>
                  <a:lnTo>
                    <a:pt x="3547828" y="2792868"/>
                  </a:lnTo>
                  <a:lnTo>
                    <a:pt x="3621588" y="2800384"/>
                  </a:lnTo>
                  <a:lnTo>
                    <a:pt x="3695348" y="2807835"/>
                  </a:lnTo>
                  <a:lnTo>
                    <a:pt x="3769108" y="2815221"/>
                  </a:lnTo>
                  <a:lnTo>
                    <a:pt x="3842868" y="2822542"/>
                  </a:lnTo>
                  <a:lnTo>
                    <a:pt x="3916628" y="2829799"/>
                  </a:lnTo>
                  <a:lnTo>
                    <a:pt x="3990388" y="2836993"/>
                  </a:lnTo>
                  <a:lnTo>
                    <a:pt x="4064149" y="2844123"/>
                  </a:lnTo>
                  <a:lnTo>
                    <a:pt x="4137909" y="2851192"/>
                  </a:lnTo>
                  <a:lnTo>
                    <a:pt x="4211669" y="2858198"/>
                  </a:lnTo>
                  <a:lnTo>
                    <a:pt x="4285429" y="2865144"/>
                  </a:lnTo>
                  <a:lnTo>
                    <a:pt x="4359189" y="2872028"/>
                  </a:lnTo>
                  <a:lnTo>
                    <a:pt x="4432949" y="2878853"/>
                  </a:lnTo>
                  <a:lnTo>
                    <a:pt x="4506709" y="2885618"/>
                  </a:lnTo>
                  <a:lnTo>
                    <a:pt x="4580469" y="2892323"/>
                  </a:lnTo>
                  <a:lnTo>
                    <a:pt x="4654229" y="2898970"/>
                  </a:lnTo>
                  <a:lnTo>
                    <a:pt x="4727989" y="2905559"/>
                  </a:lnTo>
                  <a:lnTo>
                    <a:pt x="4801749" y="2912090"/>
                  </a:lnTo>
                  <a:lnTo>
                    <a:pt x="4875509" y="2918565"/>
                  </a:lnTo>
                  <a:lnTo>
                    <a:pt x="4949269" y="2924982"/>
                  </a:lnTo>
                  <a:lnTo>
                    <a:pt x="5023029" y="2931344"/>
                  </a:lnTo>
                  <a:lnTo>
                    <a:pt x="5096789" y="2937650"/>
                  </a:lnTo>
                  <a:lnTo>
                    <a:pt x="5170549" y="2943900"/>
                  </a:lnTo>
                  <a:lnTo>
                    <a:pt x="5244309" y="2950096"/>
                  </a:lnTo>
                  <a:lnTo>
                    <a:pt x="5318069" y="2956238"/>
                  </a:lnTo>
                  <a:lnTo>
                    <a:pt x="5391829" y="2962327"/>
                  </a:lnTo>
                  <a:lnTo>
                    <a:pt x="5465589" y="2968362"/>
                  </a:lnTo>
                  <a:lnTo>
                    <a:pt x="5539349" y="2974344"/>
                  </a:lnTo>
                  <a:lnTo>
                    <a:pt x="5613109" y="2980274"/>
                  </a:lnTo>
                  <a:lnTo>
                    <a:pt x="5686869" y="2986152"/>
                  </a:lnTo>
                  <a:lnTo>
                    <a:pt x="5760629" y="2991979"/>
                  </a:lnTo>
                  <a:lnTo>
                    <a:pt x="5834389" y="2997754"/>
                  </a:lnTo>
                  <a:lnTo>
                    <a:pt x="5908149" y="3003480"/>
                  </a:lnTo>
                  <a:lnTo>
                    <a:pt x="5981909" y="3009155"/>
                  </a:lnTo>
                  <a:lnTo>
                    <a:pt x="6055669" y="3014781"/>
                  </a:lnTo>
                  <a:lnTo>
                    <a:pt x="6129429" y="3020357"/>
                  </a:lnTo>
                  <a:lnTo>
                    <a:pt x="6203189" y="3025885"/>
                  </a:lnTo>
                  <a:lnTo>
                    <a:pt x="6276949" y="3031364"/>
                  </a:lnTo>
                  <a:lnTo>
                    <a:pt x="6350709" y="3036795"/>
                  </a:lnTo>
                  <a:lnTo>
                    <a:pt x="6424469" y="3042179"/>
                  </a:lnTo>
                  <a:lnTo>
                    <a:pt x="6498229" y="3047516"/>
                  </a:lnTo>
                  <a:lnTo>
                    <a:pt x="6571989" y="3052807"/>
                  </a:lnTo>
                  <a:lnTo>
                    <a:pt x="6645749" y="3058051"/>
                  </a:lnTo>
                  <a:lnTo>
                    <a:pt x="6719509" y="3063249"/>
                  </a:lnTo>
                  <a:lnTo>
                    <a:pt x="6793269" y="3068401"/>
                  </a:lnTo>
                  <a:lnTo>
                    <a:pt x="6867029" y="3073509"/>
                  </a:lnTo>
                  <a:lnTo>
                    <a:pt x="6940789" y="3078572"/>
                  </a:lnTo>
                  <a:lnTo>
                    <a:pt x="7014550" y="3083591"/>
                  </a:lnTo>
                  <a:lnTo>
                    <a:pt x="7088310" y="3088566"/>
                  </a:lnTo>
                  <a:lnTo>
                    <a:pt x="7162070" y="3093497"/>
                  </a:lnTo>
                  <a:lnTo>
                    <a:pt x="7235830" y="3098385"/>
                  </a:lnTo>
                  <a:lnTo>
                    <a:pt x="7235830" y="3533914"/>
                  </a:lnTo>
                  <a:lnTo>
                    <a:pt x="7162070" y="3529215"/>
                  </a:lnTo>
                  <a:lnTo>
                    <a:pt x="7088310" y="3524330"/>
                  </a:lnTo>
                  <a:lnTo>
                    <a:pt x="7014550" y="3519252"/>
                  </a:lnTo>
                  <a:lnTo>
                    <a:pt x="6940789" y="3513973"/>
                  </a:lnTo>
                  <a:lnTo>
                    <a:pt x="6867029" y="3508484"/>
                  </a:lnTo>
                  <a:lnTo>
                    <a:pt x="6793269" y="3502779"/>
                  </a:lnTo>
                  <a:lnTo>
                    <a:pt x="6719509" y="3496848"/>
                  </a:lnTo>
                  <a:lnTo>
                    <a:pt x="6645749" y="3490682"/>
                  </a:lnTo>
                  <a:lnTo>
                    <a:pt x="6571989" y="3484273"/>
                  </a:lnTo>
                  <a:lnTo>
                    <a:pt x="6498229" y="3477609"/>
                  </a:lnTo>
                  <a:lnTo>
                    <a:pt x="6424469" y="3470682"/>
                  </a:lnTo>
                  <a:lnTo>
                    <a:pt x="6350709" y="3463481"/>
                  </a:lnTo>
                  <a:lnTo>
                    <a:pt x="6276949" y="3455994"/>
                  </a:lnTo>
                  <a:lnTo>
                    <a:pt x="6203189" y="3448212"/>
                  </a:lnTo>
                  <a:lnTo>
                    <a:pt x="6129429" y="3440121"/>
                  </a:lnTo>
                  <a:lnTo>
                    <a:pt x="6055669" y="3431710"/>
                  </a:lnTo>
                  <a:lnTo>
                    <a:pt x="5981909" y="3422966"/>
                  </a:lnTo>
                  <a:lnTo>
                    <a:pt x="5908149" y="3413877"/>
                  </a:lnTo>
                  <a:lnTo>
                    <a:pt x="5834389" y="3404427"/>
                  </a:lnTo>
                  <a:lnTo>
                    <a:pt x="5760629" y="3394604"/>
                  </a:lnTo>
                  <a:lnTo>
                    <a:pt x="5686869" y="3384392"/>
                  </a:lnTo>
                  <a:lnTo>
                    <a:pt x="5613109" y="3373775"/>
                  </a:lnTo>
                  <a:lnTo>
                    <a:pt x="5539349" y="3362739"/>
                  </a:lnTo>
                  <a:lnTo>
                    <a:pt x="5465589" y="3351265"/>
                  </a:lnTo>
                  <a:lnTo>
                    <a:pt x="5391829" y="3339338"/>
                  </a:lnTo>
                  <a:lnTo>
                    <a:pt x="5318069" y="3326939"/>
                  </a:lnTo>
                  <a:lnTo>
                    <a:pt x="5244309" y="3314048"/>
                  </a:lnTo>
                  <a:lnTo>
                    <a:pt x="5170549" y="3300648"/>
                  </a:lnTo>
                  <a:lnTo>
                    <a:pt x="5096789" y="3286717"/>
                  </a:lnTo>
                  <a:lnTo>
                    <a:pt x="5023029" y="3272235"/>
                  </a:lnTo>
                  <a:lnTo>
                    <a:pt x="4949269" y="3257180"/>
                  </a:lnTo>
                  <a:lnTo>
                    <a:pt x="4875509" y="3241529"/>
                  </a:lnTo>
                  <a:lnTo>
                    <a:pt x="4801749" y="3225259"/>
                  </a:lnTo>
                  <a:lnTo>
                    <a:pt x="4727989" y="3208345"/>
                  </a:lnTo>
                  <a:lnTo>
                    <a:pt x="4654229" y="3190761"/>
                  </a:lnTo>
                  <a:lnTo>
                    <a:pt x="4580469" y="3172482"/>
                  </a:lnTo>
                  <a:lnTo>
                    <a:pt x="4506709" y="3153479"/>
                  </a:lnTo>
                  <a:lnTo>
                    <a:pt x="4432949" y="3133724"/>
                  </a:lnTo>
                  <a:lnTo>
                    <a:pt x="4359189" y="3113187"/>
                  </a:lnTo>
                  <a:lnTo>
                    <a:pt x="4285429" y="3091837"/>
                  </a:lnTo>
                  <a:lnTo>
                    <a:pt x="4211669" y="3069643"/>
                  </a:lnTo>
                  <a:lnTo>
                    <a:pt x="4137909" y="3046570"/>
                  </a:lnTo>
                  <a:lnTo>
                    <a:pt x="4064149" y="3022584"/>
                  </a:lnTo>
                  <a:lnTo>
                    <a:pt x="3990388" y="2997648"/>
                  </a:lnTo>
                  <a:lnTo>
                    <a:pt x="3916628" y="2971726"/>
                  </a:lnTo>
                  <a:lnTo>
                    <a:pt x="3842868" y="2944778"/>
                  </a:lnTo>
                  <a:lnTo>
                    <a:pt x="3769108" y="2916763"/>
                  </a:lnTo>
                  <a:lnTo>
                    <a:pt x="3695348" y="2887640"/>
                  </a:lnTo>
                  <a:lnTo>
                    <a:pt x="3621588" y="2857364"/>
                  </a:lnTo>
                  <a:lnTo>
                    <a:pt x="3547828" y="2825890"/>
                  </a:lnTo>
                  <a:lnTo>
                    <a:pt x="3474068" y="2793170"/>
                  </a:lnTo>
                  <a:lnTo>
                    <a:pt x="3400308" y="2777636"/>
                  </a:lnTo>
                  <a:lnTo>
                    <a:pt x="3326548" y="2769918"/>
                  </a:lnTo>
                  <a:lnTo>
                    <a:pt x="3252788" y="2762133"/>
                  </a:lnTo>
                  <a:lnTo>
                    <a:pt x="3179028" y="2754279"/>
                  </a:lnTo>
                  <a:lnTo>
                    <a:pt x="3105268" y="2746356"/>
                  </a:lnTo>
                  <a:lnTo>
                    <a:pt x="3031508" y="2738363"/>
                  </a:lnTo>
                  <a:lnTo>
                    <a:pt x="2957748" y="2730300"/>
                  </a:lnTo>
                  <a:lnTo>
                    <a:pt x="2883988" y="2722165"/>
                  </a:lnTo>
                  <a:lnTo>
                    <a:pt x="2810228" y="2713959"/>
                  </a:lnTo>
                  <a:lnTo>
                    <a:pt x="2736468" y="2705680"/>
                  </a:lnTo>
                  <a:lnTo>
                    <a:pt x="2662708" y="2697328"/>
                  </a:lnTo>
                  <a:lnTo>
                    <a:pt x="2588948" y="2688903"/>
                  </a:lnTo>
                  <a:lnTo>
                    <a:pt x="2515188" y="2680403"/>
                  </a:lnTo>
                  <a:lnTo>
                    <a:pt x="2441428" y="2671829"/>
                  </a:lnTo>
                  <a:lnTo>
                    <a:pt x="2367668" y="2663178"/>
                  </a:lnTo>
                  <a:lnTo>
                    <a:pt x="2293908" y="2654452"/>
                  </a:lnTo>
                  <a:lnTo>
                    <a:pt x="2220148" y="2645648"/>
                  </a:lnTo>
                  <a:lnTo>
                    <a:pt x="2146388" y="2636767"/>
                  </a:lnTo>
                  <a:lnTo>
                    <a:pt x="2072628" y="2627808"/>
                  </a:lnTo>
                  <a:lnTo>
                    <a:pt x="1998868" y="2618769"/>
                  </a:lnTo>
                  <a:lnTo>
                    <a:pt x="1925108" y="2609651"/>
                  </a:lnTo>
                  <a:lnTo>
                    <a:pt x="1851348" y="2600452"/>
                  </a:lnTo>
                  <a:lnTo>
                    <a:pt x="1777588" y="2591172"/>
                  </a:lnTo>
                  <a:lnTo>
                    <a:pt x="1703828" y="2581811"/>
                  </a:lnTo>
                  <a:lnTo>
                    <a:pt x="1630068" y="2572367"/>
                  </a:lnTo>
                  <a:lnTo>
                    <a:pt x="1556308" y="2562839"/>
                  </a:lnTo>
                  <a:lnTo>
                    <a:pt x="1482548" y="2553228"/>
                  </a:lnTo>
                  <a:lnTo>
                    <a:pt x="1408788" y="2543531"/>
                  </a:lnTo>
                  <a:lnTo>
                    <a:pt x="1335028" y="2533750"/>
                  </a:lnTo>
                  <a:lnTo>
                    <a:pt x="1261268" y="2523882"/>
                  </a:lnTo>
                  <a:lnTo>
                    <a:pt x="1187508" y="2513926"/>
                  </a:lnTo>
                  <a:lnTo>
                    <a:pt x="1113747" y="2503884"/>
                  </a:lnTo>
                  <a:lnTo>
                    <a:pt x="1039987" y="2493752"/>
                  </a:lnTo>
                  <a:lnTo>
                    <a:pt x="966227" y="2483531"/>
                  </a:lnTo>
                  <a:lnTo>
                    <a:pt x="892467" y="2473220"/>
                  </a:lnTo>
                  <a:lnTo>
                    <a:pt x="818707" y="2462818"/>
                  </a:lnTo>
                  <a:lnTo>
                    <a:pt x="744947" y="2452325"/>
                  </a:lnTo>
                  <a:lnTo>
                    <a:pt x="671187" y="2441739"/>
                  </a:lnTo>
                  <a:lnTo>
                    <a:pt x="597427" y="2431059"/>
                  </a:lnTo>
                  <a:lnTo>
                    <a:pt x="523667" y="2420285"/>
                  </a:lnTo>
                  <a:lnTo>
                    <a:pt x="449907" y="2409416"/>
                  </a:lnTo>
                  <a:lnTo>
                    <a:pt x="376147" y="2398452"/>
                  </a:lnTo>
                  <a:lnTo>
                    <a:pt x="302387" y="2387391"/>
                  </a:lnTo>
                  <a:lnTo>
                    <a:pt x="228627" y="2376232"/>
                  </a:lnTo>
                  <a:lnTo>
                    <a:pt x="154867" y="2364974"/>
                  </a:lnTo>
                  <a:lnTo>
                    <a:pt x="81107" y="2353618"/>
                  </a:lnTo>
                  <a:lnTo>
                    <a:pt x="7347" y="2342161"/>
                  </a:lnTo>
                  <a:lnTo>
                    <a:pt x="0" y="2341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1896563"/>
              <a:ext cx="6511121" cy="3098385"/>
            </a:xfrm>
            <a:custGeom>
              <a:avLst/>
              <a:pathLst>
                <a:path w="6511121" h="3098385">
                  <a:moveTo>
                    <a:pt x="0" y="0"/>
                  </a:moveTo>
                  <a:lnTo>
                    <a:pt x="20239" y="39239"/>
                  </a:lnTo>
                  <a:lnTo>
                    <a:pt x="93999" y="176800"/>
                  </a:lnTo>
                  <a:lnTo>
                    <a:pt x="167759" y="309124"/>
                  </a:lnTo>
                  <a:lnTo>
                    <a:pt x="241519" y="436410"/>
                  </a:lnTo>
                  <a:lnTo>
                    <a:pt x="315279" y="558850"/>
                  </a:lnTo>
                  <a:lnTo>
                    <a:pt x="389039" y="676630"/>
                  </a:lnTo>
                  <a:lnTo>
                    <a:pt x="462799" y="789925"/>
                  </a:lnTo>
                  <a:lnTo>
                    <a:pt x="536559" y="898908"/>
                  </a:lnTo>
                  <a:lnTo>
                    <a:pt x="610319" y="1003741"/>
                  </a:lnTo>
                  <a:lnTo>
                    <a:pt x="684079" y="1104584"/>
                  </a:lnTo>
                  <a:lnTo>
                    <a:pt x="757839" y="1201587"/>
                  </a:lnTo>
                  <a:lnTo>
                    <a:pt x="831599" y="1294898"/>
                  </a:lnTo>
                  <a:lnTo>
                    <a:pt x="905359" y="1384656"/>
                  </a:lnTo>
                  <a:lnTo>
                    <a:pt x="979119" y="1470997"/>
                  </a:lnTo>
                  <a:lnTo>
                    <a:pt x="1052879" y="1554052"/>
                  </a:lnTo>
                  <a:lnTo>
                    <a:pt x="1126639" y="1633944"/>
                  </a:lnTo>
                  <a:lnTo>
                    <a:pt x="1200399" y="1710795"/>
                  </a:lnTo>
                  <a:lnTo>
                    <a:pt x="1274159" y="1784720"/>
                  </a:lnTo>
                  <a:lnTo>
                    <a:pt x="1347919" y="1855831"/>
                  </a:lnTo>
                  <a:lnTo>
                    <a:pt x="1421679" y="1924235"/>
                  </a:lnTo>
                  <a:lnTo>
                    <a:pt x="1495439" y="1990035"/>
                  </a:lnTo>
                  <a:lnTo>
                    <a:pt x="1569199" y="2053330"/>
                  </a:lnTo>
                  <a:lnTo>
                    <a:pt x="1642959" y="2114215"/>
                  </a:lnTo>
                  <a:lnTo>
                    <a:pt x="1716719" y="2172782"/>
                  </a:lnTo>
                  <a:lnTo>
                    <a:pt x="1790479" y="2229120"/>
                  </a:lnTo>
                  <a:lnTo>
                    <a:pt x="1864239" y="2283313"/>
                  </a:lnTo>
                  <a:lnTo>
                    <a:pt x="1937999" y="2335443"/>
                  </a:lnTo>
                  <a:lnTo>
                    <a:pt x="2011759" y="2385588"/>
                  </a:lnTo>
                  <a:lnTo>
                    <a:pt x="2085519" y="2433824"/>
                  </a:lnTo>
                  <a:lnTo>
                    <a:pt x="2159279" y="2480224"/>
                  </a:lnTo>
                  <a:lnTo>
                    <a:pt x="2233039" y="2524857"/>
                  </a:lnTo>
                  <a:lnTo>
                    <a:pt x="2306800" y="2567792"/>
                  </a:lnTo>
                  <a:lnTo>
                    <a:pt x="2380560" y="2609092"/>
                  </a:lnTo>
                  <a:lnTo>
                    <a:pt x="2454320" y="2648819"/>
                  </a:lnTo>
                  <a:lnTo>
                    <a:pt x="2528080" y="2687034"/>
                  </a:lnTo>
                  <a:lnTo>
                    <a:pt x="2601840" y="2723795"/>
                  </a:lnTo>
                  <a:lnTo>
                    <a:pt x="2675600" y="2759155"/>
                  </a:lnTo>
                  <a:lnTo>
                    <a:pt x="2749360" y="2785285"/>
                  </a:lnTo>
                  <a:lnTo>
                    <a:pt x="2823120" y="2792868"/>
                  </a:lnTo>
                  <a:lnTo>
                    <a:pt x="2896880" y="2800384"/>
                  </a:lnTo>
                  <a:lnTo>
                    <a:pt x="2970640" y="2807835"/>
                  </a:lnTo>
                  <a:lnTo>
                    <a:pt x="3044400" y="2815221"/>
                  </a:lnTo>
                  <a:lnTo>
                    <a:pt x="3118160" y="2822542"/>
                  </a:lnTo>
                  <a:lnTo>
                    <a:pt x="3191920" y="2829799"/>
                  </a:lnTo>
                  <a:lnTo>
                    <a:pt x="3265680" y="2836993"/>
                  </a:lnTo>
                  <a:lnTo>
                    <a:pt x="3339440" y="2844123"/>
                  </a:lnTo>
                  <a:lnTo>
                    <a:pt x="3413200" y="2851192"/>
                  </a:lnTo>
                  <a:lnTo>
                    <a:pt x="3486960" y="2858198"/>
                  </a:lnTo>
                  <a:lnTo>
                    <a:pt x="3560720" y="2865144"/>
                  </a:lnTo>
                  <a:lnTo>
                    <a:pt x="3634480" y="2872028"/>
                  </a:lnTo>
                  <a:lnTo>
                    <a:pt x="3708240" y="2878853"/>
                  </a:lnTo>
                  <a:lnTo>
                    <a:pt x="3782000" y="2885618"/>
                  </a:lnTo>
                  <a:lnTo>
                    <a:pt x="3855760" y="2892323"/>
                  </a:lnTo>
                  <a:lnTo>
                    <a:pt x="3929520" y="2898970"/>
                  </a:lnTo>
                  <a:lnTo>
                    <a:pt x="4003280" y="2905559"/>
                  </a:lnTo>
                  <a:lnTo>
                    <a:pt x="4077040" y="2912090"/>
                  </a:lnTo>
                  <a:lnTo>
                    <a:pt x="4150800" y="2918565"/>
                  </a:lnTo>
                  <a:lnTo>
                    <a:pt x="4224560" y="2924982"/>
                  </a:lnTo>
                  <a:lnTo>
                    <a:pt x="4298320" y="2931344"/>
                  </a:lnTo>
                  <a:lnTo>
                    <a:pt x="4372080" y="2937650"/>
                  </a:lnTo>
                  <a:lnTo>
                    <a:pt x="4445840" y="2943900"/>
                  </a:lnTo>
                  <a:lnTo>
                    <a:pt x="4519600" y="2950096"/>
                  </a:lnTo>
                  <a:lnTo>
                    <a:pt x="4593360" y="2956238"/>
                  </a:lnTo>
                  <a:lnTo>
                    <a:pt x="4667120" y="2962327"/>
                  </a:lnTo>
                  <a:lnTo>
                    <a:pt x="4740880" y="2968362"/>
                  </a:lnTo>
                  <a:lnTo>
                    <a:pt x="4814640" y="2974344"/>
                  </a:lnTo>
                  <a:lnTo>
                    <a:pt x="4888400" y="2980274"/>
                  </a:lnTo>
                  <a:lnTo>
                    <a:pt x="4962160" y="2986152"/>
                  </a:lnTo>
                  <a:lnTo>
                    <a:pt x="5035920" y="2991979"/>
                  </a:lnTo>
                  <a:lnTo>
                    <a:pt x="5109680" y="2997754"/>
                  </a:lnTo>
                  <a:lnTo>
                    <a:pt x="5183441" y="3003480"/>
                  </a:lnTo>
                  <a:lnTo>
                    <a:pt x="5257201" y="3009155"/>
                  </a:lnTo>
                  <a:lnTo>
                    <a:pt x="5330961" y="3014781"/>
                  </a:lnTo>
                  <a:lnTo>
                    <a:pt x="5404721" y="3020357"/>
                  </a:lnTo>
                  <a:lnTo>
                    <a:pt x="5478481" y="3025885"/>
                  </a:lnTo>
                  <a:lnTo>
                    <a:pt x="5552241" y="3031364"/>
                  </a:lnTo>
                  <a:lnTo>
                    <a:pt x="5626001" y="3036795"/>
                  </a:lnTo>
                  <a:lnTo>
                    <a:pt x="5699761" y="3042179"/>
                  </a:lnTo>
                  <a:lnTo>
                    <a:pt x="5773521" y="3047516"/>
                  </a:lnTo>
                  <a:lnTo>
                    <a:pt x="5847281" y="3052807"/>
                  </a:lnTo>
                  <a:lnTo>
                    <a:pt x="5921041" y="3058051"/>
                  </a:lnTo>
                  <a:lnTo>
                    <a:pt x="5994801" y="3063249"/>
                  </a:lnTo>
                  <a:lnTo>
                    <a:pt x="6068561" y="3068401"/>
                  </a:lnTo>
                  <a:lnTo>
                    <a:pt x="6142321" y="3073509"/>
                  </a:lnTo>
                  <a:lnTo>
                    <a:pt x="6216081" y="3078572"/>
                  </a:lnTo>
                  <a:lnTo>
                    <a:pt x="6289841" y="3083591"/>
                  </a:lnTo>
                  <a:lnTo>
                    <a:pt x="6363601" y="3088566"/>
                  </a:lnTo>
                  <a:lnTo>
                    <a:pt x="6437361" y="3093497"/>
                  </a:lnTo>
                  <a:lnTo>
                    <a:pt x="6511121" y="3098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7573"/>
              <a:ext cx="7235830" cy="1192903"/>
            </a:xfrm>
            <a:custGeom>
              <a:avLst/>
              <a:pathLst>
                <a:path w="7235830" h="1192903">
                  <a:moveTo>
                    <a:pt x="7235830" y="1192903"/>
                  </a:moveTo>
                  <a:lnTo>
                    <a:pt x="7162070" y="1188204"/>
                  </a:lnTo>
                  <a:lnTo>
                    <a:pt x="7088310" y="1183320"/>
                  </a:lnTo>
                  <a:lnTo>
                    <a:pt x="7014550" y="1178241"/>
                  </a:lnTo>
                  <a:lnTo>
                    <a:pt x="6940789" y="1172962"/>
                  </a:lnTo>
                  <a:lnTo>
                    <a:pt x="6867029" y="1167474"/>
                  </a:lnTo>
                  <a:lnTo>
                    <a:pt x="6793269" y="1161769"/>
                  </a:lnTo>
                  <a:lnTo>
                    <a:pt x="6719509" y="1155838"/>
                  </a:lnTo>
                  <a:lnTo>
                    <a:pt x="6645749" y="1149672"/>
                  </a:lnTo>
                  <a:lnTo>
                    <a:pt x="6571989" y="1143262"/>
                  </a:lnTo>
                  <a:lnTo>
                    <a:pt x="6498229" y="1136599"/>
                  </a:lnTo>
                  <a:lnTo>
                    <a:pt x="6424469" y="1129672"/>
                  </a:lnTo>
                  <a:lnTo>
                    <a:pt x="6350709" y="1122470"/>
                  </a:lnTo>
                  <a:lnTo>
                    <a:pt x="6276949" y="1114984"/>
                  </a:lnTo>
                  <a:lnTo>
                    <a:pt x="6203189" y="1107201"/>
                  </a:lnTo>
                  <a:lnTo>
                    <a:pt x="6129429" y="1099111"/>
                  </a:lnTo>
                  <a:lnTo>
                    <a:pt x="6055669" y="1090700"/>
                  </a:lnTo>
                  <a:lnTo>
                    <a:pt x="5981909" y="1081956"/>
                  </a:lnTo>
                  <a:lnTo>
                    <a:pt x="5908149" y="1072867"/>
                  </a:lnTo>
                  <a:lnTo>
                    <a:pt x="5834389" y="1063417"/>
                  </a:lnTo>
                  <a:lnTo>
                    <a:pt x="5760629" y="1053594"/>
                  </a:lnTo>
                  <a:lnTo>
                    <a:pt x="5686869" y="1043381"/>
                  </a:lnTo>
                  <a:lnTo>
                    <a:pt x="5613109" y="1032765"/>
                  </a:lnTo>
                  <a:lnTo>
                    <a:pt x="5539349" y="1021728"/>
                  </a:lnTo>
                  <a:lnTo>
                    <a:pt x="5465589" y="1010255"/>
                  </a:lnTo>
                  <a:lnTo>
                    <a:pt x="5391829" y="998328"/>
                  </a:lnTo>
                  <a:lnTo>
                    <a:pt x="5318069" y="985928"/>
                  </a:lnTo>
                  <a:lnTo>
                    <a:pt x="5244309" y="973038"/>
                  </a:lnTo>
                  <a:lnTo>
                    <a:pt x="5170549" y="959638"/>
                  </a:lnTo>
                  <a:lnTo>
                    <a:pt x="5096789" y="945707"/>
                  </a:lnTo>
                  <a:lnTo>
                    <a:pt x="5023029" y="931225"/>
                  </a:lnTo>
                  <a:lnTo>
                    <a:pt x="4949269" y="916170"/>
                  </a:lnTo>
                  <a:lnTo>
                    <a:pt x="4875509" y="900519"/>
                  </a:lnTo>
                  <a:lnTo>
                    <a:pt x="4801749" y="884249"/>
                  </a:lnTo>
                  <a:lnTo>
                    <a:pt x="4727989" y="867335"/>
                  </a:lnTo>
                  <a:lnTo>
                    <a:pt x="4654229" y="849751"/>
                  </a:lnTo>
                  <a:lnTo>
                    <a:pt x="4580469" y="831472"/>
                  </a:lnTo>
                  <a:lnTo>
                    <a:pt x="4506709" y="812469"/>
                  </a:lnTo>
                  <a:lnTo>
                    <a:pt x="4432949" y="792714"/>
                  </a:lnTo>
                  <a:lnTo>
                    <a:pt x="4359189" y="772177"/>
                  </a:lnTo>
                  <a:lnTo>
                    <a:pt x="4285429" y="750827"/>
                  </a:lnTo>
                  <a:lnTo>
                    <a:pt x="4211669" y="728632"/>
                  </a:lnTo>
                  <a:lnTo>
                    <a:pt x="4137909" y="705559"/>
                  </a:lnTo>
                  <a:lnTo>
                    <a:pt x="4064149" y="681573"/>
                  </a:lnTo>
                  <a:lnTo>
                    <a:pt x="3990388" y="656638"/>
                  </a:lnTo>
                  <a:lnTo>
                    <a:pt x="3916628" y="630716"/>
                  </a:lnTo>
                  <a:lnTo>
                    <a:pt x="3842868" y="603768"/>
                  </a:lnTo>
                  <a:lnTo>
                    <a:pt x="3769108" y="575753"/>
                  </a:lnTo>
                  <a:lnTo>
                    <a:pt x="3695348" y="546630"/>
                  </a:lnTo>
                  <a:lnTo>
                    <a:pt x="3621588" y="516354"/>
                  </a:lnTo>
                  <a:lnTo>
                    <a:pt x="3547828" y="484880"/>
                  </a:lnTo>
                  <a:lnTo>
                    <a:pt x="3474068" y="452160"/>
                  </a:lnTo>
                  <a:lnTo>
                    <a:pt x="3400308" y="436625"/>
                  </a:lnTo>
                  <a:lnTo>
                    <a:pt x="3326548" y="428908"/>
                  </a:lnTo>
                  <a:lnTo>
                    <a:pt x="3252788" y="421123"/>
                  </a:lnTo>
                  <a:lnTo>
                    <a:pt x="3179028" y="413269"/>
                  </a:lnTo>
                  <a:lnTo>
                    <a:pt x="3105268" y="405346"/>
                  </a:lnTo>
                  <a:lnTo>
                    <a:pt x="3031508" y="397353"/>
                  </a:lnTo>
                  <a:lnTo>
                    <a:pt x="2957748" y="389290"/>
                  </a:lnTo>
                  <a:lnTo>
                    <a:pt x="2883988" y="381155"/>
                  </a:lnTo>
                  <a:lnTo>
                    <a:pt x="2810228" y="372949"/>
                  </a:lnTo>
                  <a:lnTo>
                    <a:pt x="2736468" y="364670"/>
                  </a:lnTo>
                  <a:lnTo>
                    <a:pt x="2662708" y="356318"/>
                  </a:lnTo>
                  <a:lnTo>
                    <a:pt x="2588948" y="347893"/>
                  </a:lnTo>
                  <a:lnTo>
                    <a:pt x="2515188" y="339393"/>
                  </a:lnTo>
                  <a:lnTo>
                    <a:pt x="2441428" y="330819"/>
                  </a:lnTo>
                  <a:lnTo>
                    <a:pt x="2367668" y="322168"/>
                  </a:lnTo>
                  <a:lnTo>
                    <a:pt x="2293908" y="313442"/>
                  </a:lnTo>
                  <a:lnTo>
                    <a:pt x="2220148" y="304638"/>
                  </a:lnTo>
                  <a:lnTo>
                    <a:pt x="2146388" y="295757"/>
                  </a:lnTo>
                  <a:lnTo>
                    <a:pt x="2072628" y="286797"/>
                  </a:lnTo>
                  <a:lnTo>
                    <a:pt x="1998868" y="277759"/>
                  </a:lnTo>
                  <a:lnTo>
                    <a:pt x="1925108" y="268641"/>
                  </a:lnTo>
                  <a:lnTo>
                    <a:pt x="1851348" y="259442"/>
                  </a:lnTo>
                  <a:lnTo>
                    <a:pt x="1777588" y="250162"/>
                  </a:lnTo>
                  <a:lnTo>
                    <a:pt x="1703828" y="240801"/>
                  </a:lnTo>
                  <a:lnTo>
                    <a:pt x="1630068" y="231356"/>
                  </a:lnTo>
                  <a:lnTo>
                    <a:pt x="1556308" y="221829"/>
                  </a:lnTo>
                  <a:lnTo>
                    <a:pt x="1482548" y="212217"/>
                  </a:lnTo>
                  <a:lnTo>
                    <a:pt x="1408788" y="202521"/>
                  </a:lnTo>
                  <a:lnTo>
                    <a:pt x="1335028" y="192739"/>
                  </a:lnTo>
                  <a:lnTo>
                    <a:pt x="1261268" y="182871"/>
                  </a:lnTo>
                  <a:lnTo>
                    <a:pt x="1187508" y="172916"/>
                  </a:lnTo>
                  <a:lnTo>
                    <a:pt x="1113747" y="162873"/>
                  </a:lnTo>
                  <a:lnTo>
                    <a:pt x="1039987" y="152742"/>
                  </a:lnTo>
                  <a:lnTo>
                    <a:pt x="966227" y="142521"/>
                  </a:lnTo>
                  <a:lnTo>
                    <a:pt x="892467" y="132210"/>
                  </a:lnTo>
                  <a:lnTo>
                    <a:pt x="818707" y="121808"/>
                  </a:lnTo>
                  <a:lnTo>
                    <a:pt x="744947" y="111315"/>
                  </a:lnTo>
                  <a:lnTo>
                    <a:pt x="671187" y="100728"/>
                  </a:lnTo>
                  <a:lnTo>
                    <a:pt x="597427" y="90049"/>
                  </a:lnTo>
                  <a:lnTo>
                    <a:pt x="523667" y="79275"/>
                  </a:lnTo>
                  <a:lnTo>
                    <a:pt x="449907" y="68406"/>
                  </a:lnTo>
                  <a:lnTo>
                    <a:pt x="376147" y="57442"/>
                  </a:lnTo>
                  <a:lnTo>
                    <a:pt x="302387" y="46380"/>
                  </a:lnTo>
                  <a:lnTo>
                    <a:pt x="228627" y="35221"/>
                  </a:lnTo>
                  <a:lnTo>
                    <a:pt x="154867" y="23964"/>
                  </a:lnTo>
                  <a:lnTo>
                    <a:pt x="81107" y="12608"/>
                  </a:lnTo>
                  <a:lnTo>
                    <a:pt x="7347" y="1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00730"/>
              <a:ext cx="7235830" cy="2391947"/>
            </a:xfrm>
            <a:custGeom>
              <a:avLst/>
              <a:pathLst>
                <a:path w="7235830" h="2391947">
                  <a:moveTo>
                    <a:pt x="0" y="0"/>
                  </a:moveTo>
                  <a:lnTo>
                    <a:pt x="7347" y="6338"/>
                  </a:lnTo>
                  <a:lnTo>
                    <a:pt x="81107" y="68471"/>
                  </a:lnTo>
                  <a:lnTo>
                    <a:pt x="154867" y="129142"/>
                  </a:lnTo>
                  <a:lnTo>
                    <a:pt x="228627" y="188387"/>
                  </a:lnTo>
                  <a:lnTo>
                    <a:pt x="302387" y="246239"/>
                  </a:lnTo>
                  <a:lnTo>
                    <a:pt x="376147" y="302730"/>
                  </a:lnTo>
                  <a:lnTo>
                    <a:pt x="449907" y="357892"/>
                  </a:lnTo>
                  <a:lnTo>
                    <a:pt x="523667" y="411758"/>
                  </a:lnTo>
                  <a:lnTo>
                    <a:pt x="597427" y="464357"/>
                  </a:lnTo>
                  <a:lnTo>
                    <a:pt x="671187" y="515719"/>
                  </a:lnTo>
                  <a:lnTo>
                    <a:pt x="744947" y="565873"/>
                  </a:lnTo>
                  <a:lnTo>
                    <a:pt x="818707" y="614847"/>
                  </a:lnTo>
                  <a:lnTo>
                    <a:pt x="892467" y="662670"/>
                  </a:lnTo>
                  <a:lnTo>
                    <a:pt x="966227" y="709369"/>
                  </a:lnTo>
                  <a:lnTo>
                    <a:pt x="1039987" y="754969"/>
                  </a:lnTo>
                  <a:lnTo>
                    <a:pt x="1113747" y="799497"/>
                  </a:lnTo>
                  <a:lnTo>
                    <a:pt x="1187508" y="842977"/>
                  </a:lnTo>
                  <a:lnTo>
                    <a:pt x="1261268" y="885436"/>
                  </a:lnTo>
                  <a:lnTo>
                    <a:pt x="1335028" y="926895"/>
                  </a:lnTo>
                  <a:lnTo>
                    <a:pt x="1408788" y="967380"/>
                  </a:lnTo>
                  <a:lnTo>
                    <a:pt x="1482548" y="1006913"/>
                  </a:lnTo>
                  <a:lnTo>
                    <a:pt x="1556308" y="1045516"/>
                  </a:lnTo>
                  <a:lnTo>
                    <a:pt x="1630068" y="1083211"/>
                  </a:lnTo>
                  <a:lnTo>
                    <a:pt x="1703828" y="1120020"/>
                  </a:lnTo>
                  <a:lnTo>
                    <a:pt x="1777588" y="1155963"/>
                  </a:lnTo>
                  <a:lnTo>
                    <a:pt x="1851348" y="1191061"/>
                  </a:lnTo>
                  <a:lnTo>
                    <a:pt x="1925108" y="1225334"/>
                  </a:lnTo>
                  <a:lnTo>
                    <a:pt x="1998868" y="1258801"/>
                  </a:lnTo>
                  <a:lnTo>
                    <a:pt x="2072628" y="1291480"/>
                  </a:lnTo>
                  <a:lnTo>
                    <a:pt x="2146388" y="1323392"/>
                  </a:lnTo>
                  <a:lnTo>
                    <a:pt x="2220148" y="1354552"/>
                  </a:lnTo>
                  <a:lnTo>
                    <a:pt x="2293908" y="1384980"/>
                  </a:lnTo>
                  <a:lnTo>
                    <a:pt x="2367668" y="1414693"/>
                  </a:lnTo>
                  <a:lnTo>
                    <a:pt x="2441428" y="1443707"/>
                  </a:lnTo>
                  <a:lnTo>
                    <a:pt x="2515188" y="1472038"/>
                  </a:lnTo>
                  <a:lnTo>
                    <a:pt x="2588948" y="1499703"/>
                  </a:lnTo>
                  <a:lnTo>
                    <a:pt x="2662708" y="1526718"/>
                  </a:lnTo>
                  <a:lnTo>
                    <a:pt x="2736468" y="1553097"/>
                  </a:lnTo>
                  <a:lnTo>
                    <a:pt x="2810228" y="1578856"/>
                  </a:lnTo>
                  <a:lnTo>
                    <a:pt x="2883988" y="1604009"/>
                  </a:lnTo>
                  <a:lnTo>
                    <a:pt x="2957748" y="1628571"/>
                  </a:lnTo>
                  <a:lnTo>
                    <a:pt x="3031508" y="1652555"/>
                  </a:lnTo>
                  <a:lnTo>
                    <a:pt x="3105268" y="1675975"/>
                  </a:lnTo>
                  <a:lnTo>
                    <a:pt x="3179028" y="1698845"/>
                  </a:lnTo>
                  <a:lnTo>
                    <a:pt x="3252788" y="1721176"/>
                  </a:lnTo>
                  <a:lnTo>
                    <a:pt x="3326548" y="1742983"/>
                  </a:lnTo>
                  <a:lnTo>
                    <a:pt x="3400308" y="1764276"/>
                  </a:lnTo>
                  <a:lnTo>
                    <a:pt x="3474068" y="1785069"/>
                  </a:lnTo>
                  <a:lnTo>
                    <a:pt x="3547828" y="1805373"/>
                  </a:lnTo>
                  <a:lnTo>
                    <a:pt x="3621588" y="1825200"/>
                  </a:lnTo>
                  <a:lnTo>
                    <a:pt x="3695348" y="1844560"/>
                  </a:lnTo>
                  <a:lnTo>
                    <a:pt x="3769108" y="1863465"/>
                  </a:lnTo>
                  <a:lnTo>
                    <a:pt x="3842868" y="1881925"/>
                  </a:lnTo>
                  <a:lnTo>
                    <a:pt x="3916628" y="1899951"/>
                  </a:lnTo>
                  <a:lnTo>
                    <a:pt x="3990388" y="1917554"/>
                  </a:lnTo>
                  <a:lnTo>
                    <a:pt x="4064149" y="1934742"/>
                  </a:lnTo>
                  <a:lnTo>
                    <a:pt x="4137909" y="1951526"/>
                  </a:lnTo>
                  <a:lnTo>
                    <a:pt x="4211669" y="1967916"/>
                  </a:lnTo>
                  <a:lnTo>
                    <a:pt x="4285429" y="1983920"/>
                  </a:lnTo>
                  <a:lnTo>
                    <a:pt x="4359189" y="1999548"/>
                  </a:lnTo>
                  <a:lnTo>
                    <a:pt x="4432949" y="2014808"/>
                  </a:lnTo>
                  <a:lnTo>
                    <a:pt x="4506709" y="2029709"/>
                  </a:lnTo>
                  <a:lnTo>
                    <a:pt x="4580469" y="2044260"/>
                  </a:lnTo>
                  <a:lnTo>
                    <a:pt x="4654229" y="2058469"/>
                  </a:lnTo>
                  <a:lnTo>
                    <a:pt x="4727989" y="2072344"/>
                  </a:lnTo>
                  <a:lnTo>
                    <a:pt x="4801749" y="2085892"/>
                  </a:lnTo>
                  <a:lnTo>
                    <a:pt x="4875509" y="2099122"/>
                  </a:lnTo>
                  <a:lnTo>
                    <a:pt x="4949269" y="2112040"/>
                  </a:lnTo>
                  <a:lnTo>
                    <a:pt x="5023029" y="2124655"/>
                  </a:lnTo>
                  <a:lnTo>
                    <a:pt x="5096789" y="2136974"/>
                  </a:lnTo>
                  <a:lnTo>
                    <a:pt x="5170549" y="2149002"/>
                  </a:lnTo>
                  <a:lnTo>
                    <a:pt x="5244309" y="2160748"/>
                  </a:lnTo>
                  <a:lnTo>
                    <a:pt x="5318069" y="2172217"/>
                  </a:lnTo>
                  <a:lnTo>
                    <a:pt x="5391829" y="2183417"/>
                  </a:lnTo>
                  <a:lnTo>
                    <a:pt x="5465589" y="2194353"/>
                  </a:lnTo>
                  <a:lnTo>
                    <a:pt x="5539349" y="2205032"/>
                  </a:lnTo>
                  <a:lnTo>
                    <a:pt x="5613109" y="2215460"/>
                  </a:lnTo>
                  <a:lnTo>
                    <a:pt x="5686869" y="2225643"/>
                  </a:lnTo>
                  <a:lnTo>
                    <a:pt x="5760629" y="2235587"/>
                  </a:lnTo>
                  <a:lnTo>
                    <a:pt x="5834389" y="2245296"/>
                  </a:lnTo>
                  <a:lnTo>
                    <a:pt x="5908149" y="2254777"/>
                  </a:lnTo>
                  <a:lnTo>
                    <a:pt x="5981909" y="2264036"/>
                  </a:lnTo>
                  <a:lnTo>
                    <a:pt x="6055669" y="2273076"/>
                  </a:lnTo>
                  <a:lnTo>
                    <a:pt x="6129429" y="2281904"/>
                  </a:lnTo>
                  <a:lnTo>
                    <a:pt x="6203189" y="2290524"/>
                  </a:lnTo>
                  <a:lnTo>
                    <a:pt x="6276949" y="2298942"/>
                  </a:lnTo>
                  <a:lnTo>
                    <a:pt x="6350709" y="2307162"/>
                  </a:lnTo>
                  <a:lnTo>
                    <a:pt x="6424469" y="2315188"/>
                  </a:lnTo>
                  <a:lnTo>
                    <a:pt x="6498229" y="2323026"/>
                  </a:lnTo>
                  <a:lnTo>
                    <a:pt x="6571989" y="2330679"/>
                  </a:lnTo>
                  <a:lnTo>
                    <a:pt x="6645749" y="2338152"/>
                  </a:lnTo>
                  <a:lnTo>
                    <a:pt x="6719509" y="2345450"/>
                  </a:lnTo>
                  <a:lnTo>
                    <a:pt x="6793269" y="2352576"/>
                  </a:lnTo>
                  <a:lnTo>
                    <a:pt x="6867029" y="2359534"/>
                  </a:lnTo>
                  <a:lnTo>
                    <a:pt x="6940789" y="2366329"/>
                  </a:lnTo>
                  <a:lnTo>
                    <a:pt x="7014550" y="2372964"/>
                  </a:lnTo>
                  <a:lnTo>
                    <a:pt x="7088310" y="2379443"/>
                  </a:lnTo>
                  <a:lnTo>
                    <a:pt x="7162070" y="2385770"/>
                  </a:lnTo>
                  <a:lnTo>
                    <a:pt x="7235830" y="23919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2026-05-21T09:01:18Z</dcterms:modified>
  <cp:category/>
</cp:coreProperties>
</file>