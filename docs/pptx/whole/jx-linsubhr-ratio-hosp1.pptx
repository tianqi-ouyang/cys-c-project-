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12980"/>
            </a:xfrm>
            <a:custGeom>
              <a:avLst/>
              <a:pathLst>
                <a:path w="7235830" h="3512980">
                  <a:moveTo>
                    <a:pt x="482597" y="0"/>
                  </a:moveTo>
                  <a:lnTo>
                    <a:pt x="523667" y="72347"/>
                  </a:lnTo>
                  <a:lnTo>
                    <a:pt x="597427" y="197729"/>
                  </a:lnTo>
                  <a:lnTo>
                    <a:pt x="671187" y="318720"/>
                  </a:lnTo>
                  <a:lnTo>
                    <a:pt x="744947" y="435475"/>
                  </a:lnTo>
                  <a:lnTo>
                    <a:pt x="818707" y="548140"/>
                  </a:lnTo>
                  <a:lnTo>
                    <a:pt x="892467" y="656860"/>
                  </a:lnTo>
                  <a:lnTo>
                    <a:pt x="966227" y="761772"/>
                  </a:lnTo>
                  <a:lnTo>
                    <a:pt x="1039987" y="863011"/>
                  </a:lnTo>
                  <a:lnTo>
                    <a:pt x="1113747" y="960704"/>
                  </a:lnTo>
                  <a:lnTo>
                    <a:pt x="1187508" y="1054976"/>
                  </a:lnTo>
                  <a:lnTo>
                    <a:pt x="1261268" y="1145946"/>
                  </a:lnTo>
                  <a:lnTo>
                    <a:pt x="1335028" y="1233731"/>
                  </a:lnTo>
                  <a:lnTo>
                    <a:pt x="1408788" y="1318442"/>
                  </a:lnTo>
                  <a:lnTo>
                    <a:pt x="1482548" y="1400185"/>
                  </a:lnTo>
                  <a:lnTo>
                    <a:pt x="1556308" y="1479067"/>
                  </a:lnTo>
                  <a:lnTo>
                    <a:pt x="1630068" y="1555185"/>
                  </a:lnTo>
                  <a:lnTo>
                    <a:pt x="1703828" y="1628639"/>
                  </a:lnTo>
                  <a:lnTo>
                    <a:pt x="1777588" y="1699519"/>
                  </a:lnTo>
                  <a:lnTo>
                    <a:pt x="1851348" y="1767918"/>
                  </a:lnTo>
                  <a:lnTo>
                    <a:pt x="1925108" y="1833921"/>
                  </a:lnTo>
                  <a:lnTo>
                    <a:pt x="1998868" y="1897613"/>
                  </a:lnTo>
                  <a:lnTo>
                    <a:pt x="2072628" y="1959074"/>
                  </a:lnTo>
                  <a:lnTo>
                    <a:pt x="2146388" y="2018383"/>
                  </a:lnTo>
                  <a:lnTo>
                    <a:pt x="2220148" y="2075615"/>
                  </a:lnTo>
                  <a:lnTo>
                    <a:pt x="2293908" y="2130843"/>
                  </a:lnTo>
                  <a:lnTo>
                    <a:pt x="2367668" y="2184136"/>
                  </a:lnTo>
                  <a:lnTo>
                    <a:pt x="2441428" y="2235563"/>
                  </a:lnTo>
                  <a:lnTo>
                    <a:pt x="2515188" y="2285190"/>
                  </a:lnTo>
                  <a:lnTo>
                    <a:pt x="2588948" y="2333078"/>
                  </a:lnTo>
                  <a:lnTo>
                    <a:pt x="2662708" y="2379289"/>
                  </a:lnTo>
                  <a:lnTo>
                    <a:pt x="2736468" y="2423882"/>
                  </a:lnTo>
                  <a:lnTo>
                    <a:pt x="2810228" y="2466913"/>
                  </a:lnTo>
                  <a:lnTo>
                    <a:pt x="2883988" y="2508438"/>
                  </a:lnTo>
                  <a:lnTo>
                    <a:pt x="2957748" y="2548508"/>
                  </a:lnTo>
                  <a:lnTo>
                    <a:pt x="3031508" y="2587175"/>
                  </a:lnTo>
                  <a:lnTo>
                    <a:pt x="3105268" y="2624488"/>
                  </a:lnTo>
                  <a:lnTo>
                    <a:pt x="3179028" y="2660494"/>
                  </a:lnTo>
                  <a:lnTo>
                    <a:pt x="3252788" y="2695239"/>
                  </a:lnTo>
                  <a:lnTo>
                    <a:pt x="3326548" y="2728767"/>
                  </a:lnTo>
                  <a:lnTo>
                    <a:pt x="3400308" y="2761121"/>
                  </a:lnTo>
                  <a:lnTo>
                    <a:pt x="3474068" y="2782277"/>
                  </a:lnTo>
                  <a:lnTo>
                    <a:pt x="3547828" y="2780006"/>
                  </a:lnTo>
                  <a:lnTo>
                    <a:pt x="3621588" y="2777728"/>
                  </a:lnTo>
                  <a:lnTo>
                    <a:pt x="3695348" y="2775445"/>
                  </a:lnTo>
                  <a:lnTo>
                    <a:pt x="3769108" y="2773156"/>
                  </a:lnTo>
                  <a:lnTo>
                    <a:pt x="3842868" y="2770861"/>
                  </a:lnTo>
                  <a:lnTo>
                    <a:pt x="3916628" y="2768560"/>
                  </a:lnTo>
                  <a:lnTo>
                    <a:pt x="3990388" y="2766253"/>
                  </a:lnTo>
                  <a:lnTo>
                    <a:pt x="4064149" y="2763940"/>
                  </a:lnTo>
                  <a:lnTo>
                    <a:pt x="4137909" y="2761621"/>
                  </a:lnTo>
                  <a:lnTo>
                    <a:pt x="4211669" y="2759296"/>
                  </a:lnTo>
                  <a:lnTo>
                    <a:pt x="4285429" y="2756965"/>
                  </a:lnTo>
                  <a:lnTo>
                    <a:pt x="4359189" y="2754628"/>
                  </a:lnTo>
                  <a:lnTo>
                    <a:pt x="4432949" y="2752284"/>
                  </a:lnTo>
                  <a:lnTo>
                    <a:pt x="4506709" y="2749935"/>
                  </a:lnTo>
                  <a:lnTo>
                    <a:pt x="4580469" y="2747579"/>
                  </a:lnTo>
                  <a:lnTo>
                    <a:pt x="4654229" y="2745217"/>
                  </a:lnTo>
                  <a:lnTo>
                    <a:pt x="4727989" y="2742849"/>
                  </a:lnTo>
                  <a:lnTo>
                    <a:pt x="4801749" y="2740475"/>
                  </a:lnTo>
                  <a:lnTo>
                    <a:pt x="4875509" y="2738095"/>
                  </a:lnTo>
                  <a:lnTo>
                    <a:pt x="4949269" y="2735708"/>
                  </a:lnTo>
                  <a:lnTo>
                    <a:pt x="5023029" y="2733316"/>
                  </a:lnTo>
                  <a:lnTo>
                    <a:pt x="5096789" y="2730917"/>
                  </a:lnTo>
                  <a:lnTo>
                    <a:pt x="5170549" y="2728511"/>
                  </a:lnTo>
                  <a:lnTo>
                    <a:pt x="5244309" y="2726100"/>
                  </a:lnTo>
                  <a:lnTo>
                    <a:pt x="5318069" y="2723682"/>
                  </a:lnTo>
                  <a:lnTo>
                    <a:pt x="5391829" y="2721258"/>
                  </a:lnTo>
                  <a:lnTo>
                    <a:pt x="5465589" y="2718828"/>
                  </a:lnTo>
                  <a:lnTo>
                    <a:pt x="5539349" y="2716391"/>
                  </a:lnTo>
                  <a:lnTo>
                    <a:pt x="5613109" y="2713948"/>
                  </a:lnTo>
                  <a:lnTo>
                    <a:pt x="5686869" y="2711498"/>
                  </a:lnTo>
                  <a:lnTo>
                    <a:pt x="5760629" y="2709042"/>
                  </a:lnTo>
                  <a:lnTo>
                    <a:pt x="5834389" y="2706580"/>
                  </a:lnTo>
                  <a:lnTo>
                    <a:pt x="5908149" y="2704111"/>
                  </a:lnTo>
                  <a:lnTo>
                    <a:pt x="5981909" y="2701636"/>
                  </a:lnTo>
                  <a:lnTo>
                    <a:pt x="6055669" y="2699154"/>
                  </a:lnTo>
                  <a:lnTo>
                    <a:pt x="6129429" y="2696666"/>
                  </a:lnTo>
                  <a:lnTo>
                    <a:pt x="6203189" y="2694171"/>
                  </a:lnTo>
                  <a:lnTo>
                    <a:pt x="6276949" y="2691670"/>
                  </a:lnTo>
                  <a:lnTo>
                    <a:pt x="6350709" y="2689163"/>
                  </a:lnTo>
                  <a:lnTo>
                    <a:pt x="6424469" y="2686649"/>
                  </a:lnTo>
                  <a:lnTo>
                    <a:pt x="6498229" y="2684128"/>
                  </a:lnTo>
                  <a:lnTo>
                    <a:pt x="6571989" y="2681600"/>
                  </a:lnTo>
                  <a:lnTo>
                    <a:pt x="6645749" y="2679066"/>
                  </a:lnTo>
                  <a:lnTo>
                    <a:pt x="6719509" y="2676526"/>
                  </a:lnTo>
                  <a:lnTo>
                    <a:pt x="6793269" y="2673979"/>
                  </a:lnTo>
                  <a:lnTo>
                    <a:pt x="6867029" y="2671425"/>
                  </a:lnTo>
                  <a:lnTo>
                    <a:pt x="6940789" y="2668864"/>
                  </a:lnTo>
                  <a:lnTo>
                    <a:pt x="7014550" y="2666297"/>
                  </a:lnTo>
                  <a:lnTo>
                    <a:pt x="7088310" y="2663723"/>
                  </a:lnTo>
                  <a:lnTo>
                    <a:pt x="7162070" y="2661143"/>
                  </a:lnTo>
                  <a:lnTo>
                    <a:pt x="7235830" y="2658555"/>
                  </a:lnTo>
                  <a:lnTo>
                    <a:pt x="7235830" y="3512980"/>
                  </a:lnTo>
                  <a:lnTo>
                    <a:pt x="7162070" y="3507911"/>
                  </a:lnTo>
                  <a:lnTo>
                    <a:pt x="7088310" y="3502659"/>
                  </a:lnTo>
                  <a:lnTo>
                    <a:pt x="7014550" y="3497216"/>
                  </a:lnTo>
                  <a:lnTo>
                    <a:pt x="6940789" y="3491575"/>
                  </a:lnTo>
                  <a:lnTo>
                    <a:pt x="6867029" y="3485730"/>
                  </a:lnTo>
                  <a:lnTo>
                    <a:pt x="6793269" y="3479672"/>
                  </a:lnTo>
                  <a:lnTo>
                    <a:pt x="6719509" y="3473395"/>
                  </a:lnTo>
                  <a:lnTo>
                    <a:pt x="6645749" y="3466890"/>
                  </a:lnTo>
                  <a:lnTo>
                    <a:pt x="6571989" y="3460149"/>
                  </a:lnTo>
                  <a:lnTo>
                    <a:pt x="6498229" y="3453163"/>
                  </a:lnTo>
                  <a:lnTo>
                    <a:pt x="6424469" y="3445924"/>
                  </a:lnTo>
                  <a:lnTo>
                    <a:pt x="6350709" y="3438422"/>
                  </a:lnTo>
                  <a:lnTo>
                    <a:pt x="6276949" y="3430647"/>
                  </a:lnTo>
                  <a:lnTo>
                    <a:pt x="6203189" y="3422591"/>
                  </a:lnTo>
                  <a:lnTo>
                    <a:pt x="6129429" y="3414242"/>
                  </a:lnTo>
                  <a:lnTo>
                    <a:pt x="6055669" y="3405590"/>
                  </a:lnTo>
                  <a:lnTo>
                    <a:pt x="5981909" y="3396624"/>
                  </a:lnTo>
                  <a:lnTo>
                    <a:pt x="5908149" y="3387333"/>
                  </a:lnTo>
                  <a:lnTo>
                    <a:pt x="5834389" y="3377705"/>
                  </a:lnTo>
                  <a:lnTo>
                    <a:pt x="5760629" y="3367727"/>
                  </a:lnTo>
                  <a:lnTo>
                    <a:pt x="5686869" y="3357387"/>
                  </a:lnTo>
                  <a:lnTo>
                    <a:pt x="5613109" y="3346672"/>
                  </a:lnTo>
                  <a:lnTo>
                    <a:pt x="5539349" y="3335568"/>
                  </a:lnTo>
                  <a:lnTo>
                    <a:pt x="5465589" y="3324061"/>
                  </a:lnTo>
                  <a:lnTo>
                    <a:pt x="5391829" y="3312137"/>
                  </a:lnTo>
                  <a:lnTo>
                    <a:pt x="5318069" y="3299779"/>
                  </a:lnTo>
                  <a:lnTo>
                    <a:pt x="5244309" y="3286973"/>
                  </a:lnTo>
                  <a:lnTo>
                    <a:pt x="5170549" y="3273703"/>
                  </a:lnTo>
                  <a:lnTo>
                    <a:pt x="5096789" y="3259951"/>
                  </a:lnTo>
                  <a:lnTo>
                    <a:pt x="5023029" y="3245700"/>
                  </a:lnTo>
                  <a:lnTo>
                    <a:pt x="4949269" y="3230931"/>
                  </a:lnTo>
                  <a:lnTo>
                    <a:pt x="4875509" y="3215627"/>
                  </a:lnTo>
                  <a:lnTo>
                    <a:pt x="4801749" y="3199767"/>
                  </a:lnTo>
                  <a:lnTo>
                    <a:pt x="4727989" y="3183332"/>
                  </a:lnTo>
                  <a:lnTo>
                    <a:pt x="4654229" y="3166300"/>
                  </a:lnTo>
                  <a:lnTo>
                    <a:pt x="4580469" y="3148650"/>
                  </a:lnTo>
                  <a:lnTo>
                    <a:pt x="4506709" y="3130360"/>
                  </a:lnTo>
                  <a:lnTo>
                    <a:pt x="4432949" y="3111406"/>
                  </a:lnTo>
                  <a:lnTo>
                    <a:pt x="4359189" y="3091764"/>
                  </a:lnTo>
                  <a:lnTo>
                    <a:pt x="4285429" y="3071409"/>
                  </a:lnTo>
                  <a:lnTo>
                    <a:pt x="4211669" y="3050315"/>
                  </a:lnTo>
                  <a:lnTo>
                    <a:pt x="4137909" y="3028456"/>
                  </a:lnTo>
                  <a:lnTo>
                    <a:pt x="4064149" y="3005804"/>
                  </a:lnTo>
                  <a:lnTo>
                    <a:pt x="3990388" y="2982329"/>
                  </a:lnTo>
                  <a:lnTo>
                    <a:pt x="3916628" y="2958003"/>
                  </a:lnTo>
                  <a:lnTo>
                    <a:pt x="3842868" y="2932794"/>
                  </a:lnTo>
                  <a:lnTo>
                    <a:pt x="3769108" y="2906670"/>
                  </a:lnTo>
                  <a:lnTo>
                    <a:pt x="3695348" y="2879598"/>
                  </a:lnTo>
                  <a:lnTo>
                    <a:pt x="3621588" y="2851543"/>
                  </a:lnTo>
                  <a:lnTo>
                    <a:pt x="3547828" y="2822470"/>
                  </a:lnTo>
                  <a:lnTo>
                    <a:pt x="3474068" y="2792342"/>
                  </a:lnTo>
                  <a:lnTo>
                    <a:pt x="3400308" y="2784542"/>
                  </a:lnTo>
                  <a:lnTo>
                    <a:pt x="3326548" y="2786801"/>
                  </a:lnTo>
                  <a:lnTo>
                    <a:pt x="3252788" y="2789055"/>
                  </a:lnTo>
                  <a:lnTo>
                    <a:pt x="3179028" y="2791303"/>
                  </a:lnTo>
                  <a:lnTo>
                    <a:pt x="3105268" y="2793544"/>
                  </a:lnTo>
                  <a:lnTo>
                    <a:pt x="3031508" y="2795780"/>
                  </a:lnTo>
                  <a:lnTo>
                    <a:pt x="2957748" y="2798011"/>
                  </a:lnTo>
                  <a:lnTo>
                    <a:pt x="2883988" y="2800235"/>
                  </a:lnTo>
                  <a:lnTo>
                    <a:pt x="2810228" y="2802454"/>
                  </a:lnTo>
                  <a:lnTo>
                    <a:pt x="2736468" y="2804666"/>
                  </a:lnTo>
                  <a:lnTo>
                    <a:pt x="2662708" y="2806873"/>
                  </a:lnTo>
                  <a:lnTo>
                    <a:pt x="2588948" y="2809075"/>
                  </a:lnTo>
                  <a:lnTo>
                    <a:pt x="2515188" y="2811270"/>
                  </a:lnTo>
                  <a:lnTo>
                    <a:pt x="2441428" y="2813460"/>
                  </a:lnTo>
                  <a:lnTo>
                    <a:pt x="2367668" y="2815644"/>
                  </a:lnTo>
                  <a:lnTo>
                    <a:pt x="2293908" y="2817823"/>
                  </a:lnTo>
                  <a:lnTo>
                    <a:pt x="2220148" y="2819995"/>
                  </a:lnTo>
                  <a:lnTo>
                    <a:pt x="2146388" y="2822163"/>
                  </a:lnTo>
                  <a:lnTo>
                    <a:pt x="2072628" y="2824324"/>
                  </a:lnTo>
                  <a:lnTo>
                    <a:pt x="1998868" y="2826480"/>
                  </a:lnTo>
                  <a:lnTo>
                    <a:pt x="1925108" y="2828630"/>
                  </a:lnTo>
                  <a:lnTo>
                    <a:pt x="1851348" y="2830775"/>
                  </a:lnTo>
                  <a:lnTo>
                    <a:pt x="1777588" y="2832914"/>
                  </a:lnTo>
                  <a:lnTo>
                    <a:pt x="1703828" y="2835048"/>
                  </a:lnTo>
                  <a:lnTo>
                    <a:pt x="1630068" y="2837175"/>
                  </a:lnTo>
                  <a:lnTo>
                    <a:pt x="1556308" y="2839298"/>
                  </a:lnTo>
                  <a:lnTo>
                    <a:pt x="1482548" y="2841415"/>
                  </a:lnTo>
                  <a:lnTo>
                    <a:pt x="1408788" y="2843526"/>
                  </a:lnTo>
                  <a:lnTo>
                    <a:pt x="1335028" y="2845632"/>
                  </a:lnTo>
                  <a:lnTo>
                    <a:pt x="1261268" y="2847733"/>
                  </a:lnTo>
                  <a:lnTo>
                    <a:pt x="1187508" y="2849827"/>
                  </a:lnTo>
                  <a:lnTo>
                    <a:pt x="1113747" y="2851917"/>
                  </a:lnTo>
                  <a:lnTo>
                    <a:pt x="1039987" y="2854001"/>
                  </a:lnTo>
                  <a:lnTo>
                    <a:pt x="966227" y="2856080"/>
                  </a:lnTo>
                  <a:lnTo>
                    <a:pt x="892467" y="2858153"/>
                  </a:lnTo>
                  <a:lnTo>
                    <a:pt x="818707" y="2860221"/>
                  </a:lnTo>
                  <a:lnTo>
                    <a:pt x="744947" y="2862283"/>
                  </a:lnTo>
                  <a:lnTo>
                    <a:pt x="671187" y="2864340"/>
                  </a:lnTo>
                  <a:lnTo>
                    <a:pt x="597427" y="2866392"/>
                  </a:lnTo>
                  <a:lnTo>
                    <a:pt x="523667" y="2868438"/>
                  </a:lnTo>
                  <a:lnTo>
                    <a:pt x="449907" y="2870479"/>
                  </a:lnTo>
                  <a:lnTo>
                    <a:pt x="376147" y="2872515"/>
                  </a:lnTo>
                  <a:lnTo>
                    <a:pt x="302387" y="2874546"/>
                  </a:lnTo>
                  <a:lnTo>
                    <a:pt x="228627" y="2876571"/>
                  </a:lnTo>
                  <a:lnTo>
                    <a:pt x="154867" y="2878591"/>
                  </a:lnTo>
                  <a:lnTo>
                    <a:pt x="81107" y="2880605"/>
                  </a:lnTo>
                  <a:lnTo>
                    <a:pt x="7347" y="2882615"/>
                  </a:lnTo>
                  <a:lnTo>
                    <a:pt x="0" y="28828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1896563"/>
              <a:ext cx="6753232" cy="2782277"/>
            </a:xfrm>
            <a:custGeom>
              <a:avLst/>
              <a:pathLst>
                <a:path w="6753232" h="2782277">
                  <a:moveTo>
                    <a:pt x="0" y="0"/>
                  </a:moveTo>
                  <a:lnTo>
                    <a:pt x="41070" y="72347"/>
                  </a:lnTo>
                  <a:lnTo>
                    <a:pt x="114830" y="197729"/>
                  </a:lnTo>
                  <a:lnTo>
                    <a:pt x="188590" y="318720"/>
                  </a:lnTo>
                  <a:lnTo>
                    <a:pt x="262350" y="435475"/>
                  </a:lnTo>
                  <a:lnTo>
                    <a:pt x="336110" y="548140"/>
                  </a:lnTo>
                  <a:lnTo>
                    <a:pt x="409870" y="656860"/>
                  </a:lnTo>
                  <a:lnTo>
                    <a:pt x="483630" y="761772"/>
                  </a:lnTo>
                  <a:lnTo>
                    <a:pt x="557390" y="863011"/>
                  </a:lnTo>
                  <a:lnTo>
                    <a:pt x="631150" y="960704"/>
                  </a:lnTo>
                  <a:lnTo>
                    <a:pt x="704910" y="1054976"/>
                  </a:lnTo>
                  <a:lnTo>
                    <a:pt x="778670" y="1145946"/>
                  </a:lnTo>
                  <a:lnTo>
                    <a:pt x="852430" y="1233731"/>
                  </a:lnTo>
                  <a:lnTo>
                    <a:pt x="926190" y="1318442"/>
                  </a:lnTo>
                  <a:lnTo>
                    <a:pt x="999950" y="1400185"/>
                  </a:lnTo>
                  <a:lnTo>
                    <a:pt x="1073710" y="1479067"/>
                  </a:lnTo>
                  <a:lnTo>
                    <a:pt x="1147470" y="1555185"/>
                  </a:lnTo>
                  <a:lnTo>
                    <a:pt x="1221230" y="1628639"/>
                  </a:lnTo>
                  <a:lnTo>
                    <a:pt x="1294990" y="1699519"/>
                  </a:lnTo>
                  <a:lnTo>
                    <a:pt x="1368750" y="1767918"/>
                  </a:lnTo>
                  <a:lnTo>
                    <a:pt x="1442510" y="1833921"/>
                  </a:lnTo>
                  <a:lnTo>
                    <a:pt x="1516270" y="1897613"/>
                  </a:lnTo>
                  <a:lnTo>
                    <a:pt x="1590030" y="1959074"/>
                  </a:lnTo>
                  <a:lnTo>
                    <a:pt x="1663790" y="2018383"/>
                  </a:lnTo>
                  <a:lnTo>
                    <a:pt x="1737550" y="2075615"/>
                  </a:lnTo>
                  <a:lnTo>
                    <a:pt x="1811310" y="2130843"/>
                  </a:lnTo>
                  <a:lnTo>
                    <a:pt x="1885070" y="2184136"/>
                  </a:lnTo>
                  <a:lnTo>
                    <a:pt x="1958830" y="2235563"/>
                  </a:lnTo>
                  <a:lnTo>
                    <a:pt x="2032590" y="2285190"/>
                  </a:lnTo>
                  <a:lnTo>
                    <a:pt x="2106350" y="2333078"/>
                  </a:lnTo>
                  <a:lnTo>
                    <a:pt x="2180110" y="2379289"/>
                  </a:lnTo>
                  <a:lnTo>
                    <a:pt x="2253870" y="2423882"/>
                  </a:lnTo>
                  <a:lnTo>
                    <a:pt x="2327630" y="2466913"/>
                  </a:lnTo>
                  <a:lnTo>
                    <a:pt x="2401390" y="2508438"/>
                  </a:lnTo>
                  <a:lnTo>
                    <a:pt x="2475150" y="2548508"/>
                  </a:lnTo>
                  <a:lnTo>
                    <a:pt x="2548911" y="2587175"/>
                  </a:lnTo>
                  <a:lnTo>
                    <a:pt x="2622671" y="2624488"/>
                  </a:lnTo>
                  <a:lnTo>
                    <a:pt x="2696431" y="2660494"/>
                  </a:lnTo>
                  <a:lnTo>
                    <a:pt x="2770191" y="2695239"/>
                  </a:lnTo>
                  <a:lnTo>
                    <a:pt x="2843951" y="2728767"/>
                  </a:lnTo>
                  <a:lnTo>
                    <a:pt x="2917711" y="2761121"/>
                  </a:lnTo>
                  <a:lnTo>
                    <a:pt x="2991471" y="2782277"/>
                  </a:lnTo>
                  <a:lnTo>
                    <a:pt x="3065231" y="2780006"/>
                  </a:lnTo>
                  <a:lnTo>
                    <a:pt x="3138991" y="2777728"/>
                  </a:lnTo>
                  <a:lnTo>
                    <a:pt x="3212751" y="2775445"/>
                  </a:lnTo>
                  <a:lnTo>
                    <a:pt x="3286511" y="2773156"/>
                  </a:lnTo>
                  <a:lnTo>
                    <a:pt x="3360271" y="2770861"/>
                  </a:lnTo>
                  <a:lnTo>
                    <a:pt x="3434031" y="2768560"/>
                  </a:lnTo>
                  <a:lnTo>
                    <a:pt x="3507791" y="2766253"/>
                  </a:lnTo>
                  <a:lnTo>
                    <a:pt x="3581551" y="2763940"/>
                  </a:lnTo>
                  <a:lnTo>
                    <a:pt x="3655311" y="2761621"/>
                  </a:lnTo>
                  <a:lnTo>
                    <a:pt x="3729071" y="2759296"/>
                  </a:lnTo>
                  <a:lnTo>
                    <a:pt x="3802831" y="2756965"/>
                  </a:lnTo>
                  <a:lnTo>
                    <a:pt x="3876591" y="2754628"/>
                  </a:lnTo>
                  <a:lnTo>
                    <a:pt x="3950351" y="2752284"/>
                  </a:lnTo>
                  <a:lnTo>
                    <a:pt x="4024111" y="2749935"/>
                  </a:lnTo>
                  <a:lnTo>
                    <a:pt x="4097871" y="2747579"/>
                  </a:lnTo>
                  <a:lnTo>
                    <a:pt x="4171631" y="2745217"/>
                  </a:lnTo>
                  <a:lnTo>
                    <a:pt x="4245391" y="2742849"/>
                  </a:lnTo>
                  <a:lnTo>
                    <a:pt x="4319151" y="2740475"/>
                  </a:lnTo>
                  <a:lnTo>
                    <a:pt x="4392911" y="2738095"/>
                  </a:lnTo>
                  <a:lnTo>
                    <a:pt x="4466671" y="2735708"/>
                  </a:lnTo>
                  <a:lnTo>
                    <a:pt x="4540431" y="2733316"/>
                  </a:lnTo>
                  <a:lnTo>
                    <a:pt x="4614191" y="2730917"/>
                  </a:lnTo>
                  <a:lnTo>
                    <a:pt x="4687951" y="2728511"/>
                  </a:lnTo>
                  <a:lnTo>
                    <a:pt x="4761711" y="2726100"/>
                  </a:lnTo>
                  <a:lnTo>
                    <a:pt x="4835471" y="2723682"/>
                  </a:lnTo>
                  <a:lnTo>
                    <a:pt x="4909231" y="2721258"/>
                  </a:lnTo>
                  <a:lnTo>
                    <a:pt x="4982991" y="2718828"/>
                  </a:lnTo>
                  <a:lnTo>
                    <a:pt x="5056751" y="2716391"/>
                  </a:lnTo>
                  <a:lnTo>
                    <a:pt x="5130511" y="2713948"/>
                  </a:lnTo>
                  <a:lnTo>
                    <a:pt x="5204271" y="2711498"/>
                  </a:lnTo>
                  <a:lnTo>
                    <a:pt x="5278031" y="2709042"/>
                  </a:lnTo>
                  <a:lnTo>
                    <a:pt x="5351791" y="2706580"/>
                  </a:lnTo>
                  <a:lnTo>
                    <a:pt x="5425551" y="2704111"/>
                  </a:lnTo>
                  <a:lnTo>
                    <a:pt x="5499312" y="2701636"/>
                  </a:lnTo>
                  <a:lnTo>
                    <a:pt x="5573072" y="2699154"/>
                  </a:lnTo>
                  <a:lnTo>
                    <a:pt x="5646832" y="2696666"/>
                  </a:lnTo>
                  <a:lnTo>
                    <a:pt x="5720592" y="2694171"/>
                  </a:lnTo>
                  <a:lnTo>
                    <a:pt x="5794352" y="2691670"/>
                  </a:lnTo>
                  <a:lnTo>
                    <a:pt x="5868112" y="2689163"/>
                  </a:lnTo>
                  <a:lnTo>
                    <a:pt x="5941872" y="2686649"/>
                  </a:lnTo>
                  <a:lnTo>
                    <a:pt x="6015632" y="2684128"/>
                  </a:lnTo>
                  <a:lnTo>
                    <a:pt x="6089392" y="2681600"/>
                  </a:lnTo>
                  <a:lnTo>
                    <a:pt x="6163152" y="2679066"/>
                  </a:lnTo>
                  <a:lnTo>
                    <a:pt x="6236912" y="2676526"/>
                  </a:lnTo>
                  <a:lnTo>
                    <a:pt x="6310672" y="2673979"/>
                  </a:lnTo>
                  <a:lnTo>
                    <a:pt x="6384432" y="2671425"/>
                  </a:lnTo>
                  <a:lnTo>
                    <a:pt x="6458192" y="2668864"/>
                  </a:lnTo>
                  <a:lnTo>
                    <a:pt x="6531952" y="2666297"/>
                  </a:lnTo>
                  <a:lnTo>
                    <a:pt x="6605712" y="2663723"/>
                  </a:lnTo>
                  <a:lnTo>
                    <a:pt x="6679472" y="2661143"/>
                  </a:lnTo>
                  <a:lnTo>
                    <a:pt x="6753232" y="26585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105"/>
              <a:ext cx="7235830" cy="728437"/>
            </a:xfrm>
            <a:custGeom>
              <a:avLst/>
              <a:pathLst>
                <a:path w="7235830" h="728437">
                  <a:moveTo>
                    <a:pt x="7235830" y="728437"/>
                  </a:moveTo>
                  <a:lnTo>
                    <a:pt x="7162070" y="723369"/>
                  </a:lnTo>
                  <a:lnTo>
                    <a:pt x="7088310" y="718116"/>
                  </a:lnTo>
                  <a:lnTo>
                    <a:pt x="7014550" y="712673"/>
                  </a:lnTo>
                  <a:lnTo>
                    <a:pt x="6940789" y="707033"/>
                  </a:lnTo>
                  <a:lnTo>
                    <a:pt x="6867029" y="701187"/>
                  </a:lnTo>
                  <a:lnTo>
                    <a:pt x="6793269" y="695130"/>
                  </a:lnTo>
                  <a:lnTo>
                    <a:pt x="6719509" y="688853"/>
                  </a:lnTo>
                  <a:lnTo>
                    <a:pt x="6645749" y="682347"/>
                  </a:lnTo>
                  <a:lnTo>
                    <a:pt x="6571989" y="675606"/>
                  </a:lnTo>
                  <a:lnTo>
                    <a:pt x="6498229" y="668620"/>
                  </a:lnTo>
                  <a:lnTo>
                    <a:pt x="6424469" y="661381"/>
                  </a:lnTo>
                  <a:lnTo>
                    <a:pt x="6350709" y="653879"/>
                  </a:lnTo>
                  <a:lnTo>
                    <a:pt x="6276949" y="646105"/>
                  </a:lnTo>
                  <a:lnTo>
                    <a:pt x="6203189" y="638048"/>
                  </a:lnTo>
                  <a:lnTo>
                    <a:pt x="6129429" y="629699"/>
                  </a:lnTo>
                  <a:lnTo>
                    <a:pt x="6055669" y="621048"/>
                  </a:lnTo>
                  <a:lnTo>
                    <a:pt x="5981909" y="612082"/>
                  </a:lnTo>
                  <a:lnTo>
                    <a:pt x="5908149" y="602791"/>
                  </a:lnTo>
                  <a:lnTo>
                    <a:pt x="5834389" y="593162"/>
                  </a:lnTo>
                  <a:lnTo>
                    <a:pt x="5760629" y="583185"/>
                  </a:lnTo>
                  <a:lnTo>
                    <a:pt x="5686869" y="572845"/>
                  </a:lnTo>
                  <a:lnTo>
                    <a:pt x="5613109" y="562130"/>
                  </a:lnTo>
                  <a:lnTo>
                    <a:pt x="5539349" y="551026"/>
                  </a:lnTo>
                  <a:lnTo>
                    <a:pt x="5465589" y="539519"/>
                  </a:lnTo>
                  <a:lnTo>
                    <a:pt x="5391829" y="527594"/>
                  </a:lnTo>
                  <a:lnTo>
                    <a:pt x="5318069" y="515237"/>
                  </a:lnTo>
                  <a:lnTo>
                    <a:pt x="5244309" y="502431"/>
                  </a:lnTo>
                  <a:lnTo>
                    <a:pt x="5170549" y="489160"/>
                  </a:lnTo>
                  <a:lnTo>
                    <a:pt x="5096789" y="475408"/>
                  </a:lnTo>
                  <a:lnTo>
                    <a:pt x="5023029" y="461157"/>
                  </a:lnTo>
                  <a:lnTo>
                    <a:pt x="4949269" y="446389"/>
                  </a:lnTo>
                  <a:lnTo>
                    <a:pt x="4875509" y="431084"/>
                  </a:lnTo>
                  <a:lnTo>
                    <a:pt x="4801749" y="415225"/>
                  </a:lnTo>
                  <a:lnTo>
                    <a:pt x="4727989" y="398789"/>
                  </a:lnTo>
                  <a:lnTo>
                    <a:pt x="4654229" y="381757"/>
                  </a:lnTo>
                  <a:lnTo>
                    <a:pt x="4580469" y="364108"/>
                  </a:lnTo>
                  <a:lnTo>
                    <a:pt x="4506709" y="345817"/>
                  </a:lnTo>
                  <a:lnTo>
                    <a:pt x="4432949" y="326863"/>
                  </a:lnTo>
                  <a:lnTo>
                    <a:pt x="4359189" y="307221"/>
                  </a:lnTo>
                  <a:lnTo>
                    <a:pt x="4285429" y="286866"/>
                  </a:lnTo>
                  <a:lnTo>
                    <a:pt x="4211669" y="265773"/>
                  </a:lnTo>
                  <a:lnTo>
                    <a:pt x="4137909" y="243913"/>
                  </a:lnTo>
                  <a:lnTo>
                    <a:pt x="4064149" y="221261"/>
                  </a:lnTo>
                  <a:lnTo>
                    <a:pt x="3990388" y="197787"/>
                  </a:lnTo>
                  <a:lnTo>
                    <a:pt x="3916628" y="173460"/>
                  </a:lnTo>
                  <a:lnTo>
                    <a:pt x="3842868" y="148251"/>
                  </a:lnTo>
                  <a:lnTo>
                    <a:pt x="3769108" y="122127"/>
                  </a:lnTo>
                  <a:lnTo>
                    <a:pt x="3695348" y="95055"/>
                  </a:lnTo>
                  <a:lnTo>
                    <a:pt x="3621588" y="67000"/>
                  </a:lnTo>
                  <a:lnTo>
                    <a:pt x="3547828" y="37928"/>
                  </a:lnTo>
                  <a:lnTo>
                    <a:pt x="3474068" y="7800"/>
                  </a:lnTo>
                  <a:lnTo>
                    <a:pt x="3400308" y="0"/>
                  </a:lnTo>
                  <a:lnTo>
                    <a:pt x="3326548" y="2259"/>
                  </a:lnTo>
                  <a:lnTo>
                    <a:pt x="3252788" y="4512"/>
                  </a:lnTo>
                  <a:lnTo>
                    <a:pt x="3179028" y="6760"/>
                  </a:lnTo>
                  <a:lnTo>
                    <a:pt x="3105268" y="9002"/>
                  </a:lnTo>
                  <a:lnTo>
                    <a:pt x="3031508" y="11238"/>
                  </a:lnTo>
                  <a:lnTo>
                    <a:pt x="2957748" y="13468"/>
                  </a:lnTo>
                  <a:lnTo>
                    <a:pt x="2883988" y="15692"/>
                  </a:lnTo>
                  <a:lnTo>
                    <a:pt x="2810228" y="17911"/>
                  </a:lnTo>
                  <a:lnTo>
                    <a:pt x="2736468" y="20124"/>
                  </a:lnTo>
                  <a:lnTo>
                    <a:pt x="2662708" y="22331"/>
                  </a:lnTo>
                  <a:lnTo>
                    <a:pt x="2588948" y="24532"/>
                  </a:lnTo>
                  <a:lnTo>
                    <a:pt x="2515188" y="26728"/>
                  </a:lnTo>
                  <a:lnTo>
                    <a:pt x="2441428" y="28918"/>
                  </a:lnTo>
                  <a:lnTo>
                    <a:pt x="2367668" y="31102"/>
                  </a:lnTo>
                  <a:lnTo>
                    <a:pt x="2293908" y="33280"/>
                  </a:lnTo>
                  <a:lnTo>
                    <a:pt x="2220148" y="35453"/>
                  </a:lnTo>
                  <a:lnTo>
                    <a:pt x="2146388" y="37620"/>
                  </a:lnTo>
                  <a:lnTo>
                    <a:pt x="2072628" y="39782"/>
                  </a:lnTo>
                  <a:lnTo>
                    <a:pt x="1998868" y="41937"/>
                  </a:lnTo>
                  <a:lnTo>
                    <a:pt x="1925108" y="44088"/>
                  </a:lnTo>
                  <a:lnTo>
                    <a:pt x="1851348" y="46232"/>
                  </a:lnTo>
                  <a:lnTo>
                    <a:pt x="1777588" y="48371"/>
                  </a:lnTo>
                  <a:lnTo>
                    <a:pt x="1703828" y="50505"/>
                  </a:lnTo>
                  <a:lnTo>
                    <a:pt x="1630068" y="52633"/>
                  </a:lnTo>
                  <a:lnTo>
                    <a:pt x="1556308" y="54755"/>
                  </a:lnTo>
                  <a:lnTo>
                    <a:pt x="1482548" y="56872"/>
                  </a:lnTo>
                  <a:lnTo>
                    <a:pt x="1408788" y="58984"/>
                  </a:lnTo>
                  <a:lnTo>
                    <a:pt x="1335028" y="61090"/>
                  </a:lnTo>
                  <a:lnTo>
                    <a:pt x="1261268" y="63190"/>
                  </a:lnTo>
                  <a:lnTo>
                    <a:pt x="1187508" y="65285"/>
                  </a:lnTo>
                  <a:lnTo>
                    <a:pt x="1113747" y="67374"/>
                  </a:lnTo>
                  <a:lnTo>
                    <a:pt x="1039987" y="69458"/>
                  </a:lnTo>
                  <a:lnTo>
                    <a:pt x="966227" y="71537"/>
                  </a:lnTo>
                  <a:lnTo>
                    <a:pt x="892467" y="73610"/>
                  </a:lnTo>
                  <a:lnTo>
                    <a:pt x="818707" y="75678"/>
                  </a:lnTo>
                  <a:lnTo>
                    <a:pt x="744947" y="77741"/>
                  </a:lnTo>
                  <a:lnTo>
                    <a:pt x="671187" y="79798"/>
                  </a:lnTo>
                  <a:lnTo>
                    <a:pt x="597427" y="81849"/>
                  </a:lnTo>
                  <a:lnTo>
                    <a:pt x="523667" y="83896"/>
                  </a:lnTo>
                  <a:lnTo>
                    <a:pt x="449907" y="85937"/>
                  </a:lnTo>
                  <a:lnTo>
                    <a:pt x="376147" y="87973"/>
                  </a:lnTo>
                  <a:lnTo>
                    <a:pt x="302387" y="90003"/>
                  </a:lnTo>
                  <a:lnTo>
                    <a:pt x="228627" y="92028"/>
                  </a:lnTo>
                  <a:lnTo>
                    <a:pt x="154867" y="94048"/>
                  </a:lnTo>
                  <a:lnTo>
                    <a:pt x="81107" y="96063"/>
                  </a:lnTo>
                  <a:lnTo>
                    <a:pt x="7347" y="98072"/>
                  </a:lnTo>
                  <a:lnTo>
                    <a:pt x="0" y="98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65041"/>
              <a:ext cx="7235830" cy="1511556"/>
            </a:xfrm>
            <a:custGeom>
              <a:avLst/>
              <a:pathLst>
                <a:path w="7235830" h="1511556">
                  <a:moveTo>
                    <a:pt x="0" y="0"/>
                  </a:moveTo>
                  <a:lnTo>
                    <a:pt x="7347" y="3121"/>
                  </a:lnTo>
                  <a:lnTo>
                    <a:pt x="81107" y="33942"/>
                  </a:lnTo>
                  <a:lnTo>
                    <a:pt x="154867" y="64259"/>
                  </a:lnTo>
                  <a:lnTo>
                    <a:pt x="228627" y="94078"/>
                  </a:lnTo>
                  <a:lnTo>
                    <a:pt x="302387" y="123409"/>
                  </a:lnTo>
                  <a:lnTo>
                    <a:pt x="376147" y="152259"/>
                  </a:lnTo>
                  <a:lnTo>
                    <a:pt x="449907" y="180637"/>
                  </a:lnTo>
                  <a:lnTo>
                    <a:pt x="523667" y="208550"/>
                  </a:lnTo>
                  <a:lnTo>
                    <a:pt x="597427" y="236005"/>
                  </a:lnTo>
                  <a:lnTo>
                    <a:pt x="671187" y="263010"/>
                  </a:lnTo>
                  <a:lnTo>
                    <a:pt x="744947" y="289573"/>
                  </a:lnTo>
                  <a:lnTo>
                    <a:pt x="818707" y="315701"/>
                  </a:lnTo>
                  <a:lnTo>
                    <a:pt x="892467" y="341401"/>
                  </a:lnTo>
                  <a:lnTo>
                    <a:pt x="966227" y="366679"/>
                  </a:lnTo>
                  <a:lnTo>
                    <a:pt x="1039987" y="391544"/>
                  </a:lnTo>
                  <a:lnTo>
                    <a:pt x="1113747" y="416000"/>
                  </a:lnTo>
                  <a:lnTo>
                    <a:pt x="1187508" y="440057"/>
                  </a:lnTo>
                  <a:lnTo>
                    <a:pt x="1261268" y="463719"/>
                  </a:lnTo>
                  <a:lnTo>
                    <a:pt x="1335028" y="486993"/>
                  </a:lnTo>
                  <a:lnTo>
                    <a:pt x="1408788" y="509886"/>
                  </a:lnTo>
                  <a:lnTo>
                    <a:pt x="1482548" y="532404"/>
                  </a:lnTo>
                  <a:lnTo>
                    <a:pt x="1556308" y="554553"/>
                  </a:lnTo>
                  <a:lnTo>
                    <a:pt x="1630068" y="576339"/>
                  </a:lnTo>
                  <a:lnTo>
                    <a:pt x="1703828" y="597768"/>
                  </a:lnTo>
                  <a:lnTo>
                    <a:pt x="1777588" y="618846"/>
                  </a:lnTo>
                  <a:lnTo>
                    <a:pt x="1851348" y="639578"/>
                  </a:lnTo>
                  <a:lnTo>
                    <a:pt x="1925108" y="659971"/>
                  </a:lnTo>
                  <a:lnTo>
                    <a:pt x="1998868" y="680030"/>
                  </a:lnTo>
                  <a:lnTo>
                    <a:pt x="2072628" y="699760"/>
                  </a:lnTo>
                  <a:lnTo>
                    <a:pt x="2146388" y="719166"/>
                  </a:lnTo>
                  <a:lnTo>
                    <a:pt x="2220148" y="738255"/>
                  </a:lnTo>
                  <a:lnTo>
                    <a:pt x="2293908" y="757031"/>
                  </a:lnTo>
                  <a:lnTo>
                    <a:pt x="2367668" y="775499"/>
                  </a:lnTo>
                  <a:lnTo>
                    <a:pt x="2441428" y="793665"/>
                  </a:lnTo>
                  <a:lnTo>
                    <a:pt x="2515188" y="811533"/>
                  </a:lnTo>
                  <a:lnTo>
                    <a:pt x="2588948" y="829108"/>
                  </a:lnTo>
                  <a:lnTo>
                    <a:pt x="2662708" y="846396"/>
                  </a:lnTo>
                  <a:lnTo>
                    <a:pt x="2736468" y="863400"/>
                  </a:lnTo>
                  <a:lnTo>
                    <a:pt x="2810228" y="880125"/>
                  </a:lnTo>
                  <a:lnTo>
                    <a:pt x="2883988" y="896577"/>
                  </a:lnTo>
                  <a:lnTo>
                    <a:pt x="2957748" y="912759"/>
                  </a:lnTo>
                  <a:lnTo>
                    <a:pt x="3031508" y="928675"/>
                  </a:lnTo>
                  <a:lnTo>
                    <a:pt x="3105268" y="944331"/>
                  </a:lnTo>
                  <a:lnTo>
                    <a:pt x="3179028" y="959731"/>
                  </a:lnTo>
                  <a:lnTo>
                    <a:pt x="3252788" y="974878"/>
                  </a:lnTo>
                  <a:lnTo>
                    <a:pt x="3326548" y="989776"/>
                  </a:lnTo>
                  <a:lnTo>
                    <a:pt x="3400308" y="1004431"/>
                  </a:lnTo>
                  <a:lnTo>
                    <a:pt x="3474068" y="1018846"/>
                  </a:lnTo>
                  <a:lnTo>
                    <a:pt x="3547828" y="1033024"/>
                  </a:lnTo>
                  <a:lnTo>
                    <a:pt x="3621588" y="1046970"/>
                  </a:lnTo>
                  <a:lnTo>
                    <a:pt x="3695348" y="1060688"/>
                  </a:lnTo>
                  <a:lnTo>
                    <a:pt x="3769108" y="1074181"/>
                  </a:lnTo>
                  <a:lnTo>
                    <a:pt x="3842868" y="1087453"/>
                  </a:lnTo>
                  <a:lnTo>
                    <a:pt x="3916628" y="1100507"/>
                  </a:lnTo>
                  <a:lnTo>
                    <a:pt x="3990388" y="1113347"/>
                  </a:lnTo>
                  <a:lnTo>
                    <a:pt x="4064149" y="1125977"/>
                  </a:lnTo>
                  <a:lnTo>
                    <a:pt x="4137909" y="1138400"/>
                  </a:lnTo>
                  <a:lnTo>
                    <a:pt x="4211669" y="1150620"/>
                  </a:lnTo>
                  <a:lnTo>
                    <a:pt x="4285429" y="1162639"/>
                  </a:lnTo>
                  <a:lnTo>
                    <a:pt x="4359189" y="1174462"/>
                  </a:lnTo>
                  <a:lnTo>
                    <a:pt x="4432949" y="1186090"/>
                  </a:lnTo>
                  <a:lnTo>
                    <a:pt x="4506709" y="1197528"/>
                  </a:lnTo>
                  <a:lnTo>
                    <a:pt x="4580469" y="1208779"/>
                  </a:lnTo>
                  <a:lnTo>
                    <a:pt x="4654229" y="1219845"/>
                  </a:lnTo>
                  <a:lnTo>
                    <a:pt x="4727989" y="1230730"/>
                  </a:lnTo>
                  <a:lnTo>
                    <a:pt x="4801749" y="1241437"/>
                  </a:lnTo>
                  <a:lnTo>
                    <a:pt x="4875509" y="1251968"/>
                  </a:lnTo>
                  <a:lnTo>
                    <a:pt x="4949269" y="1262327"/>
                  </a:lnTo>
                  <a:lnTo>
                    <a:pt x="5023029" y="1272516"/>
                  </a:lnTo>
                  <a:lnTo>
                    <a:pt x="5096789" y="1282538"/>
                  </a:lnTo>
                  <a:lnTo>
                    <a:pt x="5170549" y="1292396"/>
                  </a:lnTo>
                  <a:lnTo>
                    <a:pt x="5244309" y="1302092"/>
                  </a:lnTo>
                  <a:lnTo>
                    <a:pt x="5318069" y="1311629"/>
                  </a:lnTo>
                  <a:lnTo>
                    <a:pt x="5391829" y="1321010"/>
                  </a:lnTo>
                  <a:lnTo>
                    <a:pt x="5465589" y="1330238"/>
                  </a:lnTo>
                  <a:lnTo>
                    <a:pt x="5539349" y="1339314"/>
                  </a:lnTo>
                  <a:lnTo>
                    <a:pt x="5613109" y="1348242"/>
                  </a:lnTo>
                  <a:lnTo>
                    <a:pt x="5686869" y="1357023"/>
                  </a:lnTo>
                  <a:lnTo>
                    <a:pt x="5760629" y="1365660"/>
                  </a:lnTo>
                  <a:lnTo>
                    <a:pt x="5834389" y="1374156"/>
                  </a:lnTo>
                  <a:lnTo>
                    <a:pt x="5908149" y="1382512"/>
                  </a:lnTo>
                  <a:lnTo>
                    <a:pt x="5981909" y="1390732"/>
                  </a:lnTo>
                  <a:lnTo>
                    <a:pt x="6055669" y="1398817"/>
                  </a:lnTo>
                  <a:lnTo>
                    <a:pt x="6129429" y="1406770"/>
                  </a:lnTo>
                  <a:lnTo>
                    <a:pt x="6203189" y="1414592"/>
                  </a:lnTo>
                  <a:lnTo>
                    <a:pt x="6276949" y="1422286"/>
                  </a:lnTo>
                  <a:lnTo>
                    <a:pt x="6350709" y="1429854"/>
                  </a:lnTo>
                  <a:lnTo>
                    <a:pt x="6424469" y="1437298"/>
                  </a:lnTo>
                  <a:lnTo>
                    <a:pt x="6498229" y="1444620"/>
                  </a:lnTo>
                  <a:lnTo>
                    <a:pt x="6571989" y="1451822"/>
                  </a:lnTo>
                  <a:lnTo>
                    <a:pt x="6645749" y="1458906"/>
                  </a:lnTo>
                  <a:lnTo>
                    <a:pt x="6719509" y="1465874"/>
                  </a:lnTo>
                  <a:lnTo>
                    <a:pt x="6793269" y="1472728"/>
                  </a:lnTo>
                  <a:lnTo>
                    <a:pt x="6867029" y="1479469"/>
                  </a:lnTo>
                  <a:lnTo>
                    <a:pt x="6940789" y="1486100"/>
                  </a:lnTo>
                  <a:lnTo>
                    <a:pt x="7014550" y="1492623"/>
                  </a:lnTo>
                  <a:lnTo>
                    <a:pt x="7088310" y="1499038"/>
                  </a:lnTo>
                  <a:lnTo>
                    <a:pt x="7162070" y="1505349"/>
                  </a:lnTo>
                  <a:lnTo>
                    <a:pt x="7235830" y="15115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2026-05-21T09:01:16Z</dcterms:modified>
  <cp:category/>
</cp:coreProperties>
</file>