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0541"/>
            </a:xfrm>
            <a:custGeom>
              <a:avLst/>
              <a:pathLst>
                <a:path w="7235830" h="3350541">
                  <a:moveTo>
                    <a:pt x="482597" y="0"/>
                  </a:moveTo>
                  <a:lnTo>
                    <a:pt x="523667" y="69002"/>
                  </a:lnTo>
                  <a:lnTo>
                    <a:pt x="597427" y="188586"/>
                  </a:lnTo>
                  <a:lnTo>
                    <a:pt x="671187" y="303983"/>
                  </a:lnTo>
                  <a:lnTo>
                    <a:pt x="744947" y="415338"/>
                  </a:lnTo>
                  <a:lnTo>
                    <a:pt x="818707" y="522794"/>
                  </a:lnTo>
                  <a:lnTo>
                    <a:pt x="892467" y="626487"/>
                  </a:lnTo>
                  <a:lnTo>
                    <a:pt x="966227" y="726548"/>
                  </a:lnTo>
                  <a:lnTo>
                    <a:pt x="1039987" y="823106"/>
                  </a:lnTo>
                  <a:lnTo>
                    <a:pt x="1113747" y="916281"/>
                  </a:lnTo>
                  <a:lnTo>
                    <a:pt x="1187508" y="1006194"/>
                  </a:lnTo>
                  <a:lnTo>
                    <a:pt x="1261268" y="1092958"/>
                  </a:lnTo>
                  <a:lnTo>
                    <a:pt x="1335028" y="1176684"/>
                  </a:lnTo>
                  <a:lnTo>
                    <a:pt x="1408788" y="1257477"/>
                  </a:lnTo>
                  <a:lnTo>
                    <a:pt x="1482548" y="1335441"/>
                  </a:lnTo>
                  <a:lnTo>
                    <a:pt x="1556308" y="1410675"/>
                  </a:lnTo>
                  <a:lnTo>
                    <a:pt x="1630068" y="1483274"/>
                  </a:lnTo>
                  <a:lnTo>
                    <a:pt x="1703828" y="1553331"/>
                  </a:lnTo>
                  <a:lnTo>
                    <a:pt x="1777588" y="1620934"/>
                  </a:lnTo>
                  <a:lnTo>
                    <a:pt x="1851348" y="1686170"/>
                  </a:lnTo>
                  <a:lnTo>
                    <a:pt x="1925108" y="1749121"/>
                  </a:lnTo>
                  <a:lnTo>
                    <a:pt x="1998868" y="1809868"/>
                  </a:lnTo>
                  <a:lnTo>
                    <a:pt x="2072628" y="1868487"/>
                  </a:lnTo>
                  <a:lnTo>
                    <a:pt x="2146388" y="1925054"/>
                  </a:lnTo>
                  <a:lnTo>
                    <a:pt x="2220148" y="1979639"/>
                  </a:lnTo>
                  <a:lnTo>
                    <a:pt x="2293908" y="2032313"/>
                  </a:lnTo>
                  <a:lnTo>
                    <a:pt x="2367668" y="2083142"/>
                  </a:lnTo>
                  <a:lnTo>
                    <a:pt x="2441428" y="2132192"/>
                  </a:lnTo>
                  <a:lnTo>
                    <a:pt x="2515188" y="2179523"/>
                  </a:lnTo>
                  <a:lnTo>
                    <a:pt x="2588948" y="2225197"/>
                  </a:lnTo>
                  <a:lnTo>
                    <a:pt x="2662708" y="2269272"/>
                  </a:lnTo>
                  <a:lnTo>
                    <a:pt x="2736468" y="2311803"/>
                  </a:lnTo>
                  <a:lnTo>
                    <a:pt x="2810228" y="2352844"/>
                  </a:lnTo>
                  <a:lnTo>
                    <a:pt x="2883988" y="2392448"/>
                  </a:lnTo>
                  <a:lnTo>
                    <a:pt x="2957748" y="2430666"/>
                  </a:lnTo>
                  <a:lnTo>
                    <a:pt x="3031508" y="2467545"/>
                  </a:lnTo>
                  <a:lnTo>
                    <a:pt x="3105268" y="2503132"/>
                  </a:lnTo>
                  <a:lnTo>
                    <a:pt x="3179028" y="2537473"/>
                  </a:lnTo>
                  <a:lnTo>
                    <a:pt x="3252788" y="2570612"/>
                  </a:lnTo>
                  <a:lnTo>
                    <a:pt x="3326548" y="2602590"/>
                  </a:lnTo>
                  <a:lnTo>
                    <a:pt x="3400308" y="2633448"/>
                  </a:lnTo>
                  <a:lnTo>
                    <a:pt x="3474068" y="2653625"/>
                  </a:lnTo>
                  <a:lnTo>
                    <a:pt x="3547828" y="2651459"/>
                  </a:lnTo>
                  <a:lnTo>
                    <a:pt x="3621588" y="2649287"/>
                  </a:lnTo>
                  <a:lnTo>
                    <a:pt x="3695348" y="2647110"/>
                  </a:lnTo>
                  <a:lnTo>
                    <a:pt x="3769108" y="2644927"/>
                  </a:lnTo>
                  <a:lnTo>
                    <a:pt x="3842868" y="2642738"/>
                  </a:lnTo>
                  <a:lnTo>
                    <a:pt x="3916628" y="2640543"/>
                  </a:lnTo>
                  <a:lnTo>
                    <a:pt x="3990388" y="2638343"/>
                  </a:lnTo>
                  <a:lnTo>
                    <a:pt x="4064149" y="2636137"/>
                  </a:lnTo>
                  <a:lnTo>
                    <a:pt x="4137909" y="2633925"/>
                  </a:lnTo>
                  <a:lnTo>
                    <a:pt x="4211669" y="2631707"/>
                  </a:lnTo>
                  <a:lnTo>
                    <a:pt x="4285429" y="2629484"/>
                  </a:lnTo>
                  <a:lnTo>
                    <a:pt x="4359189" y="2627255"/>
                  </a:lnTo>
                  <a:lnTo>
                    <a:pt x="4432949" y="2625020"/>
                  </a:lnTo>
                  <a:lnTo>
                    <a:pt x="4506709" y="2622779"/>
                  </a:lnTo>
                  <a:lnTo>
                    <a:pt x="4580469" y="2620532"/>
                  </a:lnTo>
                  <a:lnTo>
                    <a:pt x="4654229" y="2618279"/>
                  </a:lnTo>
                  <a:lnTo>
                    <a:pt x="4727989" y="2616021"/>
                  </a:lnTo>
                  <a:lnTo>
                    <a:pt x="4801749" y="2613757"/>
                  </a:lnTo>
                  <a:lnTo>
                    <a:pt x="4875509" y="2611486"/>
                  </a:lnTo>
                  <a:lnTo>
                    <a:pt x="4949269" y="2609210"/>
                  </a:lnTo>
                  <a:lnTo>
                    <a:pt x="5023029" y="2606928"/>
                  </a:lnTo>
                  <a:lnTo>
                    <a:pt x="5096789" y="2604640"/>
                  </a:lnTo>
                  <a:lnTo>
                    <a:pt x="5170549" y="2602346"/>
                  </a:lnTo>
                  <a:lnTo>
                    <a:pt x="5244309" y="2600046"/>
                  </a:lnTo>
                  <a:lnTo>
                    <a:pt x="5318069" y="2597740"/>
                  </a:lnTo>
                  <a:lnTo>
                    <a:pt x="5391829" y="2595428"/>
                  </a:lnTo>
                  <a:lnTo>
                    <a:pt x="5465589" y="2593110"/>
                  </a:lnTo>
                  <a:lnTo>
                    <a:pt x="5539349" y="2590786"/>
                  </a:lnTo>
                  <a:lnTo>
                    <a:pt x="5613109" y="2588456"/>
                  </a:lnTo>
                  <a:lnTo>
                    <a:pt x="5686869" y="2586119"/>
                  </a:lnTo>
                  <a:lnTo>
                    <a:pt x="5760629" y="2583777"/>
                  </a:lnTo>
                  <a:lnTo>
                    <a:pt x="5834389" y="2581429"/>
                  </a:lnTo>
                  <a:lnTo>
                    <a:pt x="5908149" y="2579074"/>
                  </a:lnTo>
                  <a:lnTo>
                    <a:pt x="5981909" y="2576713"/>
                  </a:lnTo>
                  <a:lnTo>
                    <a:pt x="6055669" y="2574346"/>
                  </a:lnTo>
                  <a:lnTo>
                    <a:pt x="6129429" y="2571973"/>
                  </a:lnTo>
                  <a:lnTo>
                    <a:pt x="6203189" y="2569594"/>
                  </a:lnTo>
                  <a:lnTo>
                    <a:pt x="6276949" y="2567209"/>
                  </a:lnTo>
                  <a:lnTo>
                    <a:pt x="6350709" y="2564817"/>
                  </a:lnTo>
                  <a:lnTo>
                    <a:pt x="6424469" y="2562419"/>
                  </a:lnTo>
                  <a:lnTo>
                    <a:pt x="6498229" y="2560015"/>
                  </a:lnTo>
                  <a:lnTo>
                    <a:pt x="6571989" y="2557604"/>
                  </a:lnTo>
                  <a:lnTo>
                    <a:pt x="6645749" y="2555187"/>
                  </a:lnTo>
                  <a:lnTo>
                    <a:pt x="6719509" y="2552764"/>
                  </a:lnTo>
                  <a:lnTo>
                    <a:pt x="6793269" y="2550335"/>
                  </a:lnTo>
                  <a:lnTo>
                    <a:pt x="6867029" y="2547899"/>
                  </a:lnTo>
                  <a:lnTo>
                    <a:pt x="6940789" y="2545457"/>
                  </a:lnTo>
                  <a:lnTo>
                    <a:pt x="7014550" y="2543009"/>
                  </a:lnTo>
                  <a:lnTo>
                    <a:pt x="7088310" y="2540554"/>
                  </a:lnTo>
                  <a:lnTo>
                    <a:pt x="7162070" y="2538093"/>
                  </a:lnTo>
                  <a:lnTo>
                    <a:pt x="7235830" y="2535625"/>
                  </a:lnTo>
                  <a:lnTo>
                    <a:pt x="7235830" y="3350541"/>
                  </a:lnTo>
                  <a:lnTo>
                    <a:pt x="7162070" y="3345707"/>
                  </a:lnTo>
                  <a:lnTo>
                    <a:pt x="7088310" y="3340697"/>
                  </a:lnTo>
                  <a:lnTo>
                    <a:pt x="7014550" y="3335506"/>
                  </a:lnTo>
                  <a:lnTo>
                    <a:pt x="6940789" y="3330126"/>
                  </a:lnTo>
                  <a:lnTo>
                    <a:pt x="6867029" y="3324551"/>
                  </a:lnTo>
                  <a:lnTo>
                    <a:pt x="6793269" y="3318774"/>
                  </a:lnTo>
                  <a:lnTo>
                    <a:pt x="6719509" y="3312787"/>
                  </a:lnTo>
                  <a:lnTo>
                    <a:pt x="6645749" y="3306582"/>
                  </a:lnTo>
                  <a:lnTo>
                    <a:pt x="6571989" y="3300153"/>
                  </a:lnTo>
                  <a:lnTo>
                    <a:pt x="6498229" y="3293490"/>
                  </a:lnTo>
                  <a:lnTo>
                    <a:pt x="6424469" y="3286585"/>
                  </a:lnTo>
                  <a:lnTo>
                    <a:pt x="6350709" y="3279430"/>
                  </a:lnTo>
                  <a:lnTo>
                    <a:pt x="6276949" y="3272015"/>
                  </a:lnTo>
                  <a:lnTo>
                    <a:pt x="6203189" y="3264331"/>
                  </a:lnTo>
                  <a:lnTo>
                    <a:pt x="6129429" y="3256369"/>
                  </a:lnTo>
                  <a:lnTo>
                    <a:pt x="6055669" y="3248117"/>
                  </a:lnTo>
                  <a:lnTo>
                    <a:pt x="5981909" y="3239566"/>
                  </a:lnTo>
                  <a:lnTo>
                    <a:pt x="5908149" y="3230704"/>
                  </a:lnTo>
                  <a:lnTo>
                    <a:pt x="5834389" y="3221521"/>
                  </a:lnTo>
                  <a:lnTo>
                    <a:pt x="5760629" y="3212005"/>
                  </a:lnTo>
                  <a:lnTo>
                    <a:pt x="5686869" y="3202143"/>
                  </a:lnTo>
                  <a:lnTo>
                    <a:pt x="5613109" y="3191923"/>
                  </a:lnTo>
                  <a:lnTo>
                    <a:pt x="5539349" y="3181333"/>
                  </a:lnTo>
                  <a:lnTo>
                    <a:pt x="5465589" y="3170358"/>
                  </a:lnTo>
                  <a:lnTo>
                    <a:pt x="5391829" y="3158985"/>
                  </a:lnTo>
                  <a:lnTo>
                    <a:pt x="5318069" y="3147199"/>
                  </a:lnTo>
                  <a:lnTo>
                    <a:pt x="5244309" y="3134985"/>
                  </a:lnTo>
                  <a:lnTo>
                    <a:pt x="5170549" y="3122328"/>
                  </a:lnTo>
                  <a:lnTo>
                    <a:pt x="5096789" y="3109212"/>
                  </a:lnTo>
                  <a:lnTo>
                    <a:pt x="5023029" y="3095620"/>
                  </a:lnTo>
                  <a:lnTo>
                    <a:pt x="4949269" y="3081534"/>
                  </a:lnTo>
                  <a:lnTo>
                    <a:pt x="4875509" y="3066937"/>
                  </a:lnTo>
                  <a:lnTo>
                    <a:pt x="4801749" y="3051811"/>
                  </a:lnTo>
                  <a:lnTo>
                    <a:pt x="4727989" y="3036136"/>
                  </a:lnTo>
                  <a:lnTo>
                    <a:pt x="4654229" y="3019891"/>
                  </a:lnTo>
                  <a:lnTo>
                    <a:pt x="4580469" y="3003058"/>
                  </a:lnTo>
                  <a:lnTo>
                    <a:pt x="4506709" y="2985613"/>
                  </a:lnTo>
                  <a:lnTo>
                    <a:pt x="4432949" y="2967535"/>
                  </a:lnTo>
                  <a:lnTo>
                    <a:pt x="4359189" y="2948802"/>
                  </a:lnTo>
                  <a:lnTo>
                    <a:pt x="4285429" y="2929388"/>
                  </a:lnTo>
                  <a:lnTo>
                    <a:pt x="4211669" y="2909270"/>
                  </a:lnTo>
                  <a:lnTo>
                    <a:pt x="4137909" y="2888421"/>
                  </a:lnTo>
                  <a:lnTo>
                    <a:pt x="4064149" y="2866816"/>
                  </a:lnTo>
                  <a:lnTo>
                    <a:pt x="3990388" y="2844427"/>
                  </a:lnTo>
                  <a:lnTo>
                    <a:pt x="3916628" y="2821226"/>
                  </a:lnTo>
                  <a:lnTo>
                    <a:pt x="3842868" y="2797182"/>
                  </a:lnTo>
                  <a:lnTo>
                    <a:pt x="3769108" y="2772266"/>
                  </a:lnTo>
                  <a:lnTo>
                    <a:pt x="3695348" y="2746446"/>
                  </a:lnTo>
                  <a:lnTo>
                    <a:pt x="3621588" y="2719689"/>
                  </a:lnTo>
                  <a:lnTo>
                    <a:pt x="3547828" y="2691960"/>
                  </a:lnTo>
                  <a:lnTo>
                    <a:pt x="3474068" y="2663226"/>
                  </a:lnTo>
                  <a:lnTo>
                    <a:pt x="3400308" y="2655786"/>
                  </a:lnTo>
                  <a:lnTo>
                    <a:pt x="3326548" y="2657941"/>
                  </a:lnTo>
                  <a:lnTo>
                    <a:pt x="3252788" y="2660090"/>
                  </a:lnTo>
                  <a:lnTo>
                    <a:pt x="3179028" y="2662234"/>
                  </a:lnTo>
                  <a:lnTo>
                    <a:pt x="3105268" y="2664372"/>
                  </a:lnTo>
                  <a:lnTo>
                    <a:pt x="3031508" y="2666505"/>
                  </a:lnTo>
                  <a:lnTo>
                    <a:pt x="2957748" y="2668632"/>
                  </a:lnTo>
                  <a:lnTo>
                    <a:pt x="2883988" y="2670753"/>
                  </a:lnTo>
                  <a:lnTo>
                    <a:pt x="2810228" y="2672869"/>
                  </a:lnTo>
                  <a:lnTo>
                    <a:pt x="2736468" y="2674980"/>
                  </a:lnTo>
                  <a:lnTo>
                    <a:pt x="2662708" y="2677085"/>
                  </a:lnTo>
                  <a:lnTo>
                    <a:pt x="2588948" y="2679184"/>
                  </a:lnTo>
                  <a:lnTo>
                    <a:pt x="2515188" y="2681278"/>
                  </a:lnTo>
                  <a:lnTo>
                    <a:pt x="2441428" y="2683367"/>
                  </a:lnTo>
                  <a:lnTo>
                    <a:pt x="2367668" y="2685450"/>
                  </a:lnTo>
                  <a:lnTo>
                    <a:pt x="2293908" y="2687528"/>
                  </a:lnTo>
                  <a:lnTo>
                    <a:pt x="2220148" y="2689600"/>
                  </a:lnTo>
                  <a:lnTo>
                    <a:pt x="2146388" y="2691667"/>
                  </a:lnTo>
                  <a:lnTo>
                    <a:pt x="2072628" y="2693728"/>
                  </a:lnTo>
                  <a:lnTo>
                    <a:pt x="1998868" y="2695785"/>
                  </a:lnTo>
                  <a:lnTo>
                    <a:pt x="1925108" y="2697835"/>
                  </a:lnTo>
                  <a:lnTo>
                    <a:pt x="1851348" y="2699881"/>
                  </a:lnTo>
                  <a:lnTo>
                    <a:pt x="1777588" y="2701921"/>
                  </a:lnTo>
                  <a:lnTo>
                    <a:pt x="1703828" y="2703956"/>
                  </a:lnTo>
                  <a:lnTo>
                    <a:pt x="1630068" y="2705986"/>
                  </a:lnTo>
                  <a:lnTo>
                    <a:pt x="1556308" y="2708010"/>
                  </a:lnTo>
                  <a:lnTo>
                    <a:pt x="1482548" y="2710029"/>
                  </a:lnTo>
                  <a:lnTo>
                    <a:pt x="1408788" y="2712043"/>
                  </a:lnTo>
                  <a:lnTo>
                    <a:pt x="1335028" y="2714051"/>
                  </a:lnTo>
                  <a:lnTo>
                    <a:pt x="1261268" y="2716054"/>
                  </a:lnTo>
                  <a:lnTo>
                    <a:pt x="1187508" y="2718052"/>
                  </a:lnTo>
                  <a:lnTo>
                    <a:pt x="1113747" y="2720045"/>
                  </a:lnTo>
                  <a:lnTo>
                    <a:pt x="1039987" y="2722033"/>
                  </a:lnTo>
                  <a:lnTo>
                    <a:pt x="966227" y="2724016"/>
                  </a:lnTo>
                  <a:lnTo>
                    <a:pt x="892467" y="2725993"/>
                  </a:lnTo>
                  <a:lnTo>
                    <a:pt x="818707" y="2727965"/>
                  </a:lnTo>
                  <a:lnTo>
                    <a:pt x="744947" y="2729932"/>
                  </a:lnTo>
                  <a:lnTo>
                    <a:pt x="671187" y="2731894"/>
                  </a:lnTo>
                  <a:lnTo>
                    <a:pt x="597427" y="2733851"/>
                  </a:lnTo>
                  <a:lnTo>
                    <a:pt x="523667" y="2735803"/>
                  </a:lnTo>
                  <a:lnTo>
                    <a:pt x="449907" y="2737749"/>
                  </a:lnTo>
                  <a:lnTo>
                    <a:pt x="376147" y="2739691"/>
                  </a:lnTo>
                  <a:lnTo>
                    <a:pt x="302387" y="2741628"/>
                  </a:lnTo>
                  <a:lnTo>
                    <a:pt x="228627" y="2743559"/>
                  </a:lnTo>
                  <a:lnTo>
                    <a:pt x="154867" y="2745486"/>
                  </a:lnTo>
                  <a:lnTo>
                    <a:pt x="81107" y="2747407"/>
                  </a:lnTo>
                  <a:lnTo>
                    <a:pt x="7347" y="2749324"/>
                  </a:lnTo>
                  <a:lnTo>
                    <a:pt x="0" y="27495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00115" y="2073503"/>
              <a:ext cx="6753232" cy="2653625"/>
            </a:xfrm>
            <a:custGeom>
              <a:avLst/>
              <a:pathLst>
                <a:path w="6753232" h="2653625">
                  <a:moveTo>
                    <a:pt x="0" y="0"/>
                  </a:moveTo>
                  <a:lnTo>
                    <a:pt x="41070" y="69002"/>
                  </a:lnTo>
                  <a:lnTo>
                    <a:pt x="114830" y="188586"/>
                  </a:lnTo>
                  <a:lnTo>
                    <a:pt x="188590" y="303983"/>
                  </a:lnTo>
                  <a:lnTo>
                    <a:pt x="262350" y="415338"/>
                  </a:lnTo>
                  <a:lnTo>
                    <a:pt x="336110" y="522794"/>
                  </a:lnTo>
                  <a:lnTo>
                    <a:pt x="409870" y="626487"/>
                  </a:lnTo>
                  <a:lnTo>
                    <a:pt x="483630" y="726548"/>
                  </a:lnTo>
                  <a:lnTo>
                    <a:pt x="557390" y="823106"/>
                  </a:lnTo>
                  <a:lnTo>
                    <a:pt x="631150" y="916281"/>
                  </a:lnTo>
                  <a:lnTo>
                    <a:pt x="704910" y="1006194"/>
                  </a:lnTo>
                  <a:lnTo>
                    <a:pt x="778670" y="1092958"/>
                  </a:lnTo>
                  <a:lnTo>
                    <a:pt x="852430" y="1176684"/>
                  </a:lnTo>
                  <a:lnTo>
                    <a:pt x="926190" y="1257477"/>
                  </a:lnTo>
                  <a:lnTo>
                    <a:pt x="999950" y="1335441"/>
                  </a:lnTo>
                  <a:lnTo>
                    <a:pt x="1073710" y="1410675"/>
                  </a:lnTo>
                  <a:lnTo>
                    <a:pt x="1147470" y="1483274"/>
                  </a:lnTo>
                  <a:lnTo>
                    <a:pt x="1221230" y="1553331"/>
                  </a:lnTo>
                  <a:lnTo>
                    <a:pt x="1294990" y="1620934"/>
                  </a:lnTo>
                  <a:lnTo>
                    <a:pt x="1368750" y="1686170"/>
                  </a:lnTo>
                  <a:lnTo>
                    <a:pt x="1442510" y="1749121"/>
                  </a:lnTo>
                  <a:lnTo>
                    <a:pt x="1516270" y="1809868"/>
                  </a:lnTo>
                  <a:lnTo>
                    <a:pt x="1590030" y="1868487"/>
                  </a:lnTo>
                  <a:lnTo>
                    <a:pt x="1663790" y="1925054"/>
                  </a:lnTo>
                  <a:lnTo>
                    <a:pt x="1737550" y="1979639"/>
                  </a:lnTo>
                  <a:lnTo>
                    <a:pt x="1811310" y="2032313"/>
                  </a:lnTo>
                  <a:lnTo>
                    <a:pt x="1885070" y="2083142"/>
                  </a:lnTo>
                  <a:lnTo>
                    <a:pt x="1958830" y="2132192"/>
                  </a:lnTo>
                  <a:lnTo>
                    <a:pt x="2032590" y="2179523"/>
                  </a:lnTo>
                  <a:lnTo>
                    <a:pt x="2106350" y="2225197"/>
                  </a:lnTo>
                  <a:lnTo>
                    <a:pt x="2180110" y="2269272"/>
                  </a:lnTo>
                  <a:lnTo>
                    <a:pt x="2253870" y="2311803"/>
                  </a:lnTo>
                  <a:lnTo>
                    <a:pt x="2327630" y="2352844"/>
                  </a:lnTo>
                  <a:lnTo>
                    <a:pt x="2401390" y="2392448"/>
                  </a:lnTo>
                  <a:lnTo>
                    <a:pt x="2475150" y="2430666"/>
                  </a:lnTo>
                  <a:lnTo>
                    <a:pt x="2548911" y="2467545"/>
                  </a:lnTo>
                  <a:lnTo>
                    <a:pt x="2622671" y="2503132"/>
                  </a:lnTo>
                  <a:lnTo>
                    <a:pt x="2696431" y="2537473"/>
                  </a:lnTo>
                  <a:lnTo>
                    <a:pt x="2770191" y="2570612"/>
                  </a:lnTo>
                  <a:lnTo>
                    <a:pt x="2843951" y="2602590"/>
                  </a:lnTo>
                  <a:lnTo>
                    <a:pt x="2917711" y="2633448"/>
                  </a:lnTo>
                  <a:lnTo>
                    <a:pt x="2991471" y="2653625"/>
                  </a:lnTo>
                  <a:lnTo>
                    <a:pt x="3065231" y="2651459"/>
                  </a:lnTo>
                  <a:lnTo>
                    <a:pt x="3138991" y="2649287"/>
                  </a:lnTo>
                  <a:lnTo>
                    <a:pt x="3212751" y="2647110"/>
                  </a:lnTo>
                  <a:lnTo>
                    <a:pt x="3286511" y="2644927"/>
                  </a:lnTo>
                  <a:lnTo>
                    <a:pt x="3360271" y="2642738"/>
                  </a:lnTo>
                  <a:lnTo>
                    <a:pt x="3434031" y="2640543"/>
                  </a:lnTo>
                  <a:lnTo>
                    <a:pt x="3507791" y="2638343"/>
                  </a:lnTo>
                  <a:lnTo>
                    <a:pt x="3581551" y="2636137"/>
                  </a:lnTo>
                  <a:lnTo>
                    <a:pt x="3655311" y="2633925"/>
                  </a:lnTo>
                  <a:lnTo>
                    <a:pt x="3729071" y="2631707"/>
                  </a:lnTo>
                  <a:lnTo>
                    <a:pt x="3802831" y="2629484"/>
                  </a:lnTo>
                  <a:lnTo>
                    <a:pt x="3876591" y="2627255"/>
                  </a:lnTo>
                  <a:lnTo>
                    <a:pt x="3950351" y="2625020"/>
                  </a:lnTo>
                  <a:lnTo>
                    <a:pt x="4024111" y="2622779"/>
                  </a:lnTo>
                  <a:lnTo>
                    <a:pt x="4097871" y="2620532"/>
                  </a:lnTo>
                  <a:lnTo>
                    <a:pt x="4171631" y="2618279"/>
                  </a:lnTo>
                  <a:lnTo>
                    <a:pt x="4245391" y="2616021"/>
                  </a:lnTo>
                  <a:lnTo>
                    <a:pt x="4319151" y="2613757"/>
                  </a:lnTo>
                  <a:lnTo>
                    <a:pt x="4392911" y="2611486"/>
                  </a:lnTo>
                  <a:lnTo>
                    <a:pt x="4466671" y="2609210"/>
                  </a:lnTo>
                  <a:lnTo>
                    <a:pt x="4540431" y="2606928"/>
                  </a:lnTo>
                  <a:lnTo>
                    <a:pt x="4614191" y="2604640"/>
                  </a:lnTo>
                  <a:lnTo>
                    <a:pt x="4687951" y="2602346"/>
                  </a:lnTo>
                  <a:lnTo>
                    <a:pt x="4761711" y="2600046"/>
                  </a:lnTo>
                  <a:lnTo>
                    <a:pt x="4835471" y="2597740"/>
                  </a:lnTo>
                  <a:lnTo>
                    <a:pt x="4909231" y="2595428"/>
                  </a:lnTo>
                  <a:lnTo>
                    <a:pt x="4982991" y="2593110"/>
                  </a:lnTo>
                  <a:lnTo>
                    <a:pt x="5056751" y="2590786"/>
                  </a:lnTo>
                  <a:lnTo>
                    <a:pt x="5130511" y="2588456"/>
                  </a:lnTo>
                  <a:lnTo>
                    <a:pt x="5204271" y="2586119"/>
                  </a:lnTo>
                  <a:lnTo>
                    <a:pt x="5278031" y="2583777"/>
                  </a:lnTo>
                  <a:lnTo>
                    <a:pt x="5351791" y="2581429"/>
                  </a:lnTo>
                  <a:lnTo>
                    <a:pt x="5425551" y="2579074"/>
                  </a:lnTo>
                  <a:lnTo>
                    <a:pt x="5499312" y="2576713"/>
                  </a:lnTo>
                  <a:lnTo>
                    <a:pt x="5573072" y="2574346"/>
                  </a:lnTo>
                  <a:lnTo>
                    <a:pt x="5646832" y="2571973"/>
                  </a:lnTo>
                  <a:lnTo>
                    <a:pt x="5720592" y="2569594"/>
                  </a:lnTo>
                  <a:lnTo>
                    <a:pt x="5794352" y="2567209"/>
                  </a:lnTo>
                  <a:lnTo>
                    <a:pt x="5868112" y="2564817"/>
                  </a:lnTo>
                  <a:lnTo>
                    <a:pt x="5941872" y="2562419"/>
                  </a:lnTo>
                  <a:lnTo>
                    <a:pt x="6015632" y="2560015"/>
                  </a:lnTo>
                  <a:lnTo>
                    <a:pt x="6089392" y="2557604"/>
                  </a:lnTo>
                  <a:lnTo>
                    <a:pt x="6163152" y="2555187"/>
                  </a:lnTo>
                  <a:lnTo>
                    <a:pt x="6236912" y="2552764"/>
                  </a:lnTo>
                  <a:lnTo>
                    <a:pt x="6310672" y="2550335"/>
                  </a:lnTo>
                  <a:lnTo>
                    <a:pt x="6384432" y="2547899"/>
                  </a:lnTo>
                  <a:lnTo>
                    <a:pt x="6458192" y="2545457"/>
                  </a:lnTo>
                  <a:lnTo>
                    <a:pt x="6531952" y="2543009"/>
                  </a:lnTo>
                  <a:lnTo>
                    <a:pt x="6605712" y="2540554"/>
                  </a:lnTo>
                  <a:lnTo>
                    <a:pt x="6679472" y="2538093"/>
                  </a:lnTo>
                  <a:lnTo>
                    <a:pt x="6753232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289"/>
              <a:ext cx="7235830" cy="694755"/>
            </a:xfrm>
            <a:custGeom>
              <a:avLst/>
              <a:pathLst>
                <a:path w="7235830" h="694755">
                  <a:moveTo>
                    <a:pt x="7235830" y="694755"/>
                  </a:moveTo>
                  <a:lnTo>
                    <a:pt x="7162070" y="689920"/>
                  </a:lnTo>
                  <a:lnTo>
                    <a:pt x="7088310" y="684911"/>
                  </a:lnTo>
                  <a:lnTo>
                    <a:pt x="7014550" y="679719"/>
                  </a:lnTo>
                  <a:lnTo>
                    <a:pt x="6940789" y="674340"/>
                  </a:lnTo>
                  <a:lnTo>
                    <a:pt x="6867029" y="668765"/>
                  </a:lnTo>
                  <a:lnTo>
                    <a:pt x="6793269" y="662987"/>
                  </a:lnTo>
                  <a:lnTo>
                    <a:pt x="6719509" y="657000"/>
                  </a:lnTo>
                  <a:lnTo>
                    <a:pt x="6645749" y="650796"/>
                  </a:lnTo>
                  <a:lnTo>
                    <a:pt x="6571989" y="644366"/>
                  </a:lnTo>
                  <a:lnTo>
                    <a:pt x="6498229" y="637704"/>
                  </a:lnTo>
                  <a:lnTo>
                    <a:pt x="6424469" y="630799"/>
                  </a:lnTo>
                  <a:lnTo>
                    <a:pt x="6350709" y="623644"/>
                  </a:lnTo>
                  <a:lnTo>
                    <a:pt x="6276949" y="616229"/>
                  </a:lnTo>
                  <a:lnTo>
                    <a:pt x="6203189" y="608545"/>
                  </a:lnTo>
                  <a:lnTo>
                    <a:pt x="6129429" y="600582"/>
                  </a:lnTo>
                  <a:lnTo>
                    <a:pt x="6055669" y="592331"/>
                  </a:lnTo>
                  <a:lnTo>
                    <a:pt x="5981909" y="583779"/>
                  </a:lnTo>
                  <a:lnTo>
                    <a:pt x="5908149" y="574918"/>
                  </a:lnTo>
                  <a:lnTo>
                    <a:pt x="5834389" y="565735"/>
                  </a:lnTo>
                  <a:lnTo>
                    <a:pt x="5760629" y="556218"/>
                  </a:lnTo>
                  <a:lnTo>
                    <a:pt x="5686869" y="546357"/>
                  </a:lnTo>
                  <a:lnTo>
                    <a:pt x="5613109" y="536137"/>
                  </a:lnTo>
                  <a:lnTo>
                    <a:pt x="5539349" y="525546"/>
                  </a:lnTo>
                  <a:lnTo>
                    <a:pt x="5465589" y="514571"/>
                  </a:lnTo>
                  <a:lnTo>
                    <a:pt x="5391829" y="503198"/>
                  </a:lnTo>
                  <a:lnTo>
                    <a:pt x="5318069" y="491412"/>
                  </a:lnTo>
                  <a:lnTo>
                    <a:pt x="5244309" y="479199"/>
                  </a:lnTo>
                  <a:lnTo>
                    <a:pt x="5170549" y="466542"/>
                  </a:lnTo>
                  <a:lnTo>
                    <a:pt x="5096789" y="453426"/>
                  </a:lnTo>
                  <a:lnTo>
                    <a:pt x="5023029" y="439833"/>
                  </a:lnTo>
                  <a:lnTo>
                    <a:pt x="4949269" y="425748"/>
                  </a:lnTo>
                  <a:lnTo>
                    <a:pt x="4875509" y="411151"/>
                  </a:lnTo>
                  <a:lnTo>
                    <a:pt x="4801749" y="396025"/>
                  </a:lnTo>
                  <a:lnTo>
                    <a:pt x="4727989" y="380349"/>
                  </a:lnTo>
                  <a:lnTo>
                    <a:pt x="4654229" y="364105"/>
                  </a:lnTo>
                  <a:lnTo>
                    <a:pt x="4580469" y="347271"/>
                  </a:lnTo>
                  <a:lnTo>
                    <a:pt x="4506709" y="329827"/>
                  </a:lnTo>
                  <a:lnTo>
                    <a:pt x="4432949" y="311749"/>
                  </a:lnTo>
                  <a:lnTo>
                    <a:pt x="4359189" y="293015"/>
                  </a:lnTo>
                  <a:lnTo>
                    <a:pt x="4285429" y="273602"/>
                  </a:lnTo>
                  <a:lnTo>
                    <a:pt x="4211669" y="253483"/>
                  </a:lnTo>
                  <a:lnTo>
                    <a:pt x="4137909" y="232635"/>
                  </a:lnTo>
                  <a:lnTo>
                    <a:pt x="4064149" y="211030"/>
                  </a:lnTo>
                  <a:lnTo>
                    <a:pt x="3990388" y="188641"/>
                  </a:lnTo>
                  <a:lnTo>
                    <a:pt x="3916628" y="165440"/>
                  </a:lnTo>
                  <a:lnTo>
                    <a:pt x="3842868" y="141396"/>
                  </a:lnTo>
                  <a:lnTo>
                    <a:pt x="3769108" y="116480"/>
                  </a:lnTo>
                  <a:lnTo>
                    <a:pt x="3695348" y="90660"/>
                  </a:lnTo>
                  <a:lnTo>
                    <a:pt x="3621588" y="63902"/>
                  </a:lnTo>
                  <a:lnTo>
                    <a:pt x="3547828" y="36174"/>
                  </a:lnTo>
                  <a:lnTo>
                    <a:pt x="3474068" y="7439"/>
                  </a:lnTo>
                  <a:lnTo>
                    <a:pt x="3400308" y="0"/>
                  </a:lnTo>
                  <a:lnTo>
                    <a:pt x="3326548" y="2154"/>
                  </a:lnTo>
                  <a:lnTo>
                    <a:pt x="3252788" y="4304"/>
                  </a:lnTo>
                  <a:lnTo>
                    <a:pt x="3179028" y="6448"/>
                  </a:lnTo>
                  <a:lnTo>
                    <a:pt x="3105268" y="8586"/>
                  </a:lnTo>
                  <a:lnTo>
                    <a:pt x="3031508" y="10718"/>
                  </a:lnTo>
                  <a:lnTo>
                    <a:pt x="2957748" y="12845"/>
                  </a:lnTo>
                  <a:lnTo>
                    <a:pt x="2883988" y="14967"/>
                  </a:lnTo>
                  <a:lnTo>
                    <a:pt x="2810228" y="17083"/>
                  </a:lnTo>
                  <a:lnTo>
                    <a:pt x="2736468" y="19193"/>
                  </a:lnTo>
                  <a:lnTo>
                    <a:pt x="2662708" y="21298"/>
                  </a:lnTo>
                  <a:lnTo>
                    <a:pt x="2588948" y="23398"/>
                  </a:lnTo>
                  <a:lnTo>
                    <a:pt x="2515188" y="25492"/>
                  </a:lnTo>
                  <a:lnTo>
                    <a:pt x="2441428" y="27580"/>
                  </a:lnTo>
                  <a:lnTo>
                    <a:pt x="2367668" y="29664"/>
                  </a:lnTo>
                  <a:lnTo>
                    <a:pt x="2293908" y="31741"/>
                  </a:lnTo>
                  <a:lnTo>
                    <a:pt x="2220148" y="33814"/>
                  </a:lnTo>
                  <a:lnTo>
                    <a:pt x="2146388" y="35881"/>
                  </a:lnTo>
                  <a:lnTo>
                    <a:pt x="2072628" y="37942"/>
                  </a:lnTo>
                  <a:lnTo>
                    <a:pt x="1998868" y="39998"/>
                  </a:lnTo>
                  <a:lnTo>
                    <a:pt x="1925108" y="42049"/>
                  </a:lnTo>
                  <a:lnTo>
                    <a:pt x="1851348" y="44095"/>
                  </a:lnTo>
                  <a:lnTo>
                    <a:pt x="1777588" y="46135"/>
                  </a:lnTo>
                  <a:lnTo>
                    <a:pt x="1703828" y="48170"/>
                  </a:lnTo>
                  <a:lnTo>
                    <a:pt x="1630068" y="50199"/>
                  </a:lnTo>
                  <a:lnTo>
                    <a:pt x="1556308" y="52223"/>
                  </a:lnTo>
                  <a:lnTo>
                    <a:pt x="1482548" y="54242"/>
                  </a:lnTo>
                  <a:lnTo>
                    <a:pt x="1408788" y="56256"/>
                  </a:lnTo>
                  <a:lnTo>
                    <a:pt x="1335028" y="58265"/>
                  </a:lnTo>
                  <a:lnTo>
                    <a:pt x="1261268" y="60268"/>
                  </a:lnTo>
                  <a:lnTo>
                    <a:pt x="1187508" y="62266"/>
                  </a:lnTo>
                  <a:lnTo>
                    <a:pt x="1113747" y="64259"/>
                  </a:lnTo>
                  <a:lnTo>
                    <a:pt x="1039987" y="66247"/>
                  </a:lnTo>
                  <a:lnTo>
                    <a:pt x="966227" y="68229"/>
                  </a:lnTo>
                  <a:lnTo>
                    <a:pt x="892467" y="70207"/>
                  </a:lnTo>
                  <a:lnTo>
                    <a:pt x="818707" y="72179"/>
                  </a:lnTo>
                  <a:lnTo>
                    <a:pt x="744947" y="74146"/>
                  </a:lnTo>
                  <a:lnTo>
                    <a:pt x="671187" y="76108"/>
                  </a:lnTo>
                  <a:lnTo>
                    <a:pt x="597427" y="78065"/>
                  </a:lnTo>
                  <a:lnTo>
                    <a:pt x="523667" y="80016"/>
                  </a:lnTo>
                  <a:lnTo>
                    <a:pt x="449907" y="81963"/>
                  </a:lnTo>
                  <a:lnTo>
                    <a:pt x="376147" y="83905"/>
                  </a:lnTo>
                  <a:lnTo>
                    <a:pt x="302387" y="85841"/>
                  </a:lnTo>
                  <a:lnTo>
                    <a:pt x="228627" y="87773"/>
                  </a:lnTo>
                  <a:lnTo>
                    <a:pt x="154867" y="89699"/>
                  </a:lnTo>
                  <a:lnTo>
                    <a:pt x="81107" y="91621"/>
                  </a:lnTo>
                  <a:lnTo>
                    <a:pt x="7347" y="93537"/>
                  </a:lnTo>
                  <a:lnTo>
                    <a:pt x="0" y="93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0207"/>
              <a:ext cx="7235830" cy="1441662"/>
            </a:xfrm>
            <a:custGeom>
              <a:avLst/>
              <a:pathLst>
                <a:path w="7235830" h="1441662">
                  <a:moveTo>
                    <a:pt x="0" y="0"/>
                  </a:moveTo>
                  <a:lnTo>
                    <a:pt x="7347" y="2977"/>
                  </a:lnTo>
                  <a:lnTo>
                    <a:pt x="81107" y="32373"/>
                  </a:lnTo>
                  <a:lnTo>
                    <a:pt x="154867" y="61287"/>
                  </a:lnTo>
                  <a:lnTo>
                    <a:pt x="228627" y="89728"/>
                  </a:lnTo>
                  <a:lnTo>
                    <a:pt x="302387" y="117703"/>
                  </a:lnTo>
                  <a:lnTo>
                    <a:pt x="376147" y="145219"/>
                  </a:lnTo>
                  <a:lnTo>
                    <a:pt x="449907" y="172284"/>
                  </a:lnTo>
                  <a:lnTo>
                    <a:pt x="523667" y="198906"/>
                  </a:lnTo>
                  <a:lnTo>
                    <a:pt x="597427" y="225092"/>
                  </a:lnTo>
                  <a:lnTo>
                    <a:pt x="671187" y="250849"/>
                  </a:lnTo>
                  <a:lnTo>
                    <a:pt x="744947" y="276184"/>
                  </a:lnTo>
                  <a:lnTo>
                    <a:pt x="818707" y="301103"/>
                  </a:lnTo>
                  <a:lnTo>
                    <a:pt x="892467" y="325614"/>
                  </a:lnTo>
                  <a:lnTo>
                    <a:pt x="966227" y="349724"/>
                  </a:lnTo>
                  <a:lnTo>
                    <a:pt x="1039987" y="373439"/>
                  </a:lnTo>
                  <a:lnTo>
                    <a:pt x="1113747" y="396765"/>
                  </a:lnTo>
                  <a:lnTo>
                    <a:pt x="1187508" y="419709"/>
                  </a:lnTo>
                  <a:lnTo>
                    <a:pt x="1261268" y="442276"/>
                  </a:lnTo>
                  <a:lnTo>
                    <a:pt x="1335028" y="464475"/>
                  </a:lnTo>
                  <a:lnTo>
                    <a:pt x="1408788" y="486309"/>
                  </a:lnTo>
                  <a:lnTo>
                    <a:pt x="1482548" y="507786"/>
                  </a:lnTo>
                  <a:lnTo>
                    <a:pt x="1556308" y="528910"/>
                  </a:lnTo>
                  <a:lnTo>
                    <a:pt x="1630068" y="549689"/>
                  </a:lnTo>
                  <a:lnTo>
                    <a:pt x="1703828" y="570127"/>
                  </a:lnTo>
                  <a:lnTo>
                    <a:pt x="1777588" y="590230"/>
                  </a:lnTo>
                  <a:lnTo>
                    <a:pt x="1851348" y="610004"/>
                  </a:lnTo>
                  <a:lnTo>
                    <a:pt x="1925108" y="629454"/>
                  </a:lnTo>
                  <a:lnTo>
                    <a:pt x="1998868" y="648585"/>
                  </a:lnTo>
                  <a:lnTo>
                    <a:pt x="2072628" y="667403"/>
                  </a:lnTo>
                  <a:lnTo>
                    <a:pt x="2146388" y="685912"/>
                  </a:lnTo>
                  <a:lnTo>
                    <a:pt x="2220148" y="704118"/>
                  </a:lnTo>
                  <a:lnTo>
                    <a:pt x="2293908" y="722026"/>
                  </a:lnTo>
                  <a:lnTo>
                    <a:pt x="2367668" y="739641"/>
                  </a:lnTo>
                  <a:lnTo>
                    <a:pt x="2441428" y="756966"/>
                  </a:lnTo>
                  <a:lnTo>
                    <a:pt x="2515188" y="774008"/>
                  </a:lnTo>
                  <a:lnTo>
                    <a:pt x="2588948" y="790771"/>
                  </a:lnTo>
                  <a:lnTo>
                    <a:pt x="2662708" y="807259"/>
                  </a:lnTo>
                  <a:lnTo>
                    <a:pt x="2736468" y="823477"/>
                  </a:lnTo>
                  <a:lnTo>
                    <a:pt x="2810228" y="839429"/>
                  </a:lnTo>
                  <a:lnTo>
                    <a:pt x="2883988" y="855119"/>
                  </a:lnTo>
                  <a:lnTo>
                    <a:pt x="2957748" y="870553"/>
                  </a:lnTo>
                  <a:lnTo>
                    <a:pt x="3031508" y="885734"/>
                  </a:lnTo>
                  <a:lnTo>
                    <a:pt x="3105268" y="900666"/>
                  </a:lnTo>
                  <a:lnTo>
                    <a:pt x="3179028" y="915353"/>
                  </a:lnTo>
                  <a:lnTo>
                    <a:pt x="3252788" y="929800"/>
                  </a:lnTo>
                  <a:lnTo>
                    <a:pt x="3326548" y="944010"/>
                  </a:lnTo>
                  <a:lnTo>
                    <a:pt x="3400308" y="957987"/>
                  </a:lnTo>
                  <a:lnTo>
                    <a:pt x="3474068" y="971735"/>
                  </a:lnTo>
                  <a:lnTo>
                    <a:pt x="3547828" y="985258"/>
                  </a:lnTo>
                  <a:lnTo>
                    <a:pt x="3621588" y="998559"/>
                  </a:lnTo>
                  <a:lnTo>
                    <a:pt x="3695348" y="1011642"/>
                  </a:lnTo>
                  <a:lnTo>
                    <a:pt x="3769108" y="1024511"/>
                  </a:lnTo>
                  <a:lnTo>
                    <a:pt x="3842868" y="1037169"/>
                  </a:lnTo>
                  <a:lnTo>
                    <a:pt x="3916628" y="1049620"/>
                  </a:lnTo>
                  <a:lnTo>
                    <a:pt x="3990388" y="1061867"/>
                  </a:lnTo>
                  <a:lnTo>
                    <a:pt x="4064149" y="1073913"/>
                  </a:lnTo>
                  <a:lnTo>
                    <a:pt x="4137909" y="1085761"/>
                  </a:lnTo>
                  <a:lnTo>
                    <a:pt x="4211669" y="1097416"/>
                  </a:lnTo>
                  <a:lnTo>
                    <a:pt x="4285429" y="1108879"/>
                  </a:lnTo>
                  <a:lnTo>
                    <a:pt x="4359189" y="1120155"/>
                  </a:lnTo>
                  <a:lnTo>
                    <a:pt x="4432949" y="1131246"/>
                  </a:lnTo>
                  <a:lnTo>
                    <a:pt x="4506709" y="1142155"/>
                  </a:lnTo>
                  <a:lnTo>
                    <a:pt x="4580469" y="1152885"/>
                  </a:lnTo>
                  <a:lnTo>
                    <a:pt x="4654229" y="1163440"/>
                  </a:lnTo>
                  <a:lnTo>
                    <a:pt x="4727989" y="1173822"/>
                  </a:lnTo>
                  <a:lnTo>
                    <a:pt x="4801749" y="1184033"/>
                  </a:lnTo>
                  <a:lnTo>
                    <a:pt x="4875509" y="1194078"/>
                  </a:lnTo>
                  <a:lnTo>
                    <a:pt x="4949269" y="1203957"/>
                  </a:lnTo>
                  <a:lnTo>
                    <a:pt x="5023029" y="1213675"/>
                  </a:lnTo>
                  <a:lnTo>
                    <a:pt x="5096789" y="1223234"/>
                  </a:lnTo>
                  <a:lnTo>
                    <a:pt x="5170549" y="1232636"/>
                  </a:lnTo>
                  <a:lnTo>
                    <a:pt x="5244309" y="1241884"/>
                  </a:lnTo>
                  <a:lnTo>
                    <a:pt x="5318069" y="1250980"/>
                  </a:lnTo>
                  <a:lnTo>
                    <a:pt x="5391829" y="1259927"/>
                  </a:lnTo>
                  <a:lnTo>
                    <a:pt x="5465589" y="1268728"/>
                  </a:lnTo>
                  <a:lnTo>
                    <a:pt x="5539349" y="1277385"/>
                  </a:lnTo>
                  <a:lnTo>
                    <a:pt x="5613109" y="1285899"/>
                  </a:lnTo>
                  <a:lnTo>
                    <a:pt x="5686869" y="1294274"/>
                  </a:lnTo>
                  <a:lnTo>
                    <a:pt x="5760629" y="1302512"/>
                  </a:lnTo>
                  <a:lnTo>
                    <a:pt x="5834389" y="1310615"/>
                  </a:lnTo>
                  <a:lnTo>
                    <a:pt x="5908149" y="1318586"/>
                  </a:lnTo>
                  <a:lnTo>
                    <a:pt x="5981909" y="1326425"/>
                  </a:lnTo>
                  <a:lnTo>
                    <a:pt x="6055669" y="1334136"/>
                  </a:lnTo>
                  <a:lnTo>
                    <a:pt x="6129429" y="1341721"/>
                  </a:lnTo>
                  <a:lnTo>
                    <a:pt x="6203189" y="1349182"/>
                  </a:lnTo>
                  <a:lnTo>
                    <a:pt x="6276949" y="1356520"/>
                  </a:lnTo>
                  <a:lnTo>
                    <a:pt x="6350709" y="1363738"/>
                  </a:lnTo>
                  <a:lnTo>
                    <a:pt x="6424469" y="1370838"/>
                  </a:lnTo>
                  <a:lnTo>
                    <a:pt x="6498229" y="1377821"/>
                  </a:lnTo>
                  <a:lnTo>
                    <a:pt x="6571989" y="1384690"/>
                  </a:lnTo>
                  <a:lnTo>
                    <a:pt x="6645749" y="1391447"/>
                  </a:lnTo>
                  <a:lnTo>
                    <a:pt x="6719509" y="1398092"/>
                  </a:lnTo>
                  <a:lnTo>
                    <a:pt x="6793269" y="1404629"/>
                  </a:lnTo>
                  <a:lnTo>
                    <a:pt x="6867029" y="1411059"/>
                  </a:lnTo>
                  <a:lnTo>
                    <a:pt x="6940789" y="1417384"/>
                  </a:lnTo>
                  <a:lnTo>
                    <a:pt x="7014550" y="1423604"/>
                  </a:lnTo>
                  <a:lnTo>
                    <a:pt x="7088310" y="1429723"/>
                  </a:lnTo>
                  <a:lnTo>
                    <a:pt x="7162070" y="1435742"/>
                  </a:lnTo>
                  <a:lnTo>
                    <a:pt x="7235830" y="1441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(0.97-1.53), p = 0.090  |  per IQR decline (Δ = 0.29): 1.79 (0.91-3.50)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2026-07-01T09:30:55Z</dcterms:modified>
  <cp:category/>
</cp:coreProperties>
</file>