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42544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3865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187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7650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8205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95266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70848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09131"/>
            </a:xfrm>
            <a:custGeom>
              <a:avLst/>
              <a:pathLst>
                <a:path w="6964104" h="1209131">
                  <a:moveTo>
                    <a:pt x="523587" y="0"/>
                  </a:moveTo>
                  <a:lnTo>
                    <a:pt x="562755" y="24901"/>
                  </a:lnTo>
                  <a:lnTo>
                    <a:pt x="633100" y="68056"/>
                  </a:lnTo>
                  <a:lnTo>
                    <a:pt x="703444" y="109700"/>
                  </a:lnTo>
                  <a:lnTo>
                    <a:pt x="773789" y="149886"/>
                  </a:lnTo>
                  <a:lnTo>
                    <a:pt x="844133" y="188664"/>
                  </a:lnTo>
                  <a:lnTo>
                    <a:pt x="914478" y="226084"/>
                  </a:lnTo>
                  <a:lnTo>
                    <a:pt x="984822" y="262194"/>
                  </a:lnTo>
                  <a:lnTo>
                    <a:pt x="1055167" y="297039"/>
                  </a:lnTo>
                  <a:lnTo>
                    <a:pt x="1125511" y="330664"/>
                  </a:lnTo>
                  <a:lnTo>
                    <a:pt x="1195856" y="363111"/>
                  </a:lnTo>
                  <a:lnTo>
                    <a:pt x="1266200" y="394423"/>
                  </a:lnTo>
                  <a:lnTo>
                    <a:pt x="1336545" y="424637"/>
                  </a:lnTo>
                  <a:lnTo>
                    <a:pt x="1406889" y="453794"/>
                  </a:lnTo>
                  <a:lnTo>
                    <a:pt x="1477234" y="481929"/>
                  </a:lnTo>
                  <a:lnTo>
                    <a:pt x="1547578" y="509079"/>
                  </a:lnTo>
                  <a:lnTo>
                    <a:pt x="1617923" y="535278"/>
                  </a:lnTo>
                  <a:lnTo>
                    <a:pt x="1688267" y="560560"/>
                  </a:lnTo>
                  <a:lnTo>
                    <a:pt x="1758612" y="584957"/>
                  </a:lnTo>
                  <a:lnTo>
                    <a:pt x="1828956" y="608499"/>
                  </a:lnTo>
                  <a:lnTo>
                    <a:pt x="1899301" y="631216"/>
                  </a:lnTo>
                  <a:lnTo>
                    <a:pt x="1969645" y="653138"/>
                  </a:lnTo>
                  <a:lnTo>
                    <a:pt x="2039990" y="674293"/>
                  </a:lnTo>
                  <a:lnTo>
                    <a:pt x="2110334" y="694706"/>
                  </a:lnTo>
                  <a:lnTo>
                    <a:pt x="2180679" y="714405"/>
                  </a:lnTo>
                  <a:lnTo>
                    <a:pt x="2251023" y="733414"/>
                  </a:lnTo>
                  <a:lnTo>
                    <a:pt x="2321368" y="751757"/>
                  </a:lnTo>
                  <a:lnTo>
                    <a:pt x="2391712" y="769457"/>
                  </a:lnTo>
                  <a:lnTo>
                    <a:pt x="2462057" y="786538"/>
                  </a:lnTo>
                  <a:lnTo>
                    <a:pt x="2532401" y="803021"/>
                  </a:lnTo>
                  <a:lnTo>
                    <a:pt x="2602746" y="818926"/>
                  </a:lnTo>
                  <a:lnTo>
                    <a:pt x="2673090" y="834275"/>
                  </a:lnTo>
                  <a:lnTo>
                    <a:pt x="2743435" y="849086"/>
                  </a:lnTo>
                  <a:lnTo>
                    <a:pt x="2813779" y="863378"/>
                  </a:lnTo>
                  <a:lnTo>
                    <a:pt x="2884124" y="877170"/>
                  </a:lnTo>
                  <a:lnTo>
                    <a:pt x="2954468" y="890479"/>
                  </a:lnTo>
                  <a:lnTo>
                    <a:pt x="3024813" y="903321"/>
                  </a:lnTo>
                  <a:lnTo>
                    <a:pt x="3095157" y="915714"/>
                  </a:lnTo>
                  <a:lnTo>
                    <a:pt x="3165502" y="927673"/>
                  </a:lnTo>
                  <a:lnTo>
                    <a:pt x="3235846" y="939213"/>
                  </a:lnTo>
                  <a:lnTo>
                    <a:pt x="3306191" y="950349"/>
                  </a:lnTo>
                  <a:lnTo>
                    <a:pt x="3376535" y="957631"/>
                  </a:lnTo>
                  <a:lnTo>
                    <a:pt x="3446880" y="956849"/>
                  </a:lnTo>
                  <a:lnTo>
                    <a:pt x="3517224" y="956065"/>
                  </a:lnTo>
                  <a:lnTo>
                    <a:pt x="3587569" y="955279"/>
                  </a:lnTo>
                  <a:lnTo>
                    <a:pt x="3657913" y="954491"/>
                  </a:lnTo>
                  <a:lnTo>
                    <a:pt x="3728257" y="953702"/>
                  </a:lnTo>
                  <a:lnTo>
                    <a:pt x="3798602" y="952910"/>
                  </a:lnTo>
                  <a:lnTo>
                    <a:pt x="3868946" y="952115"/>
                  </a:lnTo>
                  <a:lnTo>
                    <a:pt x="3939291" y="951319"/>
                  </a:lnTo>
                  <a:lnTo>
                    <a:pt x="4009635" y="950521"/>
                  </a:lnTo>
                  <a:lnTo>
                    <a:pt x="4079980" y="949721"/>
                  </a:lnTo>
                  <a:lnTo>
                    <a:pt x="4150324" y="948918"/>
                  </a:lnTo>
                  <a:lnTo>
                    <a:pt x="4220669" y="948114"/>
                  </a:lnTo>
                  <a:lnTo>
                    <a:pt x="4291013" y="947307"/>
                  </a:lnTo>
                  <a:lnTo>
                    <a:pt x="4361358" y="946499"/>
                  </a:lnTo>
                  <a:lnTo>
                    <a:pt x="4431702" y="945688"/>
                  </a:lnTo>
                  <a:lnTo>
                    <a:pt x="4502047" y="944875"/>
                  </a:lnTo>
                  <a:lnTo>
                    <a:pt x="4572391" y="944060"/>
                  </a:lnTo>
                  <a:lnTo>
                    <a:pt x="4642736" y="943243"/>
                  </a:lnTo>
                  <a:lnTo>
                    <a:pt x="4713080" y="942424"/>
                  </a:lnTo>
                  <a:lnTo>
                    <a:pt x="4783425" y="941602"/>
                  </a:lnTo>
                  <a:lnTo>
                    <a:pt x="4853769" y="940779"/>
                  </a:lnTo>
                  <a:lnTo>
                    <a:pt x="4924114" y="939953"/>
                  </a:lnTo>
                  <a:lnTo>
                    <a:pt x="4994458" y="939125"/>
                  </a:lnTo>
                  <a:lnTo>
                    <a:pt x="5064803" y="938295"/>
                  </a:lnTo>
                  <a:lnTo>
                    <a:pt x="5135147" y="937463"/>
                  </a:lnTo>
                  <a:lnTo>
                    <a:pt x="5205492" y="936629"/>
                  </a:lnTo>
                  <a:lnTo>
                    <a:pt x="5275836" y="935792"/>
                  </a:lnTo>
                  <a:lnTo>
                    <a:pt x="5346181" y="934953"/>
                  </a:lnTo>
                  <a:lnTo>
                    <a:pt x="5416525" y="934112"/>
                  </a:lnTo>
                  <a:lnTo>
                    <a:pt x="5486870" y="933269"/>
                  </a:lnTo>
                  <a:lnTo>
                    <a:pt x="5557214" y="932424"/>
                  </a:lnTo>
                  <a:lnTo>
                    <a:pt x="5627559" y="931577"/>
                  </a:lnTo>
                  <a:lnTo>
                    <a:pt x="5697903" y="930727"/>
                  </a:lnTo>
                  <a:lnTo>
                    <a:pt x="5768248" y="929875"/>
                  </a:lnTo>
                  <a:lnTo>
                    <a:pt x="5838592" y="929021"/>
                  </a:lnTo>
                  <a:lnTo>
                    <a:pt x="5908937" y="928164"/>
                  </a:lnTo>
                  <a:lnTo>
                    <a:pt x="5979281" y="927306"/>
                  </a:lnTo>
                  <a:lnTo>
                    <a:pt x="6049626" y="926445"/>
                  </a:lnTo>
                  <a:lnTo>
                    <a:pt x="6119970" y="925582"/>
                  </a:lnTo>
                  <a:lnTo>
                    <a:pt x="6190315" y="924716"/>
                  </a:lnTo>
                  <a:lnTo>
                    <a:pt x="6260659" y="923849"/>
                  </a:lnTo>
                  <a:lnTo>
                    <a:pt x="6331004" y="922979"/>
                  </a:lnTo>
                  <a:lnTo>
                    <a:pt x="6401348" y="922107"/>
                  </a:lnTo>
                  <a:lnTo>
                    <a:pt x="6471693" y="921232"/>
                  </a:lnTo>
                  <a:lnTo>
                    <a:pt x="6542037" y="920356"/>
                  </a:lnTo>
                  <a:lnTo>
                    <a:pt x="6612382" y="919477"/>
                  </a:lnTo>
                  <a:lnTo>
                    <a:pt x="6682726" y="918595"/>
                  </a:lnTo>
                  <a:lnTo>
                    <a:pt x="6753071" y="917712"/>
                  </a:lnTo>
                  <a:lnTo>
                    <a:pt x="6823415" y="916826"/>
                  </a:lnTo>
                  <a:lnTo>
                    <a:pt x="6893760" y="915938"/>
                  </a:lnTo>
                  <a:lnTo>
                    <a:pt x="6964104" y="915047"/>
                  </a:lnTo>
                  <a:lnTo>
                    <a:pt x="6964104" y="1209131"/>
                  </a:lnTo>
                  <a:lnTo>
                    <a:pt x="6893760" y="1207387"/>
                  </a:lnTo>
                  <a:lnTo>
                    <a:pt x="6823415" y="1205579"/>
                  </a:lnTo>
                  <a:lnTo>
                    <a:pt x="6753071" y="1203705"/>
                  </a:lnTo>
                  <a:lnTo>
                    <a:pt x="6682726" y="1201764"/>
                  </a:lnTo>
                  <a:lnTo>
                    <a:pt x="6612382" y="1199752"/>
                  </a:lnTo>
                  <a:lnTo>
                    <a:pt x="6542037" y="1197667"/>
                  </a:lnTo>
                  <a:lnTo>
                    <a:pt x="6471693" y="1195506"/>
                  </a:lnTo>
                  <a:lnTo>
                    <a:pt x="6401348" y="1193267"/>
                  </a:lnTo>
                  <a:lnTo>
                    <a:pt x="6331004" y="1190947"/>
                  </a:lnTo>
                  <a:lnTo>
                    <a:pt x="6260659" y="1188543"/>
                  </a:lnTo>
                  <a:lnTo>
                    <a:pt x="6190315" y="1186051"/>
                  </a:lnTo>
                  <a:lnTo>
                    <a:pt x="6119970" y="1183469"/>
                  </a:lnTo>
                  <a:lnTo>
                    <a:pt x="6049626" y="1180793"/>
                  </a:lnTo>
                  <a:lnTo>
                    <a:pt x="5979281" y="1178020"/>
                  </a:lnTo>
                  <a:lnTo>
                    <a:pt x="5908937" y="1175147"/>
                  </a:lnTo>
                  <a:lnTo>
                    <a:pt x="5838592" y="1172169"/>
                  </a:lnTo>
                  <a:lnTo>
                    <a:pt x="5768248" y="1169083"/>
                  </a:lnTo>
                  <a:lnTo>
                    <a:pt x="5697903" y="1165885"/>
                  </a:lnTo>
                  <a:lnTo>
                    <a:pt x="5627559" y="1162571"/>
                  </a:lnTo>
                  <a:lnTo>
                    <a:pt x="5557214" y="1159137"/>
                  </a:lnTo>
                  <a:lnTo>
                    <a:pt x="5486870" y="1155578"/>
                  </a:lnTo>
                  <a:lnTo>
                    <a:pt x="5416525" y="1151890"/>
                  </a:lnTo>
                  <a:lnTo>
                    <a:pt x="5346181" y="1148068"/>
                  </a:lnTo>
                  <a:lnTo>
                    <a:pt x="5275836" y="1144107"/>
                  </a:lnTo>
                  <a:lnTo>
                    <a:pt x="5205492" y="1140003"/>
                  </a:lnTo>
                  <a:lnTo>
                    <a:pt x="5135147" y="1135750"/>
                  </a:lnTo>
                  <a:lnTo>
                    <a:pt x="5064803" y="1131342"/>
                  </a:lnTo>
                  <a:lnTo>
                    <a:pt x="4994458" y="1126774"/>
                  </a:lnTo>
                  <a:lnTo>
                    <a:pt x="4924114" y="1122041"/>
                  </a:lnTo>
                  <a:lnTo>
                    <a:pt x="4853769" y="1117136"/>
                  </a:lnTo>
                  <a:lnTo>
                    <a:pt x="4783425" y="1112053"/>
                  </a:lnTo>
                  <a:lnTo>
                    <a:pt x="4713080" y="1106785"/>
                  </a:lnTo>
                  <a:lnTo>
                    <a:pt x="4642736" y="1101326"/>
                  </a:lnTo>
                  <a:lnTo>
                    <a:pt x="4572391" y="1095670"/>
                  </a:lnTo>
                  <a:lnTo>
                    <a:pt x="4502047" y="1089807"/>
                  </a:lnTo>
                  <a:lnTo>
                    <a:pt x="4431702" y="1083733"/>
                  </a:lnTo>
                  <a:lnTo>
                    <a:pt x="4361358" y="1077437"/>
                  </a:lnTo>
                  <a:lnTo>
                    <a:pt x="4291013" y="1070913"/>
                  </a:lnTo>
                  <a:lnTo>
                    <a:pt x="4220669" y="1064153"/>
                  </a:lnTo>
                  <a:lnTo>
                    <a:pt x="4150324" y="1057147"/>
                  </a:lnTo>
                  <a:lnTo>
                    <a:pt x="4079980" y="1049887"/>
                  </a:lnTo>
                  <a:lnTo>
                    <a:pt x="4009635" y="1042363"/>
                  </a:lnTo>
                  <a:lnTo>
                    <a:pt x="3939291" y="1034566"/>
                  </a:lnTo>
                  <a:lnTo>
                    <a:pt x="3868946" y="1026487"/>
                  </a:lnTo>
                  <a:lnTo>
                    <a:pt x="3798602" y="1018114"/>
                  </a:lnTo>
                  <a:lnTo>
                    <a:pt x="3728257" y="1009437"/>
                  </a:lnTo>
                  <a:lnTo>
                    <a:pt x="3657913" y="1000445"/>
                  </a:lnTo>
                  <a:lnTo>
                    <a:pt x="3587569" y="991127"/>
                  </a:lnTo>
                  <a:lnTo>
                    <a:pt x="3517224" y="981471"/>
                  </a:lnTo>
                  <a:lnTo>
                    <a:pt x="3446880" y="971465"/>
                  </a:lnTo>
                  <a:lnTo>
                    <a:pt x="3376535" y="961095"/>
                  </a:lnTo>
                  <a:lnTo>
                    <a:pt x="3306191" y="958410"/>
                  </a:lnTo>
                  <a:lnTo>
                    <a:pt x="3235846" y="959188"/>
                  </a:lnTo>
                  <a:lnTo>
                    <a:pt x="3165502" y="959964"/>
                  </a:lnTo>
                  <a:lnTo>
                    <a:pt x="3095157" y="960737"/>
                  </a:lnTo>
                  <a:lnTo>
                    <a:pt x="3024813" y="961509"/>
                  </a:lnTo>
                  <a:lnTo>
                    <a:pt x="2954468" y="962278"/>
                  </a:lnTo>
                  <a:lnTo>
                    <a:pt x="2884124" y="963046"/>
                  </a:lnTo>
                  <a:lnTo>
                    <a:pt x="2813779" y="963812"/>
                  </a:lnTo>
                  <a:lnTo>
                    <a:pt x="2743435" y="964575"/>
                  </a:lnTo>
                  <a:lnTo>
                    <a:pt x="2673090" y="965337"/>
                  </a:lnTo>
                  <a:lnTo>
                    <a:pt x="2602746" y="966097"/>
                  </a:lnTo>
                  <a:lnTo>
                    <a:pt x="2532401" y="966854"/>
                  </a:lnTo>
                  <a:lnTo>
                    <a:pt x="2462057" y="967610"/>
                  </a:lnTo>
                  <a:lnTo>
                    <a:pt x="2391712" y="968364"/>
                  </a:lnTo>
                  <a:lnTo>
                    <a:pt x="2321368" y="969115"/>
                  </a:lnTo>
                  <a:lnTo>
                    <a:pt x="2251023" y="969865"/>
                  </a:lnTo>
                  <a:lnTo>
                    <a:pt x="2180679" y="970613"/>
                  </a:lnTo>
                  <a:lnTo>
                    <a:pt x="2110334" y="971359"/>
                  </a:lnTo>
                  <a:lnTo>
                    <a:pt x="2039990" y="972103"/>
                  </a:lnTo>
                  <a:lnTo>
                    <a:pt x="1969645" y="972845"/>
                  </a:lnTo>
                  <a:lnTo>
                    <a:pt x="1899301" y="973585"/>
                  </a:lnTo>
                  <a:lnTo>
                    <a:pt x="1828956" y="974323"/>
                  </a:lnTo>
                  <a:lnTo>
                    <a:pt x="1758612" y="975059"/>
                  </a:lnTo>
                  <a:lnTo>
                    <a:pt x="1688267" y="975794"/>
                  </a:lnTo>
                  <a:lnTo>
                    <a:pt x="1617923" y="976526"/>
                  </a:lnTo>
                  <a:lnTo>
                    <a:pt x="1547578" y="977257"/>
                  </a:lnTo>
                  <a:lnTo>
                    <a:pt x="1477234" y="977985"/>
                  </a:lnTo>
                  <a:lnTo>
                    <a:pt x="1406889" y="978712"/>
                  </a:lnTo>
                  <a:lnTo>
                    <a:pt x="1336545" y="979437"/>
                  </a:lnTo>
                  <a:lnTo>
                    <a:pt x="1266200" y="980160"/>
                  </a:lnTo>
                  <a:lnTo>
                    <a:pt x="1195856" y="980881"/>
                  </a:lnTo>
                  <a:lnTo>
                    <a:pt x="1125511" y="981600"/>
                  </a:lnTo>
                  <a:lnTo>
                    <a:pt x="1055167" y="982317"/>
                  </a:lnTo>
                  <a:lnTo>
                    <a:pt x="984822" y="983033"/>
                  </a:lnTo>
                  <a:lnTo>
                    <a:pt x="914478" y="983746"/>
                  </a:lnTo>
                  <a:lnTo>
                    <a:pt x="844133" y="984458"/>
                  </a:lnTo>
                  <a:lnTo>
                    <a:pt x="773789" y="985168"/>
                  </a:lnTo>
                  <a:lnTo>
                    <a:pt x="703444" y="985876"/>
                  </a:lnTo>
                  <a:lnTo>
                    <a:pt x="633100" y="986582"/>
                  </a:lnTo>
                  <a:lnTo>
                    <a:pt x="562755" y="987287"/>
                  </a:lnTo>
                  <a:lnTo>
                    <a:pt x="492411" y="987989"/>
                  </a:lnTo>
                  <a:lnTo>
                    <a:pt x="422066" y="988690"/>
                  </a:lnTo>
                  <a:lnTo>
                    <a:pt x="351722" y="989389"/>
                  </a:lnTo>
                  <a:lnTo>
                    <a:pt x="281377" y="990086"/>
                  </a:lnTo>
                  <a:lnTo>
                    <a:pt x="211033" y="990781"/>
                  </a:lnTo>
                  <a:lnTo>
                    <a:pt x="140688" y="991474"/>
                  </a:lnTo>
                  <a:lnTo>
                    <a:pt x="70344" y="992166"/>
                  </a:lnTo>
                  <a:lnTo>
                    <a:pt x="0" y="9928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58899" y="2143092"/>
              <a:ext cx="6440516" cy="957631"/>
            </a:xfrm>
            <a:custGeom>
              <a:avLst/>
              <a:pathLst>
                <a:path w="6440516" h="957631">
                  <a:moveTo>
                    <a:pt x="0" y="0"/>
                  </a:moveTo>
                  <a:lnTo>
                    <a:pt x="39168" y="24901"/>
                  </a:lnTo>
                  <a:lnTo>
                    <a:pt x="109512" y="68056"/>
                  </a:lnTo>
                  <a:lnTo>
                    <a:pt x="179857" y="109700"/>
                  </a:lnTo>
                  <a:lnTo>
                    <a:pt x="250201" y="149886"/>
                  </a:lnTo>
                  <a:lnTo>
                    <a:pt x="320546" y="188664"/>
                  </a:lnTo>
                  <a:lnTo>
                    <a:pt x="390890" y="226084"/>
                  </a:lnTo>
                  <a:lnTo>
                    <a:pt x="461235" y="262194"/>
                  </a:lnTo>
                  <a:lnTo>
                    <a:pt x="531579" y="297039"/>
                  </a:lnTo>
                  <a:lnTo>
                    <a:pt x="601924" y="330664"/>
                  </a:lnTo>
                  <a:lnTo>
                    <a:pt x="672268" y="363111"/>
                  </a:lnTo>
                  <a:lnTo>
                    <a:pt x="742613" y="394423"/>
                  </a:lnTo>
                  <a:lnTo>
                    <a:pt x="812957" y="424637"/>
                  </a:lnTo>
                  <a:lnTo>
                    <a:pt x="883302" y="453794"/>
                  </a:lnTo>
                  <a:lnTo>
                    <a:pt x="953646" y="481929"/>
                  </a:lnTo>
                  <a:lnTo>
                    <a:pt x="1023991" y="509079"/>
                  </a:lnTo>
                  <a:lnTo>
                    <a:pt x="1094335" y="535278"/>
                  </a:lnTo>
                  <a:lnTo>
                    <a:pt x="1164680" y="560560"/>
                  </a:lnTo>
                  <a:lnTo>
                    <a:pt x="1235024" y="584957"/>
                  </a:lnTo>
                  <a:lnTo>
                    <a:pt x="1305369" y="608499"/>
                  </a:lnTo>
                  <a:lnTo>
                    <a:pt x="1375713" y="631216"/>
                  </a:lnTo>
                  <a:lnTo>
                    <a:pt x="1446058" y="653138"/>
                  </a:lnTo>
                  <a:lnTo>
                    <a:pt x="1516402" y="674293"/>
                  </a:lnTo>
                  <a:lnTo>
                    <a:pt x="1586747" y="694706"/>
                  </a:lnTo>
                  <a:lnTo>
                    <a:pt x="1657091" y="714405"/>
                  </a:lnTo>
                  <a:lnTo>
                    <a:pt x="1727436" y="733414"/>
                  </a:lnTo>
                  <a:lnTo>
                    <a:pt x="1797780" y="751757"/>
                  </a:lnTo>
                  <a:lnTo>
                    <a:pt x="1868125" y="769457"/>
                  </a:lnTo>
                  <a:lnTo>
                    <a:pt x="1938469" y="786538"/>
                  </a:lnTo>
                  <a:lnTo>
                    <a:pt x="2008814" y="803021"/>
                  </a:lnTo>
                  <a:lnTo>
                    <a:pt x="2079158" y="818926"/>
                  </a:lnTo>
                  <a:lnTo>
                    <a:pt x="2149503" y="834275"/>
                  </a:lnTo>
                  <a:lnTo>
                    <a:pt x="2219847" y="849086"/>
                  </a:lnTo>
                  <a:lnTo>
                    <a:pt x="2290192" y="863378"/>
                  </a:lnTo>
                  <a:lnTo>
                    <a:pt x="2360536" y="877170"/>
                  </a:lnTo>
                  <a:lnTo>
                    <a:pt x="2430881" y="890479"/>
                  </a:lnTo>
                  <a:lnTo>
                    <a:pt x="2501225" y="903321"/>
                  </a:lnTo>
                  <a:lnTo>
                    <a:pt x="2571570" y="915714"/>
                  </a:lnTo>
                  <a:lnTo>
                    <a:pt x="2641914" y="927673"/>
                  </a:lnTo>
                  <a:lnTo>
                    <a:pt x="2712258" y="939213"/>
                  </a:lnTo>
                  <a:lnTo>
                    <a:pt x="2782603" y="950349"/>
                  </a:lnTo>
                  <a:lnTo>
                    <a:pt x="2852947" y="957631"/>
                  </a:lnTo>
                  <a:lnTo>
                    <a:pt x="2923292" y="956849"/>
                  </a:lnTo>
                  <a:lnTo>
                    <a:pt x="2993636" y="956065"/>
                  </a:lnTo>
                  <a:lnTo>
                    <a:pt x="3063981" y="955279"/>
                  </a:lnTo>
                  <a:lnTo>
                    <a:pt x="3134325" y="954491"/>
                  </a:lnTo>
                  <a:lnTo>
                    <a:pt x="3204670" y="953702"/>
                  </a:lnTo>
                  <a:lnTo>
                    <a:pt x="3275014" y="952910"/>
                  </a:lnTo>
                  <a:lnTo>
                    <a:pt x="3345359" y="952115"/>
                  </a:lnTo>
                  <a:lnTo>
                    <a:pt x="3415703" y="951319"/>
                  </a:lnTo>
                  <a:lnTo>
                    <a:pt x="3486048" y="950521"/>
                  </a:lnTo>
                  <a:lnTo>
                    <a:pt x="3556392" y="949721"/>
                  </a:lnTo>
                  <a:lnTo>
                    <a:pt x="3626737" y="948918"/>
                  </a:lnTo>
                  <a:lnTo>
                    <a:pt x="3697081" y="948114"/>
                  </a:lnTo>
                  <a:lnTo>
                    <a:pt x="3767426" y="947307"/>
                  </a:lnTo>
                  <a:lnTo>
                    <a:pt x="3837770" y="946499"/>
                  </a:lnTo>
                  <a:lnTo>
                    <a:pt x="3908115" y="945688"/>
                  </a:lnTo>
                  <a:lnTo>
                    <a:pt x="3978459" y="944875"/>
                  </a:lnTo>
                  <a:lnTo>
                    <a:pt x="4048804" y="944060"/>
                  </a:lnTo>
                  <a:lnTo>
                    <a:pt x="4119148" y="943243"/>
                  </a:lnTo>
                  <a:lnTo>
                    <a:pt x="4189493" y="942424"/>
                  </a:lnTo>
                  <a:lnTo>
                    <a:pt x="4259837" y="941602"/>
                  </a:lnTo>
                  <a:lnTo>
                    <a:pt x="4330182" y="940779"/>
                  </a:lnTo>
                  <a:lnTo>
                    <a:pt x="4400526" y="939953"/>
                  </a:lnTo>
                  <a:lnTo>
                    <a:pt x="4470871" y="939125"/>
                  </a:lnTo>
                  <a:lnTo>
                    <a:pt x="4541215" y="938295"/>
                  </a:lnTo>
                  <a:lnTo>
                    <a:pt x="4611560" y="937463"/>
                  </a:lnTo>
                  <a:lnTo>
                    <a:pt x="4681904" y="936629"/>
                  </a:lnTo>
                  <a:lnTo>
                    <a:pt x="4752249" y="935792"/>
                  </a:lnTo>
                  <a:lnTo>
                    <a:pt x="4822593" y="934953"/>
                  </a:lnTo>
                  <a:lnTo>
                    <a:pt x="4892938" y="934112"/>
                  </a:lnTo>
                  <a:lnTo>
                    <a:pt x="4963282" y="933269"/>
                  </a:lnTo>
                  <a:lnTo>
                    <a:pt x="5033627" y="932424"/>
                  </a:lnTo>
                  <a:lnTo>
                    <a:pt x="5103971" y="931577"/>
                  </a:lnTo>
                  <a:lnTo>
                    <a:pt x="5174316" y="930727"/>
                  </a:lnTo>
                  <a:lnTo>
                    <a:pt x="5244660" y="929875"/>
                  </a:lnTo>
                  <a:lnTo>
                    <a:pt x="5315005" y="929021"/>
                  </a:lnTo>
                  <a:lnTo>
                    <a:pt x="5385349" y="928164"/>
                  </a:lnTo>
                  <a:lnTo>
                    <a:pt x="5455694" y="927306"/>
                  </a:lnTo>
                  <a:lnTo>
                    <a:pt x="5526038" y="926445"/>
                  </a:lnTo>
                  <a:lnTo>
                    <a:pt x="5596383" y="925582"/>
                  </a:lnTo>
                  <a:lnTo>
                    <a:pt x="5666727" y="924716"/>
                  </a:lnTo>
                  <a:lnTo>
                    <a:pt x="5737072" y="923849"/>
                  </a:lnTo>
                  <a:lnTo>
                    <a:pt x="5807416" y="922979"/>
                  </a:lnTo>
                  <a:lnTo>
                    <a:pt x="5877761" y="922107"/>
                  </a:lnTo>
                  <a:lnTo>
                    <a:pt x="5948105" y="921232"/>
                  </a:lnTo>
                  <a:lnTo>
                    <a:pt x="6018450" y="920356"/>
                  </a:lnTo>
                  <a:lnTo>
                    <a:pt x="6088794" y="919477"/>
                  </a:lnTo>
                  <a:lnTo>
                    <a:pt x="6159139" y="918595"/>
                  </a:lnTo>
                  <a:lnTo>
                    <a:pt x="6229483" y="917712"/>
                  </a:lnTo>
                  <a:lnTo>
                    <a:pt x="6299828" y="916826"/>
                  </a:lnTo>
                  <a:lnTo>
                    <a:pt x="6370172" y="915938"/>
                  </a:lnTo>
                  <a:lnTo>
                    <a:pt x="6440516" y="9150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3101502"/>
              <a:ext cx="6964104" cy="250720"/>
            </a:xfrm>
            <a:custGeom>
              <a:avLst/>
              <a:pathLst>
                <a:path w="6964104" h="250720">
                  <a:moveTo>
                    <a:pt x="6964104" y="250720"/>
                  </a:moveTo>
                  <a:lnTo>
                    <a:pt x="6893760" y="248976"/>
                  </a:lnTo>
                  <a:lnTo>
                    <a:pt x="6823415" y="247168"/>
                  </a:lnTo>
                  <a:lnTo>
                    <a:pt x="6753071" y="245294"/>
                  </a:lnTo>
                  <a:lnTo>
                    <a:pt x="6682726" y="243353"/>
                  </a:lnTo>
                  <a:lnTo>
                    <a:pt x="6612382" y="241341"/>
                  </a:lnTo>
                  <a:lnTo>
                    <a:pt x="6542037" y="239256"/>
                  </a:lnTo>
                  <a:lnTo>
                    <a:pt x="6471693" y="237096"/>
                  </a:lnTo>
                  <a:lnTo>
                    <a:pt x="6401348" y="234857"/>
                  </a:lnTo>
                  <a:lnTo>
                    <a:pt x="6331004" y="232536"/>
                  </a:lnTo>
                  <a:lnTo>
                    <a:pt x="6260659" y="230132"/>
                  </a:lnTo>
                  <a:lnTo>
                    <a:pt x="6190315" y="227640"/>
                  </a:lnTo>
                  <a:lnTo>
                    <a:pt x="6119970" y="225058"/>
                  </a:lnTo>
                  <a:lnTo>
                    <a:pt x="6049626" y="222382"/>
                  </a:lnTo>
                  <a:lnTo>
                    <a:pt x="5979281" y="219609"/>
                  </a:lnTo>
                  <a:lnTo>
                    <a:pt x="5908937" y="216736"/>
                  </a:lnTo>
                  <a:lnTo>
                    <a:pt x="5838592" y="213758"/>
                  </a:lnTo>
                  <a:lnTo>
                    <a:pt x="5768248" y="210672"/>
                  </a:lnTo>
                  <a:lnTo>
                    <a:pt x="5697903" y="207474"/>
                  </a:lnTo>
                  <a:lnTo>
                    <a:pt x="5627559" y="204160"/>
                  </a:lnTo>
                  <a:lnTo>
                    <a:pt x="5557214" y="200726"/>
                  </a:lnTo>
                  <a:lnTo>
                    <a:pt x="5486870" y="197167"/>
                  </a:lnTo>
                  <a:lnTo>
                    <a:pt x="5416525" y="193479"/>
                  </a:lnTo>
                  <a:lnTo>
                    <a:pt x="5346181" y="189657"/>
                  </a:lnTo>
                  <a:lnTo>
                    <a:pt x="5275836" y="185696"/>
                  </a:lnTo>
                  <a:lnTo>
                    <a:pt x="5205492" y="181592"/>
                  </a:lnTo>
                  <a:lnTo>
                    <a:pt x="5135147" y="177339"/>
                  </a:lnTo>
                  <a:lnTo>
                    <a:pt x="5064803" y="172931"/>
                  </a:lnTo>
                  <a:lnTo>
                    <a:pt x="4994458" y="168364"/>
                  </a:lnTo>
                  <a:lnTo>
                    <a:pt x="4924114" y="163630"/>
                  </a:lnTo>
                  <a:lnTo>
                    <a:pt x="4853769" y="158725"/>
                  </a:lnTo>
                  <a:lnTo>
                    <a:pt x="4783425" y="153642"/>
                  </a:lnTo>
                  <a:lnTo>
                    <a:pt x="4713080" y="148374"/>
                  </a:lnTo>
                  <a:lnTo>
                    <a:pt x="4642736" y="142916"/>
                  </a:lnTo>
                  <a:lnTo>
                    <a:pt x="4572391" y="137259"/>
                  </a:lnTo>
                  <a:lnTo>
                    <a:pt x="4502047" y="131397"/>
                  </a:lnTo>
                  <a:lnTo>
                    <a:pt x="4431702" y="125322"/>
                  </a:lnTo>
                  <a:lnTo>
                    <a:pt x="4361358" y="119026"/>
                  </a:lnTo>
                  <a:lnTo>
                    <a:pt x="4291013" y="112503"/>
                  </a:lnTo>
                  <a:lnTo>
                    <a:pt x="4220669" y="105742"/>
                  </a:lnTo>
                  <a:lnTo>
                    <a:pt x="4150324" y="98736"/>
                  </a:lnTo>
                  <a:lnTo>
                    <a:pt x="4079980" y="91476"/>
                  </a:lnTo>
                  <a:lnTo>
                    <a:pt x="4009635" y="83952"/>
                  </a:lnTo>
                  <a:lnTo>
                    <a:pt x="3939291" y="76155"/>
                  </a:lnTo>
                  <a:lnTo>
                    <a:pt x="3868946" y="68076"/>
                  </a:lnTo>
                  <a:lnTo>
                    <a:pt x="3798602" y="59703"/>
                  </a:lnTo>
                  <a:lnTo>
                    <a:pt x="3728257" y="51026"/>
                  </a:lnTo>
                  <a:lnTo>
                    <a:pt x="3657913" y="42035"/>
                  </a:lnTo>
                  <a:lnTo>
                    <a:pt x="3587569" y="32717"/>
                  </a:lnTo>
                  <a:lnTo>
                    <a:pt x="3517224" y="23061"/>
                  </a:lnTo>
                  <a:lnTo>
                    <a:pt x="3446880" y="13054"/>
                  </a:lnTo>
                  <a:lnTo>
                    <a:pt x="3376535" y="2684"/>
                  </a:lnTo>
                  <a:lnTo>
                    <a:pt x="3306191" y="0"/>
                  </a:lnTo>
                  <a:lnTo>
                    <a:pt x="3235846" y="777"/>
                  </a:lnTo>
                  <a:lnTo>
                    <a:pt x="3165502" y="1553"/>
                  </a:lnTo>
                  <a:lnTo>
                    <a:pt x="3095157" y="2326"/>
                  </a:lnTo>
                  <a:lnTo>
                    <a:pt x="3024813" y="3098"/>
                  </a:lnTo>
                  <a:lnTo>
                    <a:pt x="2954468" y="3868"/>
                  </a:lnTo>
                  <a:lnTo>
                    <a:pt x="2884124" y="4635"/>
                  </a:lnTo>
                  <a:lnTo>
                    <a:pt x="2813779" y="5401"/>
                  </a:lnTo>
                  <a:lnTo>
                    <a:pt x="2743435" y="6164"/>
                  </a:lnTo>
                  <a:lnTo>
                    <a:pt x="2673090" y="6926"/>
                  </a:lnTo>
                  <a:lnTo>
                    <a:pt x="2602746" y="7686"/>
                  </a:lnTo>
                  <a:lnTo>
                    <a:pt x="2532401" y="8443"/>
                  </a:lnTo>
                  <a:lnTo>
                    <a:pt x="2462057" y="9199"/>
                  </a:lnTo>
                  <a:lnTo>
                    <a:pt x="2391712" y="9953"/>
                  </a:lnTo>
                  <a:lnTo>
                    <a:pt x="2321368" y="10705"/>
                  </a:lnTo>
                  <a:lnTo>
                    <a:pt x="2251023" y="11454"/>
                  </a:lnTo>
                  <a:lnTo>
                    <a:pt x="2180679" y="12202"/>
                  </a:lnTo>
                  <a:lnTo>
                    <a:pt x="2110334" y="12948"/>
                  </a:lnTo>
                  <a:lnTo>
                    <a:pt x="2039990" y="13692"/>
                  </a:lnTo>
                  <a:lnTo>
                    <a:pt x="1969645" y="14434"/>
                  </a:lnTo>
                  <a:lnTo>
                    <a:pt x="1899301" y="15174"/>
                  </a:lnTo>
                  <a:lnTo>
                    <a:pt x="1828956" y="15912"/>
                  </a:lnTo>
                  <a:lnTo>
                    <a:pt x="1758612" y="16649"/>
                  </a:lnTo>
                  <a:lnTo>
                    <a:pt x="1688267" y="17383"/>
                  </a:lnTo>
                  <a:lnTo>
                    <a:pt x="1617923" y="18115"/>
                  </a:lnTo>
                  <a:lnTo>
                    <a:pt x="1547578" y="18846"/>
                  </a:lnTo>
                  <a:lnTo>
                    <a:pt x="1477234" y="19575"/>
                  </a:lnTo>
                  <a:lnTo>
                    <a:pt x="1406889" y="20301"/>
                  </a:lnTo>
                  <a:lnTo>
                    <a:pt x="1336545" y="21026"/>
                  </a:lnTo>
                  <a:lnTo>
                    <a:pt x="1266200" y="21749"/>
                  </a:lnTo>
                  <a:lnTo>
                    <a:pt x="1195856" y="22470"/>
                  </a:lnTo>
                  <a:lnTo>
                    <a:pt x="1125511" y="23189"/>
                  </a:lnTo>
                  <a:lnTo>
                    <a:pt x="1055167" y="23907"/>
                  </a:lnTo>
                  <a:lnTo>
                    <a:pt x="984822" y="24622"/>
                  </a:lnTo>
                  <a:lnTo>
                    <a:pt x="914478" y="25336"/>
                  </a:lnTo>
                  <a:lnTo>
                    <a:pt x="844133" y="26047"/>
                  </a:lnTo>
                  <a:lnTo>
                    <a:pt x="773789" y="26757"/>
                  </a:lnTo>
                  <a:lnTo>
                    <a:pt x="703444" y="27465"/>
                  </a:lnTo>
                  <a:lnTo>
                    <a:pt x="633100" y="28171"/>
                  </a:lnTo>
                  <a:lnTo>
                    <a:pt x="562755" y="28876"/>
                  </a:lnTo>
                  <a:lnTo>
                    <a:pt x="492411" y="29578"/>
                  </a:lnTo>
                  <a:lnTo>
                    <a:pt x="422066" y="30279"/>
                  </a:lnTo>
                  <a:lnTo>
                    <a:pt x="351722" y="30978"/>
                  </a:lnTo>
                  <a:lnTo>
                    <a:pt x="281377" y="31675"/>
                  </a:lnTo>
                  <a:lnTo>
                    <a:pt x="211033" y="32370"/>
                  </a:lnTo>
                  <a:lnTo>
                    <a:pt x="140688" y="33063"/>
                  </a:lnTo>
                  <a:lnTo>
                    <a:pt x="70344" y="33755"/>
                  </a:lnTo>
                  <a:lnTo>
                    <a:pt x="0" y="344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742073"/>
              <a:ext cx="6964104" cy="529972"/>
            </a:xfrm>
            <a:custGeom>
              <a:avLst/>
              <a:pathLst>
                <a:path w="6964104" h="529972">
                  <a:moveTo>
                    <a:pt x="0" y="0"/>
                  </a:moveTo>
                  <a:lnTo>
                    <a:pt x="70344" y="10785"/>
                  </a:lnTo>
                  <a:lnTo>
                    <a:pt x="140688" y="21393"/>
                  </a:lnTo>
                  <a:lnTo>
                    <a:pt x="211033" y="31828"/>
                  </a:lnTo>
                  <a:lnTo>
                    <a:pt x="281377" y="42091"/>
                  </a:lnTo>
                  <a:lnTo>
                    <a:pt x="351722" y="52187"/>
                  </a:lnTo>
                  <a:lnTo>
                    <a:pt x="422066" y="62117"/>
                  </a:lnTo>
                  <a:lnTo>
                    <a:pt x="492411" y="71884"/>
                  </a:lnTo>
                  <a:lnTo>
                    <a:pt x="562755" y="81491"/>
                  </a:lnTo>
                  <a:lnTo>
                    <a:pt x="633100" y="90941"/>
                  </a:lnTo>
                  <a:lnTo>
                    <a:pt x="703444" y="100236"/>
                  </a:lnTo>
                  <a:lnTo>
                    <a:pt x="773789" y="109379"/>
                  </a:lnTo>
                  <a:lnTo>
                    <a:pt x="844133" y="118371"/>
                  </a:lnTo>
                  <a:lnTo>
                    <a:pt x="914478" y="127217"/>
                  </a:lnTo>
                  <a:lnTo>
                    <a:pt x="984822" y="135918"/>
                  </a:lnTo>
                  <a:lnTo>
                    <a:pt x="1055167" y="144476"/>
                  </a:lnTo>
                  <a:lnTo>
                    <a:pt x="1125511" y="152893"/>
                  </a:lnTo>
                  <a:lnTo>
                    <a:pt x="1195856" y="161173"/>
                  </a:lnTo>
                  <a:lnTo>
                    <a:pt x="1266200" y="169318"/>
                  </a:lnTo>
                  <a:lnTo>
                    <a:pt x="1336545" y="177328"/>
                  </a:lnTo>
                  <a:lnTo>
                    <a:pt x="1406889" y="185208"/>
                  </a:lnTo>
                  <a:lnTo>
                    <a:pt x="1477234" y="192958"/>
                  </a:lnTo>
                  <a:lnTo>
                    <a:pt x="1547578" y="200582"/>
                  </a:lnTo>
                  <a:lnTo>
                    <a:pt x="1617923" y="208080"/>
                  </a:lnTo>
                  <a:lnTo>
                    <a:pt x="1688267" y="215456"/>
                  </a:lnTo>
                  <a:lnTo>
                    <a:pt x="1758612" y="222711"/>
                  </a:lnTo>
                  <a:lnTo>
                    <a:pt x="1828956" y="229847"/>
                  </a:lnTo>
                  <a:lnTo>
                    <a:pt x="1899301" y="236866"/>
                  </a:lnTo>
                  <a:lnTo>
                    <a:pt x="1969645" y="243770"/>
                  </a:lnTo>
                  <a:lnTo>
                    <a:pt x="2039990" y="250560"/>
                  </a:lnTo>
                  <a:lnTo>
                    <a:pt x="2110334" y="257240"/>
                  </a:lnTo>
                  <a:lnTo>
                    <a:pt x="2180679" y="263810"/>
                  </a:lnTo>
                  <a:lnTo>
                    <a:pt x="2251023" y="270273"/>
                  </a:lnTo>
                  <a:lnTo>
                    <a:pt x="2321368" y="276629"/>
                  </a:lnTo>
                  <a:lnTo>
                    <a:pt x="2391712" y="282882"/>
                  </a:lnTo>
                  <a:lnTo>
                    <a:pt x="2462057" y="289032"/>
                  </a:lnTo>
                  <a:lnTo>
                    <a:pt x="2532401" y="295081"/>
                  </a:lnTo>
                  <a:lnTo>
                    <a:pt x="2602746" y="301031"/>
                  </a:lnTo>
                  <a:lnTo>
                    <a:pt x="2673090" y="306884"/>
                  </a:lnTo>
                  <a:lnTo>
                    <a:pt x="2743435" y="312640"/>
                  </a:lnTo>
                  <a:lnTo>
                    <a:pt x="2813779" y="318303"/>
                  </a:lnTo>
                  <a:lnTo>
                    <a:pt x="2884124" y="323872"/>
                  </a:lnTo>
                  <a:lnTo>
                    <a:pt x="2954468" y="329351"/>
                  </a:lnTo>
                  <a:lnTo>
                    <a:pt x="3024813" y="334739"/>
                  </a:lnTo>
                  <a:lnTo>
                    <a:pt x="3095157" y="340040"/>
                  </a:lnTo>
                  <a:lnTo>
                    <a:pt x="3165502" y="345253"/>
                  </a:lnTo>
                  <a:lnTo>
                    <a:pt x="3235846" y="350381"/>
                  </a:lnTo>
                  <a:lnTo>
                    <a:pt x="3306191" y="355425"/>
                  </a:lnTo>
                  <a:lnTo>
                    <a:pt x="3376535" y="360387"/>
                  </a:lnTo>
                  <a:lnTo>
                    <a:pt x="3446880" y="365267"/>
                  </a:lnTo>
                  <a:lnTo>
                    <a:pt x="3517224" y="370067"/>
                  </a:lnTo>
                  <a:lnTo>
                    <a:pt x="3587569" y="374788"/>
                  </a:lnTo>
                  <a:lnTo>
                    <a:pt x="3657913" y="379432"/>
                  </a:lnTo>
                  <a:lnTo>
                    <a:pt x="3728257" y="384000"/>
                  </a:lnTo>
                  <a:lnTo>
                    <a:pt x="3798602" y="388494"/>
                  </a:lnTo>
                  <a:lnTo>
                    <a:pt x="3868946" y="392913"/>
                  </a:lnTo>
                  <a:lnTo>
                    <a:pt x="3939291" y="397260"/>
                  </a:lnTo>
                  <a:lnTo>
                    <a:pt x="4009635" y="401536"/>
                  </a:lnTo>
                  <a:lnTo>
                    <a:pt x="4079980" y="405742"/>
                  </a:lnTo>
                  <a:lnTo>
                    <a:pt x="4150324" y="409879"/>
                  </a:lnTo>
                  <a:lnTo>
                    <a:pt x="4220669" y="413948"/>
                  </a:lnTo>
                  <a:lnTo>
                    <a:pt x="4291013" y="417950"/>
                  </a:lnTo>
                  <a:lnTo>
                    <a:pt x="4361358" y="421887"/>
                  </a:lnTo>
                  <a:lnTo>
                    <a:pt x="4431702" y="425760"/>
                  </a:lnTo>
                  <a:lnTo>
                    <a:pt x="4502047" y="429569"/>
                  </a:lnTo>
                  <a:lnTo>
                    <a:pt x="4572391" y="433315"/>
                  </a:lnTo>
                  <a:lnTo>
                    <a:pt x="4642736" y="437000"/>
                  </a:lnTo>
                  <a:lnTo>
                    <a:pt x="4713080" y="440625"/>
                  </a:lnTo>
                  <a:lnTo>
                    <a:pt x="4783425" y="444190"/>
                  </a:lnTo>
                  <a:lnTo>
                    <a:pt x="4853769" y="447697"/>
                  </a:lnTo>
                  <a:lnTo>
                    <a:pt x="4924114" y="451147"/>
                  </a:lnTo>
                  <a:lnTo>
                    <a:pt x="4994458" y="454540"/>
                  </a:lnTo>
                  <a:lnTo>
                    <a:pt x="5064803" y="457877"/>
                  </a:lnTo>
                  <a:lnTo>
                    <a:pt x="5135147" y="461160"/>
                  </a:lnTo>
                  <a:lnTo>
                    <a:pt x="5205492" y="464389"/>
                  </a:lnTo>
                  <a:lnTo>
                    <a:pt x="5275836" y="467565"/>
                  </a:lnTo>
                  <a:lnTo>
                    <a:pt x="5346181" y="470688"/>
                  </a:lnTo>
                  <a:lnTo>
                    <a:pt x="5416525" y="473761"/>
                  </a:lnTo>
                  <a:lnTo>
                    <a:pt x="5486870" y="476784"/>
                  </a:lnTo>
                  <a:lnTo>
                    <a:pt x="5557214" y="479757"/>
                  </a:lnTo>
                  <a:lnTo>
                    <a:pt x="5627559" y="482681"/>
                  </a:lnTo>
                  <a:lnTo>
                    <a:pt x="5697903" y="485557"/>
                  </a:lnTo>
                  <a:lnTo>
                    <a:pt x="5768248" y="488386"/>
                  </a:lnTo>
                  <a:lnTo>
                    <a:pt x="5838592" y="491169"/>
                  </a:lnTo>
                  <a:lnTo>
                    <a:pt x="5908937" y="493906"/>
                  </a:lnTo>
                  <a:lnTo>
                    <a:pt x="5979281" y="496598"/>
                  </a:lnTo>
                  <a:lnTo>
                    <a:pt x="6049626" y="499247"/>
                  </a:lnTo>
                  <a:lnTo>
                    <a:pt x="6119970" y="501851"/>
                  </a:lnTo>
                  <a:lnTo>
                    <a:pt x="6190315" y="504414"/>
                  </a:lnTo>
                  <a:lnTo>
                    <a:pt x="6260659" y="506934"/>
                  </a:lnTo>
                  <a:lnTo>
                    <a:pt x="6331004" y="509413"/>
                  </a:lnTo>
                  <a:lnTo>
                    <a:pt x="6401348" y="511851"/>
                  </a:lnTo>
                  <a:lnTo>
                    <a:pt x="6471693" y="514249"/>
                  </a:lnTo>
                  <a:lnTo>
                    <a:pt x="6542037" y="516608"/>
                  </a:lnTo>
                  <a:lnTo>
                    <a:pt x="6612382" y="518928"/>
                  </a:lnTo>
                  <a:lnTo>
                    <a:pt x="6682726" y="521211"/>
                  </a:lnTo>
                  <a:lnTo>
                    <a:pt x="6753071" y="523456"/>
                  </a:lnTo>
                  <a:lnTo>
                    <a:pt x="6823415" y="525664"/>
                  </a:lnTo>
                  <a:lnTo>
                    <a:pt x="6893760" y="527836"/>
                  </a:lnTo>
                  <a:lnTo>
                    <a:pt x="6964104" y="5299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045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01262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64176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64630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(0.97-1.53), p = 0.090  |  per IQR decline (Δ = 29.3 %): 1.79 (0.91-3.50)  |  IQR: [-14.6, 14.7]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63676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48205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332733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417262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50179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8631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67084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75537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39905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121412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205940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9046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74997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459526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544055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628583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713112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97641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235312" y="4336484"/>
              <a:ext cx="6964104" cy="1209131"/>
            </a:xfrm>
            <a:custGeom>
              <a:avLst/>
              <a:pathLst>
                <a:path w="6964104" h="1209131">
                  <a:moveTo>
                    <a:pt x="523587" y="0"/>
                  </a:moveTo>
                  <a:lnTo>
                    <a:pt x="562755" y="24901"/>
                  </a:lnTo>
                  <a:lnTo>
                    <a:pt x="633100" y="68056"/>
                  </a:lnTo>
                  <a:lnTo>
                    <a:pt x="703444" y="109700"/>
                  </a:lnTo>
                  <a:lnTo>
                    <a:pt x="773789" y="149886"/>
                  </a:lnTo>
                  <a:lnTo>
                    <a:pt x="844133" y="188664"/>
                  </a:lnTo>
                  <a:lnTo>
                    <a:pt x="914478" y="226084"/>
                  </a:lnTo>
                  <a:lnTo>
                    <a:pt x="984822" y="262194"/>
                  </a:lnTo>
                  <a:lnTo>
                    <a:pt x="1055167" y="297039"/>
                  </a:lnTo>
                  <a:lnTo>
                    <a:pt x="1125511" y="330664"/>
                  </a:lnTo>
                  <a:lnTo>
                    <a:pt x="1195856" y="363111"/>
                  </a:lnTo>
                  <a:lnTo>
                    <a:pt x="1266200" y="394423"/>
                  </a:lnTo>
                  <a:lnTo>
                    <a:pt x="1336545" y="424637"/>
                  </a:lnTo>
                  <a:lnTo>
                    <a:pt x="1406889" y="453794"/>
                  </a:lnTo>
                  <a:lnTo>
                    <a:pt x="1477234" y="481929"/>
                  </a:lnTo>
                  <a:lnTo>
                    <a:pt x="1547578" y="509079"/>
                  </a:lnTo>
                  <a:lnTo>
                    <a:pt x="1617923" y="535278"/>
                  </a:lnTo>
                  <a:lnTo>
                    <a:pt x="1688267" y="560560"/>
                  </a:lnTo>
                  <a:lnTo>
                    <a:pt x="1758612" y="584957"/>
                  </a:lnTo>
                  <a:lnTo>
                    <a:pt x="1828956" y="608499"/>
                  </a:lnTo>
                  <a:lnTo>
                    <a:pt x="1899301" y="631216"/>
                  </a:lnTo>
                  <a:lnTo>
                    <a:pt x="1969645" y="653138"/>
                  </a:lnTo>
                  <a:lnTo>
                    <a:pt x="2039990" y="674293"/>
                  </a:lnTo>
                  <a:lnTo>
                    <a:pt x="2110334" y="694706"/>
                  </a:lnTo>
                  <a:lnTo>
                    <a:pt x="2180679" y="714405"/>
                  </a:lnTo>
                  <a:lnTo>
                    <a:pt x="2251023" y="733414"/>
                  </a:lnTo>
                  <a:lnTo>
                    <a:pt x="2321368" y="751757"/>
                  </a:lnTo>
                  <a:lnTo>
                    <a:pt x="2391712" y="769457"/>
                  </a:lnTo>
                  <a:lnTo>
                    <a:pt x="2462057" y="786538"/>
                  </a:lnTo>
                  <a:lnTo>
                    <a:pt x="2532401" y="803021"/>
                  </a:lnTo>
                  <a:lnTo>
                    <a:pt x="2602746" y="818926"/>
                  </a:lnTo>
                  <a:lnTo>
                    <a:pt x="2673090" y="834275"/>
                  </a:lnTo>
                  <a:lnTo>
                    <a:pt x="2743435" y="849086"/>
                  </a:lnTo>
                  <a:lnTo>
                    <a:pt x="2813779" y="863378"/>
                  </a:lnTo>
                  <a:lnTo>
                    <a:pt x="2884124" y="877170"/>
                  </a:lnTo>
                  <a:lnTo>
                    <a:pt x="2954468" y="890479"/>
                  </a:lnTo>
                  <a:lnTo>
                    <a:pt x="3024813" y="903321"/>
                  </a:lnTo>
                  <a:lnTo>
                    <a:pt x="3095157" y="915714"/>
                  </a:lnTo>
                  <a:lnTo>
                    <a:pt x="3165502" y="927673"/>
                  </a:lnTo>
                  <a:lnTo>
                    <a:pt x="3235846" y="939213"/>
                  </a:lnTo>
                  <a:lnTo>
                    <a:pt x="3306191" y="950349"/>
                  </a:lnTo>
                  <a:lnTo>
                    <a:pt x="3376535" y="957631"/>
                  </a:lnTo>
                  <a:lnTo>
                    <a:pt x="3446880" y="956849"/>
                  </a:lnTo>
                  <a:lnTo>
                    <a:pt x="3517224" y="956065"/>
                  </a:lnTo>
                  <a:lnTo>
                    <a:pt x="3587569" y="955279"/>
                  </a:lnTo>
                  <a:lnTo>
                    <a:pt x="3657913" y="954491"/>
                  </a:lnTo>
                  <a:lnTo>
                    <a:pt x="3728257" y="953702"/>
                  </a:lnTo>
                  <a:lnTo>
                    <a:pt x="3798602" y="952910"/>
                  </a:lnTo>
                  <a:lnTo>
                    <a:pt x="3868946" y="952115"/>
                  </a:lnTo>
                  <a:lnTo>
                    <a:pt x="3939291" y="951319"/>
                  </a:lnTo>
                  <a:lnTo>
                    <a:pt x="4009635" y="950521"/>
                  </a:lnTo>
                  <a:lnTo>
                    <a:pt x="4079980" y="949721"/>
                  </a:lnTo>
                  <a:lnTo>
                    <a:pt x="4150324" y="948918"/>
                  </a:lnTo>
                  <a:lnTo>
                    <a:pt x="4220669" y="948114"/>
                  </a:lnTo>
                  <a:lnTo>
                    <a:pt x="4291013" y="947307"/>
                  </a:lnTo>
                  <a:lnTo>
                    <a:pt x="4361358" y="946499"/>
                  </a:lnTo>
                  <a:lnTo>
                    <a:pt x="4431702" y="945688"/>
                  </a:lnTo>
                  <a:lnTo>
                    <a:pt x="4502047" y="944875"/>
                  </a:lnTo>
                  <a:lnTo>
                    <a:pt x="4572391" y="944060"/>
                  </a:lnTo>
                  <a:lnTo>
                    <a:pt x="4642736" y="943243"/>
                  </a:lnTo>
                  <a:lnTo>
                    <a:pt x="4713080" y="942424"/>
                  </a:lnTo>
                  <a:lnTo>
                    <a:pt x="4783425" y="941602"/>
                  </a:lnTo>
                  <a:lnTo>
                    <a:pt x="4853769" y="940779"/>
                  </a:lnTo>
                  <a:lnTo>
                    <a:pt x="4924114" y="939953"/>
                  </a:lnTo>
                  <a:lnTo>
                    <a:pt x="4994458" y="939125"/>
                  </a:lnTo>
                  <a:lnTo>
                    <a:pt x="5064803" y="938295"/>
                  </a:lnTo>
                  <a:lnTo>
                    <a:pt x="5135147" y="937463"/>
                  </a:lnTo>
                  <a:lnTo>
                    <a:pt x="5205492" y="936629"/>
                  </a:lnTo>
                  <a:lnTo>
                    <a:pt x="5275836" y="935792"/>
                  </a:lnTo>
                  <a:lnTo>
                    <a:pt x="5346181" y="934953"/>
                  </a:lnTo>
                  <a:lnTo>
                    <a:pt x="5416525" y="934112"/>
                  </a:lnTo>
                  <a:lnTo>
                    <a:pt x="5486870" y="933269"/>
                  </a:lnTo>
                  <a:lnTo>
                    <a:pt x="5557214" y="932424"/>
                  </a:lnTo>
                  <a:lnTo>
                    <a:pt x="5627559" y="931577"/>
                  </a:lnTo>
                  <a:lnTo>
                    <a:pt x="5697903" y="930727"/>
                  </a:lnTo>
                  <a:lnTo>
                    <a:pt x="5768248" y="929875"/>
                  </a:lnTo>
                  <a:lnTo>
                    <a:pt x="5838592" y="929021"/>
                  </a:lnTo>
                  <a:lnTo>
                    <a:pt x="5908937" y="928164"/>
                  </a:lnTo>
                  <a:lnTo>
                    <a:pt x="5979281" y="927306"/>
                  </a:lnTo>
                  <a:lnTo>
                    <a:pt x="6049626" y="926445"/>
                  </a:lnTo>
                  <a:lnTo>
                    <a:pt x="6119970" y="925582"/>
                  </a:lnTo>
                  <a:lnTo>
                    <a:pt x="6190315" y="924716"/>
                  </a:lnTo>
                  <a:lnTo>
                    <a:pt x="6260659" y="923849"/>
                  </a:lnTo>
                  <a:lnTo>
                    <a:pt x="6331004" y="922979"/>
                  </a:lnTo>
                  <a:lnTo>
                    <a:pt x="6401348" y="922107"/>
                  </a:lnTo>
                  <a:lnTo>
                    <a:pt x="6471693" y="921232"/>
                  </a:lnTo>
                  <a:lnTo>
                    <a:pt x="6542037" y="920356"/>
                  </a:lnTo>
                  <a:lnTo>
                    <a:pt x="6612382" y="919477"/>
                  </a:lnTo>
                  <a:lnTo>
                    <a:pt x="6682726" y="918595"/>
                  </a:lnTo>
                  <a:lnTo>
                    <a:pt x="6753071" y="917712"/>
                  </a:lnTo>
                  <a:lnTo>
                    <a:pt x="6823415" y="916826"/>
                  </a:lnTo>
                  <a:lnTo>
                    <a:pt x="6893760" y="915938"/>
                  </a:lnTo>
                  <a:lnTo>
                    <a:pt x="6964104" y="915047"/>
                  </a:lnTo>
                  <a:lnTo>
                    <a:pt x="6964104" y="1209131"/>
                  </a:lnTo>
                  <a:lnTo>
                    <a:pt x="6893760" y="1207387"/>
                  </a:lnTo>
                  <a:lnTo>
                    <a:pt x="6823415" y="1205579"/>
                  </a:lnTo>
                  <a:lnTo>
                    <a:pt x="6753071" y="1203705"/>
                  </a:lnTo>
                  <a:lnTo>
                    <a:pt x="6682726" y="1201764"/>
                  </a:lnTo>
                  <a:lnTo>
                    <a:pt x="6612382" y="1199752"/>
                  </a:lnTo>
                  <a:lnTo>
                    <a:pt x="6542037" y="1197667"/>
                  </a:lnTo>
                  <a:lnTo>
                    <a:pt x="6471693" y="1195506"/>
                  </a:lnTo>
                  <a:lnTo>
                    <a:pt x="6401348" y="1193267"/>
                  </a:lnTo>
                  <a:lnTo>
                    <a:pt x="6331004" y="1190947"/>
                  </a:lnTo>
                  <a:lnTo>
                    <a:pt x="6260659" y="1188543"/>
                  </a:lnTo>
                  <a:lnTo>
                    <a:pt x="6190315" y="1186051"/>
                  </a:lnTo>
                  <a:lnTo>
                    <a:pt x="6119970" y="1183469"/>
                  </a:lnTo>
                  <a:lnTo>
                    <a:pt x="6049626" y="1180793"/>
                  </a:lnTo>
                  <a:lnTo>
                    <a:pt x="5979281" y="1178020"/>
                  </a:lnTo>
                  <a:lnTo>
                    <a:pt x="5908937" y="1175147"/>
                  </a:lnTo>
                  <a:lnTo>
                    <a:pt x="5838592" y="1172169"/>
                  </a:lnTo>
                  <a:lnTo>
                    <a:pt x="5768248" y="1169083"/>
                  </a:lnTo>
                  <a:lnTo>
                    <a:pt x="5697903" y="1165885"/>
                  </a:lnTo>
                  <a:lnTo>
                    <a:pt x="5627559" y="1162571"/>
                  </a:lnTo>
                  <a:lnTo>
                    <a:pt x="5557214" y="1159137"/>
                  </a:lnTo>
                  <a:lnTo>
                    <a:pt x="5486870" y="1155578"/>
                  </a:lnTo>
                  <a:lnTo>
                    <a:pt x="5416525" y="1151890"/>
                  </a:lnTo>
                  <a:lnTo>
                    <a:pt x="5346181" y="1148068"/>
                  </a:lnTo>
                  <a:lnTo>
                    <a:pt x="5275836" y="1144107"/>
                  </a:lnTo>
                  <a:lnTo>
                    <a:pt x="5205492" y="1140003"/>
                  </a:lnTo>
                  <a:lnTo>
                    <a:pt x="5135147" y="1135750"/>
                  </a:lnTo>
                  <a:lnTo>
                    <a:pt x="5064803" y="1131342"/>
                  </a:lnTo>
                  <a:lnTo>
                    <a:pt x="4994458" y="1126774"/>
                  </a:lnTo>
                  <a:lnTo>
                    <a:pt x="4924114" y="1122041"/>
                  </a:lnTo>
                  <a:lnTo>
                    <a:pt x="4853769" y="1117136"/>
                  </a:lnTo>
                  <a:lnTo>
                    <a:pt x="4783425" y="1112053"/>
                  </a:lnTo>
                  <a:lnTo>
                    <a:pt x="4713080" y="1106785"/>
                  </a:lnTo>
                  <a:lnTo>
                    <a:pt x="4642736" y="1101326"/>
                  </a:lnTo>
                  <a:lnTo>
                    <a:pt x="4572391" y="1095670"/>
                  </a:lnTo>
                  <a:lnTo>
                    <a:pt x="4502047" y="1089807"/>
                  </a:lnTo>
                  <a:lnTo>
                    <a:pt x="4431702" y="1083733"/>
                  </a:lnTo>
                  <a:lnTo>
                    <a:pt x="4361358" y="1077437"/>
                  </a:lnTo>
                  <a:lnTo>
                    <a:pt x="4291013" y="1070913"/>
                  </a:lnTo>
                  <a:lnTo>
                    <a:pt x="4220669" y="1064153"/>
                  </a:lnTo>
                  <a:lnTo>
                    <a:pt x="4150324" y="1057147"/>
                  </a:lnTo>
                  <a:lnTo>
                    <a:pt x="4079980" y="1049887"/>
                  </a:lnTo>
                  <a:lnTo>
                    <a:pt x="4009635" y="1042363"/>
                  </a:lnTo>
                  <a:lnTo>
                    <a:pt x="3939291" y="1034566"/>
                  </a:lnTo>
                  <a:lnTo>
                    <a:pt x="3868946" y="1026487"/>
                  </a:lnTo>
                  <a:lnTo>
                    <a:pt x="3798602" y="1018114"/>
                  </a:lnTo>
                  <a:lnTo>
                    <a:pt x="3728257" y="1009437"/>
                  </a:lnTo>
                  <a:lnTo>
                    <a:pt x="3657913" y="1000445"/>
                  </a:lnTo>
                  <a:lnTo>
                    <a:pt x="3587569" y="991127"/>
                  </a:lnTo>
                  <a:lnTo>
                    <a:pt x="3517224" y="981471"/>
                  </a:lnTo>
                  <a:lnTo>
                    <a:pt x="3446880" y="971465"/>
                  </a:lnTo>
                  <a:lnTo>
                    <a:pt x="3376535" y="961095"/>
                  </a:lnTo>
                  <a:lnTo>
                    <a:pt x="3306191" y="958410"/>
                  </a:lnTo>
                  <a:lnTo>
                    <a:pt x="3235846" y="959188"/>
                  </a:lnTo>
                  <a:lnTo>
                    <a:pt x="3165502" y="959964"/>
                  </a:lnTo>
                  <a:lnTo>
                    <a:pt x="3095157" y="960737"/>
                  </a:lnTo>
                  <a:lnTo>
                    <a:pt x="3024813" y="961509"/>
                  </a:lnTo>
                  <a:lnTo>
                    <a:pt x="2954468" y="962278"/>
                  </a:lnTo>
                  <a:lnTo>
                    <a:pt x="2884124" y="963046"/>
                  </a:lnTo>
                  <a:lnTo>
                    <a:pt x="2813779" y="963812"/>
                  </a:lnTo>
                  <a:lnTo>
                    <a:pt x="2743435" y="964575"/>
                  </a:lnTo>
                  <a:lnTo>
                    <a:pt x="2673090" y="965337"/>
                  </a:lnTo>
                  <a:lnTo>
                    <a:pt x="2602746" y="966097"/>
                  </a:lnTo>
                  <a:lnTo>
                    <a:pt x="2532401" y="966854"/>
                  </a:lnTo>
                  <a:lnTo>
                    <a:pt x="2462057" y="967610"/>
                  </a:lnTo>
                  <a:lnTo>
                    <a:pt x="2391712" y="968364"/>
                  </a:lnTo>
                  <a:lnTo>
                    <a:pt x="2321368" y="969115"/>
                  </a:lnTo>
                  <a:lnTo>
                    <a:pt x="2251023" y="969865"/>
                  </a:lnTo>
                  <a:lnTo>
                    <a:pt x="2180679" y="970613"/>
                  </a:lnTo>
                  <a:lnTo>
                    <a:pt x="2110334" y="971359"/>
                  </a:lnTo>
                  <a:lnTo>
                    <a:pt x="2039990" y="972103"/>
                  </a:lnTo>
                  <a:lnTo>
                    <a:pt x="1969645" y="972845"/>
                  </a:lnTo>
                  <a:lnTo>
                    <a:pt x="1899301" y="973585"/>
                  </a:lnTo>
                  <a:lnTo>
                    <a:pt x="1828956" y="974323"/>
                  </a:lnTo>
                  <a:lnTo>
                    <a:pt x="1758612" y="975059"/>
                  </a:lnTo>
                  <a:lnTo>
                    <a:pt x="1688267" y="975794"/>
                  </a:lnTo>
                  <a:lnTo>
                    <a:pt x="1617923" y="976526"/>
                  </a:lnTo>
                  <a:lnTo>
                    <a:pt x="1547578" y="977257"/>
                  </a:lnTo>
                  <a:lnTo>
                    <a:pt x="1477234" y="977985"/>
                  </a:lnTo>
                  <a:lnTo>
                    <a:pt x="1406889" y="978712"/>
                  </a:lnTo>
                  <a:lnTo>
                    <a:pt x="1336545" y="979437"/>
                  </a:lnTo>
                  <a:lnTo>
                    <a:pt x="1266200" y="980160"/>
                  </a:lnTo>
                  <a:lnTo>
                    <a:pt x="1195856" y="980881"/>
                  </a:lnTo>
                  <a:lnTo>
                    <a:pt x="1125511" y="981600"/>
                  </a:lnTo>
                  <a:lnTo>
                    <a:pt x="1055167" y="982317"/>
                  </a:lnTo>
                  <a:lnTo>
                    <a:pt x="984822" y="983033"/>
                  </a:lnTo>
                  <a:lnTo>
                    <a:pt x="914478" y="983746"/>
                  </a:lnTo>
                  <a:lnTo>
                    <a:pt x="844133" y="984458"/>
                  </a:lnTo>
                  <a:lnTo>
                    <a:pt x="773789" y="985168"/>
                  </a:lnTo>
                  <a:lnTo>
                    <a:pt x="703444" y="985876"/>
                  </a:lnTo>
                  <a:lnTo>
                    <a:pt x="633100" y="986582"/>
                  </a:lnTo>
                  <a:lnTo>
                    <a:pt x="562755" y="987287"/>
                  </a:lnTo>
                  <a:lnTo>
                    <a:pt x="492411" y="987989"/>
                  </a:lnTo>
                  <a:lnTo>
                    <a:pt x="422066" y="988690"/>
                  </a:lnTo>
                  <a:lnTo>
                    <a:pt x="351722" y="989389"/>
                  </a:lnTo>
                  <a:lnTo>
                    <a:pt x="281377" y="990086"/>
                  </a:lnTo>
                  <a:lnTo>
                    <a:pt x="211033" y="990781"/>
                  </a:lnTo>
                  <a:lnTo>
                    <a:pt x="140688" y="991474"/>
                  </a:lnTo>
                  <a:lnTo>
                    <a:pt x="70344" y="992166"/>
                  </a:lnTo>
                  <a:lnTo>
                    <a:pt x="0" y="9928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1758899" y="4336484"/>
              <a:ext cx="6440516" cy="957631"/>
            </a:xfrm>
            <a:custGeom>
              <a:avLst/>
              <a:pathLst>
                <a:path w="6440516" h="957631">
                  <a:moveTo>
                    <a:pt x="0" y="0"/>
                  </a:moveTo>
                  <a:lnTo>
                    <a:pt x="39168" y="24901"/>
                  </a:lnTo>
                  <a:lnTo>
                    <a:pt x="109512" y="68056"/>
                  </a:lnTo>
                  <a:lnTo>
                    <a:pt x="179857" y="109700"/>
                  </a:lnTo>
                  <a:lnTo>
                    <a:pt x="250201" y="149886"/>
                  </a:lnTo>
                  <a:lnTo>
                    <a:pt x="320546" y="188664"/>
                  </a:lnTo>
                  <a:lnTo>
                    <a:pt x="390890" y="226084"/>
                  </a:lnTo>
                  <a:lnTo>
                    <a:pt x="461235" y="262194"/>
                  </a:lnTo>
                  <a:lnTo>
                    <a:pt x="531579" y="297039"/>
                  </a:lnTo>
                  <a:lnTo>
                    <a:pt x="601924" y="330664"/>
                  </a:lnTo>
                  <a:lnTo>
                    <a:pt x="672268" y="363111"/>
                  </a:lnTo>
                  <a:lnTo>
                    <a:pt x="742613" y="394423"/>
                  </a:lnTo>
                  <a:lnTo>
                    <a:pt x="812957" y="424637"/>
                  </a:lnTo>
                  <a:lnTo>
                    <a:pt x="883302" y="453794"/>
                  </a:lnTo>
                  <a:lnTo>
                    <a:pt x="953646" y="481929"/>
                  </a:lnTo>
                  <a:lnTo>
                    <a:pt x="1023991" y="509079"/>
                  </a:lnTo>
                  <a:lnTo>
                    <a:pt x="1094335" y="535278"/>
                  </a:lnTo>
                  <a:lnTo>
                    <a:pt x="1164680" y="560560"/>
                  </a:lnTo>
                  <a:lnTo>
                    <a:pt x="1235024" y="584957"/>
                  </a:lnTo>
                  <a:lnTo>
                    <a:pt x="1305369" y="608499"/>
                  </a:lnTo>
                  <a:lnTo>
                    <a:pt x="1375713" y="631216"/>
                  </a:lnTo>
                  <a:lnTo>
                    <a:pt x="1446058" y="653138"/>
                  </a:lnTo>
                  <a:lnTo>
                    <a:pt x="1516402" y="674293"/>
                  </a:lnTo>
                  <a:lnTo>
                    <a:pt x="1586747" y="694706"/>
                  </a:lnTo>
                  <a:lnTo>
                    <a:pt x="1657091" y="714405"/>
                  </a:lnTo>
                  <a:lnTo>
                    <a:pt x="1727436" y="733414"/>
                  </a:lnTo>
                  <a:lnTo>
                    <a:pt x="1797780" y="751757"/>
                  </a:lnTo>
                  <a:lnTo>
                    <a:pt x="1868125" y="769457"/>
                  </a:lnTo>
                  <a:lnTo>
                    <a:pt x="1938469" y="786538"/>
                  </a:lnTo>
                  <a:lnTo>
                    <a:pt x="2008814" y="803021"/>
                  </a:lnTo>
                  <a:lnTo>
                    <a:pt x="2079158" y="818926"/>
                  </a:lnTo>
                  <a:lnTo>
                    <a:pt x="2149503" y="834275"/>
                  </a:lnTo>
                  <a:lnTo>
                    <a:pt x="2219847" y="849086"/>
                  </a:lnTo>
                  <a:lnTo>
                    <a:pt x="2290192" y="863378"/>
                  </a:lnTo>
                  <a:lnTo>
                    <a:pt x="2360536" y="877170"/>
                  </a:lnTo>
                  <a:lnTo>
                    <a:pt x="2430881" y="890479"/>
                  </a:lnTo>
                  <a:lnTo>
                    <a:pt x="2501225" y="903321"/>
                  </a:lnTo>
                  <a:lnTo>
                    <a:pt x="2571570" y="915714"/>
                  </a:lnTo>
                  <a:lnTo>
                    <a:pt x="2641914" y="927673"/>
                  </a:lnTo>
                  <a:lnTo>
                    <a:pt x="2712258" y="939213"/>
                  </a:lnTo>
                  <a:lnTo>
                    <a:pt x="2782603" y="950349"/>
                  </a:lnTo>
                  <a:lnTo>
                    <a:pt x="2852947" y="957631"/>
                  </a:lnTo>
                  <a:lnTo>
                    <a:pt x="2923292" y="956849"/>
                  </a:lnTo>
                  <a:lnTo>
                    <a:pt x="2993636" y="956065"/>
                  </a:lnTo>
                  <a:lnTo>
                    <a:pt x="3063981" y="955279"/>
                  </a:lnTo>
                  <a:lnTo>
                    <a:pt x="3134325" y="954491"/>
                  </a:lnTo>
                  <a:lnTo>
                    <a:pt x="3204670" y="953702"/>
                  </a:lnTo>
                  <a:lnTo>
                    <a:pt x="3275014" y="952910"/>
                  </a:lnTo>
                  <a:lnTo>
                    <a:pt x="3345359" y="952115"/>
                  </a:lnTo>
                  <a:lnTo>
                    <a:pt x="3415703" y="951319"/>
                  </a:lnTo>
                  <a:lnTo>
                    <a:pt x="3486048" y="950521"/>
                  </a:lnTo>
                  <a:lnTo>
                    <a:pt x="3556392" y="949721"/>
                  </a:lnTo>
                  <a:lnTo>
                    <a:pt x="3626737" y="948918"/>
                  </a:lnTo>
                  <a:lnTo>
                    <a:pt x="3697081" y="948114"/>
                  </a:lnTo>
                  <a:lnTo>
                    <a:pt x="3767426" y="947307"/>
                  </a:lnTo>
                  <a:lnTo>
                    <a:pt x="3837770" y="946499"/>
                  </a:lnTo>
                  <a:lnTo>
                    <a:pt x="3908115" y="945688"/>
                  </a:lnTo>
                  <a:lnTo>
                    <a:pt x="3978459" y="944875"/>
                  </a:lnTo>
                  <a:lnTo>
                    <a:pt x="4048804" y="944060"/>
                  </a:lnTo>
                  <a:lnTo>
                    <a:pt x="4119148" y="943243"/>
                  </a:lnTo>
                  <a:lnTo>
                    <a:pt x="4189493" y="942424"/>
                  </a:lnTo>
                  <a:lnTo>
                    <a:pt x="4259837" y="941602"/>
                  </a:lnTo>
                  <a:lnTo>
                    <a:pt x="4330182" y="940779"/>
                  </a:lnTo>
                  <a:lnTo>
                    <a:pt x="4400526" y="939953"/>
                  </a:lnTo>
                  <a:lnTo>
                    <a:pt x="4470871" y="939125"/>
                  </a:lnTo>
                  <a:lnTo>
                    <a:pt x="4541215" y="938295"/>
                  </a:lnTo>
                  <a:lnTo>
                    <a:pt x="4611560" y="937463"/>
                  </a:lnTo>
                  <a:lnTo>
                    <a:pt x="4681904" y="936629"/>
                  </a:lnTo>
                  <a:lnTo>
                    <a:pt x="4752249" y="935792"/>
                  </a:lnTo>
                  <a:lnTo>
                    <a:pt x="4822593" y="934953"/>
                  </a:lnTo>
                  <a:lnTo>
                    <a:pt x="4892938" y="934112"/>
                  </a:lnTo>
                  <a:lnTo>
                    <a:pt x="4963282" y="933269"/>
                  </a:lnTo>
                  <a:lnTo>
                    <a:pt x="5033627" y="932424"/>
                  </a:lnTo>
                  <a:lnTo>
                    <a:pt x="5103971" y="931577"/>
                  </a:lnTo>
                  <a:lnTo>
                    <a:pt x="5174316" y="930727"/>
                  </a:lnTo>
                  <a:lnTo>
                    <a:pt x="5244660" y="929875"/>
                  </a:lnTo>
                  <a:lnTo>
                    <a:pt x="5315005" y="929021"/>
                  </a:lnTo>
                  <a:lnTo>
                    <a:pt x="5385349" y="928164"/>
                  </a:lnTo>
                  <a:lnTo>
                    <a:pt x="5455694" y="927306"/>
                  </a:lnTo>
                  <a:lnTo>
                    <a:pt x="5526038" y="926445"/>
                  </a:lnTo>
                  <a:lnTo>
                    <a:pt x="5596383" y="925582"/>
                  </a:lnTo>
                  <a:lnTo>
                    <a:pt x="5666727" y="924716"/>
                  </a:lnTo>
                  <a:lnTo>
                    <a:pt x="5737072" y="923849"/>
                  </a:lnTo>
                  <a:lnTo>
                    <a:pt x="5807416" y="922979"/>
                  </a:lnTo>
                  <a:lnTo>
                    <a:pt x="5877761" y="922107"/>
                  </a:lnTo>
                  <a:lnTo>
                    <a:pt x="5948105" y="921232"/>
                  </a:lnTo>
                  <a:lnTo>
                    <a:pt x="6018450" y="920356"/>
                  </a:lnTo>
                  <a:lnTo>
                    <a:pt x="6088794" y="919477"/>
                  </a:lnTo>
                  <a:lnTo>
                    <a:pt x="6159139" y="918595"/>
                  </a:lnTo>
                  <a:lnTo>
                    <a:pt x="6229483" y="917712"/>
                  </a:lnTo>
                  <a:lnTo>
                    <a:pt x="6299828" y="916826"/>
                  </a:lnTo>
                  <a:lnTo>
                    <a:pt x="6370172" y="915938"/>
                  </a:lnTo>
                  <a:lnTo>
                    <a:pt x="6440516" y="9150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5294895"/>
              <a:ext cx="6964104" cy="250720"/>
            </a:xfrm>
            <a:custGeom>
              <a:avLst/>
              <a:pathLst>
                <a:path w="6964104" h="250720">
                  <a:moveTo>
                    <a:pt x="6964104" y="250720"/>
                  </a:moveTo>
                  <a:lnTo>
                    <a:pt x="6893760" y="248976"/>
                  </a:lnTo>
                  <a:lnTo>
                    <a:pt x="6823415" y="247168"/>
                  </a:lnTo>
                  <a:lnTo>
                    <a:pt x="6753071" y="245294"/>
                  </a:lnTo>
                  <a:lnTo>
                    <a:pt x="6682726" y="243353"/>
                  </a:lnTo>
                  <a:lnTo>
                    <a:pt x="6612382" y="241341"/>
                  </a:lnTo>
                  <a:lnTo>
                    <a:pt x="6542037" y="239256"/>
                  </a:lnTo>
                  <a:lnTo>
                    <a:pt x="6471693" y="237096"/>
                  </a:lnTo>
                  <a:lnTo>
                    <a:pt x="6401348" y="234857"/>
                  </a:lnTo>
                  <a:lnTo>
                    <a:pt x="6331004" y="232536"/>
                  </a:lnTo>
                  <a:lnTo>
                    <a:pt x="6260659" y="230132"/>
                  </a:lnTo>
                  <a:lnTo>
                    <a:pt x="6190315" y="227640"/>
                  </a:lnTo>
                  <a:lnTo>
                    <a:pt x="6119970" y="225058"/>
                  </a:lnTo>
                  <a:lnTo>
                    <a:pt x="6049626" y="222382"/>
                  </a:lnTo>
                  <a:lnTo>
                    <a:pt x="5979281" y="219609"/>
                  </a:lnTo>
                  <a:lnTo>
                    <a:pt x="5908937" y="216736"/>
                  </a:lnTo>
                  <a:lnTo>
                    <a:pt x="5838592" y="213758"/>
                  </a:lnTo>
                  <a:lnTo>
                    <a:pt x="5768248" y="210672"/>
                  </a:lnTo>
                  <a:lnTo>
                    <a:pt x="5697903" y="207474"/>
                  </a:lnTo>
                  <a:lnTo>
                    <a:pt x="5627559" y="204160"/>
                  </a:lnTo>
                  <a:lnTo>
                    <a:pt x="5557214" y="200726"/>
                  </a:lnTo>
                  <a:lnTo>
                    <a:pt x="5486870" y="197167"/>
                  </a:lnTo>
                  <a:lnTo>
                    <a:pt x="5416525" y="193479"/>
                  </a:lnTo>
                  <a:lnTo>
                    <a:pt x="5346181" y="189657"/>
                  </a:lnTo>
                  <a:lnTo>
                    <a:pt x="5275836" y="185696"/>
                  </a:lnTo>
                  <a:lnTo>
                    <a:pt x="5205492" y="181592"/>
                  </a:lnTo>
                  <a:lnTo>
                    <a:pt x="5135147" y="177339"/>
                  </a:lnTo>
                  <a:lnTo>
                    <a:pt x="5064803" y="172931"/>
                  </a:lnTo>
                  <a:lnTo>
                    <a:pt x="4994458" y="168364"/>
                  </a:lnTo>
                  <a:lnTo>
                    <a:pt x="4924114" y="163630"/>
                  </a:lnTo>
                  <a:lnTo>
                    <a:pt x="4853769" y="158725"/>
                  </a:lnTo>
                  <a:lnTo>
                    <a:pt x="4783425" y="153642"/>
                  </a:lnTo>
                  <a:lnTo>
                    <a:pt x="4713080" y="148374"/>
                  </a:lnTo>
                  <a:lnTo>
                    <a:pt x="4642736" y="142916"/>
                  </a:lnTo>
                  <a:lnTo>
                    <a:pt x="4572391" y="137259"/>
                  </a:lnTo>
                  <a:lnTo>
                    <a:pt x="4502047" y="131397"/>
                  </a:lnTo>
                  <a:lnTo>
                    <a:pt x="4431702" y="125322"/>
                  </a:lnTo>
                  <a:lnTo>
                    <a:pt x="4361358" y="119026"/>
                  </a:lnTo>
                  <a:lnTo>
                    <a:pt x="4291013" y="112503"/>
                  </a:lnTo>
                  <a:lnTo>
                    <a:pt x="4220669" y="105742"/>
                  </a:lnTo>
                  <a:lnTo>
                    <a:pt x="4150324" y="98736"/>
                  </a:lnTo>
                  <a:lnTo>
                    <a:pt x="4079980" y="91476"/>
                  </a:lnTo>
                  <a:lnTo>
                    <a:pt x="4009635" y="83952"/>
                  </a:lnTo>
                  <a:lnTo>
                    <a:pt x="3939291" y="76155"/>
                  </a:lnTo>
                  <a:lnTo>
                    <a:pt x="3868946" y="68076"/>
                  </a:lnTo>
                  <a:lnTo>
                    <a:pt x="3798602" y="59703"/>
                  </a:lnTo>
                  <a:lnTo>
                    <a:pt x="3728257" y="51026"/>
                  </a:lnTo>
                  <a:lnTo>
                    <a:pt x="3657913" y="42035"/>
                  </a:lnTo>
                  <a:lnTo>
                    <a:pt x="3587569" y="32717"/>
                  </a:lnTo>
                  <a:lnTo>
                    <a:pt x="3517224" y="23061"/>
                  </a:lnTo>
                  <a:lnTo>
                    <a:pt x="3446880" y="13054"/>
                  </a:lnTo>
                  <a:lnTo>
                    <a:pt x="3376535" y="2684"/>
                  </a:lnTo>
                  <a:lnTo>
                    <a:pt x="3306191" y="0"/>
                  </a:lnTo>
                  <a:lnTo>
                    <a:pt x="3235846" y="777"/>
                  </a:lnTo>
                  <a:lnTo>
                    <a:pt x="3165502" y="1553"/>
                  </a:lnTo>
                  <a:lnTo>
                    <a:pt x="3095157" y="2326"/>
                  </a:lnTo>
                  <a:lnTo>
                    <a:pt x="3024813" y="3098"/>
                  </a:lnTo>
                  <a:lnTo>
                    <a:pt x="2954468" y="3868"/>
                  </a:lnTo>
                  <a:lnTo>
                    <a:pt x="2884124" y="4635"/>
                  </a:lnTo>
                  <a:lnTo>
                    <a:pt x="2813779" y="5401"/>
                  </a:lnTo>
                  <a:lnTo>
                    <a:pt x="2743435" y="6164"/>
                  </a:lnTo>
                  <a:lnTo>
                    <a:pt x="2673090" y="6926"/>
                  </a:lnTo>
                  <a:lnTo>
                    <a:pt x="2602746" y="7686"/>
                  </a:lnTo>
                  <a:lnTo>
                    <a:pt x="2532401" y="8443"/>
                  </a:lnTo>
                  <a:lnTo>
                    <a:pt x="2462057" y="9199"/>
                  </a:lnTo>
                  <a:lnTo>
                    <a:pt x="2391712" y="9953"/>
                  </a:lnTo>
                  <a:lnTo>
                    <a:pt x="2321368" y="10705"/>
                  </a:lnTo>
                  <a:lnTo>
                    <a:pt x="2251023" y="11454"/>
                  </a:lnTo>
                  <a:lnTo>
                    <a:pt x="2180679" y="12202"/>
                  </a:lnTo>
                  <a:lnTo>
                    <a:pt x="2110334" y="12948"/>
                  </a:lnTo>
                  <a:lnTo>
                    <a:pt x="2039990" y="13692"/>
                  </a:lnTo>
                  <a:lnTo>
                    <a:pt x="1969645" y="14434"/>
                  </a:lnTo>
                  <a:lnTo>
                    <a:pt x="1899301" y="15174"/>
                  </a:lnTo>
                  <a:lnTo>
                    <a:pt x="1828956" y="15912"/>
                  </a:lnTo>
                  <a:lnTo>
                    <a:pt x="1758612" y="16649"/>
                  </a:lnTo>
                  <a:lnTo>
                    <a:pt x="1688267" y="17383"/>
                  </a:lnTo>
                  <a:lnTo>
                    <a:pt x="1617923" y="18115"/>
                  </a:lnTo>
                  <a:lnTo>
                    <a:pt x="1547578" y="18846"/>
                  </a:lnTo>
                  <a:lnTo>
                    <a:pt x="1477234" y="19575"/>
                  </a:lnTo>
                  <a:lnTo>
                    <a:pt x="1406889" y="20301"/>
                  </a:lnTo>
                  <a:lnTo>
                    <a:pt x="1336545" y="21026"/>
                  </a:lnTo>
                  <a:lnTo>
                    <a:pt x="1266200" y="21749"/>
                  </a:lnTo>
                  <a:lnTo>
                    <a:pt x="1195856" y="22470"/>
                  </a:lnTo>
                  <a:lnTo>
                    <a:pt x="1125511" y="23189"/>
                  </a:lnTo>
                  <a:lnTo>
                    <a:pt x="1055167" y="23907"/>
                  </a:lnTo>
                  <a:lnTo>
                    <a:pt x="984822" y="24622"/>
                  </a:lnTo>
                  <a:lnTo>
                    <a:pt x="914478" y="25336"/>
                  </a:lnTo>
                  <a:lnTo>
                    <a:pt x="844133" y="26047"/>
                  </a:lnTo>
                  <a:lnTo>
                    <a:pt x="773789" y="26757"/>
                  </a:lnTo>
                  <a:lnTo>
                    <a:pt x="703444" y="27465"/>
                  </a:lnTo>
                  <a:lnTo>
                    <a:pt x="633100" y="28171"/>
                  </a:lnTo>
                  <a:lnTo>
                    <a:pt x="562755" y="28876"/>
                  </a:lnTo>
                  <a:lnTo>
                    <a:pt x="492411" y="29578"/>
                  </a:lnTo>
                  <a:lnTo>
                    <a:pt x="422066" y="30279"/>
                  </a:lnTo>
                  <a:lnTo>
                    <a:pt x="351722" y="30978"/>
                  </a:lnTo>
                  <a:lnTo>
                    <a:pt x="281377" y="31675"/>
                  </a:lnTo>
                  <a:lnTo>
                    <a:pt x="211033" y="32370"/>
                  </a:lnTo>
                  <a:lnTo>
                    <a:pt x="140688" y="33063"/>
                  </a:lnTo>
                  <a:lnTo>
                    <a:pt x="70344" y="33755"/>
                  </a:lnTo>
                  <a:lnTo>
                    <a:pt x="0" y="344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935465"/>
              <a:ext cx="6964104" cy="529972"/>
            </a:xfrm>
            <a:custGeom>
              <a:avLst/>
              <a:pathLst>
                <a:path w="6964104" h="529972">
                  <a:moveTo>
                    <a:pt x="0" y="0"/>
                  </a:moveTo>
                  <a:lnTo>
                    <a:pt x="70344" y="10785"/>
                  </a:lnTo>
                  <a:lnTo>
                    <a:pt x="140688" y="21393"/>
                  </a:lnTo>
                  <a:lnTo>
                    <a:pt x="211033" y="31828"/>
                  </a:lnTo>
                  <a:lnTo>
                    <a:pt x="281377" y="42091"/>
                  </a:lnTo>
                  <a:lnTo>
                    <a:pt x="351722" y="52187"/>
                  </a:lnTo>
                  <a:lnTo>
                    <a:pt x="422066" y="62117"/>
                  </a:lnTo>
                  <a:lnTo>
                    <a:pt x="492411" y="71884"/>
                  </a:lnTo>
                  <a:lnTo>
                    <a:pt x="562755" y="81491"/>
                  </a:lnTo>
                  <a:lnTo>
                    <a:pt x="633100" y="90941"/>
                  </a:lnTo>
                  <a:lnTo>
                    <a:pt x="703444" y="100236"/>
                  </a:lnTo>
                  <a:lnTo>
                    <a:pt x="773789" y="109379"/>
                  </a:lnTo>
                  <a:lnTo>
                    <a:pt x="844133" y="118371"/>
                  </a:lnTo>
                  <a:lnTo>
                    <a:pt x="914478" y="127217"/>
                  </a:lnTo>
                  <a:lnTo>
                    <a:pt x="984822" y="135918"/>
                  </a:lnTo>
                  <a:lnTo>
                    <a:pt x="1055167" y="144476"/>
                  </a:lnTo>
                  <a:lnTo>
                    <a:pt x="1125511" y="152893"/>
                  </a:lnTo>
                  <a:lnTo>
                    <a:pt x="1195856" y="161173"/>
                  </a:lnTo>
                  <a:lnTo>
                    <a:pt x="1266200" y="169318"/>
                  </a:lnTo>
                  <a:lnTo>
                    <a:pt x="1336545" y="177328"/>
                  </a:lnTo>
                  <a:lnTo>
                    <a:pt x="1406889" y="185208"/>
                  </a:lnTo>
                  <a:lnTo>
                    <a:pt x="1477234" y="192958"/>
                  </a:lnTo>
                  <a:lnTo>
                    <a:pt x="1547578" y="200582"/>
                  </a:lnTo>
                  <a:lnTo>
                    <a:pt x="1617923" y="208080"/>
                  </a:lnTo>
                  <a:lnTo>
                    <a:pt x="1688267" y="215456"/>
                  </a:lnTo>
                  <a:lnTo>
                    <a:pt x="1758612" y="222711"/>
                  </a:lnTo>
                  <a:lnTo>
                    <a:pt x="1828956" y="229847"/>
                  </a:lnTo>
                  <a:lnTo>
                    <a:pt x="1899301" y="236866"/>
                  </a:lnTo>
                  <a:lnTo>
                    <a:pt x="1969645" y="243770"/>
                  </a:lnTo>
                  <a:lnTo>
                    <a:pt x="2039990" y="250560"/>
                  </a:lnTo>
                  <a:lnTo>
                    <a:pt x="2110334" y="257240"/>
                  </a:lnTo>
                  <a:lnTo>
                    <a:pt x="2180679" y="263810"/>
                  </a:lnTo>
                  <a:lnTo>
                    <a:pt x="2251023" y="270273"/>
                  </a:lnTo>
                  <a:lnTo>
                    <a:pt x="2321368" y="276629"/>
                  </a:lnTo>
                  <a:lnTo>
                    <a:pt x="2391712" y="282882"/>
                  </a:lnTo>
                  <a:lnTo>
                    <a:pt x="2462057" y="289032"/>
                  </a:lnTo>
                  <a:lnTo>
                    <a:pt x="2532401" y="295081"/>
                  </a:lnTo>
                  <a:lnTo>
                    <a:pt x="2602746" y="301031"/>
                  </a:lnTo>
                  <a:lnTo>
                    <a:pt x="2673090" y="306884"/>
                  </a:lnTo>
                  <a:lnTo>
                    <a:pt x="2743435" y="312640"/>
                  </a:lnTo>
                  <a:lnTo>
                    <a:pt x="2813779" y="318303"/>
                  </a:lnTo>
                  <a:lnTo>
                    <a:pt x="2884124" y="323872"/>
                  </a:lnTo>
                  <a:lnTo>
                    <a:pt x="2954468" y="329351"/>
                  </a:lnTo>
                  <a:lnTo>
                    <a:pt x="3024813" y="334739"/>
                  </a:lnTo>
                  <a:lnTo>
                    <a:pt x="3095157" y="340040"/>
                  </a:lnTo>
                  <a:lnTo>
                    <a:pt x="3165502" y="345253"/>
                  </a:lnTo>
                  <a:lnTo>
                    <a:pt x="3235846" y="350381"/>
                  </a:lnTo>
                  <a:lnTo>
                    <a:pt x="3306191" y="355425"/>
                  </a:lnTo>
                  <a:lnTo>
                    <a:pt x="3376535" y="360387"/>
                  </a:lnTo>
                  <a:lnTo>
                    <a:pt x="3446880" y="365267"/>
                  </a:lnTo>
                  <a:lnTo>
                    <a:pt x="3517224" y="370067"/>
                  </a:lnTo>
                  <a:lnTo>
                    <a:pt x="3587569" y="374788"/>
                  </a:lnTo>
                  <a:lnTo>
                    <a:pt x="3657913" y="379432"/>
                  </a:lnTo>
                  <a:lnTo>
                    <a:pt x="3728257" y="384000"/>
                  </a:lnTo>
                  <a:lnTo>
                    <a:pt x="3798602" y="388494"/>
                  </a:lnTo>
                  <a:lnTo>
                    <a:pt x="3868946" y="392913"/>
                  </a:lnTo>
                  <a:lnTo>
                    <a:pt x="3939291" y="397260"/>
                  </a:lnTo>
                  <a:lnTo>
                    <a:pt x="4009635" y="401536"/>
                  </a:lnTo>
                  <a:lnTo>
                    <a:pt x="4079980" y="405742"/>
                  </a:lnTo>
                  <a:lnTo>
                    <a:pt x="4150324" y="409879"/>
                  </a:lnTo>
                  <a:lnTo>
                    <a:pt x="4220669" y="413948"/>
                  </a:lnTo>
                  <a:lnTo>
                    <a:pt x="4291013" y="417950"/>
                  </a:lnTo>
                  <a:lnTo>
                    <a:pt x="4361358" y="421887"/>
                  </a:lnTo>
                  <a:lnTo>
                    <a:pt x="4431702" y="425760"/>
                  </a:lnTo>
                  <a:lnTo>
                    <a:pt x="4502047" y="429569"/>
                  </a:lnTo>
                  <a:lnTo>
                    <a:pt x="4572391" y="433315"/>
                  </a:lnTo>
                  <a:lnTo>
                    <a:pt x="4642736" y="437000"/>
                  </a:lnTo>
                  <a:lnTo>
                    <a:pt x="4713080" y="440625"/>
                  </a:lnTo>
                  <a:lnTo>
                    <a:pt x="4783425" y="444190"/>
                  </a:lnTo>
                  <a:lnTo>
                    <a:pt x="4853769" y="447697"/>
                  </a:lnTo>
                  <a:lnTo>
                    <a:pt x="4924114" y="451147"/>
                  </a:lnTo>
                  <a:lnTo>
                    <a:pt x="4994458" y="454540"/>
                  </a:lnTo>
                  <a:lnTo>
                    <a:pt x="5064803" y="457877"/>
                  </a:lnTo>
                  <a:lnTo>
                    <a:pt x="5135147" y="461160"/>
                  </a:lnTo>
                  <a:lnTo>
                    <a:pt x="5205492" y="464389"/>
                  </a:lnTo>
                  <a:lnTo>
                    <a:pt x="5275836" y="467565"/>
                  </a:lnTo>
                  <a:lnTo>
                    <a:pt x="5346181" y="470688"/>
                  </a:lnTo>
                  <a:lnTo>
                    <a:pt x="5416525" y="473761"/>
                  </a:lnTo>
                  <a:lnTo>
                    <a:pt x="5486870" y="476784"/>
                  </a:lnTo>
                  <a:lnTo>
                    <a:pt x="5557214" y="479757"/>
                  </a:lnTo>
                  <a:lnTo>
                    <a:pt x="5627559" y="482681"/>
                  </a:lnTo>
                  <a:lnTo>
                    <a:pt x="5697903" y="485557"/>
                  </a:lnTo>
                  <a:lnTo>
                    <a:pt x="5768248" y="488386"/>
                  </a:lnTo>
                  <a:lnTo>
                    <a:pt x="5838592" y="491169"/>
                  </a:lnTo>
                  <a:lnTo>
                    <a:pt x="5908937" y="493906"/>
                  </a:lnTo>
                  <a:lnTo>
                    <a:pt x="5979281" y="496598"/>
                  </a:lnTo>
                  <a:lnTo>
                    <a:pt x="6049626" y="499247"/>
                  </a:lnTo>
                  <a:lnTo>
                    <a:pt x="6119970" y="501851"/>
                  </a:lnTo>
                  <a:lnTo>
                    <a:pt x="6190315" y="504414"/>
                  </a:lnTo>
                  <a:lnTo>
                    <a:pt x="6260659" y="506934"/>
                  </a:lnTo>
                  <a:lnTo>
                    <a:pt x="6331004" y="509413"/>
                  </a:lnTo>
                  <a:lnTo>
                    <a:pt x="6401348" y="511851"/>
                  </a:lnTo>
                  <a:lnTo>
                    <a:pt x="6471693" y="514249"/>
                  </a:lnTo>
                  <a:lnTo>
                    <a:pt x="6542037" y="516608"/>
                  </a:lnTo>
                  <a:lnTo>
                    <a:pt x="6612382" y="518928"/>
                  </a:lnTo>
                  <a:lnTo>
                    <a:pt x="6682726" y="521211"/>
                  </a:lnTo>
                  <a:lnTo>
                    <a:pt x="6753071" y="523456"/>
                  </a:lnTo>
                  <a:lnTo>
                    <a:pt x="6823415" y="525664"/>
                  </a:lnTo>
                  <a:lnTo>
                    <a:pt x="6893760" y="527836"/>
                  </a:lnTo>
                  <a:lnTo>
                    <a:pt x="6964104" y="5299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459045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2" name="tx72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113333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97861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823906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366919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4564176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5378373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622365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7068946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7914232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7" name="tx87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887106" y="4159544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1.22 (0.97-1.53), p = 0.090  |  per IQR decline (Δ = 29.3 %): 1.79 (0.91-3.50)  |  IQR: [-14.6, 14.7] %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3932770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2026-07-22T07:54:33Z</dcterms:modified>
  <cp:category/>
</cp:coreProperties>
</file>