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368390"/>
              <a:ext cx="6964104" cy="974692"/>
            </a:xfrm>
            <a:custGeom>
              <a:avLst/>
              <a:pathLst>
                <a:path w="6964104" h="974692">
                  <a:moveTo>
                    <a:pt x="0" y="0"/>
                  </a:moveTo>
                  <a:lnTo>
                    <a:pt x="70344" y="29712"/>
                  </a:lnTo>
                  <a:lnTo>
                    <a:pt x="140688" y="58568"/>
                  </a:lnTo>
                  <a:lnTo>
                    <a:pt x="211033" y="86594"/>
                  </a:lnTo>
                  <a:lnTo>
                    <a:pt x="281377" y="113813"/>
                  </a:lnTo>
                  <a:lnTo>
                    <a:pt x="351722" y="140248"/>
                  </a:lnTo>
                  <a:lnTo>
                    <a:pt x="422066" y="165922"/>
                  </a:lnTo>
                  <a:lnTo>
                    <a:pt x="492411" y="190857"/>
                  </a:lnTo>
                  <a:lnTo>
                    <a:pt x="562755" y="215074"/>
                  </a:lnTo>
                  <a:lnTo>
                    <a:pt x="633100" y="238593"/>
                  </a:lnTo>
                  <a:lnTo>
                    <a:pt x="703444" y="261436"/>
                  </a:lnTo>
                  <a:lnTo>
                    <a:pt x="773789" y="283620"/>
                  </a:lnTo>
                  <a:lnTo>
                    <a:pt x="844133" y="305166"/>
                  </a:lnTo>
                  <a:lnTo>
                    <a:pt x="914478" y="326091"/>
                  </a:lnTo>
                  <a:lnTo>
                    <a:pt x="984822" y="346414"/>
                  </a:lnTo>
                  <a:lnTo>
                    <a:pt x="1055167" y="366152"/>
                  </a:lnTo>
                  <a:lnTo>
                    <a:pt x="1125511" y="385321"/>
                  </a:lnTo>
                  <a:lnTo>
                    <a:pt x="1195856" y="403939"/>
                  </a:lnTo>
                  <a:lnTo>
                    <a:pt x="1266200" y="422020"/>
                  </a:lnTo>
                  <a:lnTo>
                    <a:pt x="1336545" y="439581"/>
                  </a:lnTo>
                  <a:lnTo>
                    <a:pt x="1406889" y="456636"/>
                  </a:lnTo>
                  <a:lnTo>
                    <a:pt x="1477234" y="473200"/>
                  </a:lnTo>
                  <a:lnTo>
                    <a:pt x="1547578" y="489287"/>
                  </a:lnTo>
                  <a:lnTo>
                    <a:pt x="1617923" y="504911"/>
                  </a:lnTo>
                  <a:lnTo>
                    <a:pt x="1688267" y="520085"/>
                  </a:lnTo>
                  <a:lnTo>
                    <a:pt x="1758612" y="534822"/>
                  </a:lnTo>
                  <a:lnTo>
                    <a:pt x="1828956" y="549135"/>
                  </a:lnTo>
                  <a:lnTo>
                    <a:pt x="1899301" y="563036"/>
                  </a:lnTo>
                  <a:lnTo>
                    <a:pt x="1969645" y="576536"/>
                  </a:lnTo>
                  <a:lnTo>
                    <a:pt x="2039990" y="589648"/>
                  </a:lnTo>
                  <a:lnTo>
                    <a:pt x="2110334" y="602382"/>
                  </a:lnTo>
                  <a:lnTo>
                    <a:pt x="2180679" y="614749"/>
                  </a:lnTo>
                  <a:lnTo>
                    <a:pt x="2251023" y="626761"/>
                  </a:lnTo>
                  <a:lnTo>
                    <a:pt x="2321368" y="638426"/>
                  </a:lnTo>
                  <a:lnTo>
                    <a:pt x="2391712" y="649756"/>
                  </a:lnTo>
                  <a:lnTo>
                    <a:pt x="2462057" y="660759"/>
                  </a:lnTo>
                  <a:lnTo>
                    <a:pt x="2532401" y="671446"/>
                  </a:lnTo>
                  <a:lnTo>
                    <a:pt x="2602746" y="681825"/>
                  </a:lnTo>
                  <a:lnTo>
                    <a:pt x="2673090" y="691905"/>
                  </a:lnTo>
                  <a:lnTo>
                    <a:pt x="2743435" y="701694"/>
                  </a:lnTo>
                  <a:lnTo>
                    <a:pt x="2813779" y="711202"/>
                  </a:lnTo>
                  <a:lnTo>
                    <a:pt x="2884124" y="720436"/>
                  </a:lnTo>
                  <a:lnTo>
                    <a:pt x="2954468" y="729405"/>
                  </a:lnTo>
                  <a:lnTo>
                    <a:pt x="3024813" y="734888"/>
                  </a:lnTo>
                  <a:lnTo>
                    <a:pt x="3095157" y="738475"/>
                  </a:lnTo>
                  <a:lnTo>
                    <a:pt x="3165502" y="742019"/>
                  </a:lnTo>
                  <a:lnTo>
                    <a:pt x="3235846" y="745519"/>
                  </a:lnTo>
                  <a:lnTo>
                    <a:pt x="3306191" y="748978"/>
                  </a:lnTo>
                  <a:lnTo>
                    <a:pt x="3376535" y="752395"/>
                  </a:lnTo>
                  <a:lnTo>
                    <a:pt x="3446880" y="755770"/>
                  </a:lnTo>
                  <a:lnTo>
                    <a:pt x="3517224" y="759105"/>
                  </a:lnTo>
                  <a:lnTo>
                    <a:pt x="3587569" y="762400"/>
                  </a:lnTo>
                  <a:lnTo>
                    <a:pt x="3657913" y="765654"/>
                  </a:lnTo>
                  <a:lnTo>
                    <a:pt x="3728257" y="768870"/>
                  </a:lnTo>
                  <a:lnTo>
                    <a:pt x="3798602" y="772046"/>
                  </a:lnTo>
                  <a:lnTo>
                    <a:pt x="3868946" y="775184"/>
                  </a:lnTo>
                  <a:lnTo>
                    <a:pt x="3939291" y="778285"/>
                  </a:lnTo>
                  <a:lnTo>
                    <a:pt x="4009635" y="781348"/>
                  </a:lnTo>
                  <a:lnTo>
                    <a:pt x="4079980" y="784373"/>
                  </a:lnTo>
                  <a:lnTo>
                    <a:pt x="4150324" y="787363"/>
                  </a:lnTo>
                  <a:lnTo>
                    <a:pt x="4220669" y="790316"/>
                  </a:lnTo>
                  <a:lnTo>
                    <a:pt x="4291013" y="793234"/>
                  </a:lnTo>
                  <a:lnTo>
                    <a:pt x="4361358" y="796116"/>
                  </a:lnTo>
                  <a:lnTo>
                    <a:pt x="4431702" y="798963"/>
                  </a:lnTo>
                  <a:lnTo>
                    <a:pt x="4502047" y="801777"/>
                  </a:lnTo>
                  <a:lnTo>
                    <a:pt x="4572391" y="804556"/>
                  </a:lnTo>
                  <a:lnTo>
                    <a:pt x="4642736" y="807301"/>
                  </a:lnTo>
                  <a:lnTo>
                    <a:pt x="4713080" y="810014"/>
                  </a:lnTo>
                  <a:lnTo>
                    <a:pt x="4783425" y="812693"/>
                  </a:lnTo>
                  <a:lnTo>
                    <a:pt x="4853769" y="815341"/>
                  </a:lnTo>
                  <a:lnTo>
                    <a:pt x="4924114" y="817956"/>
                  </a:lnTo>
                  <a:lnTo>
                    <a:pt x="4994458" y="820540"/>
                  </a:lnTo>
                  <a:lnTo>
                    <a:pt x="5064803" y="823092"/>
                  </a:lnTo>
                  <a:lnTo>
                    <a:pt x="5135147" y="825614"/>
                  </a:lnTo>
                  <a:lnTo>
                    <a:pt x="5205492" y="828105"/>
                  </a:lnTo>
                  <a:lnTo>
                    <a:pt x="5275836" y="830567"/>
                  </a:lnTo>
                  <a:lnTo>
                    <a:pt x="5346181" y="832998"/>
                  </a:lnTo>
                  <a:lnTo>
                    <a:pt x="5416525" y="835400"/>
                  </a:lnTo>
                  <a:lnTo>
                    <a:pt x="5486870" y="837773"/>
                  </a:lnTo>
                  <a:lnTo>
                    <a:pt x="5557214" y="840118"/>
                  </a:lnTo>
                  <a:lnTo>
                    <a:pt x="5627559" y="842434"/>
                  </a:lnTo>
                  <a:lnTo>
                    <a:pt x="5697903" y="844722"/>
                  </a:lnTo>
                  <a:lnTo>
                    <a:pt x="5768248" y="846983"/>
                  </a:lnTo>
                  <a:lnTo>
                    <a:pt x="5838592" y="849216"/>
                  </a:lnTo>
                  <a:lnTo>
                    <a:pt x="5908937" y="851422"/>
                  </a:lnTo>
                  <a:lnTo>
                    <a:pt x="5979281" y="853602"/>
                  </a:lnTo>
                  <a:lnTo>
                    <a:pt x="6049626" y="855755"/>
                  </a:lnTo>
                  <a:lnTo>
                    <a:pt x="6119970" y="857882"/>
                  </a:lnTo>
                  <a:lnTo>
                    <a:pt x="6190315" y="859984"/>
                  </a:lnTo>
                  <a:lnTo>
                    <a:pt x="6260659" y="862060"/>
                  </a:lnTo>
                  <a:lnTo>
                    <a:pt x="6331004" y="864111"/>
                  </a:lnTo>
                  <a:lnTo>
                    <a:pt x="6401348" y="866138"/>
                  </a:lnTo>
                  <a:lnTo>
                    <a:pt x="6471693" y="868139"/>
                  </a:lnTo>
                  <a:lnTo>
                    <a:pt x="6542037" y="870117"/>
                  </a:lnTo>
                  <a:lnTo>
                    <a:pt x="6612382" y="872071"/>
                  </a:lnTo>
                  <a:lnTo>
                    <a:pt x="6682726" y="874001"/>
                  </a:lnTo>
                  <a:lnTo>
                    <a:pt x="6753071" y="875908"/>
                  </a:lnTo>
                  <a:lnTo>
                    <a:pt x="6823415" y="877792"/>
                  </a:lnTo>
                  <a:lnTo>
                    <a:pt x="6893760" y="879653"/>
                  </a:lnTo>
                  <a:lnTo>
                    <a:pt x="6964104" y="881492"/>
                  </a:lnTo>
                  <a:lnTo>
                    <a:pt x="6964104" y="974692"/>
                  </a:lnTo>
                  <a:lnTo>
                    <a:pt x="6893760" y="972996"/>
                  </a:lnTo>
                  <a:lnTo>
                    <a:pt x="6823415" y="971249"/>
                  </a:lnTo>
                  <a:lnTo>
                    <a:pt x="6753071" y="969451"/>
                  </a:lnTo>
                  <a:lnTo>
                    <a:pt x="6682726" y="967600"/>
                  </a:lnTo>
                  <a:lnTo>
                    <a:pt x="6612382" y="965693"/>
                  </a:lnTo>
                  <a:lnTo>
                    <a:pt x="6542037" y="963730"/>
                  </a:lnTo>
                  <a:lnTo>
                    <a:pt x="6471693" y="961709"/>
                  </a:lnTo>
                  <a:lnTo>
                    <a:pt x="6401348" y="959628"/>
                  </a:lnTo>
                  <a:lnTo>
                    <a:pt x="6331004" y="957485"/>
                  </a:lnTo>
                  <a:lnTo>
                    <a:pt x="6260659" y="955279"/>
                  </a:lnTo>
                  <a:lnTo>
                    <a:pt x="6190315" y="953007"/>
                  </a:lnTo>
                  <a:lnTo>
                    <a:pt x="6119970" y="950668"/>
                  </a:lnTo>
                  <a:lnTo>
                    <a:pt x="6049626" y="948260"/>
                  </a:lnTo>
                  <a:lnTo>
                    <a:pt x="5979281" y="945780"/>
                  </a:lnTo>
                  <a:lnTo>
                    <a:pt x="5908937" y="943227"/>
                  </a:lnTo>
                  <a:lnTo>
                    <a:pt x="5838592" y="940598"/>
                  </a:lnTo>
                  <a:lnTo>
                    <a:pt x="5768248" y="937891"/>
                  </a:lnTo>
                  <a:lnTo>
                    <a:pt x="5697903" y="935104"/>
                  </a:lnTo>
                  <a:lnTo>
                    <a:pt x="5627559" y="932234"/>
                  </a:lnTo>
                  <a:lnTo>
                    <a:pt x="5557214" y="929279"/>
                  </a:lnTo>
                  <a:lnTo>
                    <a:pt x="5486870" y="926236"/>
                  </a:lnTo>
                  <a:lnTo>
                    <a:pt x="5416525" y="923104"/>
                  </a:lnTo>
                  <a:lnTo>
                    <a:pt x="5346181" y="919878"/>
                  </a:lnTo>
                  <a:lnTo>
                    <a:pt x="5275836" y="916557"/>
                  </a:lnTo>
                  <a:lnTo>
                    <a:pt x="5205492" y="913137"/>
                  </a:lnTo>
                  <a:lnTo>
                    <a:pt x="5135147" y="909616"/>
                  </a:lnTo>
                  <a:lnTo>
                    <a:pt x="5064803" y="905991"/>
                  </a:lnTo>
                  <a:lnTo>
                    <a:pt x="4994458" y="902258"/>
                  </a:lnTo>
                  <a:lnTo>
                    <a:pt x="4924114" y="898414"/>
                  </a:lnTo>
                  <a:lnTo>
                    <a:pt x="4853769" y="894456"/>
                  </a:lnTo>
                  <a:lnTo>
                    <a:pt x="4783425" y="890382"/>
                  </a:lnTo>
                  <a:lnTo>
                    <a:pt x="4713080" y="886186"/>
                  </a:lnTo>
                  <a:lnTo>
                    <a:pt x="4642736" y="881866"/>
                  </a:lnTo>
                  <a:lnTo>
                    <a:pt x="4572391" y="877417"/>
                  </a:lnTo>
                  <a:lnTo>
                    <a:pt x="4502047" y="872837"/>
                  </a:lnTo>
                  <a:lnTo>
                    <a:pt x="4431702" y="868122"/>
                  </a:lnTo>
                  <a:lnTo>
                    <a:pt x="4361358" y="863266"/>
                  </a:lnTo>
                  <a:lnTo>
                    <a:pt x="4291013" y="858266"/>
                  </a:lnTo>
                  <a:lnTo>
                    <a:pt x="4220669" y="853118"/>
                  </a:lnTo>
                  <a:lnTo>
                    <a:pt x="4150324" y="847818"/>
                  </a:lnTo>
                  <a:lnTo>
                    <a:pt x="4079980" y="842360"/>
                  </a:lnTo>
                  <a:lnTo>
                    <a:pt x="4009635" y="836741"/>
                  </a:lnTo>
                  <a:lnTo>
                    <a:pt x="3939291" y="830955"/>
                  </a:lnTo>
                  <a:lnTo>
                    <a:pt x="3868946" y="824997"/>
                  </a:lnTo>
                  <a:lnTo>
                    <a:pt x="3798602" y="818863"/>
                  </a:lnTo>
                  <a:lnTo>
                    <a:pt x="3728257" y="812547"/>
                  </a:lnTo>
                  <a:lnTo>
                    <a:pt x="3657913" y="806044"/>
                  </a:lnTo>
                  <a:lnTo>
                    <a:pt x="3587569" y="799348"/>
                  </a:lnTo>
                  <a:lnTo>
                    <a:pt x="3517224" y="792453"/>
                  </a:lnTo>
                  <a:lnTo>
                    <a:pt x="3446880" y="785354"/>
                  </a:lnTo>
                  <a:lnTo>
                    <a:pt x="3376535" y="778044"/>
                  </a:lnTo>
                  <a:lnTo>
                    <a:pt x="3306191" y="770518"/>
                  </a:lnTo>
                  <a:lnTo>
                    <a:pt x="3235846" y="762769"/>
                  </a:lnTo>
                  <a:lnTo>
                    <a:pt x="3165502" y="754790"/>
                  </a:lnTo>
                  <a:lnTo>
                    <a:pt x="3095157" y="746574"/>
                  </a:lnTo>
                  <a:lnTo>
                    <a:pt x="3024813" y="738115"/>
                  </a:lnTo>
                  <a:lnTo>
                    <a:pt x="2954468" y="731257"/>
                  </a:lnTo>
                  <a:lnTo>
                    <a:pt x="2884124" y="727582"/>
                  </a:lnTo>
                  <a:lnTo>
                    <a:pt x="2813779" y="723862"/>
                  </a:lnTo>
                  <a:lnTo>
                    <a:pt x="2743435" y="720096"/>
                  </a:lnTo>
                  <a:lnTo>
                    <a:pt x="2673090" y="716285"/>
                  </a:lnTo>
                  <a:lnTo>
                    <a:pt x="2602746" y="712427"/>
                  </a:lnTo>
                  <a:lnTo>
                    <a:pt x="2532401" y="708521"/>
                  </a:lnTo>
                  <a:lnTo>
                    <a:pt x="2462057" y="704568"/>
                  </a:lnTo>
                  <a:lnTo>
                    <a:pt x="2391712" y="700567"/>
                  </a:lnTo>
                  <a:lnTo>
                    <a:pt x="2321368" y="696516"/>
                  </a:lnTo>
                  <a:lnTo>
                    <a:pt x="2251023" y="692416"/>
                  </a:lnTo>
                  <a:lnTo>
                    <a:pt x="2180679" y="688266"/>
                  </a:lnTo>
                  <a:lnTo>
                    <a:pt x="2110334" y="684066"/>
                  </a:lnTo>
                  <a:lnTo>
                    <a:pt x="2039990" y="679814"/>
                  </a:lnTo>
                  <a:lnTo>
                    <a:pt x="1969645" y="675510"/>
                  </a:lnTo>
                  <a:lnTo>
                    <a:pt x="1899301" y="671153"/>
                  </a:lnTo>
                  <a:lnTo>
                    <a:pt x="1828956" y="666743"/>
                  </a:lnTo>
                  <a:lnTo>
                    <a:pt x="1758612" y="662279"/>
                  </a:lnTo>
                  <a:lnTo>
                    <a:pt x="1688267" y="657761"/>
                  </a:lnTo>
                  <a:lnTo>
                    <a:pt x="1617923" y="653187"/>
                  </a:lnTo>
                  <a:lnTo>
                    <a:pt x="1547578" y="648558"/>
                  </a:lnTo>
                  <a:lnTo>
                    <a:pt x="1477234" y="643871"/>
                  </a:lnTo>
                  <a:lnTo>
                    <a:pt x="1406889" y="639128"/>
                  </a:lnTo>
                  <a:lnTo>
                    <a:pt x="1336545" y="634327"/>
                  </a:lnTo>
                  <a:lnTo>
                    <a:pt x="1266200" y="629467"/>
                  </a:lnTo>
                  <a:lnTo>
                    <a:pt x="1195856" y="624547"/>
                  </a:lnTo>
                  <a:lnTo>
                    <a:pt x="1125511" y="619567"/>
                  </a:lnTo>
                  <a:lnTo>
                    <a:pt x="1055167" y="614527"/>
                  </a:lnTo>
                  <a:lnTo>
                    <a:pt x="984822" y="609425"/>
                  </a:lnTo>
                  <a:lnTo>
                    <a:pt x="914478" y="604260"/>
                  </a:lnTo>
                  <a:lnTo>
                    <a:pt x="844133" y="599033"/>
                  </a:lnTo>
                  <a:lnTo>
                    <a:pt x="773789" y="593741"/>
                  </a:lnTo>
                  <a:lnTo>
                    <a:pt x="703444" y="588385"/>
                  </a:lnTo>
                  <a:lnTo>
                    <a:pt x="633100" y="582963"/>
                  </a:lnTo>
                  <a:lnTo>
                    <a:pt x="562755" y="577475"/>
                  </a:lnTo>
                  <a:lnTo>
                    <a:pt x="492411" y="571920"/>
                  </a:lnTo>
                  <a:lnTo>
                    <a:pt x="422066" y="566297"/>
                  </a:lnTo>
                  <a:lnTo>
                    <a:pt x="351722" y="560606"/>
                  </a:lnTo>
                  <a:lnTo>
                    <a:pt x="281377" y="554844"/>
                  </a:lnTo>
                  <a:lnTo>
                    <a:pt x="211033" y="549013"/>
                  </a:lnTo>
                  <a:lnTo>
                    <a:pt x="140688" y="543110"/>
                  </a:lnTo>
                  <a:lnTo>
                    <a:pt x="70344" y="537134"/>
                  </a:lnTo>
                  <a:lnTo>
                    <a:pt x="0" y="531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368390"/>
              <a:ext cx="6964104" cy="881492"/>
            </a:xfrm>
            <a:custGeom>
              <a:avLst/>
              <a:pathLst>
                <a:path w="6964104" h="881492">
                  <a:moveTo>
                    <a:pt x="0" y="0"/>
                  </a:moveTo>
                  <a:lnTo>
                    <a:pt x="70344" y="29712"/>
                  </a:lnTo>
                  <a:lnTo>
                    <a:pt x="140688" y="58568"/>
                  </a:lnTo>
                  <a:lnTo>
                    <a:pt x="211033" y="86594"/>
                  </a:lnTo>
                  <a:lnTo>
                    <a:pt x="281377" y="113813"/>
                  </a:lnTo>
                  <a:lnTo>
                    <a:pt x="351722" y="140248"/>
                  </a:lnTo>
                  <a:lnTo>
                    <a:pt x="422066" y="165922"/>
                  </a:lnTo>
                  <a:lnTo>
                    <a:pt x="492411" y="190857"/>
                  </a:lnTo>
                  <a:lnTo>
                    <a:pt x="562755" y="215074"/>
                  </a:lnTo>
                  <a:lnTo>
                    <a:pt x="633100" y="238593"/>
                  </a:lnTo>
                  <a:lnTo>
                    <a:pt x="703444" y="261436"/>
                  </a:lnTo>
                  <a:lnTo>
                    <a:pt x="773789" y="283620"/>
                  </a:lnTo>
                  <a:lnTo>
                    <a:pt x="844133" y="305166"/>
                  </a:lnTo>
                  <a:lnTo>
                    <a:pt x="914478" y="326091"/>
                  </a:lnTo>
                  <a:lnTo>
                    <a:pt x="984822" y="346414"/>
                  </a:lnTo>
                  <a:lnTo>
                    <a:pt x="1055167" y="366152"/>
                  </a:lnTo>
                  <a:lnTo>
                    <a:pt x="1125511" y="385321"/>
                  </a:lnTo>
                  <a:lnTo>
                    <a:pt x="1195856" y="403939"/>
                  </a:lnTo>
                  <a:lnTo>
                    <a:pt x="1266200" y="422020"/>
                  </a:lnTo>
                  <a:lnTo>
                    <a:pt x="1336545" y="439581"/>
                  </a:lnTo>
                  <a:lnTo>
                    <a:pt x="1406889" y="456636"/>
                  </a:lnTo>
                  <a:lnTo>
                    <a:pt x="1477234" y="473200"/>
                  </a:lnTo>
                  <a:lnTo>
                    <a:pt x="1547578" y="489287"/>
                  </a:lnTo>
                  <a:lnTo>
                    <a:pt x="1617923" y="504911"/>
                  </a:lnTo>
                  <a:lnTo>
                    <a:pt x="1688267" y="520085"/>
                  </a:lnTo>
                  <a:lnTo>
                    <a:pt x="1758612" y="534822"/>
                  </a:lnTo>
                  <a:lnTo>
                    <a:pt x="1828956" y="549135"/>
                  </a:lnTo>
                  <a:lnTo>
                    <a:pt x="1899301" y="563036"/>
                  </a:lnTo>
                  <a:lnTo>
                    <a:pt x="1969645" y="576536"/>
                  </a:lnTo>
                  <a:lnTo>
                    <a:pt x="2039990" y="589648"/>
                  </a:lnTo>
                  <a:lnTo>
                    <a:pt x="2110334" y="602382"/>
                  </a:lnTo>
                  <a:lnTo>
                    <a:pt x="2180679" y="614749"/>
                  </a:lnTo>
                  <a:lnTo>
                    <a:pt x="2251023" y="626761"/>
                  </a:lnTo>
                  <a:lnTo>
                    <a:pt x="2321368" y="638426"/>
                  </a:lnTo>
                  <a:lnTo>
                    <a:pt x="2391712" y="649756"/>
                  </a:lnTo>
                  <a:lnTo>
                    <a:pt x="2462057" y="660759"/>
                  </a:lnTo>
                  <a:lnTo>
                    <a:pt x="2532401" y="671446"/>
                  </a:lnTo>
                  <a:lnTo>
                    <a:pt x="2602746" y="681825"/>
                  </a:lnTo>
                  <a:lnTo>
                    <a:pt x="2673090" y="691905"/>
                  </a:lnTo>
                  <a:lnTo>
                    <a:pt x="2743435" y="701694"/>
                  </a:lnTo>
                  <a:lnTo>
                    <a:pt x="2813779" y="711202"/>
                  </a:lnTo>
                  <a:lnTo>
                    <a:pt x="2884124" y="720436"/>
                  </a:lnTo>
                  <a:lnTo>
                    <a:pt x="2954468" y="729405"/>
                  </a:lnTo>
                  <a:lnTo>
                    <a:pt x="3024813" y="734888"/>
                  </a:lnTo>
                  <a:lnTo>
                    <a:pt x="3095157" y="738475"/>
                  </a:lnTo>
                  <a:lnTo>
                    <a:pt x="3165502" y="742019"/>
                  </a:lnTo>
                  <a:lnTo>
                    <a:pt x="3235846" y="745519"/>
                  </a:lnTo>
                  <a:lnTo>
                    <a:pt x="3306191" y="748978"/>
                  </a:lnTo>
                  <a:lnTo>
                    <a:pt x="3376535" y="752395"/>
                  </a:lnTo>
                  <a:lnTo>
                    <a:pt x="3446880" y="755770"/>
                  </a:lnTo>
                  <a:lnTo>
                    <a:pt x="3517224" y="759105"/>
                  </a:lnTo>
                  <a:lnTo>
                    <a:pt x="3587569" y="762400"/>
                  </a:lnTo>
                  <a:lnTo>
                    <a:pt x="3657913" y="765654"/>
                  </a:lnTo>
                  <a:lnTo>
                    <a:pt x="3728257" y="768870"/>
                  </a:lnTo>
                  <a:lnTo>
                    <a:pt x="3798602" y="772046"/>
                  </a:lnTo>
                  <a:lnTo>
                    <a:pt x="3868946" y="775184"/>
                  </a:lnTo>
                  <a:lnTo>
                    <a:pt x="3939291" y="778285"/>
                  </a:lnTo>
                  <a:lnTo>
                    <a:pt x="4009635" y="781348"/>
                  </a:lnTo>
                  <a:lnTo>
                    <a:pt x="4079980" y="784373"/>
                  </a:lnTo>
                  <a:lnTo>
                    <a:pt x="4150324" y="787363"/>
                  </a:lnTo>
                  <a:lnTo>
                    <a:pt x="4220669" y="790316"/>
                  </a:lnTo>
                  <a:lnTo>
                    <a:pt x="4291013" y="793234"/>
                  </a:lnTo>
                  <a:lnTo>
                    <a:pt x="4361358" y="796116"/>
                  </a:lnTo>
                  <a:lnTo>
                    <a:pt x="4431702" y="798963"/>
                  </a:lnTo>
                  <a:lnTo>
                    <a:pt x="4502047" y="801777"/>
                  </a:lnTo>
                  <a:lnTo>
                    <a:pt x="4572391" y="804556"/>
                  </a:lnTo>
                  <a:lnTo>
                    <a:pt x="4642736" y="807301"/>
                  </a:lnTo>
                  <a:lnTo>
                    <a:pt x="4713080" y="810014"/>
                  </a:lnTo>
                  <a:lnTo>
                    <a:pt x="4783425" y="812693"/>
                  </a:lnTo>
                  <a:lnTo>
                    <a:pt x="4853769" y="815341"/>
                  </a:lnTo>
                  <a:lnTo>
                    <a:pt x="4924114" y="817956"/>
                  </a:lnTo>
                  <a:lnTo>
                    <a:pt x="4994458" y="820540"/>
                  </a:lnTo>
                  <a:lnTo>
                    <a:pt x="5064803" y="823092"/>
                  </a:lnTo>
                  <a:lnTo>
                    <a:pt x="5135147" y="825614"/>
                  </a:lnTo>
                  <a:lnTo>
                    <a:pt x="5205492" y="828105"/>
                  </a:lnTo>
                  <a:lnTo>
                    <a:pt x="5275836" y="830567"/>
                  </a:lnTo>
                  <a:lnTo>
                    <a:pt x="5346181" y="832998"/>
                  </a:lnTo>
                  <a:lnTo>
                    <a:pt x="5416525" y="835400"/>
                  </a:lnTo>
                  <a:lnTo>
                    <a:pt x="5486870" y="837773"/>
                  </a:lnTo>
                  <a:lnTo>
                    <a:pt x="5557214" y="840118"/>
                  </a:lnTo>
                  <a:lnTo>
                    <a:pt x="5627559" y="842434"/>
                  </a:lnTo>
                  <a:lnTo>
                    <a:pt x="5697903" y="844722"/>
                  </a:lnTo>
                  <a:lnTo>
                    <a:pt x="5768248" y="846983"/>
                  </a:lnTo>
                  <a:lnTo>
                    <a:pt x="5838592" y="849216"/>
                  </a:lnTo>
                  <a:lnTo>
                    <a:pt x="5908937" y="851422"/>
                  </a:lnTo>
                  <a:lnTo>
                    <a:pt x="5979281" y="853602"/>
                  </a:lnTo>
                  <a:lnTo>
                    <a:pt x="6049626" y="855755"/>
                  </a:lnTo>
                  <a:lnTo>
                    <a:pt x="6119970" y="857882"/>
                  </a:lnTo>
                  <a:lnTo>
                    <a:pt x="6190315" y="859984"/>
                  </a:lnTo>
                  <a:lnTo>
                    <a:pt x="6260659" y="862060"/>
                  </a:lnTo>
                  <a:lnTo>
                    <a:pt x="6331004" y="864111"/>
                  </a:lnTo>
                  <a:lnTo>
                    <a:pt x="6401348" y="866138"/>
                  </a:lnTo>
                  <a:lnTo>
                    <a:pt x="6471693" y="868139"/>
                  </a:lnTo>
                  <a:lnTo>
                    <a:pt x="6542037" y="870117"/>
                  </a:lnTo>
                  <a:lnTo>
                    <a:pt x="6612382" y="872071"/>
                  </a:lnTo>
                  <a:lnTo>
                    <a:pt x="6682726" y="874001"/>
                  </a:lnTo>
                  <a:lnTo>
                    <a:pt x="6753071" y="875908"/>
                  </a:lnTo>
                  <a:lnTo>
                    <a:pt x="6823415" y="877792"/>
                  </a:lnTo>
                  <a:lnTo>
                    <a:pt x="6893760" y="879653"/>
                  </a:lnTo>
                  <a:lnTo>
                    <a:pt x="6964104" y="8814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2899477"/>
              <a:ext cx="6964104" cy="443605"/>
            </a:xfrm>
            <a:custGeom>
              <a:avLst/>
              <a:pathLst>
                <a:path w="6964104" h="443605">
                  <a:moveTo>
                    <a:pt x="6964104" y="443605"/>
                  </a:moveTo>
                  <a:lnTo>
                    <a:pt x="6893760" y="441909"/>
                  </a:lnTo>
                  <a:lnTo>
                    <a:pt x="6823415" y="440163"/>
                  </a:lnTo>
                  <a:lnTo>
                    <a:pt x="6753071" y="438364"/>
                  </a:lnTo>
                  <a:lnTo>
                    <a:pt x="6682726" y="436513"/>
                  </a:lnTo>
                  <a:lnTo>
                    <a:pt x="6612382" y="434607"/>
                  </a:lnTo>
                  <a:lnTo>
                    <a:pt x="6542037" y="432644"/>
                  </a:lnTo>
                  <a:lnTo>
                    <a:pt x="6471693" y="430622"/>
                  </a:lnTo>
                  <a:lnTo>
                    <a:pt x="6401348" y="428541"/>
                  </a:lnTo>
                  <a:lnTo>
                    <a:pt x="6331004" y="426399"/>
                  </a:lnTo>
                  <a:lnTo>
                    <a:pt x="6260659" y="424192"/>
                  </a:lnTo>
                  <a:lnTo>
                    <a:pt x="6190315" y="421921"/>
                  </a:lnTo>
                  <a:lnTo>
                    <a:pt x="6119970" y="419582"/>
                  </a:lnTo>
                  <a:lnTo>
                    <a:pt x="6049626" y="417173"/>
                  </a:lnTo>
                  <a:lnTo>
                    <a:pt x="5979281" y="414693"/>
                  </a:lnTo>
                  <a:lnTo>
                    <a:pt x="5908937" y="412140"/>
                  </a:lnTo>
                  <a:lnTo>
                    <a:pt x="5838592" y="409511"/>
                  </a:lnTo>
                  <a:lnTo>
                    <a:pt x="5768248" y="406804"/>
                  </a:lnTo>
                  <a:lnTo>
                    <a:pt x="5697903" y="404017"/>
                  </a:lnTo>
                  <a:lnTo>
                    <a:pt x="5627559" y="401147"/>
                  </a:lnTo>
                  <a:lnTo>
                    <a:pt x="5557214" y="398192"/>
                  </a:lnTo>
                  <a:lnTo>
                    <a:pt x="5486870" y="395150"/>
                  </a:lnTo>
                  <a:lnTo>
                    <a:pt x="5416525" y="392017"/>
                  </a:lnTo>
                  <a:lnTo>
                    <a:pt x="5346181" y="388791"/>
                  </a:lnTo>
                  <a:lnTo>
                    <a:pt x="5275836" y="385470"/>
                  </a:lnTo>
                  <a:lnTo>
                    <a:pt x="5205492" y="382050"/>
                  </a:lnTo>
                  <a:lnTo>
                    <a:pt x="5135147" y="378529"/>
                  </a:lnTo>
                  <a:lnTo>
                    <a:pt x="5064803" y="374904"/>
                  </a:lnTo>
                  <a:lnTo>
                    <a:pt x="4994458" y="371171"/>
                  </a:lnTo>
                  <a:lnTo>
                    <a:pt x="4924114" y="367327"/>
                  </a:lnTo>
                  <a:lnTo>
                    <a:pt x="4853769" y="363370"/>
                  </a:lnTo>
                  <a:lnTo>
                    <a:pt x="4783425" y="359295"/>
                  </a:lnTo>
                  <a:lnTo>
                    <a:pt x="4713080" y="355099"/>
                  </a:lnTo>
                  <a:lnTo>
                    <a:pt x="4642736" y="350779"/>
                  </a:lnTo>
                  <a:lnTo>
                    <a:pt x="4572391" y="346331"/>
                  </a:lnTo>
                  <a:lnTo>
                    <a:pt x="4502047" y="341751"/>
                  </a:lnTo>
                  <a:lnTo>
                    <a:pt x="4431702" y="337035"/>
                  </a:lnTo>
                  <a:lnTo>
                    <a:pt x="4361358" y="332179"/>
                  </a:lnTo>
                  <a:lnTo>
                    <a:pt x="4291013" y="327179"/>
                  </a:lnTo>
                  <a:lnTo>
                    <a:pt x="4220669" y="322032"/>
                  </a:lnTo>
                  <a:lnTo>
                    <a:pt x="4150324" y="316731"/>
                  </a:lnTo>
                  <a:lnTo>
                    <a:pt x="4079980" y="311273"/>
                  </a:lnTo>
                  <a:lnTo>
                    <a:pt x="4009635" y="305654"/>
                  </a:lnTo>
                  <a:lnTo>
                    <a:pt x="3939291" y="299868"/>
                  </a:lnTo>
                  <a:lnTo>
                    <a:pt x="3868946" y="293910"/>
                  </a:lnTo>
                  <a:lnTo>
                    <a:pt x="3798602" y="287776"/>
                  </a:lnTo>
                  <a:lnTo>
                    <a:pt x="3728257" y="281460"/>
                  </a:lnTo>
                  <a:lnTo>
                    <a:pt x="3657913" y="274957"/>
                  </a:lnTo>
                  <a:lnTo>
                    <a:pt x="3587569" y="268261"/>
                  </a:lnTo>
                  <a:lnTo>
                    <a:pt x="3517224" y="261366"/>
                  </a:lnTo>
                  <a:lnTo>
                    <a:pt x="3446880" y="254267"/>
                  </a:lnTo>
                  <a:lnTo>
                    <a:pt x="3376535" y="246958"/>
                  </a:lnTo>
                  <a:lnTo>
                    <a:pt x="3306191" y="239431"/>
                  </a:lnTo>
                  <a:lnTo>
                    <a:pt x="3235846" y="231682"/>
                  </a:lnTo>
                  <a:lnTo>
                    <a:pt x="3165502" y="223703"/>
                  </a:lnTo>
                  <a:lnTo>
                    <a:pt x="3095157" y="215487"/>
                  </a:lnTo>
                  <a:lnTo>
                    <a:pt x="3024813" y="207028"/>
                  </a:lnTo>
                  <a:lnTo>
                    <a:pt x="2954468" y="200170"/>
                  </a:lnTo>
                  <a:lnTo>
                    <a:pt x="2884124" y="196495"/>
                  </a:lnTo>
                  <a:lnTo>
                    <a:pt x="2813779" y="192775"/>
                  </a:lnTo>
                  <a:lnTo>
                    <a:pt x="2743435" y="189010"/>
                  </a:lnTo>
                  <a:lnTo>
                    <a:pt x="2673090" y="185198"/>
                  </a:lnTo>
                  <a:lnTo>
                    <a:pt x="2602746" y="181340"/>
                  </a:lnTo>
                  <a:lnTo>
                    <a:pt x="2532401" y="177434"/>
                  </a:lnTo>
                  <a:lnTo>
                    <a:pt x="2462057" y="173481"/>
                  </a:lnTo>
                  <a:lnTo>
                    <a:pt x="2391712" y="169480"/>
                  </a:lnTo>
                  <a:lnTo>
                    <a:pt x="2321368" y="165429"/>
                  </a:lnTo>
                  <a:lnTo>
                    <a:pt x="2251023" y="161330"/>
                  </a:lnTo>
                  <a:lnTo>
                    <a:pt x="2180679" y="157180"/>
                  </a:lnTo>
                  <a:lnTo>
                    <a:pt x="2110334" y="152979"/>
                  </a:lnTo>
                  <a:lnTo>
                    <a:pt x="2039990" y="148727"/>
                  </a:lnTo>
                  <a:lnTo>
                    <a:pt x="1969645" y="144423"/>
                  </a:lnTo>
                  <a:lnTo>
                    <a:pt x="1899301" y="140066"/>
                  </a:lnTo>
                  <a:lnTo>
                    <a:pt x="1828956" y="135656"/>
                  </a:lnTo>
                  <a:lnTo>
                    <a:pt x="1758612" y="131192"/>
                  </a:lnTo>
                  <a:lnTo>
                    <a:pt x="1688267" y="126674"/>
                  </a:lnTo>
                  <a:lnTo>
                    <a:pt x="1617923" y="122100"/>
                  </a:lnTo>
                  <a:lnTo>
                    <a:pt x="1547578" y="117471"/>
                  </a:lnTo>
                  <a:lnTo>
                    <a:pt x="1477234" y="112785"/>
                  </a:lnTo>
                  <a:lnTo>
                    <a:pt x="1406889" y="108041"/>
                  </a:lnTo>
                  <a:lnTo>
                    <a:pt x="1336545" y="103240"/>
                  </a:lnTo>
                  <a:lnTo>
                    <a:pt x="1266200" y="98380"/>
                  </a:lnTo>
                  <a:lnTo>
                    <a:pt x="1195856" y="93460"/>
                  </a:lnTo>
                  <a:lnTo>
                    <a:pt x="1125511" y="88481"/>
                  </a:lnTo>
                  <a:lnTo>
                    <a:pt x="1055167" y="83440"/>
                  </a:lnTo>
                  <a:lnTo>
                    <a:pt x="984822" y="78338"/>
                  </a:lnTo>
                  <a:lnTo>
                    <a:pt x="914478" y="73174"/>
                  </a:lnTo>
                  <a:lnTo>
                    <a:pt x="844133" y="67946"/>
                  </a:lnTo>
                  <a:lnTo>
                    <a:pt x="773789" y="62654"/>
                  </a:lnTo>
                  <a:lnTo>
                    <a:pt x="703444" y="57298"/>
                  </a:lnTo>
                  <a:lnTo>
                    <a:pt x="633100" y="51877"/>
                  </a:lnTo>
                  <a:lnTo>
                    <a:pt x="562755" y="46389"/>
                  </a:lnTo>
                  <a:lnTo>
                    <a:pt x="492411" y="40833"/>
                  </a:lnTo>
                  <a:lnTo>
                    <a:pt x="422066" y="35211"/>
                  </a:lnTo>
                  <a:lnTo>
                    <a:pt x="351722" y="29519"/>
                  </a:lnTo>
                  <a:lnTo>
                    <a:pt x="281377" y="23758"/>
                  </a:lnTo>
                  <a:lnTo>
                    <a:pt x="211033" y="17926"/>
                  </a:lnTo>
                  <a:lnTo>
                    <a:pt x="140688" y="12023"/>
                  </a:lnTo>
                  <a:lnTo>
                    <a:pt x="70344" y="60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681410"/>
              <a:ext cx="6964104" cy="626120"/>
            </a:xfrm>
            <a:custGeom>
              <a:avLst/>
              <a:pathLst>
                <a:path w="6964104" h="626120">
                  <a:moveTo>
                    <a:pt x="0" y="0"/>
                  </a:moveTo>
                  <a:lnTo>
                    <a:pt x="70344" y="14716"/>
                  </a:lnTo>
                  <a:lnTo>
                    <a:pt x="140688" y="29131"/>
                  </a:lnTo>
                  <a:lnTo>
                    <a:pt x="211033" y="43250"/>
                  </a:lnTo>
                  <a:lnTo>
                    <a:pt x="281377" y="57081"/>
                  </a:lnTo>
                  <a:lnTo>
                    <a:pt x="351722" y="70629"/>
                  </a:lnTo>
                  <a:lnTo>
                    <a:pt x="422066" y="83899"/>
                  </a:lnTo>
                  <a:lnTo>
                    <a:pt x="492411" y="96898"/>
                  </a:lnTo>
                  <a:lnTo>
                    <a:pt x="562755" y="109630"/>
                  </a:lnTo>
                  <a:lnTo>
                    <a:pt x="633100" y="122102"/>
                  </a:lnTo>
                  <a:lnTo>
                    <a:pt x="703444" y="134319"/>
                  </a:lnTo>
                  <a:lnTo>
                    <a:pt x="773789" y="146285"/>
                  </a:lnTo>
                  <a:lnTo>
                    <a:pt x="844133" y="158007"/>
                  </a:lnTo>
                  <a:lnTo>
                    <a:pt x="914478" y="169488"/>
                  </a:lnTo>
                  <a:lnTo>
                    <a:pt x="984822" y="180735"/>
                  </a:lnTo>
                  <a:lnTo>
                    <a:pt x="1055167" y="191751"/>
                  </a:lnTo>
                  <a:lnTo>
                    <a:pt x="1125511" y="202542"/>
                  </a:lnTo>
                  <a:lnTo>
                    <a:pt x="1195856" y="213112"/>
                  </a:lnTo>
                  <a:lnTo>
                    <a:pt x="1266200" y="223466"/>
                  </a:lnTo>
                  <a:lnTo>
                    <a:pt x="1336545" y="233607"/>
                  </a:lnTo>
                  <a:lnTo>
                    <a:pt x="1406889" y="243541"/>
                  </a:lnTo>
                  <a:lnTo>
                    <a:pt x="1477234" y="253272"/>
                  </a:lnTo>
                  <a:lnTo>
                    <a:pt x="1547578" y="262803"/>
                  </a:lnTo>
                  <a:lnTo>
                    <a:pt x="1617923" y="272140"/>
                  </a:lnTo>
                  <a:lnTo>
                    <a:pt x="1688267" y="281285"/>
                  </a:lnTo>
                  <a:lnTo>
                    <a:pt x="1758612" y="290243"/>
                  </a:lnTo>
                  <a:lnTo>
                    <a:pt x="1828956" y="299018"/>
                  </a:lnTo>
                  <a:lnTo>
                    <a:pt x="1899301" y="307613"/>
                  </a:lnTo>
                  <a:lnTo>
                    <a:pt x="1969645" y="316032"/>
                  </a:lnTo>
                  <a:lnTo>
                    <a:pt x="2039990" y="324278"/>
                  </a:lnTo>
                  <a:lnTo>
                    <a:pt x="2110334" y="332356"/>
                  </a:lnTo>
                  <a:lnTo>
                    <a:pt x="2180679" y="340269"/>
                  </a:lnTo>
                  <a:lnTo>
                    <a:pt x="2251023" y="348019"/>
                  </a:lnTo>
                  <a:lnTo>
                    <a:pt x="2321368" y="355611"/>
                  </a:lnTo>
                  <a:lnTo>
                    <a:pt x="2391712" y="363048"/>
                  </a:lnTo>
                  <a:lnTo>
                    <a:pt x="2462057" y="370332"/>
                  </a:lnTo>
                  <a:lnTo>
                    <a:pt x="2532401" y="377467"/>
                  </a:lnTo>
                  <a:lnTo>
                    <a:pt x="2602746" y="384456"/>
                  </a:lnTo>
                  <a:lnTo>
                    <a:pt x="2673090" y="391302"/>
                  </a:lnTo>
                  <a:lnTo>
                    <a:pt x="2743435" y="398008"/>
                  </a:lnTo>
                  <a:lnTo>
                    <a:pt x="2813779" y="404577"/>
                  </a:lnTo>
                  <a:lnTo>
                    <a:pt x="2884124" y="411011"/>
                  </a:lnTo>
                  <a:lnTo>
                    <a:pt x="2954468" y="417313"/>
                  </a:lnTo>
                  <a:lnTo>
                    <a:pt x="3024813" y="423487"/>
                  </a:lnTo>
                  <a:lnTo>
                    <a:pt x="3095157" y="429534"/>
                  </a:lnTo>
                  <a:lnTo>
                    <a:pt x="3165502" y="435457"/>
                  </a:lnTo>
                  <a:lnTo>
                    <a:pt x="3235846" y="441259"/>
                  </a:lnTo>
                  <a:lnTo>
                    <a:pt x="3306191" y="446942"/>
                  </a:lnTo>
                  <a:lnTo>
                    <a:pt x="3376535" y="452509"/>
                  </a:lnTo>
                  <a:lnTo>
                    <a:pt x="3446880" y="457962"/>
                  </a:lnTo>
                  <a:lnTo>
                    <a:pt x="3517224" y="463303"/>
                  </a:lnTo>
                  <a:lnTo>
                    <a:pt x="3587569" y="468535"/>
                  </a:lnTo>
                  <a:lnTo>
                    <a:pt x="3657913" y="473660"/>
                  </a:lnTo>
                  <a:lnTo>
                    <a:pt x="3728257" y="478680"/>
                  </a:lnTo>
                  <a:lnTo>
                    <a:pt x="3798602" y="483597"/>
                  </a:lnTo>
                  <a:lnTo>
                    <a:pt x="3868946" y="488413"/>
                  </a:lnTo>
                  <a:lnTo>
                    <a:pt x="3939291" y="493131"/>
                  </a:lnTo>
                  <a:lnTo>
                    <a:pt x="4009635" y="497753"/>
                  </a:lnTo>
                  <a:lnTo>
                    <a:pt x="4079980" y="502279"/>
                  </a:lnTo>
                  <a:lnTo>
                    <a:pt x="4150324" y="506713"/>
                  </a:lnTo>
                  <a:lnTo>
                    <a:pt x="4220669" y="511057"/>
                  </a:lnTo>
                  <a:lnTo>
                    <a:pt x="4291013" y="515311"/>
                  </a:lnTo>
                  <a:lnTo>
                    <a:pt x="4361358" y="519478"/>
                  </a:lnTo>
                  <a:lnTo>
                    <a:pt x="4431702" y="523560"/>
                  </a:lnTo>
                  <a:lnTo>
                    <a:pt x="4502047" y="527559"/>
                  </a:lnTo>
                  <a:lnTo>
                    <a:pt x="4572391" y="531475"/>
                  </a:lnTo>
                  <a:lnTo>
                    <a:pt x="4642736" y="535312"/>
                  </a:lnTo>
                  <a:lnTo>
                    <a:pt x="4713080" y="539070"/>
                  </a:lnTo>
                  <a:lnTo>
                    <a:pt x="4783425" y="542751"/>
                  </a:lnTo>
                  <a:lnTo>
                    <a:pt x="4853769" y="546356"/>
                  </a:lnTo>
                  <a:lnTo>
                    <a:pt x="4924114" y="549888"/>
                  </a:lnTo>
                  <a:lnTo>
                    <a:pt x="4994458" y="553348"/>
                  </a:lnTo>
                  <a:lnTo>
                    <a:pt x="5064803" y="556736"/>
                  </a:lnTo>
                  <a:lnTo>
                    <a:pt x="5135147" y="560055"/>
                  </a:lnTo>
                  <a:lnTo>
                    <a:pt x="5205492" y="563307"/>
                  </a:lnTo>
                  <a:lnTo>
                    <a:pt x="5275836" y="566492"/>
                  </a:lnTo>
                  <a:lnTo>
                    <a:pt x="5346181" y="569611"/>
                  </a:lnTo>
                  <a:lnTo>
                    <a:pt x="5416525" y="572667"/>
                  </a:lnTo>
                  <a:lnTo>
                    <a:pt x="5486870" y="575660"/>
                  </a:lnTo>
                  <a:lnTo>
                    <a:pt x="5557214" y="578592"/>
                  </a:lnTo>
                  <a:lnTo>
                    <a:pt x="5627559" y="581464"/>
                  </a:lnTo>
                  <a:lnTo>
                    <a:pt x="5697903" y="584277"/>
                  </a:lnTo>
                  <a:lnTo>
                    <a:pt x="5768248" y="587032"/>
                  </a:lnTo>
                  <a:lnTo>
                    <a:pt x="5838592" y="589732"/>
                  </a:lnTo>
                  <a:lnTo>
                    <a:pt x="5908937" y="592375"/>
                  </a:lnTo>
                  <a:lnTo>
                    <a:pt x="5979281" y="594965"/>
                  </a:lnTo>
                  <a:lnTo>
                    <a:pt x="6049626" y="597502"/>
                  </a:lnTo>
                  <a:lnTo>
                    <a:pt x="6119970" y="599987"/>
                  </a:lnTo>
                  <a:lnTo>
                    <a:pt x="6190315" y="602421"/>
                  </a:lnTo>
                  <a:lnTo>
                    <a:pt x="6260659" y="604805"/>
                  </a:lnTo>
                  <a:lnTo>
                    <a:pt x="6331004" y="607140"/>
                  </a:lnTo>
                  <a:lnTo>
                    <a:pt x="6401348" y="609427"/>
                  </a:lnTo>
                  <a:lnTo>
                    <a:pt x="6471693" y="611668"/>
                  </a:lnTo>
                  <a:lnTo>
                    <a:pt x="6542037" y="613863"/>
                  </a:lnTo>
                  <a:lnTo>
                    <a:pt x="6612382" y="616013"/>
                  </a:lnTo>
                  <a:lnTo>
                    <a:pt x="6682726" y="618119"/>
                  </a:lnTo>
                  <a:lnTo>
                    <a:pt x="6753071" y="620181"/>
                  </a:lnTo>
                  <a:lnTo>
                    <a:pt x="6823415" y="622202"/>
                  </a:lnTo>
                  <a:lnTo>
                    <a:pt x="6893760" y="624181"/>
                  </a:lnTo>
                  <a:lnTo>
                    <a:pt x="6964104" y="6261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4561783"/>
              <a:ext cx="6964104" cy="974692"/>
            </a:xfrm>
            <a:custGeom>
              <a:avLst/>
              <a:pathLst>
                <a:path w="6964104" h="974692">
                  <a:moveTo>
                    <a:pt x="0" y="0"/>
                  </a:moveTo>
                  <a:lnTo>
                    <a:pt x="70344" y="29712"/>
                  </a:lnTo>
                  <a:lnTo>
                    <a:pt x="140688" y="58568"/>
                  </a:lnTo>
                  <a:lnTo>
                    <a:pt x="211033" y="86594"/>
                  </a:lnTo>
                  <a:lnTo>
                    <a:pt x="281377" y="113813"/>
                  </a:lnTo>
                  <a:lnTo>
                    <a:pt x="351722" y="140248"/>
                  </a:lnTo>
                  <a:lnTo>
                    <a:pt x="422066" y="165922"/>
                  </a:lnTo>
                  <a:lnTo>
                    <a:pt x="492411" y="190857"/>
                  </a:lnTo>
                  <a:lnTo>
                    <a:pt x="562755" y="215074"/>
                  </a:lnTo>
                  <a:lnTo>
                    <a:pt x="633100" y="238593"/>
                  </a:lnTo>
                  <a:lnTo>
                    <a:pt x="703444" y="261436"/>
                  </a:lnTo>
                  <a:lnTo>
                    <a:pt x="773789" y="283620"/>
                  </a:lnTo>
                  <a:lnTo>
                    <a:pt x="844133" y="305166"/>
                  </a:lnTo>
                  <a:lnTo>
                    <a:pt x="914478" y="326091"/>
                  </a:lnTo>
                  <a:lnTo>
                    <a:pt x="984822" y="346414"/>
                  </a:lnTo>
                  <a:lnTo>
                    <a:pt x="1055167" y="366152"/>
                  </a:lnTo>
                  <a:lnTo>
                    <a:pt x="1125511" y="385321"/>
                  </a:lnTo>
                  <a:lnTo>
                    <a:pt x="1195856" y="403939"/>
                  </a:lnTo>
                  <a:lnTo>
                    <a:pt x="1266200" y="422020"/>
                  </a:lnTo>
                  <a:lnTo>
                    <a:pt x="1336545" y="439581"/>
                  </a:lnTo>
                  <a:lnTo>
                    <a:pt x="1406889" y="456636"/>
                  </a:lnTo>
                  <a:lnTo>
                    <a:pt x="1477234" y="473200"/>
                  </a:lnTo>
                  <a:lnTo>
                    <a:pt x="1547578" y="489287"/>
                  </a:lnTo>
                  <a:lnTo>
                    <a:pt x="1617923" y="504911"/>
                  </a:lnTo>
                  <a:lnTo>
                    <a:pt x="1688267" y="520085"/>
                  </a:lnTo>
                  <a:lnTo>
                    <a:pt x="1758612" y="534822"/>
                  </a:lnTo>
                  <a:lnTo>
                    <a:pt x="1828956" y="549135"/>
                  </a:lnTo>
                  <a:lnTo>
                    <a:pt x="1899301" y="563036"/>
                  </a:lnTo>
                  <a:lnTo>
                    <a:pt x="1969645" y="576536"/>
                  </a:lnTo>
                  <a:lnTo>
                    <a:pt x="2039990" y="589648"/>
                  </a:lnTo>
                  <a:lnTo>
                    <a:pt x="2110334" y="602382"/>
                  </a:lnTo>
                  <a:lnTo>
                    <a:pt x="2180679" y="614749"/>
                  </a:lnTo>
                  <a:lnTo>
                    <a:pt x="2251023" y="626761"/>
                  </a:lnTo>
                  <a:lnTo>
                    <a:pt x="2321368" y="638426"/>
                  </a:lnTo>
                  <a:lnTo>
                    <a:pt x="2391712" y="649756"/>
                  </a:lnTo>
                  <a:lnTo>
                    <a:pt x="2462057" y="660759"/>
                  </a:lnTo>
                  <a:lnTo>
                    <a:pt x="2532401" y="671446"/>
                  </a:lnTo>
                  <a:lnTo>
                    <a:pt x="2602746" y="681825"/>
                  </a:lnTo>
                  <a:lnTo>
                    <a:pt x="2673090" y="691905"/>
                  </a:lnTo>
                  <a:lnTo>
                    <a:pt x="2743435" y="701694"/>
                  </a:lnTo>
                  <a:lnTo>
                    <a:pt x="2813779" y="711202"/>
                  </a:lnTo>
                  <a:lnTo>
                    <a:pt x="2884124" y="720436"/>
                  </a:lnTo>
                  <a:lnTo>
                    <a:pt x="2954468" y="729405"/>
                  </a:lnTo>
                  <a:lnTo>
                    <a:pt x="3024813" y="734888"/>
                  </a:lnTo>
                  <a:lnTo>
                    <a:pt x="3095157" y="738475"/>
                  </a:lnTo>
                  <a:lnTo>
                    <a:pt x="3165502" y="742019"/>
                  </a:lnTo>
                  <a:lnTo>
                    <a:pt x="3235846" y="745519"/>
                  </a:lnTo>
                  <a:lnTo>
                    <a:pt x="3306191" y="748978"/>
                  </a:lnTo>
                  <a:lnTo>
                    <a:pt x="3376535" y="752395"/>
                  </a:lnTo>
                  <a:lnTo>
                    <a:pt x="3446880" y="755770"/>
                  </a:lnTo>
                  <a:lnTo>
                    <a:pt x="3517224" y="759105"/>
                  </a:lnTo>
                  <a:lnTo>
                    <a:pt x="3587569" y="762400"/>
                  </a:lnTo>
                  <a:lnTo>
                    <a:pt x="3657913" y="765654"/>
                  </a:lnTo>
                  <a:lnTo>
                    <a:pt x="3728257" y="768870"/>
                  </a:lnTo>
                  <a:lnTo>
                    <a:pt x="3798602" y="772046"/>
                  </a:lnTo>
                  <a:lnTo>
                    <a:pt x="3868946" y="775184"/>
                  </a:lnTo>
                  <a:lnTo>
                    <a:pt x="3939291" y="778285"/>
                  </a:lnTo>
                  <a:lnTo>
                    <a:pt x="4009635" y="781348"/>
                  </a:lnTo>
                  <a:lnTo>
                    <a:pt x="4079980" y="784373"/>
                  </a:lnTo>
                  <a:lnTo>
                    <a:pt x="4150324" y="787363"/>
                  </a:lnTo>
                  <a:lnTo>
                    <a:pt x="4220669" y="790316"/>
                  </a:lnTo>
                  <a:lnTo>
                    <a:pt x="4291013" y="793234"/>
                  </a:lnTo>
                  <a:lnTo>
                    <a:pt x="4361358" y="796116"/>
                  </a:lnTo>
                  <a:lnTo>
                    <a:pt x="4431702" y="798963"/>
                  </a:lnTo>
                  <a:lnTo>
                    <a:pt x="4502047" y="801777"/>
                  </a:lnTo>
                  <a:lnTo>
                    <a:pt x="4572391" y="804556"/>
                  </a:lnTo>
                  <a:lnTo>
                    <a:pt x="4642736" y="807301"/>
                  </a:lnTo>
                  <a:lnTo>
                    <a:pt x="4713080" y="810014"/>
                  </a:lnTo>
                  <a:lnTo>
                    <a:pt x="4783425" y="812693"/>
                  </a:lnTo>
                  <a:lnTo>
                    <a:pt x="4853769" y="815341"/>
                  </a:lnTo>
                  <a:lnTo>
                    <a:pt x="4924114" y="817956"/>
                  </a:lnTo>
                  <a:lnTo>
                    <a:pt x="4994458" y="820540"/>
                  </a:lnTo>
                  <a:lnTo>
                    <a:pt x="5064803" y="823092"/>
                  </a:lnTo>
                  <a:lnTo>
                    <a:pt x="5135147" y="825614"/>
                  </a:lnTo>
                  <a:lnTo>
                    <a:pt x="5205492" y="828105"/>
                  </a:lnTo>
                  <a:lnTo>
                    <a:pt x="5275836" y="830567"/>
                  </a:lnTo>
                  <a:lnTo>
                    <a:pt x="5346181" y="832998"/>
                  </a:lnTo>
                  <a:lnTo>
                    <a:pt x="5416525" y="835400"/>
                  </a:lnTo>
                  <a:lnTo>
                    <a:pt x="5486870" y="837773"/>
                  </a:lnTo>
                  <a:lnTo>
                    <a:pt x="5557214" y="840118"/>
                  </a:lnTo>
                  <a:lnTo>
                    <a:pt x="5627559" y="842434"/>
                  </a:lnTo>
                  <a:lnTo>
                    <a:pt x="5697903" y="844722"/>
                  </a:lnTo>
                  <a:lnTo>
                    <a:pt x="5768248" y="846983"/>
                  </a:lnTo>
                  <a:lnTo>
                    <a:pt x="5838592" y="849216"/>
                  </a:lnTo>
                  <a:lnTo>
                    <a:pt x="5908937" y="851422"/>
                  </a:lnTo>
                  <a:lnTo>
                    <a:pt x="5979281" y="853602"/>
                  </a:lnTo>
                  <a:lnTo>
                    <a:pt x="6049626" y="855755"/>
                  </a:lnTo>
                  <a:lnTo>
                    <a:pt x="6119970" y="857882"/>
                  </a:lnTo>
                  <a:lnTo>
                    <a:pt x="6190315" y="859984"/>
                  </a:lnTo>
                  <a:lnTo>
                    <a:pt x="6260659" y="862060"/>
                  </a:lnTo>
                  <a:lnTo>
                    <a:pt x="6331004" y="864111"/>
                  </a:lnTo>
                  <a:lnTo>
                    <a:pt x="6401348" y="866138"/>
                  </a:lnTo>
                  <a:lnTo>
                    <a:pt x="6471693" y="868139"/>
                  </a:lnTo>
                  <a:lnTo>
                    <a:pt x="6542037" y="870117"/>
                  </a:lnTo>
                  <a:lnTo>
                    <a:pt x="6612382" y="872071"/>
                  </a:lnTo>
                  <a:lnTo>
                    <a:pt x="6682726" y="874001"/>
                  </a:lnTo>
                  <a:lnTo>
                    <a:pt x="6753071" y="875908"/>
                  </a:lnTo>
                  <a:lnTo>
                    <a:pt x="6823415" y="877792"/>
                  </a:lnTo>
                  <a:lnTo>
                    <a:pt x="6893760" y="879653"/>
                  </a:lnTo>
                  <a:lnTo>
                    <a:pt x="6964104" y="881492"/>
                  </a:lnTo>
                  <a:lnTo>
                    <a:pt x="6964104" y="974692"/>
                  </a:lnTo>
                  <a:lnTo>
                    <a:pt x="6893760" y="972996"/>
                  </a:lnTo>
                  <a:lnTo>
                    <a:pt x="6823415" y="971249"/>
                  </a:lnTo>
                  <a:lnTo>
                    <a:pt x="6753071" y="969451"/>
                  </a:lnTo>
                  <a:lnTo>
                    <a:pt x="6682726" y="967600"/>
                  </a:lnTo>
                  <a:lnTo>
                    <a:pt x="6612382" y="965693"/>
                  </a:lnTo>
                  <a:lnTo>
                    <a:pt x="6542037" y="963730"/>
                  </a:lnTo>
                  <a:lnTo>
                    <a:pt x="6471693" y="961709"/>
                  </a:lnTo>
                  <a:lnTo>
                    <a:pt x="6401348" y="959628"/>
                  </a:lnTo>
                  <a:lnTo>
                    <a:pt x="6331004" y="957485"/>
                  </a:lnTo>
                  <a:lnTo>
                    <a:pt x="6260659" y="955279"/>
                  </a:lnTo>
                  <a:lnTo>
                    <a:pt x="6190315" y="953007"/>
                  </a:lnTo>
                  <a:lnTo>
                    <a:pt x="6119970" y="950668"/>
                  </a:lnTo>
                  <a:lnTo>
                    <a:pt x="6049626" y="948260"/>
                  </a:lnTo>
                  <a:lnTo>
                    <a:pt x="5979281" y="945780"/>
                  </a:lnTo>
                  <a:lnTo>
                    <a:pt x="5908937" y="943227"/>
                  </a:lnTo>
                  <a:lnTo>
                    <a:pt x="5838592" y="940598"/>
                  </a:lnTo>
                  <a:lnTo>
                    <a:pt x="5768248" y="937891"/>
                  </a:lnTo>
                  <a:lnTo>
                    <a:pt x="5697903" y="935104"/>
                  </a:lnTo>
                  <a:lnTo>
                    <a:pt x="5627559" y="932234"/>
                  </a:lnTo>
                  <a:lnTo>
                    <a:pt x="5557214" y="929279"/>
                  </a:lnTo>
                  <a:lnTo>
                    <a:pt x="5486870" y="926236"/>
                  </a:lnTo>
                  <a:lnTo>
                    <a:pt x="5416525" y="923104"/>
                  </a:lnTo>
                  <a:lnTo>
                    <a:pt x="5346181" y="919878"/>
                  </a:lnTo>
                  <a:lnTo>
                    <a:pt x="5275836" y="916557"/>
                  </a:lnTo>
                  <a:lnTo>
                    <a:pt x="5205492" y="913137"/>
                  </a:lnTo>
                  <a:lnTo>
                    <a:pt x="5135147" y="909616"/>
                  </a:lnTo>
                  <a:lnTo>
                    <a:pt x="5064803" y="905991"/>
                  </a:lnTo>
                  <a:lnTo>
                    <a:pt x="4994458" y="902258"/>
                  </a:lnTo>
                  <a:lnTo>
                    <a:pt x="4924114" y="898414"/>
                  </a:lnTo>
                  <a:lnTo>
                    <a:pt x="4853769" y="894456"/>
                  </a:lnTo>
                  <a:lnTo>
                    <a:pt x="4783425" y="890382"/>
                  </a:lnTo>
                  <a:lnTo>
                    <a:pt x="4713080" y="886186"/>
                  </a:lnTo>
                  <a:lnTo>
                    <a:pt x="4642736" y="881866"/>
                  </a:lnTo>
                  <a:lnTo>
                    <a:pt x="4572391" y="877417"/>
                  </a:lnTo>
                  <a:lnTo>
                    <a:pt x="4502047" y="872837"/>
                  </a:lnTo>
                  <a:lnTo>
                    <a:pt x="4431702" y="868122"/>
                  </a:lnTo>
                  <a:lnTo>
                    <a:pt x="4361358" y="863266"/>
                  </a:lnTo>
                  <a:lnTo>
                    <a:pt x="4291013" y="858266"/>
                  </a:lnTo>
                  <a:lnTo>
                    <a:pt x="4220669" y="853118"/>
                  </a:lnTo>
                  <a:lnTo>
                    <a:pt x="4150324" y="847818"/>
                  </a:lnTo>
                  <a:lnTo>
                    <a:pt x="4079980" y="842360"/>
                  </a:lnTo>
                  <a:lnTo>
                    <a:pt x="4009635" y="836741"/>
                  </a:lnTo>
                  <a:lnTo>
                    <a:pt x="3939291" y="830955"/>
                  </a:lnTo>
                  <a:lnTo>
                    <a:pt x="3868946" y="824997"/>
                  </a:lnTo>
                  <a:lnTo>
                    <a:pt x="3798602" y="818863"/>
                  </a:lnTo>
                  <a:lnTo>
                    <a:pt x="3728257" y="812547"/>
                  </a:lnTo>
                  <a:lnTo>
                    <a:pt x="3657913" y="806044"/>
                  </a:lnTo>
                  <a:lnTo>
                    <a:pt x="3587569" y="799348"/>
                  </a:lnTo>
                  <a:lnTo>
                    <a:pt x="3517224" y="792453"/>
                  </a:lnTo>
                  <a:lnTo>
                    <a:pt x="3446880" y="785354"/>
                  </a:lnTo>
                  <a:lnTo>
                    <a:pt x="3376535" y="778044"/>
                  </a:lnTo>
                  <a:lnTo>
                    <a:pt x="3306191" y="770518"/>
                  </a:lnTo>
                  <a:lnTo>
                    <a:pt x="3235846" y="762769"/>
                  </a:lnTo>
                  <a:lnTo>
                    <a:pt x="3165502" y="754790"/>
                  </a:lnTo>
                  <a:lnTo>
                    <a:pt x="3095157" y="746574"/>
                  </a:lnTo>
                  <a:lnTo>
                    <a:pt x="3024813" y="738115"/>
                  </a:lnTo>
                  <a:lnTo>
                    <a:pt x="2954468" y="731257"/>
                  </a:lnTo>
                  <a:lnTo>
                    <a:pt x="2884124" y="727582"/>
                  </a:lnTo>
                  <a:lnTo>
                    <a:pt x="2813779" y="723862"/>
                  </a:lnTo>
                  <a:lnTo>
                    <a:pt x="2743435" y="720096"/>
                  </a:lnTo>
                  <a:lnTo>
                    <a:pt x="2673090" y="716285"/>
                  </a:lnTo>
                  <a:lnTo>
                    <a:pt x="2602746" y="712427"/>
                  </a:lnTo>
                  <a:lnTo>
                    <a:pt x="2532401" y="708521"/>
                  </a:lnTo>
                  <a:lnTo>
                    <a:pt x="2462057" y="704568"/>
                  </a:lnTo>
                  <a:lnTo>
                    <a:pt x="2391712" y="700567"/>
                  </a:lnTo>
                  <a:lnTo>
                    <a:pt x="2321368" y="696516"/>
                  </a:lnTo>
                  <a:lnTo>
                    <a:pt x="2251023" y="692416"/>
                  </a:lnTo>
                  <a:lnTo>
                    <a:pt x="2180679" y="688266"/>
                  </a:lnTo>
                  <a:lnTo>
                    <a:pt x="2110334" y="684066"/>
                  </a:lnTo>
                  <a:lnTo>
                    <a:pt x="2039990" y="679814"/>
                  </a:lnTo>
                  <a:lnTo>
                    <a:pt x="1969645" y="675510"/>
                  </a:lnTo>
                  <a:lnTo>
                    <a:pt x="1899301" y="671153"/>
                  </a:lnTo>
                  <a:lnTo>
                    <a:pt x="1828956" y="666743"/>
                  </a:lnTo>
                  <a:lnTo>
                    <a:pt x="1758612" y="662279"/>
                  </a:lnTo>
                  <a:lnTo>
                    <a:pt x="1688267" y="657761"/>
                  </a:lnTo>
                  <a:lnTo>
                    <a:pt x="1617923" y="653187"/>
                  </a:lnTo>
                  <a:lnTo>
                    <a:pt x="1547578" y="648558"/>
                  </a:lnTo>
                  <a:lnTo>
                    <a:pt x="1477234" y="643871"/>
                  </a:lnTo>
                  <a:lnTo>
                    <a:pt x="1406889" y="639128"/>
                  </a:lnTo>
                  <a:lnTo>
                    <a:pt x="1336545" y="634327"/>
                  </a:lnTo>
                  <a:lnTo>
                    <a:pt x="1266200" y="629467"/>
                  </a:lnTo>
                  <a:lnTo>
                    <a:pt x="1195856" y="624547"/>
                  </a:lnTo>
                  <a:lnTo>
                    <a:pt x="1125511" y="619567"/>
                  </a:lnTo>
                  <a:lnTo>
                    <a:pt x="1055167" y="614527"/>
                  </a:lnTo>
                  <a:lnTo>
                    <a:pt x="984822" y="609425"/>
                  </a:lnTo>
                  <a:lnTo>
                    <a:pt x="914478" y="604260"/>
                  </a:lnTo>
                  <a:lnTo>
                    <a:pt x="844133" y="599033"/>
                  </a:lnTo>
                  <a:lnTo>
                    <a:pt x="773789" y="593741"/>
                  </a:lnTo>
                  <a:lnTo>
                    <a:pt x="703444" y="588385"/>
                  </a:lnTo>
                  <a:lnTo>
                    <a:pt x="633100" y="582963"/>
                  </a:lnTo>
                  <a:lnTo>
                    <a:pt x="562755" y="577475"/>
                  </a:lnTo>
                  <a:lnTo>
                    <a:pt x="492411" y="571920"/>
                  </a:lnTo>
                  <a:lnTo>
                    <a:pt x="422066" y="566297"/>
                  </a:lnTo>
                  <a:lnTo>
                    <a:pt x="351722" y="560606"/>
                  </a:lnTo>
                  <a:lnTo>
                    <a:pt x="281377" y="554844"/>
                  </a:lnTo>
                  <a:lnTo>
                    <a:pt x="211033" y="549013"/>
                  </a:lnTo>
                  <a:lnTo>
                    <a:pt x="140688" y="543110"/>
                  </a:lnTo>
                  <a:lnTo>
                    <a:pt x="70344" y="537134"/>
                  </a:lnTo>
                  <a:lnTo>
                    <a:pt x="0" y="531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35312" y="4561783"/>
              <a:ext cx="6964104" cy="881492"/>
            </a:xfrm>
            <a:custGeom>
              <a:avLst/>
              <a:pathLst>
                <a:path w="6964104" h="881492">
                  <a:moveTo>
                    <a:pt x="0" y="0"/>
                  </a:moveTo>
                  <a:lnTo>
                    <a:pt x="70344" y="29712"/>
                  </a:lnTo>
                  <a:lnTo>
                    <a:pt x="140688" y="58568"/>
                  </a:lnTo>
                  <a:lnTo>
                    <a:pt x="211033" y="86594"/>
                  </a:lnTo>
                  <a:lnTo>
                    <a:pt x="281377" y="113813"/>
                  </a:lnTo>
                  <a:lnTo>
                    <a:pt x="351722" y="140248"/>
                  </a:lnTo>
                  <a:lnTo>
                    <a:pt x="422066" y="165922"/>
                  </a:lnTo>
                  <a:lnTo>
                    <a:pt x="492411" y="190857"/>
                  </a:lnTo>
                  <a:lnTo>
                    <a:pt x="562755" y="215074"/>
                  </a:lnTo>
                  <a:lnTo>
                    <a:pt x="633100" y="238593"/>
                  </a:lnTo>
                  <a:lnTo>
                    <a:pt x="703444" y="261436"/>
                  </a:lnTo>
                  <a:lnTo>
                    <a:pt x="773789" y="283620"/>
                  </a:lnTo>
                  <a:lnTo>
                    <a:pt x="844133" y="305166"/>
                  </a:lnTo>
                  <a:lnTo>
                    <a:pt x="914478" y="326091"/>
                  </a:lnTo>
                  <a:lnTo>
                    <a:pt x="984822" y="346414"/>
                  </a:lnTo>
                  <a:lnTo>
                    <a:pt x="1055167" y="366152"/>
                  </a:lnTo>
                  <a:lnTo>
                    <a:pt x="1125511" y="385321"/>
                  </a:lnTo>
                  <a:lnTo>
                    <a:pt x="1195856" y="403939"/>
                  </a:lnTo>
                  <a:lnTo>
                    <a:pt x="1266200" y="422020"/>
                  </a:lnTo>
                  <a:lnTo>
                    <a:pt x="1336545" y="439581"/>
                  </a:lnTo>
                  <a:lnTo>
                    <a:pt x="1406889" y="456636"/>
                  </a:lnTo>
                  <a:lnTo>
                    <a:pt x="1477234" y="473200"/>
                  </a:lnTo>
                  <a:lnTo>
                    <a:pt x="1547578" y="489287"/>
                  </a:lnTo>
                  <a:lnTo>
                    <a:pt x="1617923" y="504911"/>
                  </a:lnTo>
                  <a:lnTo>
                    <a:pt x="1688267" y="520085"/>
                  </a:lnTo>
                  <a:lnTo>
                    <a:pt x="1758612" y="534822"/>
                  </a:lnTo>
                  <a:lnTo>
                    <a:pt x="1828956" y="549135"/>
                  </a:lnTo>
                  <a:lnTo>
                    <a:pt x="1899301" y="563036"/>
                  </a:lnTo>
                  <a:lnTo>
                    <a:pt x="1969645" y="576536"/>
                  </a:lnTo>
                  <a:lnTo>
                    <a:pt x="2039990" y="589648"/>
                  </a:lnTo>
                  <a:lnTo>
                    <a:pt x="2110334" y="602382"/>
                  </a:lnTo>
                  <a:lnTo>
                    <a:pt x="2180679" y="614749"/>
                  </a:lnTo>
                  <a:lnTo>
                    <a:pt x="2251023" y="626761"/>
                  </a:lnTo>
                  <a:lnTo>
                    <a:pt x="2321368" y="638426"/>
                  </a:lnTo>
                  <a:lnTo>
                    <a:pt x="2391712" y="649756"/>
                  </a:lnTo>
                  <a:lnTo>
                    <a:pt x="2462057" y="660759"/>
                  </a:lnTo>
                  <a:lnTo>
                    <a:pt x="2532401" y="671446"/>
                  </a:lnTo>
                  <a:lnTo>
                    <a:pt x="2602746" y="681825"/>
                  </a:lnTo>
                  <a:lnTo>
                    <a:pt x="2673090" y="691905"/>
                  </a:lnTo>
                  <a:lnTo>
                    <a:pt x="2743435" y="701694"/>
                  </a:lnTo>
                  <a:lnTo>
                    <a:pt x="2813779" y="711202"/>
                  </a:lnTo>
                  <a:lnTo>
                    <a:pt x="2884124" y="720436"/>
                  </a:lnTo>
                  <a:lnTo>
                    <a:pt x="2954468" y="729405"/>
                  </a:lnTo>
                  <a:lnTo>
                    <a:pt x="3024813" y="734888"/>
                  </a:lnTo>
                  <a:lnTo>
                    <a:pt x="3095157" y="738475"/>
                  </a:lnTo>
                  <a:lnTo>
                    <a:pt x="3165502" y="742019"/>
                  </a:lnTo>
                  <a:lnTo>
                    <a:pt x="3235846" y="745519"/>
                  </a:lnTo>
                  <a:lnTo>
                    <a:pt x="3306191" y="748978"/>
                  </a:lnTo>
                  <a:lnTo>
                    <a:pt x="3376535" y="752395"/>
                  </a:lnTo>
                  <a:lnTo>
                    <a:pt x="3446880" y="755770"/>
                  </a:lnTo>
                  <a:lnTo>
                    <a:pt x="3517224" y="759105"/>
                  </a:lnTo>
                  <a:lnTo>
                    <a:pt x="3587569" y="762400"/>
                  </a:lnTo>
                  <a:lnTo>
                    <a:pt x="3657913" y="765654"/>
                  </a:lnTo>
                  <a:lnTo>
                    <a:pt x="3728257" y="768870"/>
                  </a:lnTo>
                  <a:lnTo>
                    <a:pt x="3798602" y="772046"/>
                  </a:lnTo>
                  <a:lnTo>
                    <a:pt x="3868946" y="775184"/>
                  </a:lnTo>
                  <a:lnTo>
                    <a:pt x="3939291" y="778285"/>
                  </a:lnTo>
                  <a:lnTo>
                    <a:pt x="4009635" y="781348"/>
                  </a:lnTo>
                  <a:lnTo>
                    <a:pt x="4079980" y="784373"/>
                  </a:lnTo>
                  <a:lnTo>
                    <a:pt x="4150324" y="787363"/>
                  </a:lnTo>
                  <a:lnTo>
                    <a:pt x="4220669" y="790316"/>
                  </a:lnTo>
                  <a:lnTo>
                    <a:pt x="4291013" y="793234"/>
                  </a:lnTo>
                  <a:lnTo>
                    <a:pt x="4361358" y="796116"/>
                  </a:lnTo>
                  <a:lnTo>
                    <a:pt x="4431702" y="798963"/>
                  </a:lnTo>
                  <a:lnTo>
                    <a:pt x="4502047" y="801777"/>
                  </a:lnTo>
                  <a:lnTo>
                    <a:pt x="4572391" y="804556"/>
                  </a:lnTo>
                  <a:lnTo>
                    <a:pt x="4642736" y="807301"/>
                  </a:lnTo>
                  <a:lnTo>
                    <a:pt x="4713080" y="810014"/>
                  </a:lnTo>
                  <a:lnTo>
                    <a:pt x="4783425" y="812693"/>
                  </a:lnTo>
                  <a:lnTo>
                    <a:pt x="4853769" y="815341"/>
                  </a:lnTo>
                  <a:lnTo>
                    <a:pt x="4924114" y="817956"/>
                  </a:lnTo>
                  <a:lnTo>
                    <a:pt x="4994458" y="820540"/>
                  </a:lnTo>
                  <a:lnTo>
                    <a:pt x="5064803" y="823092"/>
                  </a:lnTo>
                  <a:lnTo>
                    <a:pt x="5135147" y="825614"/>
                  </a:lnTo>
                  <a:lnTo>
                    <a:pt x="5205492" y="828105"/>
                  </a:lnTo>
                  <a:lnTo>
                    <a:pt x="5275836" y="830567"/>
                  </a:lnTo>
                  <a:lnTo>
                    <a:pt x="5346181" y="832998"/>
                  </a:lnTo>
                  <a:lnTo>
                    <a:pt x="5416525" y="835400"/>
                  </a:lnTo>
                  <a:lnTo>
                    <a:pt x="5486870" y="837773"/>
                  </a:lnTo>
                  <a:lnTo>
                    <a:pt x="5557214" y="840118"/>
                  </a:lnTo>
                  <a:lnTo>
                    <a:pt x="5627559" y="842434"/>
                  </a:lnTo>
                  <a:lnTo>
                    <a:pt x="5697903" y="844722"/>
                  </a:lnTo>
                  <a:lnTo>
                    <a:pt x="5768248" y="846983"/>
                  </a:lnTo>
                  <a:lnTo>
                    <a:pt x="5838592" y="849216"/>
                  </a:lnTo>
                  <a:lnTo>
                    <a:pt x="5908937" y="851422"/>
                  </a:lnTo>
                  <a:lnTo>
                    <a:pt x="5979281" y="853602"/>
                  </a:lnTo>
                  <a:lnTo>
                    <a:pt x="6049626" y="855755"/>
                  </a:lnTo>
                  <a:lnTo>
                    <a:pt x="6119970" y="857882"/>
                  </a:lnTo>
                  <a:lnTo>
                    <a:pt x="6190315" y="859984"/>
                  </a:lnTo>
                  <a:lnTo>
                    <a:pt x="6260659" y="862060"/>
                  </a:lnTo>
                  <a:lnTo>
                    <a:pt x="6331004" y="864111"/>
                  </a:lnTo>
                  <a:lnTo>
                    <a:pt x="6401348" y="866138"/>
                  </a:lnTo>
                  <a:lnTo>
                    <a:pt x="6471693" y="868139"/>
                  </a:lnTo>
                  <a:lnTo>
                    <a:pt x="6542037" y="870117"/>
                  </a:lnTo>
                  <a:lnTo>
                    <a:pt x="6612382" y="872071"/>
                  </a:lnTo>
                  <a:lnTo>
                    <a:pt x="6682726" y="874001"/>
                  </a:lnTo>
                  <a:lnTo>
                    <a:pt x="6753071" y="875908"/>
                  </a:lnTo>
                  <a:lnTo>
                    <a:pt x="6823415" y="877792"/>
                  </a:lnTo>
                  <a:lnTo>
                    <a:pt x="6893760" y="879653"/>
                  </a:lnTo>
                  <a:lnTo>
                    <a:pt x="6964104" y="8814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092870"/>
              <a:ext cx="6964104" cy="443605"/>
            </a:xfrm>
            <a:custGeom>
              <a:avLst/>
              <a:pathLst>
                <a:path w="6964104" h="443605">
                  <a:moveTo>
                    <a:pt x="6964104" y="443605"/>
                  </a:moveTo>
                  <a:lnTo>
                    <a:pt x="6893760" y="441909"/>
                  </a:lnTo>
                  <a:lnTo>
                    <a:pt x="6823415" y="440163"/>
                  </a:lnTo>
                  <a:lnTo>
                    <a:pt x="6753071" y="438364"/>
                  </a:lnTo>
                  <a:lnTo>
                    <a:pt x="6682726" y="436513"/>
                  </a:lnTo>
                  <a:lnTo>
                    <a:pt x="6612382" y="434607"/>
                  </a:lnTo>
                  <a:lnTo>
                    <a:pt x="6542037" y="432644"/>
                  </a:lnTo>
                  <a:lnTo>
                    <a:pt x="6471693" y="430622"/>
                  </a:lnTo>
                  <a:lnTo>
                    <a:pt x="6401348" y="428541"/>
                  </a:lnTo>
                  <a:lnTo>
                    <a:pt x="6331004" y="426399"/>
                  </a:lnTo>
                  <a:lnTo>
                    <a:pt x="6260659" y="424192"/>
                  </a:lnTo>
                  <a:lnTo>
                    <a:pt x="6190315" y="421921"/>
                  </a:lnTo>
                  <a:lnTo>
                    <a:pt x="6119970" y="419582"/>
                  </a:lnTo>
                  <a:lnTo>
                    <a:pt x="6049626" y="417173"/>
                  </a:lnTo>
                  <a:lnTo>
                    <a:pt x="5979281" y="414693"/>
                  </a:lnTo>
                  <a:lnTo>
                    <a:pt x="5908937" y="412140"/>
                  </a:lnTo>
                  <a:lnTo>
                    <a:pt x="5838592" y="409511"/>
                  </a:lnTo>
                  <a:lnTo>
                    <a:pt x="5768248" y="406804"/>
                  </a:lnTo>
                  <a:lnTo>
                    <a:pt x="5697903" y="404017"/>
                  </a:lnTo>
                  <a:lnTo>
                    <a:pt x="5627559" y="401147"/>
                  </a:lnTo>
                  <a:lnTo>
                    <a:pt x="5557214" y="398192"/>
                  </a:lnTo>
                  <a:lnTo>
                    <a:pt x="5486870" y="395150"/>
                  </a:lnTo>
                  <a:lnTo>
                    <a:pt x="5416525" y="392017"/>
                  </a:lnTo>
                  <a:lnTo>
                    <a:pt x="5346181" y="388791"/>
                  </a:lnTo>
                  <a:lnTo>
                    <a:pt x="5275836" y="385470"/>
                  </a:lnTo>
                  <a:lnTo>
                    <a:pt x="5205492" y="382050"/>
                  </a:lnTo>
                  <a:lnTo>
                    <a:pt x="5135147" y="378529"/>
                  </a:lnTo>
                  <a:lnTo>
                    <a:pt x="5064803" y="374904"/>
                  </a:lnTo>
                  <a:lnTo>
                    <a:pt x="4994458" y="371171"/>
                  </a:lnTo>
                  <a:lnTo>
                    <a:pt x="4924114" y="367327"/>
                  </a:lnTo>
                  <a:lnTo>
                    <a:pt x="4853769" y="363370"/>
                  </a:lnTo>
                  <a:lnTo>
                    <a:pt x="4783425" y="359295"/>
                  </a:lnTo>
                  <a:lnTo>
                    <a:pt x="4713080" y="355099"/>
                  </a:lnTo>
                  <a:lnTo>
                    <a:pt x="4642736" y="350779"/>
                  </a:lnTo>
                  <a:lnTo>
                    <a:pt x="4572391" y="346331"/>
                  </a:lnTo>
                  <a:lnTo>
                    <a:pt x="4502047" y="341751"/>
                  </a:lnTo>
                  <a:lnTo>
                    <a:pt x="4431702" y="337035"/>
                  </a:lnTo>
                  <a:lnTo>
                    <a:pt x="4361358" y="332179"/>
                  </a:lnTo>
                  <a:lnTo>
                    <a:pt x="4291013" y="327179"/>
                  </a:lnTo>
                  <a:lnTo>
                    <a:pt x="4220669" y="322032"/>
                  </a:lnTo>
                  <a:lnTo>
                    <a:pt x="4150324" y="316731"/>
                  </a:lnTo>
                  <a:lnTo>
                    <a:pt x="4079980" y="311273"/>
                  </a:lnTo>
                  <a:lnTo>
                    <a:pt x="4009635" y="305654"/>
                  </a:lnTo>
                  <a:lnTo>
                    <a:pt x="3939291" y="299868"/>
                  </a:lnTo>
                  <a:lnTo>
                    <a:pt x="3868946" y="293910"/>
                  </a:lnTo>
                  <a:lnTo>
                    <a:pt x="3798602" y="287776"/>
                  </a:lnTo>
                  <a:lnTo>
                    <a:pt x="3728257" y="281460"/>
                  </a:lnTo>
                  <a:lnTo>
                    <a:pt x="3657913" y="274957"/>
                  </a:lnTo>
                  <a:lnTo>
                    <a:pt x="3587569" y="268261"/>
                  </a:lnTo>
                  <a:lnTo>
                    <a:pt x="3517224" y="261366"/>
                  </a:lnTo>
                  <a:lnTo>
                    <a:pt x="3446880" y="254267"/>
                  </a:lnTo>
                  <a:lnTo>
                    <a:pt x="3376535" y="246958"/>
                  </a:lnTo>
                  <a:lnTo>
                    <a:pt x="3306191" y="239431"/>
                  </a:lnTo>
                  <a:lnTo>
                    <a:pt x="3235846" y="231682"/>
                  </a:lnTo>
                  <a:lnTo>
                    <a:pt x="3165502" y="223703"/>
                  </a:lnTo>
                  <a:lnTo>
                    <a:pt x="3095157" y="215487"/>
                  </a:lnTo>
                  <a:lnTo>
                    <a:pt x="3024813" y="207028"/>
                  </a:lnTo>
                  <a:lnTo>
                    <a:pt x="2954468" y="200170"/>
                  </a:lnTo>
                  <a:lnTo>
                    <a:pt x="2884124" y="196495"/>
                  </a:lnTo>
                  <a:lnTo>
                    <a:pt x="2813779" y="192775"/>
                  </a:lnTo>
                  <a:lnTo>
                    <a:pt x="2743435" y="189010"/>
                  </a:lnTo>
                  <a:lnTo>
                    <a:pt x="2673090" y="185198"/>
                  </a:lnTo>
                  <a:lnTo>
                    <a:pt x="2602746" y="181340"/>
                  </a:lnTo>
                  <a:lnTo>
                    <a:pt x="2532401" y="177434"/>
                  </a:lnTo>
                  <a:lnTo>
                    <a:pt x="2462057" y="173481"/>
                  </a:lnTo>
                  <a:lnTo>
                    <a:pt x="2391712" y="169480"/>
                  </a:lnTo>
                  <a:lnTo>
                    <a:pt x="2321368" y="165429"/>
                  </a:lnTo>
                  <a:lnTo>
                    <a:pt x="2251023" y="161330"/>
                  </a:lnTo>
                  <a:lnTo>
                    <a:pt x="2180679" y="157180"/>
                  </a:lnTo>
                  <a:lnTo>
                    <a:pt x="2110334" y="152979"/>
                  </a:lnTo>
                  <a:lnTo>
                    <a:pt x="2039990" y="148727"/>
                  </a:lnTo>
                  <a:lnTo>
                    <a:pt x="1969645" y="144423"/>
                  </a:lnTo>
                  <a:lnTo>
                    <a:pt x="1899301" y="140066"/>
                  </a:lnTo>
                  <a:lnTo>
                    <a:pt x="1828956" y="135656"/>
                  </a:lnTo>
                  <a:lnTo>
                    <a:pt x="1758612" y="131192"/>
                  </a:lnTo>
                  <a:lnTo>
                    <a:pt x="1688267" y="126674"/>
                  </a:lnTo>
                  <a:lnTo>
                    <a:pt x="1617923" y="122100"/>
                  </a:lnTo>
                  <a:lnTo>
                    <a:pt x="1547578" y="117471"/>
                  </a:lnTo>
                  <a:lnTo>
                    <a:pt x="1477234" y="112785"/>
                  </a:lnTo>
                  <a:lnTo>
                    <a:pt x="1406889" y="108041"/>
                  </a:lnTo>
                  <a:lnTo>
                    <a:pt x="1336545" y="103240"/>
                  </a:lnTo>
                  <a:lnTo>
                    <a:pt x="1266200" y="98380"/>
                  </a:lnTo>
                  <a:lnTo>
                    <a:pt x="1195856" y="93460"/>
                  </a:lnTo>
                  <a:lnTo>
                    <a:pt x="1125511" y="88481"/>
                  </a:lnTo>
                  <a:lnTo>
                    <a:pt x="1055167" y="83440"/>
                  </a:lnTo>
                  <a:lnTo>
                    <a:pt x="984822" y="78338"/>
                  </a:lnTo>
                  <a:lnTo>
                    <a:pt x="914478" y="73174"/>
                  </a:lnTo>
                  <a:lnTo>
                    <a:pt x="844133" y="67946"/>
                  </a:lnTo>
                  <a:lnTo>
                    <a:pt x="773789" y="62654"/>
                  </a:lnTo>
                  <a:lnTo>
                    <a:pt x="703444" y="57298"/>
                  </a:lnTo>
                  <a:lnTo>
                    <a:pt x="633100" y="51877"/>
                  </a:lnTo>
                  <a:lnTo>
                    <a:pt x="562755" y="46389"/>
                  </a:lnTo>
                  <a:lnTo>
                    <a:pt x="492411" y="40833"/>
                  </a:lnTo>
                  <a:lnTo>
                    <a:pt x="422066" y="35211"/>
                  </a:lnTo>
                  <a:lnTo>
                    <a:pt x="351722" y="29519"/>
                  </a:lnTo>
                  <a:lnTo>
                    <a:pt x="281377" y="23758"/>
                  </a:lnTo>
                  <a:lnTo>
                    <a:pt x="211033" y="17926"/>
                  </a:lnTo>
                  <a:lnTo>
                    <a:pt x="140688" y="12023"/>
                  </a:lnTo>
                  <a:lnTo>
                    <a:pt x="70344" y="60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4874802"/>
              <a:ext cx="6964104" cy="626120"/>
            </a:xfrm>
            <a:custGeom>
              <a:avLst/>
              <a:pathLst>
                <a:path w="6964104" h="626120">
                  <a:moveTo>
                    <a:pt x="0" y="0"/>
                  </a:moveTo>
                  <a:lnTo>
                    <a:pt x="70344" y="14716"/>
                  </a:lnTo>
                  <a:lnTo>
                    <a:pt x="140688" y="29131"/>
                  </a:lnTo>
                  <a:lnTo>
                    <a:pt x="211033" y="43250"/>
                  </a:lnTo>
                  <a:lnTo>
                    <a:pt x="281377" y="57081"/>
                  </a:lnTo>
                  <a:lnTo>
                    <a:pt x="351722" y="70629"/>
                  </a:lnTo>
                  <a:lnTo>
                    <a:pt x="422066" y="83899"/>
                  </a:lnTo>
                  <a:lnTo>
                    <a:pt x="492411" y="96898"/>
                  </a:lnTo>
                  <a:lnTo>
                    <a:pt x="562755" y="109630"/>
                  </a:lnTo>
                  <a:lnTo>
                    <a:pt x="633100" y="122102"/>
                  </a:lnTo>
                  <a:lnTo>
                    <a:pt x="703444" y="134319"/>
                  </a:lnTo>
                  <a:lnTo>
                    <a:pt x="773789" y="146285"/>
                  </a:lnTo>
                  <a:lnTo>
                    <a:pt x="844133" y="158007"/>
                  </a:lnTo>
                  <a:lnTo>
                    <a:pt x="914478" y="169488"/>
                  </a:lnTo>
                  <a:lnTo>
                    <a:pt x="984822" y="180735"/>
                  </a:lnTo>
                  <a:lnTo>
                    <a:pt x="1055167" y="191751"/>
                  </a:lnTo>
                  <a:lnTo>
                    <a:pt x="1125511" y="202542"/>
                  </a:lnTo>
                  <a:lnTo>
                    <a:pt x="1195856" y="213112"/>
                  </a:lnTo>
                  <a:lnTo>
                    <a:pt x="1266200" y="223466"/>
                  </a:lnTo>
                  <a:lnTo>
                    <a:pt x="1336545" y="233607"/>
                  </a:lnTo>
                  <a:lnTo>
                    <a:pt x="1406889" y="243541"/>
                  </a:lnTo>
                  <a:lnTo>
                    <a:pt x="1477234" y="253272"/>
                  </a:lnTo>
                  <a:lnTo>
                    <a:pt x="1547578" y="262803"/>
                  </a:lnTo>
                  <a:lnTo>
                    <a:pt x="1617923" y="272140"/>
                  </a:lnTo>
                  <a:lnTo>
                    <a:pt x="1688267" y="281285"/>
                  </a:lnTo>
                  <a:lnTo>
                    <a:pt x="1758612" y="290243"/>
                  </a:lnTo>
                  <a:lnTo>
                    <a:pt x="1828956" y="299018"/>
                  </a:lnTo>
                  <a:lnTo>
                    <a:pt x="1899301" y="307613"/>
                  </a:lnTo>
                  <a:lnTo>
                    <a:pt x="1969645" y="316032"/>
                  </a:lnTo>
                  <a:lnTo>
                    <a:pt x="2039990" y="324278"/>
                  </a:lnTo>
                  <a:lnTo>
                    <a:pt x="2110334" y="332356"/>
                  </a:lnTo>
                  <a:lnTo>
                    <a:pt x="2180679" y="340269"/>
                  </a:lnTo>
                  <a:lnTo>
                    <a:pt x="2251023" y="348019"/>
                  </a:lnTo>
                  <a:lnTo>
                    <a:pt x="2321368" y="355611"/>
                  </a:lnTo>
                  <a:lnTo>
                    <a:pt x="2391712" y="363048"/>
                  </a:lnTo>
                  <a:lnTo>
                    <a:pt x="2462057" y="370332"/>
                  </a:lnTo>
                  <a:lnTo>
                    <a:pt x="2532401" y="377467"/>
                  </a:lnTo>
                  <a:lnTo>
                    <a:pt x="2602746" y="384456"/>
                  </a:lnTo>
                  <a:lnTo>
                    <a:pt x="2673090" y="391302"/>
                  </a:lnTo>
                  <a:lnTo>
                    <a:pt x="2743435" y="398008"/>
                  </a:lnTo>
                  <a:lnTo>
                    <a:pt x="2813779" y="404577"/>
                  </a:lnTo>
                  <a:lnTo>
                    <a:pt x="2884124" y="411011"/>
                  </a:lnTo>
                  <a:lnTo>
                    <a:pt x="2954468" y="417313"/>
                  </a:lnTo>
                  <a:lnTo>
                    <a:pt x="3024813" y="423487"/>
                  </a:lnTo>
                  <a:lnTo>
                    <a:pt x="3095157" y="429534"/>
                  </a:lnTo>
                  <a:lnTo>
                    <a:pt x="3165502" y="435457"/>
                  </a:lnTo>
                  <a:lnTo>
                    <a:pt x="3235846" y="441259"/>
                  </a:lnTo>
                  <a:lnTo>
                    <a:pt x="3306191" y="446942"/>
                  </a:lnTo>
                  <a:lnTo>
                    <a:pt x="3376535" y="452509"/>
                  </a:lnTo>
                  <a:lnTo>
                    <a:pt x="3446880" y="457962"/>
                  </a:lnTo>
                  <a:lnTo>
                    <a:pt x="3517224" y="463303"/>
                  </a:lnTo>
                  <a:lnTo>
                    <a:pt x="3587569" y="468535"/>
                  </a:lnTo>
                  <a:lnTo>
                    <a:pt x="3657913" y="473660"/>
                  </a:lnTo>
                  <a:lnTo>
                    <a:pt x="3728257" y="478680"/>
                  </a:lnTo>
                  <a:lnTo>
                    <a:pt x="3798602" y="483597"/>
                  </a:lnTo>
                  <a:lnTo>
                    <a:pt x="3868946" y="488413"/>
                  </a:lnTo>
                  <a:lnTo>
                    <a:pt x="3939291" y="493131"/>
                  </a:lnTo>
                  <a:lnTo>
                    <a:pt x="4009635" y="497753"/>
                  </a:lnTo>
                  <a:lnTo>
                    <a:pt x="4079980" y="502279"/>
                  </a:lnTo>
                  <a:lnTo>
                    <a:pt x="4150324" y="506713"/>
                  </a:lnTo>
                  <a:lnTo>
                    <a:pt x="4220669" y="511057"/>
                  </a:lnTo>
                  <a:lnTo>
                    <a:pt x="4291013" y="515311"/>
                  </a:lnTo>
                  <a:lnTo>
                    <a:pt x="4361358" y="519478"/>
                  </a:lnTo>
                  <a:lnTo>
                    <a:pt x="4431702" y="523560"/>
                  </a:lnTo>
                  <a:lnTo>
                    <a:pt x="4502047" y="527559"/>
                  </a:lnTo>
                  <a:lnTo>
                    <a:pt x="4572391" y="531475"/>
                  </a:lnTo>
                  <a:lnTo>
                    <a:pt x="4642736" y="535312"/>
                  </a:lnTo>
                  <a:lnTo>
                    <a:pt x="4713080" y="539070"/>
                  </a:lnTo>
                  <a:lnTo>
                    <a:pt x="4783425" y="542751"/>
                  </a:lnTo>
                  <a:lnTo>
                    <a:pt x="4853769" y="546356"/>
                  </a:lnTo>
                  <a:lnTo>
                    <a:pt x="4924114" y="549888"/>
                  </a:lnTo>
                  <a:lnTo>
                    <a:pt x="4994458" y="553348"/>
                  </a:lnTo>
                  <a:lnTo>
                    <a:pt x="5064803" y="556736"/>
                  </a:lnTo>
                  <a:lnTo>
                    <a:pt x="5135147" y="560055"/>
                  </a:lnTo>
                  <a:lnTo>
                    <a:pt x="5205492" y="563307"/>
                  </a:lnTo>
                  <a:lnTo>
                    <a:pt x="5275836" y="566492"/>
                  </a:lnTo>
                  <a:lnTo>
                    <a:pt x="5346181" y="569611"/>
                  </a:lnTo>
                  <a:lnTo>
                    <a:pt x="5416525" y="572667"/>
                  </a:lnTo>
                  <a:lnTo>
                    <a:pt x="5486870" y="575660"/>
                  </a:lnTo>
                  <a:lnTo>
                    <a:pt x="5557214" y="578592"/>
                  </a:lnTo>
                  <a:lnTo>
                    <a:pt x="5627559" y="581464"/>
                  </a:lnTo>
                  <a:lnTo>
                    <a:pt x="5697903" y="584277"/>
                  </a:lnTo>
                  <a:lnTo>
                    <a:pt x="5768248" y="587032"/>
                  </a:lnTo>
                  <a:lnTo>
                    <a:pt x="5838592" y="589732"/>
                  </a:lnTo>
                  <a:lnTo>
                    <a:pt x="5908937" y="592375"/>
                  </a:lnTo>
                  <a:lnTo>
                    <a:pt x="5979281" y="594965"/>
                  </a:lnTo>
                  <a:lnTo>
                    <a:pt x="6049626" y="597502"/>
                  </a:lnTo>
                  <a:lnTo>
                    <a:pt x="6119970" y="599987"/>
                  </a:lnTo>
                  <a:lnTo>
                    <a:pt x="6190315" y="602421"/>
                  </a:lnTo>
                  <a:lnTo>
                    <a:pt x="6260659" y="604805"/>
                  </a:lnTo>
                  <a:lnTo>
                    <a:pt x="6331004" y="607140"/>
                  </a:lnTo>
                  <a:lnTo>
                    <a:pt x="6401348" y="609427"/>
                  </a:lnTo>
                  <a:lnTo>
                    <a:pt x="6471693" y="611668"/>
                  </a:lnTo>
                  <a:lnTo>
                    <a:pt x="6542037" y="613863"/>
                  </a:lnTo>
                  <a:lnTo>
                    <a:pt x="6612382" y="616013"/>
                  </a:lnTo>
                  <a:lnTo>
                    <a:pt x="6682726" y="618119"/>
                  </a:lnTo>
                  <a:lnTo>
                    <a:pt x="6753071" y="620181"/>
                  </a:lnTo>
                  <a:lnTo>
                    <a:pt x="6823415" y="622202"/>
                  </a:lnTo>
                  <a:lnTo>
                    <a:pt x="6893760" y="624181"/>
                  </a:lnTo>
                  <a:lnTo>
                    <a:pt x="6964104" y="6261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2026-07-22T07:54:43Z</dcterms:modified>
  <cp:category/>
</cp:coreProperties>
</file>