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697812"/>
              <a:ext cx="7090630" cy="2700903"/>
            </a:xfrm>
            <a:custGeom>
              <a:avLst/>
              <a:pathLst>
                <a:path w="7090630" h="2700903">
                  <a:moveTo>
                    <a:pt x="0" y="0"/>
                  </a:moveTo>
                  <a:lnTo>
                    <a:pt x="71622" y="82333"/>
                  </a:lnTo>
                  <a:lnTo>
                    <a:pt x="143245" y="162296"/>
                  </a:lnTo>
                  <a:lnTo>
                    <a:pt x="214867" y="239956"/>
                  </a:lnTo>
                  <a:lnTo>
                    <a:pt x="286490" y="315381"/>
                  </a:lnTo>
                  <a:lnTo>
                    <a:pt x="358112" y="388633"/>
                  </a:lnTo>
                  <a:lnTo>
                    <a:pt x="429735" y="459777"/>
                  </a:lnTo>
                  <a:lnTo>
                    <a:pt x="501357" y="528872"/>
                  </a:lnTo>
                  <a:lnTo>
                    <a:pt x="572980" y="595977"/>
                  </a:lnTo>
                  <a:lnTo>
                    <a:pt x="644602" y="661150"/>
                  </a:lnTo>
                  <a:lnTo>
                    <a:pt x="716225" y="724447"/>
                  </a:lnTo>
                  <a:lnTo>
                    <a:pt x="787847" y="785921"/>
                  </a:lnTo>
                  <a:lnTo>
                    <a:pt x="859470" y="845625"/>
                  </a:lnTo>
                  <a:lnTo>
                    <a:pt x="931092" y="903610"/>
                  </a:lnTo>
                  <a:lnTo>
                    <a:pt x="1002715" y="959925"/>
                  </a:lnTo>
                  <a:lnTo>
                    <a:pt x="1074337" y="1014619"/>
                  </a:lnTo>
                  <a:lnTo>
                    <a:pt x="1145960" y="1067738"/>
                  </a:lnTo>
                  <a:lnTo>
                    <a:pt x="1217582" y="1119328"/>
                  </a:lnTo>
                  <a:lnTo>
                    <a:pt x="1289205" y="1169432"/>
                  </a:lnTo>
                  <a:lnTo>
                    <a:pt x="1360827" y="1218093"/>
                  </a:lnTo>
                  <a:lnTo>
                    <a:pt x="1432450" y="1265353"/>
                  </a:lnTo>
                  <a:lnTo>
                    <a:pt x="1504073" y="1311253"/>
                  </a:lnTo>
                  <a:lnTo>
                    <a:pt x="1575695" y="1355831"/>
                  </a:lnTo>
                  <a:lnTo>
                    <a:pt x="1647318" y="1399125"/>
                  </a:lnTo>
                  <a:lnTo>
                    <a:pt x="1718940" y="1441173"/>
                  </a:lnTo>
                  <a:lnTo>
                    <a:pt x="1790563" y="1482010"/>
                  </a:lnTo>
                  <a:lnTo>
                    <a:pt x="1862185" y="1521671"/>
                  </a:lnTo>
                  <a:lnTo>
                    <a:pt x="1933808" y="1560190"/>
                  </a:lnTo>
                  <a:lnTo>
                    <a:pt x="2005430" y="1597600"/>
                  </a:lnTo>
                  <a:lnTo>
                    <a:pt x="2077053" y="1633933"/>
                  </a:lnTo>
                  <a:lnTo>
                    <a:pt x="2148675" y="1669219"/>
                  </a:lnTo>
                  <a:lnTo>
                    <a:pt x="2220298" y="1703490"/>
                  </a:lnTo>
                  <a:lnTo>
                    <a:pt x="2291920" y="1736774"/>
                  </a:lnTo>
                  <a:lnTo>
                    <a:pt x="2363543" y="1769100"/>
                  </a:lnTo>
                  <a:lnTo>
                    <a:pt x="2435165" y="1800494"/>
                  </a:lnTo>
                  <a:lnTo>
                    <a:pt x="2506788" y="1830985"/>
                  </a:lnTo>
                  <a:lnTo>
                    <a:pt x="2578410" y="1860598"/>
                  </a:lnTo>
                  <a:lnTo>
                    <a:pt x="2650033" y="1889358"/>
                  </a:lnTo>
                  <a:lnTo>
                    <a:pt x="2721655" y="1917290"/>
                  </a:lnTo>
                  <a:lnTo>
                    <a:pt x="2793278" y="1944418"/>
                  </a:lnTo>
                  <a:lnTo>
                    <a:pt x="2864901" y="1970765"/>
                  </a:lnTo>
                  <a:lnTo>
                    <a:pt x="2936523" y="1996353"/>
                  </a:lnTo>
                  <a:lnTo>
                    <a:pt x="3008146" y="2021204"/>
                  </a:lnTo>
                  <a:lnTo>
                    <a:pt x="3079768" y="2036399"/>
                  </a:lnTo>
                  <a:lnTo>
                    <a:pt x="3151391" y="2046338"/>
                  </a:lnTo>
                  <a:lnTo>
                    <a:pt x="3223013" y="2056158"/>
                  </a:lnTo>
                  <a:lnTo>
                    <a:pt x="3294636" y="2065859"/>
                  </a:lnTo>
                  <a:lnTo>
                    <a:pt x="3366258" y="2075442"/>
                  </a:lnTo>
                  <a:lnTo>
                    <a:pt x="3437881" y="2084910"/>
                  </a:lnTo>
                  <a:lnTo>
                    <a:pt x="3509503" y="2094264"/>
                  </a:lnTo>
                  <a:lnTo>
                    <a:pt x="3581126" y="2103505"/>
                  </a:lnTo>
                  <a:lnTo>
                    <a:pt x="3652748" y="2112634"/>
                  </a:lnTo>
                  <a:lnTo>
                    <a:pt x="3724371" y="2121653"/>
                  </a:lnTo>
                  <a:lnTo>
                    <a:pt x="3795993" y="2130563"/>
                  </a:lnTo>
                  <a:lnTo>
                    <a:pt x="3867616" y="2139365"/>
                  </a:lnTo>
                  <a:lnTo>
                    <a:pt x="3939238" y="2148061"/>
                  </a:lnTo>
                  <a:lnTo>
                    <a:pt x="4010861" y="2156652"/>
                  </a:lnTo>
                  <a:lnTo>
                    <a:pt x="4082483" y="2165139"/>
                  </a:lnTo>
                  <a:lnTo>
                    <a:pt x="4154106" y="2173524"/>
                  </a:lnTo>
                  <a:lnTo>
                    <a:pt x="4225729" y="2181808"/>
                  </a:lnTo>
                  <a:lnTo>
                    <a:pt x="4297351" y="2189991"/>
                  </a:lnTo>
                  <a:lnTo>
                    <a:pt x="4368974" y="2198076"/>
                  </a:lnTo>
                  <a:lnTo>
                    <a:pt x="4440596" y="2206063"/>
                  </a:lnTo>
                  <a:lnTo>
                    <a:pt x="4512219" y="2213954"/>
                  </a:lnTo>
                  <a:lnTo>
                    <a:pt x="4583841" y="2221749"/>
                  </a:lnTo>
                  <a:lnTo>
                    <a:pt x="4655464" y="2229450"/>
                  </a:lnTo>
                  <a:lnTo>
                    <a:pt x="4727086" y="2237058"/>
                  </a:lnTo>
                  <a:lnTo>
                    <a:pt x="4798709" y="2244574"/>
                  </a:lnTo>
                  <a:lnTo>
                    <a:pt x="4870331" y="2252000"/>
                  </a:lnTo>
                  <a:lnTo>
                    <a:pt x="4941954" y="2259336"/>
                  </a:lnTo>
                  <a:lnTo>
                    <a:pt x="5013576" y="2266583"/>
                  </a:lnTo>
                  <a:lnTo>
                    <a:pt x="5085199" y="2273743"/>
                  </a:lnTo>
                  <a:lnTo>
                    <a:pt x="5156821" y="2280816"/>
                  </a:lnTo>
                  <a:lnTo>
                    <a:pt x="5228444" y="2287804"/>
                  </a:lnTo>
                  <a:lnTo>
                    <a:pt x="5300066" y="2294707"/>
                  </a:lnTo>
                  <a:lnTo>
                    <a:pt x="5371689" y="2301527"/>
                  </a:lnTo>
                  <a:lnTo>
                    <a:pt x="5443311" y="2308265"/>
                  </a:lnTo>
                  <a:lnTo>
                    <a:pt x="5514934" y="2314921"/>
                  </a:lnTo>
                  <a:lnTo>
                    <a:pt x="5586557" y="2321497"/>
                  </a:lnTo>
                  <a:lnTo>
                    <a:pt x="5658179" y="2327993"/>
                  </a:lnTo>
                  <a:lnTo>
                    <a:pt x="5729802" y="2334412"/>
                  </a:lnTo>
                  <a:lnTo>
                    <a:pt x="5801424" y="2340752"/>
                  </a:lnTo>
                  <a:lnTo>
                    <a:pt x="5873047" y="2347016"/>
                  </a:lnTo>
                  <a:lnTo>
                    <a:pt x="5944669" y="2353204"/>
                  </a:lnTo>
                  <a:lnTo>
                    <a:pt x="6016292" y="2359318"/>
                  </a:lnTo>
                  <a:lnTo>
                    <a:pt x="6087914" y="2365358"/>
                  </a:lnTo>
                  <a:lnTo>
                    <a:pt x="6159537" y="2371325"/>
                  </a:lnTo>
                  <a:lnTo>
                    <a:pt x="6231159" y="2377219"/>
                  </a:lnTo>
                  <a:lnTo>
                    <a:pt x="6302782" y="2383043"/>
                  </a:lnTo>
                  <a:lnTo>
                    <a:pt x="6374404" y="2388796"/>
                  </a:lnTo>
                  <a:lnTo>
                    <a:pt x="6446027" y="2394480"/>
                  </a:lnTo>
                  <a:lnTo>
                    <a:pt x="6517649" y="2400095"/>
                  </a:lnTo>
                  <a:lnTo>
                    <a:pt x="6589272" y="2405642"/>
                  </a:lnTo>
                  <a:lnTo>
                    <a:pt x="6660894" y="2411123"/>
                  </a:lnTo>
                  <a:lnTo>
                    <a:pt x="6732517" y="2416537"/>
                  </a:lnTo>
                  <a:lnTo>
                    <a:pt x="6804139" y="2421886"/>
                  </a:lnTo>
                  <a:lnTo>
                    <a:pt x="6875762" y="2427170"/>
                  </a:lnTo>
                  <a:lnTo>
                    <a:pt x="6947385" y="2432390"/>
                  </a:lnTo>
                  <a:lnTo>
                    <a:pt x="7019007" y="2437547"/>
                  </a:lnTo>
                  <a:lnTo>
                    <a:pt x="7090630" y="2442642"/>
                  </a:lnTo>
                  <a:lnTo>
                    <a:pt x="7090630" y="2700903"/>
                  </a:lnTo>
                  <a:lnTo>
                    <a:pt x="7019007" y="2696203"/>
                  </a:lnTo>
                  <a:lnTo>
                    <a:pt x="6947385" y="2691363"/>
                  </a:lnTo>
                  <a:lnTo>
                    <a:pt x="6875762" y="2686381"/>
                  </a:lnTo>
                  <a:lnTo>
                    <a:pt x="6804139" y="2681250"/>
                  </a:lnTo>
                  <a:lnTo>
                    <a:pt x="6732517" y="2675967"/>
                  </a:lnTo>
                  <a:lnTo>
                    <a:pt x="6660894" y="2670528"/>
                  </a:lnTo>
                  <a:lnTo>
                    <a:pt x="6589272" y="2664927"/>
                  </a:lnTo>
                  <a:lnTo>
                    <a:pt x="6517649" y="2659160"/>
                  </a:lnTo>
                  <a:lnTo>
                    <a:pt x="6446027" y="2653223"/>
                  </a:lnTo>
                  <a:lnTo>
                    <a:pt x="6374404" y="2647109"/>
                  </a:lnTo>
                  <a:lnTo>
                    <a:pt x="6302782" y="2640814"/>
                  </a:lnTo>
                  <a:lnTo>
                    <a:pt x="6231159" y="2634333"/>
                  </a:lnTo>
                  <a:lnTo>
                    <a:pt x="6159537" y="2627659"/>
                  </a:lnTo>
                  <a:lnTo>
                    <a:pt x="6087914" y="2620787"/>
                  </a:lnTo>
                  <a:lnTo>
                    <a:pt x="6016292" y="2613712"/>
                  </a:lnTo>
                  <a:lnTo>
                    <a:pt x="5944669" y="2606427"/>
                  </a:lnTo>
                  <a:lnTo>
                    <a:pt x="5873047" y="2598926"/>
                  </a:lnTo>
                  <a:lnTo>
                    <a:pt x="5801424" y="2591203"/>
                  </a:lnTo>
                  <a:lnTo>
                    <a:pt x="5729802" y="2583250"/>
                  </a:lnTo>
                  <a:lnTo>
                    <a:pt x="5658179" y="2575062"/>
                  </a:lnTo>
                  <a:lnTo>
                    <a:pt x="5586557" y="2566631"/>
                  </a:lnTo>
                  <a:lnTo>
                    <a:pt x="5514934" y="2557950"/>
                  </a:lnTo>
                  <a:lnTo>
                    <a:pt x="5443311" y="2549012"/>
                  </a:lnTo>
                  <a:lnTo>
                    <a:pt x="5371689" y="2539809"/>
                  </a:lnTo>
                  <a:lnTo>
                    <a:pt x="5300066" y="2530333"/>
                  </a:lnTo>
                  <a:lnTo>
                    <a:pt x="5228444" y="2520576"/>
                  </a:lnTo>
                  <a:lnTo>
                    <a:pt x="5156821" y="2510529"/>
                  </a:lnTo>
                  <a:lnTo>
                    <a:pt x="5085199" y="2500185"/>
                  </a:lnTo>
                  <a:lnTo>
                    <a:pt x="5013576" y="2489534"/>
                  </a:lnTo>
                  <a:lnTo>
                    <a:pt x="4941954" y="2478568"/>
                  </a:lnTo>
                  <a:lnTo>
                    <a:pt x="4870331" y="2467276"/>
                  </a:lnTo>
                  <a:lnTo>
                    <a:pt x="4798709" y="2455649"/>
                  </a:lnTo>
                  <a:lnTo>
                    <a:pt x="4727086" y="2443678"/>
                  </a:lnTo>
                  <a:lnTo>
                    <a:pt x="4655464" y="2431352"/>
                  </a:lnTo>
                  <a:lnTo>
                    <a:pt x="4583841" y="2418661"/>
                  </a:lnTo>
                  <a:lnTo>
                    <a:pt x="4512219" y="2405593"/>
                  </a:lnTo>
                  <a:lnTo>
                    <a:pt x="4440596" y="2392138"/>
                  </a:lnTo>
                  <a:lnTo>
                    <a:pt x="4368974" y="2378283"/>
                  </a:lnTo>
                  <a:lnTo>
                    <a:pt x="4297351" y="2364018"/>
                  </a:lnTo>
                  <a:lnTo>
                    <a:pt x="4225729" y="2349331"/>
                  </a:lnTo>
                  <a:lnTo>
                    <a:pt x="4154106" y="2334207"/>
                  </a:lnTo>
                  <a:lnTo>
                    <a:pt x="4082483" y="2318636"/>
                  </a:lnTo>
                  <a:lnTo>
                    <a:pt x="4010861" y="2302603"/>
                  </a:lnTo>
                  <a:lnTo>
                    <a:pt x="3939238" y="2286094"/>
                  </a:lnTo>
                  <a:lnTo>
                    <a:pt x="3867616" y="2269096"/>
                  </a:lnTo>
                  <a:lnTo>
                    <a:pt x="3795993" y="2251594"/>
                  </a:lnTo>
                  <a:lnTo>
                    <a:pt x="3724371" y="2233573"/>
                  </a:lnTo>
                  <a:lnTo>
                    <a:pt x="3652748" y="2215018"/>
                  </a:lnTo>
                  <a:lnTo>
                    <a:pt x="3581126" y="2195913"/>
                  </a:lnTo>
                  <a:lnTo>
                    <a:pt x="3509503" y="2176241"/>
                  </a:lnTo>
                  <a:lnTo>
                    <a:pt x="3437881" y="2155986"/>
                  </a:lnTo>
                  <a:lnTo>
                    <a:pt x="3366258" y="2135131"/>
                  </a:lnTo>
                  <a:lnTo>
                    <a:pt x="3294636" y="2113657"/>
                  </a:lnTo>
                  <a:lnTo>
                    <a:pt x="3223013" y="2091547"/>
                  </a:lnTo>
                  <a:lnTo>
                    <a:pt x="3151391" y="2068781"/>
                  </a:lnTo>
                  <a:lnTo>
                    <a:pt x="3079768" y="2045340"/>
                  </a:lnTo>
                  <a:lnTo>
                    <a:pt x="3008146" y="2026337"/>
                  </a:lnTo>
                  <a:lnTo>
                    <a:pt x="2936523" y="2016153"/>
                  </a:lnTo>
                  <a:lnTo>
                    <a:pt x="2864901" y="2005845"/>
                  </a:lnTo>
                  <a:lnTo>
                    <a:pt x="2793278" y="1995410"/>
                  </a:lnTo>
                  <a:lnTo>
                    <a:pt x="2721655" y="1984848"/>
                  </a:lnTo>
                  <a:lnTo>
                    <a:pt x="2650033" y="1974157"/>
                  </a:lnTo>
                  <a:lnTo>
                    <a:pt x="2578410" y="1963335"/>
                  </a:lnTo>
                  <a:lnTo>
                    <a:pt x="2506788" y="1952381"/>
                  </a:lnTo>
                  <a:lnTo>
                    <a:pt x="2435165" y="1941293"/>
                  </a:lnTo>
                  <a:lnTo>
                    <a:pt x="2363543" y="1930069"/>
                  </a:lnTo>
                  <a:lnTo>
                    <a:pt x="2291920" y="1918708"/>
                  </a:lnTo>
                  <a:lnTo>
                    <a:pt x="2220298" y="1907209"/>
                  </a:lnTo>
                  <a:lnTo>
                    <a:pt x="2148675" y="1895568"/>
                  </a:lnTo>
                  <a:lnTo>
                    <a:pt x="2077053" y="1883786"/>
                  </a:lnTo>
                  <a:lnTo>
                    <a:pt x="2005430" y="1871859"/>
                  </a:lnTo>
                  <a:lnTo>
                    <a:pt x="1933808" y="1859787"/>
                  </a:lnTo>
                  <a:lnTo>
                    <a:pt x="1862185" y="1847567"/>
                  </a:lnTo>
                  <a:lnTo>
                    <a:pt x="1790563" y="1835197"/>
                  </a:lnTo>
                  <a:lnTo>
                    <a:pt x="1718940" y="1822677"/>
                  </a:lnTo>
                  <a:lnTo>
                    <a:pt x="1647318" y="1810003"/>
                  </a:lnTo>
                  <a:lnTo>
                    <a:pt x="1575695" y="1797174"/>
                  </a:lnTo>
                  <a:lnTo>
                    <a:pt x="1504073" y="1784189"/>
                  </a:lnTo>
                  <a:lnTo>
                    <a:pt x="1432450" y="1771045"/>
                  </a:lnTo>
                  <a:lnTo>
                    <a:pt x="1360827" y="1757740"/>
                  </a:lnTo>
                  <a:lnTo>
                    <a:pt x="1289205" y="1744273"/>
                  </a:lnTo>
                  <a:lnTo>
                    <a:pt x="1217582" y="1730640"/>
                  </a:lnTo>
                  <a:lnTo>
                    <a:pt x="1145960" y="1716842"/>
                  </a:lnTo>
                  <a:lnTo>
                    <a:pt x="1074337" y="1702874"/>
                  </a:lnTo>
                  <a:lnTo>
                    <a:pt x="1002715" y="1688736"/>
                  </a:lnTo>
                  <a:lnTo>
                    <a:pt x="931092" y="1674425"/>
                  </a:lnTo>
                  <a:lnTo>
                    <a:pt x="859470" y="1659939"/>
                  </a:lnTo>
                  <a:lnTo>
                    <a:pt x="787847" y="1645276"/>
                  </a:lnTo>
                  <a:lnTo>
                    <a:pt x="716225" y="1630434"/>
                  </a:lnTo>
                  <a:lnTo>
                    <a:pt x="644602" y="1615410"/>
                  </a:lnTo>
                  <a:lnTo>
                    <a:pt x="572980" y="1600203"/>
                  </a:lnTo>
                  <a:lnTo>
                    <a:pt x="501357" y="1584810"/>
                  </a:lnTo>
                  <a:lnTo>
                    <a:pt x="429735" y="1569228"/>
                  </a:lnTo>
                  <a:lnTo>
                    <a:pt x="358112" y="1553456"/>
                  </a:lnTo>
                  <a:lnTo>
                    <a:pt x="286490" y="1537492"/>
                  </a:lnTo>
                  <a:lnTo>
                    <a:pt x="214867" y="1521332"/>
                  </a:lnTo>
                  <a:lnTo>
                    <a:pt x="143245" y="1504975"/>
                  </a:lnTo>
                  <a:lnTo>
                    <a:pt x="71622" y="1488417"/>
                  </a:lnTo>
                  <a:lnTo>
                    <a:pt x="0" y="147165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697812"/>
              <a:ext cx="7090630" cy="2442642"/>
            </a:xfrm>
            <a:custGeom>
              <a:avLst/>
              <a:pathLst>
                <a:path w="7090630" h="2442642">
                  <a:moveTo>
                    <a:pt x="0" y="0"/>
                  </a:moveTo>
                  <a:lnTo>
                    <a:pt x="71622" y="82333"/>
                  </a:lnTo>
                  <a:lnTo>
                    <a:pt x="143245" y="162296"/>
                  </a:lnTo>
                  <a:lnTo>
                    <a:pt x="214867" y="239956"/>
                  </a:lnTo>
                  <a:lnTo>
                    <a:pt x="286490" y="315381"/>
                  </a:lnTo>
                  <a:lnTo>
                    <a:pt x="358112" y="388633"/>
                  </a:lnTo>
                  <a:lnTo>
                    <a:pt x="429735" y="459777"/>
                  </a:lnTo>
                  <a:lnTo>
                    <a:pt x="501357" y="528872"/>
                  </a:lnTo>
                  <a:lnTo>
                    <a:pt x="572980" y="595977"/>
                  </a:lnTo>
                  <a:lnTo>
                    <a:pt x="644602" y="661150"/>
                  </a:lnTo>
                  <a:lnTo>
                    <a:pt x="716225" y="724447"/>
                  </a:lnTo>
                  <a:lnTo>
                    <a:pt x="787847" y="785921"/>
                  </a:lnTo>
                  <a:lnTo>
                    <a:pt x="859470" y="845625"/>
                  </a:lnTo>
                  <a:lnTo>
                    <a:pt x="931092" y="903610"/>
                  </a:lnTo>
                  <a:lnTo>
                    <a:pt x="1002715" y="959925"/>
                  </a:lnTo>
                  <a:lnTo>
                    <a:pt x="1074337" y="1014619"/>
                  </a:lnTo>
                  <a:lnTo>
                    <a:pt x="1145960" y="1067738"/>
                  </a:lnTo>
                  <a:lnTo>
                    <a:pt x="1217582" y="1119328"/>
                  </a:lnTo>
                  <a:lnTo>
                    <a:pt x="1289205" y="1169432"/>
                  </a:lnTo>
                  <a:lnTo>
                    <a:pt x="1360827" y="1218093"/>
                  </a:lnTo>
                  <a:lnTo>
                    <a:pt x="1432450" y="1265353"/>
                  </a:lnTo>
                  <a:lnTo>
                    <a:pt x="1504073" y="1311253"/>
                  </a:lnTo>
                  <a:lnTo>
                    <a:pt x="1575695" y="1355831"/>
                  </a:lnTo>
                  <a:lnTo>
                    <a:pt x="1647318" y="1399125"/>
                  </a:lnTo>
                  <a:lnTo>
                    <a:pt x="1718940" y="1441173"/>
                  </a:lnTo>
                  <a:lnTo>
                    <a:pt x="1790563" y="1482010"/>
                  </a:lnTo>
                  <a:lnTo>
                    <a:pt x="1862185" y="1521671"/>
                  </a:lnTo>
                  <a:lnTo>
                    <a:pt x="1933808" y="1560190"/>
                  </a:lnTo>
                  <a:lnTo>
                    <a:pt x="2005430" y="1597600"/>
                  </a:lnTo>
                  <a:lnTo>
                    <a:pt x="2077053" y="1633933"/>
                  </a:lnTo>
                  <a:lnTo>
                    <a:pt x="2148675" y="1669219"/>
                  </a:lnTo>
                  <a:lnTo>
                    <a:pt x="2220298" y="1703490"/>
                  </a:lnTo>
                  <a:lnTo>
                    <a:pt x="2291920" y="1736774"/>
                  </a:lnTo>
                  <a:lnTo>
                    <a:pt x="2363543" y="1769100"/>
                  </a:lnTo>
                  <a:lnTo>
                    <a:pt x="2435165" y="1800494"/>
                  </a:lnTo>
                  <a:lnTo>
                    <a:pt x="2506788" y="1830985"/>
                  </a:lnTo>
                  <a:lnTo>
                    <a:pt x="2578410" y="1860598"/>
                  </a:lnTo>
                  <a:lnTo>
                    <a:pt x="2650033" y="1889358"/>
                  </a:lnTo>
                  <a:lnTo>
                    <a:pt x="2721655" y="1917290"/>
                  </a:lnTo>
                  <a:lnTo>
                    <a:pt x="2793278" y="1944418"/>
                  </a:lnTo>
                  <a:lnTo>
                    <a:pt x="2864901" y="1970765"/>
                  </a:lnTo>
                  <a:lnTo>
                    <a:pt x="2936523" y="1996353"/>
                  </a:lnTo>
                  <a:lnTo>
                    <a:pt x="3008146" y="2021204"/>
                  </a:lnTo>
                  <a:lnTo>
                    <a:pt x="3079768" y="2036399"/>
                  </a:lnTo>
                  <a:lnTo>
                    <a:pt x="3151391" y="2046338"/>
                  </a:lnTo>
                  <a:lnTo>
                    <a:pt x="3223013" y="2056158"/>
                  </a:lnTo>
                  <a:lnTo>
                    <a:pt x="3294636" y="2065859"/>
                  </a:lnTo>
                  <a:lnTo>
                    <a:pt x="3366258" y="2075442"/>
                  </a:lnTo>
                  <a:lnTo>
                    <a:pt x="3437881" y="2084910"/>
                  </a:lnTo>
                  <a:lnTo>
                    <a:pt x="3509503" y="2094264"/>
                  </a:lnTo>
                  <a:lnTo>
                    <a:pt x="3581126" y="2103505"/>
                  </a:lnTo>
                  <a:lnTo>
                    <a:pt x="3652748" y="2112634"/>
                  </a:lnTo>
                  <a:lnTo>
                    <a:pt x="3724371" y="2121653"/>
                  </a:lnTo>
                  <a:lnTo>
                    <a:pt x="3795993" y="2130563"/>
                  </a:lnTo>
                  <a:lnTo>
                    <a:pt x="3867616" y="2139365"/>
                  </a:lnTo>
                  <a:lnTo>
                    <a:pt x="3939238" y="2148061"/>
                  </a:lnTo>
                  <a:lnTo>
                    <a:pt x="4010861" y="2156652"/>
                  </a:lnTo>
                  <a:lnTo>
                    <a:pt x="4082483" y="2165139"/>
                  </a:lnTo>
                  <a:lnTo>
                    <a:pt x="4154106" y="2173524"/>
                  </a:lnTo>
                  <a:lnTo>
                    <a:pt x="4225729" y="2181808"/>
                  </a:lnTo>
                  <a:lnTo>
                    <a:pt x="4297351" y="2189991"/>
                  </a:lnTo>
                  <a:lnTo>
                    <a:pt x="4368974" y="2198076"/>
                  </a:lnTo>
                  <a:lnTo>
                    <a:pt x="4440596" y="2206063"/>
                  </a:lnTo>
                  <a:lnTo>
                    <a:pt x="4512219" y="2213954"/>
                  </a:lnTo>
                  <a:lnTo>
                    <a:pt x="4583841" y="2221749"/>
                  </a:lnTo>
                  <a:lnTo>
                    <a:pt x="4655464" y="2229450"/>
                  </a:lnTo>
                  <a:lnTo>
                    <a:pt x="4727086" y="2237058"/>
                  </a:lnTo>
                  <a:lnTo>
                    <a:pt x="4798709" y="2244574"/>
                  </a:lnTo>
                  <a:lnTo>
                    <a:pt x="4870331" y="2252000"/>
                  </a:lnTo>
                  <a:lnTo>
                    <a:pt x="4941954" y="2259336"/>
                  </a:lnTo>
                  <a:lnTo>
                    <a:pt x="5013576" y="2266583"/>
                  </a:lnTo>
                  <a:lnTo>
                    <a:pt x="5085199" y="2273743"/>
                  </a:lnTo>
                  <a:lnTo>
                    <a:pt x="5156821" y="2280816"/>
                  </a:lnTo>
                  <a:lnTo>
                    <a:pt x="5228444" y="2287804"/>
                  </a:lnTo>
                  <a:lnTo>
                    <a:pt x="5300066" y="2294707"/>
                  </a:lnTo>
                  <a:lnTo>
                    <a:pt x="5371689" y="2301527"/>
                  </a:lnTo>
                  <a:lnTo>
                    <a:pt x="5443311" y="2308265"/>
                  </a:lnTo>
                  <a:lnTo>
                    <a:pt x="5514934" y="2314921"/>
                  </a:lnTo>
                  <a:lnTo>
                    <a:pt x="5586557" y="2321497"/>
                  </a:lnTo>
                  <a:lnTo>
                    <a:pt x="5658179" y="2327993"/>
                  </a:lnTo>
                  <a:lnTo>
                    <a:pt x="5729802" y="2334412"/>
                  </a:lnTo>
                  <a:lnTo>
                    <a:pt x="5801424" y="2340752"/>
                  </a:lnTo>
                  <a:lnTo>
                    <a:pt x="5873047" y="2347016"/>
                  </a:lnTo>
                  <a:lnTo>
                    <a:pt x="5944669" y="2353204"/>
                  </a:lnTo>
                  <a:lnTo>
                    <a:pt x="6016292" y="2359318"/>
                  </a:lnTo>
                  <a:lnTo>
                    <a:pt x="6087914" y="2365358"/>
                  </a:lnTo>
                  <a:lnTo>
                    <a:pt x="6159537" y="2371325"/>
                  </a:lnTo>
                  <a:lnTo>
                    <a:pt x="6231159" y="2377219"/>
                  </a:lnTo>
                  <a:lnTo>
                    <a:pt x="6302782" y="2383043"/>
                  </a:lnTo>
                  <a:lnTo>
                    <a:pt x="6374404" y="2388796"/>
                  </a:lnTo>
                  <a:lnTo>
                    <a:pt x="6446027" y="2394480"/>
                  </a:lnTo>
                  <a:lnTo>
                    <a:pt x="6517649" y="2400095"/>
                  </a:lnTo>
                  <a:lnTo>
                    <a:pt x="6589272" y="2405642"/>
                  </a:lnTo>
                  <a:lnTo>
                    <a:pt x="6660894" y="2411123"/>
                  </a:lnTo>
                  <a:lnTo>
                    <a:pt x="6732517" y="2416537"/>
                  </a:lnTo>
                  <a:lnTo>
                    <a:pt x="6804139" y="2421886"/>
                  </a:lnTo>
                  <a:lnTo>
                    <a:pt x="6875762" y="2427170"/>
                  </a:lnTo>
                  <a:lnTo>
                    <a:pt x="6947385" y="2432390"/>
                  </a:lnTo>
                  <a:lnTo>
                    <a:pt x="7019007" y="2437547"/>
                  </a:lnTo>
                  <a:lnTo>
                    <a:pt x="7090630" y="24426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169470"/>
              <a:ext cx="7090630" cy="1229245"/>
            </a:xfrm>
            <a:custGeom>
              <a:avLst/>
              <a:pathLst>
                <a:path w="7090630" h="1229245">
                  <a:moveTo>
                    <a:pt x="7090630" y="1229245"/>
                  </a:moveTo>
                  <a:lnTo>
                    <a:pt x="7019007" y="1224545"/>
                  </a:lnTo>
                  <a:lnTo>
                    <a:pt x="6947385" y="1219705"/>
                  </a:lnTo>
                  <a:lnTo>
                    <a:pt x="6875762" y="1214723"/>
                  </a:lnTo>
                  <a:lnTo>
                    <a:pt x="6804139" y="1209592"/>
                  </a:lnTo>
                  <a:lnTo>
                    <a:pt x="6732517" y="1204309"/>
                  </a:lnTo>
                  <a:lnTo>
                    <a:pt x="6660894" y="1198870"/>
                  </a:lnTo>
                  <a:lnTo>
                    <a:pt x="6589272" y="1193269"/>
                  </a:lnTo>
                  <a:lnTo>
                    <a:pt x="6517649" y="1187502"/>
                  </a:lnTo>
                  <a:lnTo>
                    <a:pt x="6446027" y="1181565"/>
                  </a:lnTo>
                  <a:lnTo>
                    <a:pt x="6374404" y="1175451"/>
                  </a:lnTo>
                  <a:lnTo>
                    <a:pt x="6302782" y="1169156"/>
                  </a:lnTo>
                  <a:lnTo>
                    <a:pt x="6231159" y="1162675"/>
                  </a:lnTo>
                  <a:lnTo>
                    <a:pt x="6159537" y="1156001"/>
                  </a:lnTo>
                  <a:lnTo>
                    <a:pt x="6087914" y="1149129"/>
                  </a:lnTo>
                  <a:lnTo>
                    <a:pt x="6016292" y="1142054"/>
                  </a:lnTo>
                  <a:lnTo>
                    <a:pt x="5944669" y="1134769"/>
                  </a:lnTo>
                  <a:lnTo>
                    <a:pt x="5873047" y="1127268"/>
                  </a:lnTo>
                  <a:lnTo>
                    <a:pt x="5801424" y="1119545"/>
                  </a:lnTo>
                  <a:lnTo>
                    <a:pt x="5729802" y="1111592"/>
                  </a:lnTo>
                  <a:lnTo>
                    <a:pt x="5658179" y="1103404"/>
                  </a:lnTo>
                  <a:lnTo>
                    <a:pt x="5586557" y="1094973"/>
                  </a:lnTo>
                  <a:lnTo>
                    <a:pt x="5514934" y="1086292"/>
                  </a:lnTo>
                  <a:lnTo>
                    <a:pt x="5443311" y="1077354"/>
                  </a:lnTo>
                  <a:lnTo>
                    <a:pt x="5371689" y="1068151"/>
                  </a:lnTo>
                  <a:lnTo>
                    <a:pt x="5300066" y="1058675"/>
                  </a:lnTo>
                  <a:lnTo>
                    <a:pt x="5228444" y="1048918"/>
                  </a:lnTo>
                  <a:lnTo>
                    <a:pt x="5156821" y="1038871"/>
                  </a:lnTo>
                  <a:lnTo>
                    <a:pt x="5085199" y="1028527"/>
                  </a:lnTo>
                  <a:lnTo>
                    <a:pt x="5013576" y="1017876"/>
                  </a:lnTo>
                  <a:lnTo>
                    <a:pt x="4941954" y="1006910"/>
                  </a:lnTo>
                  <a:lnTo>
                    <a:pt x="4870331" y="995618"/>
                  </a:lnTo>
                  <a:lnTo>
                    <a:pt x="4798709" y="983991"/>
                  </a:lnTo>
                  <a:lnTo>
                    <a:pt x="4727086" y="972020"/>
                  </a:lnTo>
                  <a:lnTo>
                    <a:pt x="4655464" y="959694"/>
                  </a:lnTo>
                  <a:lnTo>
                    <a:pt x="4583841" y="947003"/>
                  </a:lnTo>
                  <a:lnTo>
                    <a:pt x="4512219" y="933935"/>
                  </a:lnTo>
                  <a:lnTo>
                    <a:pt x="4440596" y="920480"/>
                  </a:lnTo>
                  <a:lnTo>
                    <a:pt x="4368974" y="906625"/>
                  </a:lnTo>
                  <a:lnTo>
                    <a:pt x="4297351" y="892360"/>
                  </a:lnTo>
                  <a:lnTo>
                    <a:pt x="4225729" y="877673"/>
                  </a:lnTo>
                  <a:lnTo>
                    <a:pt x="4154106" y="862549"/>
                  </a:lnTo>
                  <a:lnTo>
                    <a:pt x="4082483" y="846978"/>
                  </a:lnTo>
                  <a:lnTo>
                    <a:pt x="4010861" y="830945"/>
                  </a:lnTo>
                  <a:lnTo>
                    <a:pt x="3939238" y="814436"/>
                  </a:lnTo>
                  <a:lnTo>
                    <a:pt x="3867616" y="797438"/>
                  </a:lnTo>
                  <a:lnTo>
                    <a:pt x="3795993" y="779936"/>
                  </a:lnTo>
                  <a:lnTo>
                    <a:pt x="3724371" y="761915"/>
                  </a:lnTo>
                  <a:lnTo>
                    <a:pt x="3652748" y="743360"/>
                  </a:lnTo>
                  <a:lnTo>
                    <a:pt x="3581126" y="724255"/>
                  </a:lnTo>
                  <a:lnTo>
                    <a:pt x="3509503" y="704583"/>
                  </a:lnTo>
                  <a:lnTo>
                    <a:pt x="3437881" y="684328"/>
                  </a:lnTo>
                  <a:lnTo>
                    <a:pt x="3366258" y="663473"/>
                  </a:lnTo>
                  <a:lnTo>
                    <a:pt x="3294636" y="641999"/>
                  </a:lnTo>
                  <a:lnTo>
                    <a:pt x="3223013" y="619889"/>
                  </a:lnTo>
                  <a:lnTo>
                    <a:pt x="3151391" y="597123"/>
                  </a:lnTo>
                  <a:lnTo>
                    <a:pt x="3079768" y="573682"/>
                  </a:lnTo>
                  <a:lnTo>
                    <a:pt x="3008146" y="554679"/>
                  </a:lnTo>
                  <a:lnTo>
                    <a:pt x="2936523" y="544495"/>
                  </a:lnTo>
                  <a:lnTo>
                    <a:pt x="2864901" y="534187"/>
                  </a:lnTo>
                  <a:lnTo>
                    <a:pt x="2793278" y="523752"/>
                  </a:lnTo>
                  <a:lnTo>
                    <a:pt x="2721655" y="513190"/>
                  </a:lnTo>
                  <a:lnTo>
                    <a:pt x="2650033" y="502499"/>
                  </a:lnTo>
                  <a:lnTo>
                    <a:pt x="2578410" y="491677"/>
                  </a:lnTo>
                  <a:lnTo>
                    <a:pt x="2506788" y="480723"/>
                  </a:lnTo>
                  <a:lnTo>
                    <a:pt x="2435165" y="469635"/>
                  </a:lnTo>
                  <a:lnTo>
                    <a:pt x="2363543" y="458411"/>
                  </a:lnTo>
                  <a:lnTo>
                    <a:pt x="2291920" y="447050"/>
                  </a:lnTo>
                  <a:lnTo>
                    <a:pt x="2220298" y="435551"/>
                  </a:lnTo>
                  <a:lnTo>
                    <a:pt x="2148675" y="423910"/>
                  </a:lnTo>
                  <a:lnTo>
                    <a:pt x="2077053" y="412128"/>
                  </a:lnTo>
                  <a:lnTo>
                    <a:pt x="2005430" y="400201"/>
                  </a:lnTo>
                  <a:lnTo>
                    <a:pt x="1933808" y="388129"/>
                  </a:lnTo>
                  <a:lnTo>
                    <a:pt x="1862185" y="375909"/>
                  </a:lnTo>
                  <a:lnTo>
                    <a:pt x="1790563" y="363539"/>
                  </a:lnTo>
                  <a:lnTo>
                    <a:pt x="1718940" y="351019"/>
                  </a:lnTo>
                  <a:lnTo>
                    <a:pt x="1647318" y="338345"/>
                  </a:lnTo>
                  <a:lnTo>
                    <a:pt x="1575695" y="325516"/>
                  </a:lnTo>
                  <a:lnTo>
                    <a:pt x="1504073" y="312531"/>
                  </a:lnTo>
                  <a:lnTo>
                    <a:pt x="1432450" y="299387"/>
                  </a:lnTo>
                  <a:lnTo>
                    <a:pt x="1360827" y="286082"/>
                  </a:lnTo>
                  <a:lnTo>
                    <a:pt x="1289205" y="272615"/>
                  </a:lnTo>
                  <a:lnTo>
                    <a:pt x="1217582" y="258982"/>
                  </a:lnTo>
                  <a:lnTo>
                    <a:pt x="1145960" y="245184"/>
                  </a:lnTo>
                  <a:lnTo>
                    <a:pt x="1074337" y="231216"/>
                  </a:lnTo>
                  <a:lnTo>
                    <a:pt x="1002715" y="217078"/>
                  </a:lnTo>
                  <a:lnTo>
                    <a:pt x="931092" y="202767"/>
                  </a:lnTo>
                  <a:lnTo>
                    <a:pt x="859470" y="188281"/>
                  </a:lnTo>
                  <a:lnTo>
                    <a:pt x="787847" y="173618"/>
                  </a:lnTo>
                  <a:lnTo>
                    <a:pt x="716225" y="158776"/>
                  </a:lnTo>
                  <a:lnTo>
                    <a:pt x="644602" y="143752"/>
                  </a:lnTo>
                  <a:lnTo>
                    <a:pt x="572980" y="128545"/>
                  </a:lnTo>
                  <a:lnTo>
                    <a:pt x="501357" y="113152"/>
                  </a:lnTo>
                  <a:lnTo>
                    <a:pt x="429735" y="97570"/>
                  </a:lnTo>
                  <a:lnTo>
                    <a:pt x="358112" y="81798"/>
                  </a:lnTo>
                  <a:lnTo>
                    <a:pt x="286490" y="65834"/>
                  </a:lnTo>
                  <a:lnTo>
                    <a:pt x="214867" y="49674"/>
                  </a:lnTo>
                  <a:lnTo>
                    <a:pt x="143245" y="33317"/>
                  </a:lnTo>
                  <a:lnTo>
                    <a:pt x="71622" y="1675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565199"/>
              <a:ext cx="7090630" cy="1734998"/>
            </a:xfrm>
            <a:custGeom>
              <a:avLst/>
              <a:pathLst>
                <a:path w="7090630" h="1734998">
                  <a:moveTo>
                    <a:pt x="0" y="0"/>
                  </a:moveTo>
                  <a:lnTo>
                    <a:pt x="71622" y="40778"/>
                  </a:lnTo>
                  <a:lnTo>
                    <a:pt x="143245" y="80723"/>
                  </a:lnTo>
                  <a:lnTo>
                    <a:pt x="214867" y="119849"/>
                  </a:lnTo>
                  <a:lnTo>
                    <a:pt x="286490" y="158174"/>
                  </a:lnTo>
                  <a:lnTo>
                    <a:pt x="358112" y="195715"/>
                  </a:lnTo>
                  <a:lnTo>
                    <a:pt x="429735" y="232488"/>
                  </a:lnTo>
                  <a:lnTo>
                    <a:pt x="501357" y="268507"/>
                  </a:lnTo>
                  <a:lnTo>
                    <a:pt x="572980" y="303790"/>
                  </a:lnTo>
                  <a:lnTo>
                    <a:pt x="644602" y="338350"/>
                  </a:lnTo>
                  <a:lnTo>
                    <a:pt x="716225" y="372202"/>
                  </a:lnTo>
                  <a:lnTo>
                    <a:pt x="787847" y="405362"/>
                  </a:lnTo>
                  <a:lnTo>
                    <a:pt x="859470" y="437843"/>
                  </a:lnTo>
                  <a:lnTo>
                    <a:pt x="931092" y="469659"/>
                  </a:lnTo>
                  <a:lnTo>
                    <a:pt x="1002715" y="500823"/>
                  </a:lnTo>
                  <a:lnTo>
                    <a:pt x="1074337" y="531350"/>
                  </a:lnTo>
                  <a:lnTo>
                    <a:pt x="1145960" y="561252"/>
                  </a:lnTo>
                  <a:lnTo>
                    <a:pt x="1217582" y="590541"/>
                  </a:lnTo>
                  <a:lnTo>
                    <a:pt x="1289205" y="619231"/>
                  </a:lnTo>
                  <a:lnTo>
                    <a:pt x="1360827" y="647334"/>
                  </a:lnTo>
                  <a:lnTo>
                    <a:pt x="1432450" y="674861"/>
                  </a:lnTo>
                  <a:lnTo>
                    <a:pt x="1504073" y="701825"/>
                  </a:lnTo>
                  <a:lnTo>
                    <a:pt x="1575695" y="728237"/>
                  </a:lnTo>
                  <a:lnTo>
                    <a:pt x="1647318" y="754109"/>
                  </a:lnTo>
                  <a:lnTo>
                    <a:pt x="1718940" y="779450"/>
                  </a:lnTo>
                  <a:lnTo>
                    <a:pt x="1790563" y="804273"/>
                  </a:lnTo>
                  <a:lnTo>
                    <a:pt x="1862185" y="828588"/>
                  </a:lnTo>
                  <a:lnTo>
                    <a:pt x="1933808" y="852405"/>
                  </a:lnTo>
                  <a:lnTo>
                    <a:pt x="2005430" y="875734"/>
                  </a:lnTo>
                  <a:lnTo>
                    <a:pt x="2077053" y="898586"/>
                  </a:lnTo>
                  <a:lnTo>
                    <a:pt x="2148675" y="920970"/>
                  </a:lnTo>
                  <a:lnTo>
                    <a:pt x="2220298" y="942896"/>
                  </a:lnTo>
                  <a:lnTo>
                    <a:pt x="2291920" y="964373"/>
                  </a:lnTo>
                  <a:lnTo>
                    <a:pt x="2363543" y="985411"/>
                  </a:lnTo>
                  <a:lnTo>
                    <a:pt x="2435165" y="1006017"/>
                  </a:lnTo>
                  <a:lnTo>
                    <a:pt x="2506788" y="1026202"/>
                  </a:lnTo>
                  <a:lnTo>
                    <a:pt x="2578410" y="1045974"/>
                  </a:lnTo>
                  <a:lnTo>
                    <a:pt x="2650033" y="1065341"/>
                  </a:lnTo>
                  <a:lnTo>
                    <a:pt x="2721655" y="1084311"/>
                  </a:lnTo>
                  <a:lnTo>
                    <a:pt x="2793278" y="1102894"/>
                  </a:lnTo>
                  <a:lnTo>
                    <a:pt x="2864901" y="1121095"/>
                  </a:lnTo>
                  <a:lnTo>
                    <a:pt x="2936523" y="1138924"/>
                  </a:lnTo>
                  <a:lnTo>
                    <a:pt x="3008146" y="1156389"/>
                  </a:lnTo>
                  <a:lnTo>
                    <a:pt x="3079768" y="1173495"/>
                  </a:lnTo>
                  <a:lnTo>
                    <a:pt x="3151391" y="1190252"/>
                  </a:lnTo>
                  <a:lnTo>
                    <a:pt x="3223013" y="1206665"/>
                  </a:lnTo>
                  <a:lnTo>
                    <a:pt x="3294636" y="1222743"/>
                  </a:lnTo>
                  <a:lnTo>
                    <a:pt x="3366258" y="1238491"/>
                  </a:lnTo>
                  <a:lnTo>
                    <a:pt x="3437881" y="1253917"/>
                  </a:lnTo>
                  <a:lnTo>
                    <a:pt x="3509503" y="1269027"/>
                  </a:lnTo>
                  <a:lnTo>
                    <a:pt x="3581126" y="1283828"/>
                  </a:lnTo>
                  <a:lnTo>
                    <a:pt x="3652748" y="1298326"/>
                  </a:lnTo>
                  <a:lnTo>
                    <a:pt x="3724371" y="1312527"/>
                  </a:lnTo>
                  <a:lnTo>
                    <a:pt x="3795993" y="1326437"/>
                  </a:lnTo>
                  <a:lnTo>
                    <a:pt x="3867616" y="1340063"/>
                  </a:lnTo>
                  <a:lnTo>
                    <a:pt x="3939238" y="1353410"/>
                  </a:lnTo>
                  <a:lnTo>
                    <a:pt x="4010861" y="1366483"/>
                  </a:lnTo>
                  <a:lnTo>
                    <a:pt x="4082483" y="1379289"/>
                  </a:lnTo>
                  <a:lnTo>
                    <a:pt x="4154106" y="1391833"/>
                  </a:lnTo>
                  <a:lnTo>
                    <a:pt x="4225729" y="1404120"/>
                  </a:lnTo>
                  <a:lnTo>
                    <a:pt x="4297351" y="1416155"/>
                  </a:lnTo>
                  <a:lnTo>
                    <a:pt x="4368974" y="1427944"/>
                  </a:lnTo>
                  <a:lnTo>
                    <a:pt x="4440596" y="1439492"/>
                  </a:lnTo>
                  <a:lnTo>
                    <a:pt x="4512219" y="1450803"/>
                  </a:lnTo>
                  <a:lnTo>
                    <a:pt x="4583841" y="1461883"/>
                  </a:lnTo>
                  <a:lnTo>
                    <a:pt x="4655464" y="1472736"/>
                  </a:lnTo>
                  <a:lnTo>
                    <a:pt x="4727086" y="1483367"/>
                  </a:lnTo>
                  <a:lnTo>
                    <a:pt x="4798709" y="1493780"/>
                  </a:lnTo>
                  <a:lnTo>
                    <a:pt x="4870331" y="1503980"/>
                  </a:lnTo>
                  <a:lnTo>
                    <a:pt x="4941954" y="1513971"/>
                  </a:lnTo>
                  <a:lnTo>
                    <a:pt x="5013576" y="1523758"/>
                  </a:lnTo>
                  <a:lnTo>
                    <a:pt x="5085199" y="1533344"/>
                  </a:lnTo>
                  <a:lnTo>
                    <a:pt x="5156821" y="1542734"/>
                  </a:lnTo>
                  <a:lnTo>
                    <a:pt x="5228444" y="1551932"/>
                  </a:lnTo>
                  <a:lnTo>
                    <a:pt x="5300066" y="1560942"/>
                  </a:lnTo>
                  <a:lnTo>
                    <a:pt x="5371689" y="1569767"/>
                  </a:lnTo>
                  <a:lnTo>
                    <a:pt x="5443311" y="1578411"/>
                  </a:lnTo>
                  <a:lnTo>
                    <a:pt x="5514934" y="1586879"/>
                  </a:lnTo>
                  <a:lnTo>
                    <a:pt x="5586557" y="1595173"/>
                  </a:lnTo>
                  <a:lnTo>
                    <a:pt x="5658179" y="1603297"/>
                  </a:lnTo>
                  <a:lnTo>
                    <a:pt x="5729802" y="1611255"/>
                  </a:lnTo>
                  <a:lnTo>
                    <a:pt x="5801424" y="1619051"/>
                  </a:lnTo>
                  <a:lnTo>
                    <a:pt x="5873047" y="1626686"/>
                  </a:lnTo>
                  <a:lnTo>
                    <a:pt x="5944669" y="1634166"/>
                  </a:lnTo>
                  <a:lnTo>
                    <a:pt x="6016292" y="1641492"/>
                  </a:lnTo>
                  <a:lnTo>
                    <a:pt x="6087914" y="1648668"/>
                  </a:lnTo>
                  <a:lnTo>
                    <a:pt x="6159537" y="1655697"/>
                  </a:lnTo>
                  <a:lnTo>
                    <a:pt x="6231159" y="1662583"/>
                  </a:lnTo>
                  <a:lnTo>
                    <a:pt x="6302782" y="1669327"/>
                  </a:lnTo>
                  <a:lnTo>
                    <a:pt x="6374404" y="1675934"/>
                  </a:lnTo>
                  <a:lnTo>
                    <a:pt x="6446027" y="1682405"/>
                  </a:lnTo>
                  <a:lnTo>
                    <a:pt x="6517649" y="1688743"/>
                  </a:lnTo>
                  <a:lnTo>
                    <a:pt x="6589272" y="1694952"/>
                  </a:lnTo>
                  <a:lnTo>
                    <a:pt x="6660894" y="1701034"/>
                  </a:lnTo>
                  <a:lnTo>
                    <a:pt x="6732517" y="1706992"/>
                  </a:lnTo>
                  <a:lnTo>
                    <a:pt x="6804139" y="1712827"/>
                  </a:lnTo>
                  <a:lnTo>
                    <a:pt x="6875762" y="1718543"/>
                  </a:lnTo>
                  <a:lnTo>
                    <a:pt x="6947385" y="1724142"/>
                  </a:lnTo>
                  <a:lnTo>
                    <a:pt x="7019007" y="1729626"/>
                  </a:lnTo>
                  <a:lnTo>
                    <a:pt x="7090630" y="173499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70266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(1.16-1.43), p_Bonf = &lt;0.001 (n = 6)  |  per IQR decline (Δ = 27.5 %): 2.00 (1.50-2.67)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71860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2026-09-28T15:20:01Z</dcterms:modified>
  <cp:category/>
</cp:coreProperties>
</file>