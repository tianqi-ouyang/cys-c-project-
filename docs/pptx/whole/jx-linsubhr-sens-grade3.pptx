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(1.16-1.43), p_Bonf = &lt;0.001 (n = 6)  |  per IQR decline (Δ = 0.27): 2.00 (1.50-2.67)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2026-07-07T08:59:39Z</dcterms:modified>
  <cp:category/>
</cp:coreProperties>
</file>