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901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31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19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12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5537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60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2015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9424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6833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3535429"/>
              <a:ext cx="7090630" cy="1484756"/>
            </a:xfrm>
            <a:custGeom>
              <a:avLst/>
              <a:pathLst>
                <a:path w="7090630" h="1484756">
                  <a:moveTo>
                    <a:pt x="0" y="0"/>
                  </a:moveTo>
                  <a:lnTo>
                    <a:pt x="71622" y="26892"/>
                  </a:lnTo>
                  <a:lnTo>
                    <a:pt x="143245" y="53426"/>
                  </a:lnTo>
                  <a:lnTo>
                    <a:pt x="214867" y="79608"/>
                  </a:lnTo>
                  <a:lnTo>
                    <a:pt x="286490" y="105441"/>
                  </a:lnTo>
                  <a:lnTo>
                    <a:pt x="358112" y="130931"/>
                  </a:lnTo>
                  <a:lnTo>
                    <a:pt x="429735" y="156082"/>
                  </a:lnTo>
                  <a:lnTo>
                    <a:pt x="501357" y="180898"/>
                  </a:lnTo>
                  <a:lnTo>
                    <a:pt x="572980" y="205384"/>
                  </a:lnTo>
                  <a:lnTo>
                    <a:pt x="644602" y="229545"/>
                  </a:lnTo>
                  <a:lnTo>
                    <a:pt x="716225" y="253384"/>
                  </a:lnTo>
                  <a:lnTo>
                    <a:pt x="787847" y="276906"/>
                  </a:lnTo>
                  <a:lnTo>
                    <a:pt x="859470" y="300115"/>
                  </a:lnTo>
                  <a:lnTo>
                    <a:pt x="931092" y="323015"/>
                  </a:lnTo>
                  <a:lnTo>
                    <a:pt x="1002715" y="345611"/>
                  </a:lnTo>
                  <a:lnTo>
                    <a:pt x="1074337" y="367906"/>
                  </a:lnTo>
                  <a:lnTo>
                    <a:pt x="1145960" y="389905"/>
                  </a:lnTo>
                  <a:lnTo>
                    <a:pt x="1217582" y="411611"/>
                  </a:lnTo>
                  <a:lnTo>
                    <a:pt x="1289205" y="433028"/>
                  </a:lnTo>
                  <a:lnTo>
                    <a:pt x="1360827" y="454161"/>
                  </a:lnTo>
                  <a:lnTo>
                    <a:pt x="1432450" y="475012"/>
                  </a:lnTo>
                  <a:lnTo>
                    <a:pt x="1504073" y="495586"/>
                  </a:lnTo>
                  <a:lnTo>
                    <a:pt x="1575695" y="515887"/>
                  </a:lnTo>
                  <a:lnTo>
                    <a:pt x="1647318" y="535917"/>
                  </a:lnTo>
                  <a:lnTo>
                    <a:pt x="1718940" y="555681"/>
                  </a:lnTo>
                  <a:lnTo>
                    <a:pt x="1790563" y="575182"/>
                  </a:lnTo>
                  <a:lnTo>
                    <a:pt x="1862185" y="594424"/>
                  </a:lnTo>
                  <a:lnTo>
                    <a:pt x="1933808" y="613410"/>
                  </a:lnTo>
                  <a:lnTo>
                    <a:pt x="2005430" y="632143"/>
                  </a:lnTo>
                  <a:lnTo>
                    <a:pt x="2077053" y="650627"/>
                  </a:lnTo>
                  <a:lnTo>
                    <a:pt x="2148675" y="668866"/>
                  </a:lnTo>
                  <a:lnTo>
                    <a:pt x="2220298" y="686861"/>
                  </a:lnTo>
                  <a:lnTo>
                    <a:pt x="2291920" y="704618"/>
                  </a:lnTo>
                  <a:lnTo>
                    <a:pt x="2363543" y="722138"/>
                  </a:lnTo>
                  <a:lnTo>
                    <a:pt x="2435165" y="739425"/>
                  </a:lnTo>
                  <a:lnTo>
                    <a:pt x="2506788" y="756482"/>
                  </a:lnTo>
                  <a:lnTo>
                    <a:pt x="2578410" y="773312"/>
                  </a:lnTo>
                  <a:lnTo>
                    <a:pt x="2650033" y="789919"/>
                  </a:lnTo>
                  <a:lnTo>
                    <a:pt x="2721655" y="806304"/>
                  </a:lnTo>
                  <a:lnTo>
                    <a:pt x="2793278" y="822472"/>
                  </a:lnTo>
                  <a:lnTo>
                    <a:pt x="2864901" y="838424"/>
                  </a:lnTo>
                  <a:lnTo>
                    <a:pt x="2936523" y="854165"/>
                  </a:lnTo>
                  <a:lnTo>
                    <a:pt x="3008146" y="869696"/>
                  </a:lnTo>
                  <a:lnTo>
                    <a:pt x="3079768" y="885020"/>
                  </a:lnTo>
                  <a:lnTo>
                    <a:pt x="3151391" y="900141"/>
                  </a:lnTo>
                  <a:lnTo>
                    <a:pt x="3223013" y="915060"/>
                  </a:lnTo>
                  <a:lnTo>
                    <a:pt x="3294636" y="929781"/>
                  </a:lnTo>
                  <a:lnTo>
                    <a:pt x="3366258" y="944306"/>
                  </a:lnTo>
                  <a:lnTo>
                    <a:pt x="3437881" y="958638"/>
                  </a:lnTo>
                  <a:lnTo>
                    <a:pt x="3509503" y="972780"/>
                  </a:lnTo>
                  <a:lnTo>
                    <a:pt x="3581126" y="986733"/>
                  </a:lnTo>
                  <a:lnTo>
                    <a:pt x="3652748" y="1000501"/>
                  </a:lnTo>
                  <a:lnTo>
                    <a:pt x="3724371" y="1014085"/>
                  </a:lnTo>
                  <a:lnTo>
                    <a:pt x="3795993" y="1027489"/>
                  </a:lnTo>
                  <a:lnTo>
                    <a:pt x="3867616" y="1040715"/>
                  </a:lnTo>
                  <a:lnTo>
                    <a:pt x="3939238" y="1053764"/>
                  </a:lnTo>
                  <a:lnTo>
                    <a:pt x="4010861" y="1066641"/>
                  </a:lnTo>
                  <a:lnTo>
                    <a:pt x="4082483" y="1079345"/>
                  </a:lnTo>
                  <a:lnTo>
                    <a:pt x="4154106" y="1091881"/>
                  </a:lnTo>
                  <a:lnTo>
                    <a:pt x="4225729" y="1104250"/>
                  </a:lnTo>
                  <a:lnTo>
                    <a:pt x="4297351" y="1116455"/>
                  </a:lnTo>
                  <a:lnTo>
                    <a:pt x="4368974" y="1128497"/>
                  </a:lnTo>
                  <a:lnTo>
                    <a:pt x="4440596" y="1140379"/>
                  </a:lnTo>
                  <a:lnTo>
                    <a:pt x="4512219" y="1152103"/>
                  </a:lnTo>
                  <a:lnTo>
                    <a:pt x="4583841" y="1163672"/>
                  </a:lnTo>
                  <a:lnTo>
                    <a:pt x="4655464" y="1175086"/>
                  </a:lnTo>
                  <a:lnTo>
                    <a:pt x="4727086" y="1186348"/>
                  </a:lnTo>
                  <a:lnTo>
                    <a:pt x="4798709" y="1193176"/>
                  </a:lnTo>
                  <a:lnTo>
                    <a:pt x="4870331" y="1194952"/>
                  </a:lnTo>
                  <a:lnTo>
                    <a:pt x="4941954" y="1196724"/>
                  </a:lnTo>
                  <a:lnTo>
                    <a:pt x="5013576" y="1198492"/>
                  </a:lnTo>
                  <a:lnTo>
                    <a:pt x="5085199" y="1200256"/>
                  </a:lnTo>
                  <a:lnTo>
                    <a:pt x="5156821" y="1202016"/>
                  </a:lnTo>
                  <a:lnTo>
                    <a:pt x="5228444" y="1203773"/>
                  </a:lnTo>
                  <a:lnTo>
                    <a:pt x="5300066" y="1205526"/>
                  </a:lnTo>
                  <a:lnTo>
                    <a:pt x="5371689" y="1207275"/>
                  </a:lnTo>
                  <a:lnTo>
                    <a:pt x="5443311" y="1209020"/>
                  </a:lnTo>
                  <a:lnTo>
                    <a:pt x="5514934" y="1210762"/>
                  </a:lnTo>
                  <a:lnTo>
                    <a:pt x="5586557" y="1212500"/>
                  </a:lnTo>
                  <a:lnTo>
                    <a:pt x="5658179" y="1214234"/>
                  </a:lnTo>
                  <a:lnTo>
                    <a:pt x="5729802" y="1215964"/>
                  </a:lnTo>
                  <a:lnTo>
                    <a:pt x="5801424" y="1217691"/>
                  </a:lnTo>
                  <a:lnTo>
                    <a:pt x="5873047" y="1219414"/>
                  </a:lnTo>
                  <a:lnTo>
                    <a:pt x="5944669" y="1221133"/>
                  </a:lnTo>
                  <a:lnTo>
                    <a:pt x="6016292" y="1222849"/>
                  </a:lnTo>
                  <a:lnTo>
                    <a:pt x="6087914" y="1224561"/>
                  </a:lnTo>
                  <a:lnTo>
                    <a:pt x="6159537" y="1226269"/>
                  </a:lnTo>
                  <a:lnTo>
                    <a:pt x="6231159" y="1227974"/>
                  </a:lnTo>
                  <a:lnTo>
                    <a:pt x="6302782" y="1229675"/>
                  </a:lnTo>
                  <a:lnTo>
                    <a:pt x="6374404" y="1231372"/>
                  </a:lnTo>
                  <a:lnTo>
                    <a:pt x="6446027" y="1233066"/>
                  </a:lnTo>
                  <a:lnTo>
                    <a:pt x="6517649" y="1234756"/>
                  </a:lnTo>
                  <a:lnTo>
                    <a:pt x="6589272" y="1236443"/>
                  </a:lnTo>
                  <a:lnTo>
                    <a:pt x="6660894" y="1238125"/>
                  </a:lnTo>
                  <a:lnTo>
                    <a:pt x="6732517" y="1239805"/>
                  </a:lnTo>
                  <a:lnTo>
                    <a:pt x="6804139" y="1241480"/>
                  </a:lnTo>
                  <a:lnTo>
                    <a:pt x="6875762" y="1243152"/>
                  </a:lnTo>
                  <a:lnTo>
                    <a:pt x="6947385" y="1244821"/>
                  </a:lnTo>
                  <a:lnTo>
                    <a:pt x="7019007" y="1246486"/>
                  </a:lnTo>
                  <a:lnTo>
                    <a:pt x="7090630" y="1248147"/>
                  </a:lnTo>
                  <a:lnTo>
                    <a:pt x="7090630" y="1484756"/>
                  </a:lnTo>
                  <a:lnTo>
                    <a:pt x="7019007" y="1477516"/>
                  </a:lnTo>
                  <a:lnTo>
                    <a:pt x="6947385" y="1470178"/>
                  </a:lnTo>
                  <a:lnTo>
                    <a:pt x="6875762" y="1462742"/>
                  </a:lnTo>
                  <a:lnTo>
                    <a:pt x="6804139" y="1455206"/>
                  </a:lnTo>
                  <a:lnTo>
                    <a:pt x="6732517" y="1447567"/>
                  </a:lnTo>
                  <a:lnTo>
                    <a:pt x="6660894" y="1439826"/>
                  </a:lnTo>
                  <a:lnTo>
                    <a:pt x="6589272" y="1431981"/>
                  </a:lnTo>
                  <a:lnTo>
                    <a:pt x="6517649" y="1424030"/>
                  </a:lnTo>
                  <a:lnTo>
                    <a:pt x="6446027" y="1415971"/>
                  </a:lnTo>
                  <a:lnTo>
                    <a:pt x="6374404" y="1407804"/>
                  </a:lnTo>
                  <a:lnTo>
                    <a:pt x="6302782" y="1399527"/>
                  </a:lnTo>
                  <a:lnTo>
                    <a:pt x="6231159" y="1391138"/>
                  </a:lnTo>
                  <a:lnTo>
                    <a:pt x="6159537" y="1382637"/>
                  </a:lnTo>
                  <a:lnTo>
                    <a:pt x="6087914" y="1374020"/>
                  </a:lnTo>
                  <a:lnTo>
                    <a:pt x="6016292" y="1365288"/>
                  </a:lnTo>
                  <a:lnTo>
                    <a:pt x="5944669" y="1356437"/>
                  </a:lnTo>
                  <a:lnTo>
                    <a:pt x="5873047" y="1347468"/>
                  </a:lnTo>
                  <a:lnTo>
                    <a:pt x="5801424" y="1338377"/>
                  </a:lnTo>
                  <a:lnTo>
                    <a:pt x="5729802" y="1329164"/>
                  </a:lnTo>
                  <a:lnTo>
                    <a:pt x="5658179" y="1319827"/>
                  </a:lnTo>
                  <a:lnTo>
                    <a:pt x="5586557" y="1310364"/>
                  </a:lnTo>
                  <a:lnTo>
                    <a:pt x="5514934" y="1300773"/>
                  </a:lnTo>
                  <a:lnTo>
                    <a:pt x="5443311" y="1291053"/>
                  </a:lnTo>
                  <a:lnTo>
                    <a:pt x="5371689" y="1281203"/>
                  </a:lnTo>
                  <a:lnTo>
                    <a:pt x="5300066" y="1271219"/>
                  </a:lnTo>
                  <a:lnTo>
                    <a:pt x="5228444" y="1261100"/>
                  </a:lnTo>
                  <a:lnTo>
                    <a:pt x="5156821" y="1250846"/>
                  </a:lnTo>
                  <a:lnTo>
                    <a:pt x="5085199" y="1240453"/>
                  </a:lnTo>
                  <a:lnTo>
                    <a:pt x="5013576" y="1229920"/>
                  </a:lnTo>
                  <a:lnTo>
                    <a:pt x="4941954" y="1219245"/>
                  </a:lnTo>
                  <a:lnTo>
                    <a:pt x="4870331" y="1208426"/>
                  </a:lnTo>
                  <a:lnTo>
                    <a:pt x="4798709" y="1197461"/>
                  </a:lnTo>
                  <a:lnTo>
                    <a:pt x="4727086" y="1191397"/>
                  </a:lnTo>
                  <a:lnTo>
                    <a:pt x="4655464" y="1189614"/>
                  </a:lnTo>
                  <a:lnTo>
                    <a:pt x="4583841" y="1187827"/>
                  </a:lnTo>
                  <a:lnTo>
                    <a:pt x="4512219" y="1186036"/>
                  </a:lnTo>
                  <a:lnTo>
                    <a:pt x="4440596" y="1184241"/>
                  </a:lnTo>
                  <a:lnTo>
                    <a:pt x="4368974" y="1182443"/>
                  </a:lnTo>
                  <a:lnTo>
                    <a:pt x="4297351" y="1180640"/>
                  </a:lnTo>
                  <a:lnTo>
                    <a:pt x="4225729" y="1178834"/>
                  </a:lnTo>
                  <a:lnTo>
                    <a:pt x="4154106" y="1177024"/>
                  </a:lnTo>
                  <a:lnTo>
                    <a:pt x="4082483" y="1175210"/>
                  </a:lnTo>
                  <a:lnTo>
                    <a:pt x="4010861" y="1173392"/>
                  </a:lnTo>
                  <a:lnTo>
                    <a:pt x="3939238" y="1171570"/>
                  </a:lnTo>
                  <a:lnTo>
                    <a:pt x="3867616" y="1169744"/>
                  </a:lnTo>
                  <a:lnTo>
                    <a:pt x="3795993" y="1167915"/>
                  </a:lnTo>
                  <a:lnTo>
                    <a:pt x="3724371" y="1166081"/>
                  </a:lnTo>
                  <a:lnTo>
                    <a:pt x="3652748" y="1164243"/>
                  </a:lnTo>
                  <a:lnTo>
                    <a:pt x="3581126" y="1162402"/>
                  </a:lnTo>
                  <a:lnTo>
                    <a:pt x="3509503" y="1160556"/>
                  </a:lnTo>
                  <a:lnTo>
                    <a:pt x="3437881" y="1158707"/>
                  </a:lnTo>
                  <a:lnTo>
                    <a:pt x="3366258" y="1156854"/>
                  </a:lnTo>
                  <a:lnTo>
                    <a:pt x="3294636" y="1154996"/>
                  </a:lnTo>
                  <a:lnTo>
                    <a:pt x="3223013" y="1153135"/>
                  </a:lnTo>
                  <a:lnTo>
                    <a:pt x="3151391" y="1151270"/>
                  </a:lnTo>
                  <a:lnTo>
                    <a:pt x="3079768" y="1149400"/>
                  </a:lnTo>
                  <a:lnTo>
                    <a:pt x="3008146" y="1147527"/>
                  </a:lnTo>
                  <a:lnTo>
                    <a:pt x="2936523" y="1145649"/>
                  </a:lnTo>
                  <a:lnTo>
                    <a:pt x="2864901" y="1143768"/>
                  </a:lnTo>
                  <a:lnTo>
                    <a:pt x="2793278" y="1141883"/>
                  </a:lnTo>
                  <a:lnTo>
                    <a:pt x="2721655" y="1139993"/>
                  </a:lnTo>
                  <a:lnTo>
                    <a:pt x="2650033" y="1138099"/>
                  </a:lnTo>
                  <a:lnTo>
                    <a:pt x="2578410" y="1136202"/>
                  </a:lnTo>
                  <a:lnTo>
                    <a:pt x="2506788" y="1134300"/>
                  </a:lnTo>
                  <a:lnTo>
                    <a:pt x="2435165" y="1132394"/>
                  </a:lnTo>
                  <a:lnTo>
                    <a:pt x="2363543" y="1130484"/>
                  </a:lnTo>
                  <a:lnTo>
                    <a:pt x="2291920" y="1128570"/>
                  </a:lnTo>
                  <a:lnTo>
                    <a:pt x="2220298" y="1126652"/>
                  </a:lnTo>
                  <a:lnTo>
                    <a:pt x="2148675" y="1124730"/>
                  </a:lnTo>
                  <a:lnTo>
                    <a:pt x="2077053" y="1122804"/>
                  </a:lnTo>
                  <a:lnTo>
                    <a:pt x="2005430" y="1120873"/>
                  </a:lnTo>
                  <a:lnTo>
                    <a:pt x="1933808" y="1118939"/>
                  </a:lnTo>
                  <a:lnTo>
                    <a:pt x="1862185" y="1117000"/>
                  </a:lnTo>
                  <a:lnTo>
                    <a:pt x="1790563" y="1115057"/>
                  </a:lnTo>
                  <a:lnTo>
                    <a:pt x="1718940" y="1113110"/>
                  </a:lnTo>
                  <a:lnTo>
                    <a:pt x="1647318" y="1111159"/>
                  </a:lnTo>
                  <a:lnTo>
                    <a:pt x="1575695" y="1109203"/>
                  </a:lnTo>
                  <a:lnTo>
                    <a:pt x="1504073" y="1107243"/>
                  </a:lnTo>
                  <a:lnTo>
                    <a:pt x="1432450" y="1105279"/>
                  </a:lnTo>
                  <a:lnTo>
                    <a:pt x="1360827" y="1103311"/>
                  </a:lnTo>
                  <a:lnTo>
                    <a:pt x="1289205" y="1101339"/>
                  </a:lnTo>
                  <a:lnTo>
                    <a:pt x="1217582" y="1099362"/>
                  </a:lnTo>
                  <a:lnTo>
                    <a:pt x="1145960" y="1097382"/>
                  </a:lnTo>
                  <a:lnTo>
                    <a:pt x="1074337" y="1095397"/>
                  </a:lnTo>
                  <a:lnTo>
                    <a:pt x="1002715" y="1093407"/>
                  </a:lnTo>
                  <a:lnTo>
                    <a:pt x="931092" y="1091414"/>
                  </a:lnTo>
                  <a:lnTo>
                    <a:pt x="859470" y="1089416"/>
                  </a:lnTo>
                  <a:lnTo>
                    <a:pt x="787847" y="1087414"/>
                  </a:lnTo>
                  <a:lnTo>
                    <a:pt x="716225" y="1085407"/>
                  </a:lnTo>
                  <a:lnTo>
                    <a:pt x="644602" y="1083396"/>
                  </a:lnTo>
                  <a:lnTo>
                    <a:pt x="572980" y="1081381"/>
                  </a:lnTo>
                  <a:lnTo>
                    <a:pt x="501357" y="1079362"/>
                  </a:lnTo>
                  <a:lnTo>
                    <a:pt x="429735" y="1077338"/>
                  </a:lnTo>
                  <a:lnTo>
                    <a:pt x="358112" y="1075310"/>
                  </a:lnTo>
                  <a:lnTo>
                    <a:pt x="286490" y="1073277"/>
                  </a:lnTo>
                  <a:lnTo>
                    <a:pt x="214867" y="1071241"/>
                  </a:lnTo>
                  <a:lnTo>
                    <a:pt x="143245" y="1069199"/>
                  </a:lnTo>
                  <a:lnTo>
                    <a:pt x="71622" y="1067154"/>
                  </a:lnTo>
                  <a:lnTo>
                    <a:pt x="0" y="106510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535429"/>
              <a:ext cx="7090630" cy="1248147"/>
            </a:xfrm>
            <a:custGeom>
              <a:avLst/>
              <a:pathLst>
                <a:path w="7090630" h="1248147">
                  <a:moveTo>
                    <a:pt x="0" y="0"/>
                  </a:moveTo>
                  <a:lnTo>
                    <a:pt x="71622" y="26892"/>
                  </a:lnTo>
                  <a:lnTo>
                    <a:pt x="143245" y="53426"/>
                  </a:lnTo>
                  <a:lnTo>
                    <a:pt x="214867" y="79608"/>
                  </a:lnTo>
                  <a:lnTo>
                    <a:pt x="286490" y="105441"/>
                  </a:lnTo>
                  <a:lnTo>
                    <a:pt x="358112" y="130931"/>
                  </a:lnTo>
                  <a:lnTo>
                    <a:pt x="429735" y="156082"/>
                  </a:lnTo>
                  <a:lnTo>
                    <a:pt x="501357" y="180898"/>
                  </a:lnTo>
                  <a:lnTo>
                    <a:pt x="572980" y="205384"/>
                  </a:lnTo>
                  <a:lnTo>
                    <a:pt x="644602" y="229545"/>
                  </a:lnTo>
                  <a:lnTo>
                    <a:pt x="716225" y="253384"/>
                  </a:lnTo>
                  <a:lnTo>
                    <a:pt x="787847" y="276906"/>
                  </a:lnTo>
                  <a:lnTo>
                    <a:pt x="859470" y="300115"/>
                  </a:lnTo>
                  <a:lnTo>
                    <a:pt x="931092" y="323015"/>
                  </a:lnTo>
                  <a:lnTo>
                    <a:pt x="1002715" y="345611"/>
                  </a:lnTo>
                  <a:lnTo>
                    <a:pt x="1074337" y="367906"/>
                  </a:lnTo>
                  <a:lnTo>
                    <a:pt x="1145960" y="389905"/>
                  </a:lnTo>
                  <a:lnTo>
                    <a:pt x="1217582" y="411611"/>
                  </a:lnTo>
                  <a:lnTo>
                    <a:pt x="1289205" y="433028"/>
                  </a:lnTo>
                  <a:lnTo>
                    <a:pt x="1360827" y="454161"/>
                  </a:lnTo>
                  <a:lnTo>
                    <a:pt x="1432450" y="475012"/>
                  </a:lnTo>
                  <a:lnTo>
                    <a:pt x="1504073" y="495586"/>
                  </a:lnTo>
                  <a:lnTo>
                    <a:pt x="1575695" y="515887"/>
                  </a:lnTo>
                  <a:lnTo>
                    <a:pt x="1647318" y="535917"/>
                  </a:lnTo>
                  <a:lnTo>
                    <a:pt x="1718940" y="555681"/>
                  </a:lnTo>
                  <a:lnTo>
                    <a:pt x="1790563" y="575182"/>
                  </a:lnTo>
                  <a:lnTo>
                    <a:pt x="1862185" y="594424"/>
                  </a:lnTo>
                  <a:lnTo>
                    <a:pt x="1933808" y="613410"/>
                  </a:lnTo>
                  <a:lnTo>
                    <a:pt x="2005430" y="632143"/>
                  </a:lnTo>
                  <a:lnTo>
                    <a:pt x="2077053" y="650627"/>
                  </a:lnTo>
                  <a:lnTo>
                    <a:pt x="2148675" y="668866"/>
                  </a:lnTo>
                  <a:lnTo>
                    <a:pt x="2220298" y="686861"/>
                  </a:lnTo>
                  <a:lnTo>
                    <a:pt x="2291920" y="704618"/>
                  </a:lnTo>
                  <a:lnTo>
                    <a:pt x="2363543" y="722138"/>
                  </a:lnTo>
                  <a:lnTo>
                    <a:pt x="2435165" y="739425"/>
                  </a:lnTo>
                  <a:lnTo>
                    <a:pt x="2506788" y="756482"/>
                  </a:lnTo>
                  <a:lnTo>
                    <a:pt x="2578410" y="773312"/>
                  </a:lnTo>
                  <a:lnTo>
                    <a:pt x="2650033" y="789919"/>
                  </a:lnTo>
                  <a:lnTo>
                    <a:pt x="2721655" y="806304"/>
                  </a:lnTo>
                  <a:lnTo>
                    <a:pt x="2793278" y="822472"/>
                  </a:lnTo>
                  <a:lnTo>
                    <a:pt x="2864901" y="838424"/>
                  </a:lnTo>
                  <a:lnTo>
                    <a:pt x="2936523" y="854165"/>
                  </a:lnTo>
                  <a:lnTo>
                    <a:pt x="3008146" y="869696"/>
                  </a:lnTo>
                  <a:lnTo>
                    <a:pt x="3079768" y="885020"/>
                  </a:lnTo>
                  <a:lnTo>
                    <a:pt x="3151391" y="900141"/>
                  </a:lnTo>
                  <a:lnTo>
                    <a:pt x="3223013" y="915060"/>
                  </a:lnTo>
                  <a:lnTo>
                    <a:pt x="3294636" y="929781"/>
                  </a:lnTo>
                  <a:lnTo>
                    <a:pt x="3366258" y="944306"/>
                  </a:lnTo>
                  <a:lnTo>
                    <a:pt x="3437881" y="958638"/>
                  </a:lnTo>
                  <a:lnTo>
                    <a:pt x="3509503" y="972780"/>
                  </a:lnTo>
                  <a:lnTo>
                    <a:pt x="3581126" y="986733"/>
                  </a:lnTo>
                  <a:lnTo>
                    <a:pt x="3652748" y="1000501"/>
                  </a:lnTo>
                  <a:lnTo>
                    <a:pt x="3724371" y="1014085"/>
                  </a:lnTo>
                  <a:lnTo>
                    <a:pt x="3795993" y="1027489"/>
                  </a:lnTo>
                  <a:lnTo>
                    <a:pt x="3867616" y="1040715"/>
                  </a:lnTo>
                  <a:lnTo>
                    <a:pt x="3939238" y="1053764"/>
                  </a:lnTo>
                  <a:lnTo>
                    <a:pt x="4010861" y="1066641"/>
                  </a:lnTo>
                  <a:lnTo>
                    <a:pt x="4082483" y="1079345"/>
                  </a:lnTo>
                  <a:lnTo>
                    <a:pt x="4154106" y="1091881"/>
                  </a:lnTo>
                  <a:lnTo>
                    <a:pt x="4225729" y="1104250"/>
                  </a:lnTo>
                  <a:lnTo>
                    <a:pt x="4297351" y="1116455"/>
                  </a:lnTo>
                  <a:lnTo>
                    <a:pt x="4368974" y="1128497"/>
                  </a:lnTo>
                  <a:lnTo>
                    <a:pt x="4440596" y="1140379"/>
                  </a:lnTo>
                  <a:lnTo>
                    <a:pt x="4512219" y="1152103"/>
                  </a:lnTo>
                  <a:lnTo>
                    <a:pt x="4583841" y="1163672"/>
                  </a:lnTo>
                  <a:lnTo>
                    <a:pt x="4655464" y="1175086"/>
                  </a:lnTo>
                  <a:lnTo>
                    <a:pt x="4727086" y="1186348"/>
                  </a:lnTo>
                  <a:lnTo>
                    <a:pt x="4798709" y="1193176"/>
                  </a:lnTo>
                  <a:lnTo>
                    <a:pt x="4870331" y="1194952"/>
                  </a:lnTo>
                  <a:lnTo>
                    <a:pt x="4941954" y="1196724"/>
                  </a:lnTo>
                  <a:lnTo>
                    <a:pt x="5013576" y="1198492"/>
                  </a:lnTo>
                  <a:lnTo>
                    <a:pt x="5085199" y="1200256"/>
                  </a:lnTo>
                  <a:lnTo>
                    <a:pt x="5156821" y="1202016"/>
                  </a:lnTo>
                  <a:lnTo>
                    <a:pt x="5228444" y="1203773"/>
                  </a:lnTo>
                  <a:lnTo>
                    <a:pt x="5300066" y="1205526"/>
                  </a:lnTo>
                  <a:lnTo>
                    <a:pt x="5371689" y="1207275"/>
                  </a:lnTo>
                  <a:lnTo>
                    <a:pt x="5443311" y="1209020"/>
                  </a:lnTo>
                  <a:lnTo>
                    <a:pt x="5514934" y="1210762"/>
                  </a:lnTo>
                  <a:lnTo>
                    <a:pt x="5586557" y="1212500"/>
                  </a:lnTo>
                  <a:lnTo>
                    <a:pt x="5658179" y="1214234"/>
                  </a:lnTo>
                  <a:lnTo>
                    <a:pt x="5729802" y="1215964"/>
                  </a:lnTo>
                  <a:lnTo>
                    <a:pt x="5801424" y="1217691"/>
                  </a:lnTo>
                  <a:lnTo>
                    <a:pt x="5873047" y="1219414"/>
                  </a:lnTo>
                  <a:lnTo>
                    <a:pt x="5944669" y="1221133"/>
                  </a:lnTo>
                  <a:lnTo>
                    <a:pt x="6016292" y="1222849"/>
                  </a:lnTo>
                  <a:lnTo>
                    <a:pt x="6087914" y="1224561"/>
                  </a:lnTo>
                  <a:lnTo>
                    <a:pt x="6159537" y="1226269"/>
                  </a:lnTo>
                  <a:lnTo>
                    <a:pt x="6231159" y="1227974"/>
                  </a:lnTo>
                  <a:lnTo>
                    <a:pt x="6302782" y="1229675"/>
                  </a:lnTo>
                  <a:lnTo>
                    <a:pt x="6374404" y="1231372"/>
                  </a:lnTo>
                  <a:lnTo>
                    <a:pt x="6446027" y="1233066"/>
                  </a:lnTo>
                  <a:lnTo>
                    <a:pt x="6517649" y="1234756"/>
                  </a:lnTo>
                  <a:lnTo>
                    <a:pt x="6589272" y="1236443"/>
                  </a:lnTo>
                  <a:lnTo>
                    <a:pt x="6660894" y="1238125"/>
                  </a:lnTo>
                  <a:lnTo>
                    <a:pt x="6732517" y="1239805"/>
                  </a:lnTo>
                  <a:lnTo>
                    <a:pt x="6804139" y="1241480"/>
                  </a:lnTo>
                  <a:lnTo>
                    <a:pt x="6875762" y="1243152"/>
                  </a:lnTo>
                  <a:lnTo>
                    <a:pt x="6947385" y="1244821"/>
                  </a:lnTo>
                  <a:lnTo>
                    <a:pt x="7019007" y="1246486"/>
                  </a:lnTo>
                  <a:lnTo>
                    <a:pt x="7090630" y="124814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600533"/>
              <a:ext cx="7090630" cy="419651"/>
            </a:xfrm>
            <a:custGeom>
              <a:avLst/>
              <a:pathLst>
                <a:path w="7090630" h="419651">
                  <a:moveTo>
                    <a:pt x="7090630" y="419651"/>
                  </a:moveTo>
                  <a:lnTo>
                    <a:pt x="7019007" y="412412"/>
                  </a:lnTo>
                  <a:lnTo>
                    <a:pt x="6947385" y="405074"/>
                  </a:lnTo>
                  <a:lnTo>
                    <a:pt x="6875762" y="397638"/>
                  </a:lnTo>
                  <a:lnTo>
                    <a:pt x="6804139" y="390101"/>
                  </a:lnTo>
                  <a:lnTo>
                    <a:pt x="6732517" y="382463"/>
                  </a:lnTo>
                  <a:lnTo>
                    <a:pt x="6660894" y="374722"/>
                  </a:lnTo>
                  <a:lnTo>
                    <a:pt x="6589272" y="366877"/>
                  </a:lnTo>
                  <a:lnTo>
                    <a:pt x="6517649" y="358925"/>
                  </a:lnTo>
                  <a:lnTo>
                    <a:pt x="6446027" y="350867"/>
                  </a:lnTo>
                  <a:lnTo>
                    <a:pt x="6374404" y="342700"/>
                  </a:lnTo>
                  <a:lnTo>
                    <a:pt x="6302782" y="334423"/>
                  </a:lnTo>
                  <a:lnTo>
                    <a:pt x="6231159" y="326034"/>
                  </a:lnTo>
                  <a:lnTo>
                    <a:pt x="6159537" y="317532"/>
                  </a:lnTo>
                  <a:lnTo>
                    <a:pt x="6087914" y="308916"/>
                  </a:lnTo>
                  <a:lnTo>
                    <a:pt x="6016292" y="300183"/>
                  </a:lnTo>
                  <a:lnTo>
                    <a:pt x="5944669" y="291333"/>
                  </a:lnTo>
                  <a:lnTo>
                    <a:pt x="5873047" y="282364"/>
                  </a:lnTo>
                  <a:lnTo>
                    <a:pt x="5801424" y="273273"/>
                  </a:lnTo>
                  <a:lnTo>
                    <a:pt x="5729802" y="264060"/>
                  </a:lnTo>
                  <a:lnTo>
                    <a:pt x="5658179" y="254723"/>
                  </a:lnTo>
                  <a:lnTo>
                    <a:pt x="5586557" y="245260"/>
                  </a:lnTo>
                  <a:lnTo>
                    <a:pt x="5514934" y="235669"/>
                  </a:lnTo>
                  <a:lnTo>
                    <a:pt x="5443311" y="225949"/>
                  </a:lnTo>
                  <a:lnTo>
                    <a:pt x="5371689" y="216098"/>
                  </a:lnTo>
                  <a:lnTo>
                    <a:pt x="5300066" y="206115"/>
                  </a:lnTo>
                  <a:lnTo>
                    <a:pt x="5228444" y="195996"/>
                  </a:lnTo>
                  <a:lnTo>
                    <a:pt x="5156821" y="185741"/>
                  </a:lnTo>
                  <a:lnTo>
                    <a:pt x="5085199" y="175348"/>
                  </a:lnTo>
                  <a:lnTo>
                    <a:pt x="5013576" y="164815"/>
                  </a:lnTo>
                  <a:lnTo>
                    <a:pt x="4941954" y="154140"/>
                  </a:lnTo>
                  <a:lnTo>
                    <a:pt x="4870331" y="143321"/>
                  </a:lnTo>
                  <a:lnTo>
                    <a:pt x="4798709" y="132357"/>
                  </a:lnTo>
                  <a:lnTo>
                    <a:pt x="4727086" y="126293"/>
                  </a:lnTo>
                  <a:lnTo>
                    <a:pt x="4655464" y="124510"/>
                  </a:lnTo>
                  <a:lnTo>
                    <a:pt x="4583841" y="122723"/>
                  </a:lnTo>
                  <a:lnTo>
                    <a:pt x="4512219" y="120932"/>
                  </a:lnTo>
                  <a:lnTo>
                    <a:pt x="4440596" y="119137"/>
                  </a:lnTo>
                  <a:lnTo>
                    <a:pt x="4368974" y="117339"/>
                  </a:lnTo>
                  <a:lnTo>
                    <a:pt x="4297351" y="115536"/>
                  </a:lnTo>
                  <a:lnTo>
                    <a:pt x="4225729" y="113730"/>
                  </a:lnTo>
                  <a:lnTo>
                    <a:pt x="4154106" y="111920"/>
                  </a:lnTo>
                  <a:lnTo>
                    <a:pt x="4082483" y="110106"/>
                  </a:lnTo>
                  <a:lnTo>
                    <a:pt x="4010861" y="108288"/>
                  </a:lnTo>
                  <a:lnTo>
                    <a:pt x="3939238" y="106466"/>
                  </a:lnTo>
                  <a:lnTo>
                    <a:pt x="3867616" y="104640"/>
                  </a:lnTo>
                  <a:lnTo>
                    <a:pt x="3795993" y="102810"/>
                  </a:lnTo>
                  <a:lnTo>
                    <a:pt x="3724371" y="100977"/>
                  </a:lnTo>
                  <a:lnTo>
                    <a:pt x="3652748" y="99139"/>
                  </a:lnTo>
                  <a:lnTo>
                    <a:pt x="3581126" y="97298"/>
                  </a:lnTo>
                  <a:lnTo>
                    <a:pt x="3509503" y="95452"/>
                  </a:lnTo>
                  <a:lnTo>
                    <a:pt x="3437881" y="93603"/>
                  </a:lnTo>
                  <a:lnTo>
                    <a:pt x="3366258" y="91749"/>
                  </a:lnTo>
                  <a:lnTo>
                    <a:pt x="3294636" y="89892"/>
                  </a:lnTo>
                  <a:lnTo>
                    <a:pt x="3223013" y="88031"/>
                  </a:lnTo>
                  <a:lnTo>
                    <a:pt x="3151391" y="86165"/>
                  </a:lnTo>
                  <a:lnTo>
                    <a:pt x="3079768" y="84296"/>
                  </a:lnTo>
                  <a:lnTo>
                    <a:pt x="3008146" y="82423"/>
                  </a:lnTo>
                  <a:lnTo>
                    <a:pt x="2936523" y="80545"/>
                  </a:lnTo>
                  <a:lnTo>
                    <a:pt x="2864901" y="78664"/>
                  </a:lnTo>
                  <a:lnTo>
                    <a:pt x="2793278" y="76778"/>
                  </a:lnTo>
                  <a:lnTo>
                    <a:pt x="2721655" y="74889"/>
                  </a:lnTo>
                  <a:lnTo>
                    <a:pt x="2650033" y="72995"/>
                  </a:lnTo>
                  <a:lnTo>
                    <a:pt x="2578410" y="71098"/>
                  </a:lnTo>
                  <a:lnTo>
                    <a:pt x="2506788" y="69196"/>
                  </a:lnTo>
                  <a:lnTo>
                    <a:pt x="2435165" y="67290"/>
                  </a:lnTo>
                  <a:lnTo>
                    <a:pt x="2363543" y="65380"/>
                  </a:lnTo>
                  <a:lnTo>
                    <a:pt x="2291920" y="63466"/>
                  </a:lnTo>
                  <a:lnTo>
                    <a:pt x="2220298" y="61548"/>
                  </a:lnTo>
                  <a:lnTo>
                    <a:pt x="2148675" y="59626"/>
                  </a:lnTo>
                  <a:lnTo>
                    <a:pt x="2077053" y="57700"/>
                  </a:lnTo>
                  <a:lnTo>
                    <a:pt x="2005430" y="55769"/>
                  </a:lnTo>
                  <a:lnTo>
                    <a:pt x="1933808" y="53834"/>
                  </a:lnTo>
                  <a:lnTo>
                    <a:pt x="1862185" y="51896"/>
                  </a:lnTo>
                  <a:lnTo>
                    <a:pt x="1790563" y="49953"/>
                  </a:lnTo>
                  <a:lnTo>
                    <a:pt x="1718940" y="48006"/>
                  </a:lnTo>
                  <a:lnTo>
                    <a:pt x="1647318" y="46054"/>
                  </a:lnTo>
                  <a:lnTo>
                    <a:pt x="1575695" y="44099"/>
                  </a:lnTo>
                  <a:lnTo>
                    <a:pt x="1504073" y="42139"/>
                  </a:lnTo>
                  <a:lnTo>
                    <a:pt x="1432450" y="40175"/>
                  </a:lnTo>
                  <a:lnTo>
                    <a:pt x="1360827" y="38207"/>
                  </a:lnTo>
                  <a:lnTo>
                    <a:pt x="1289205" y="36235"/>
                  </a:lnTo>
                  <a:lnTo>
                    <a:pt x="1217582" y="34258"/>
                  </a:lnTo>
                  <a:lnTo>
                    <a:pt x="1145960" y="32277"/>
                  </a:lnTo>
                  <a:lnTo>
                    <a:pt x="1074337" y="30292"/>
                  </a:lnTo>
                  <a:lnTo>
                    <a:pt x="1002715" y="28303"/>
                  </a:lnTo>
                  <a:lnTo>
                    <a:pt x="931092" y="26309"/>
                  </a:lnTo>
                  <a:lnTo>
                    <a:pt x="859470" y="24311"/>
                  </a:lnTo>
                  <a:lnTo>
                    <a:pt x="787847" y="22309"/>
                  </a:lnTo>
                  <a:lnTo>
                    <a:pt x="716225" y="20303"/>
                  </a:lnTo>
                  <a:lnTo>
                    <a:pt x="644602" y="18292"/>
                  </a:lnTo>
                  <a:lnTo>
                    <a:pt x="572980" y="16277"/>
                  </a:lnTo>
                  <a:lnTo>
                    <a:pt x="501357" y="14257"/>
                  </a:lnTo>
                  <a:lnTo>
                    <a:pt x="429735" y="12234"/>
                  </a:lnTo>
                  <a:lnTo>
                    <a:pt x="358112" y="10206"/>
                  </a:lnTo>
                  <a:lnTo>
                    <a:pt x="286490" y="8173"/>
                  </a:lnTo>
                  <a:lnTo>
                    <a:pt x="214867" y="6136"/>
                  </a:lnTo>
                  <a:lnTo>
                    <a:pt x="143245" y="4095"/>
                  </a:lnTo>
                  <a:lnTo>
                    <a:pt x="71622" y="204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166455"/>
              <a:ext cx="7090630" cy="746191"/>
            </a:xfrm>
            <a:custGeom>
              <a:avLst/>
              <a:pathLst>
                <a:path w="7090630" h="746191">
                  <a:moveTo>
                    <a:pt x="0" y="0"/>
                  </a:moveTo>
                  <a:lnTo>
                    <a:pt x="71622" y="10761"/>
                  </a:lnTo>
                  <a:lnTo>
                    <a:pt x="143245" y="21439"/>
                  </a:lnTo>
                  <a:lnTo>
                    <a:pt x="214867" y="32034"/>
                  </a:lnTo>
                  <a:lnTo>
                    <a:pt x="286490" y="42548"/>
                  </a:lnTo>
                  <a:lnTo>
                    <a:pt x="358112" y="52980"/>
                  </a:lnTo>
                  <a:lnTo>
                    <a:pt x="429735" y="63331"/>
                  </a:lnTo>
                  <a:lnTo>
                    <a:pt x="501357" y="73603"/>
                  </a:lnTo>
                  <a:lnTo>
                    <a:pt x="572980" y="83795"/>
                  </a:lnTo>
                  <a:lnTo>
                    <a:pt x="644602" y="93907"/>
                  </a:lnTo>
                  <a:lnTo>
                    <a:pt x="716225" y="103942"/>
                  </a:lnTo>
                  <a:lnTo>
                    <a:pt x="787847" y="113899"/>
                  </a:lnTo>
                  <a:lnTo>
                    <a:pt x="859470" y="123779"/>
                  </a:lnTo>
                  <a:lnTo>
                    <a:pt x="931092" y="133583"/>
                  </a:lnTo>
                  <a:lnTo>
                    <a:pt x="1002715" y="143311"/>
                  </a:lnTo>
                  <a:lnTo>
                    <a:pt x="1074337" y="152963"/>
                  </a:lnTo>
                  <a:lnTo>
                    <a:pt x="1145960" y="162541"/>
                  </a:lnTo>
                  <a:lnTo>
                    <a:pt x="1217582" y="172045"/>
                  </a:lnTo>
                  <a:lnTo>
                    <a:pt x="1289205" y="181475"/>
                  </a:lnTo>
                  <a:lnTo>
                    <a:pt x="1360827" y="190832"/>
                  </a:lnTo>
                  <a:lnTo>
                    <a:pt x="1432450" y="200117"/>
                  </a:lnTo>
                  <a:lnTo>
                    <a:pt x="1504073" y="209330"/>
                  </a:lnTo>
                  <a:lnTo>
                    <a:pt x="1575695" y="218471"/>
                  </a:lnTo>
                  <a:lnTo>
                    <a:pt x="1647318" y="227542"/>
                  </a:lnTo>
                  <a:lnTo>
                    <a:pt x="1718940" y="236543"/>
                  </a:lnTo>
                  <a:lnTo>
                    <a:pt x="1790563" y="245474"/>
                  </a:lnTo>
                  <a:lnTo>
                    <a:pt x="1862185" y="254336"/>
                  </a:lnTo>
                  <a:lnTo>
                    <a:pt x="1933808" y="263129"/>
                  </a:lnTo>
                  <a:lnTo>
                    <a:pt x="2005430" y="271855"/>
                  </a:lnTo>
                  <a:lnTo>
                    <a:pt x="2077053" y="280512"/>
                  </a:lnTo>
                  <a:lnTo>
                    <a:pt x="2148675" y="289103"/>
                  </a:lnTo>
                  <a:lnTo>
                    <a:pt x="2220298" y="297628"/>
                  </a:lnTo>
                  <a:lnTo>
                    <a:pt x="2291920" y="306086"/>
                  </a:lnTo>
                  <a:lnTo>
                    <a:pt x="2363543" y="314479"/>
                  </a:lnTo>
                  <a:lnTo>
                    <a:pt x="2435165" y="322807"/>
                  </a:lnTo>
                  <a:lnTo>
                    <a:pt x="2506788" y="331071"/>
                  </a:lnTo>
                  <a:lnTo>
                    <a:pt x="2578410" y="339270"/>
                  </a:lnTo>
                  <a:lnTo>
                    <a:pt x="2650033" y="347407"/>
                  </a:lnTo>
                  <a:lnTo>
                    <a:pt x="2721655" y="355480"/>
                  </a:lnTo>
                  <a:lnTo>
                    <a:pt x="2793278" y="363491"/>
                  </a:lnTo>
                  <a:lnTo>
                    <a:pt x="2864901" y="371440"/>
                  </a:lnTo>
                  <a:lnTo>
                    <a:pt x="2936523" y="379327"/>
                  </a:lnTo>
                  <a:lnTo>
                    <a:pt x="3008146" y="387153"/>
                  </a:lnTo>
                  <a:lnTo>
                    <a:pt x="3079768" y="394919"/>
                  </a:lnTo>
                  <a:lnTo>
                    <a:pt x="3151391" y="402624"/>
                  </a:lnTo>
                  <a:lnTo>
                    <a:pt x="3223013" y="410270"/>
                  </a:lnTo>
                  <a:lnTo>
                    <a:pt x="3294636" y="417857"/>
                  </a:lnTo>
                  <a:lnTo>
                    <a:pt x="3366258" y="425385"/>
                  </a:lnTo>
                  <a:lnTo>
                    <a:pt x="3437881" y="432855"/>
                  </a:lnTo>
                  <a:lnTo>
                    <a:pt x="3509503" y="440267"/>
                  </a:lnTo>
                  <a:lnTo>
                    <a:pt x="3581126" y="447622"/>
                  </a:lnTo>
                  <a:lnTo>
                    <a:pt x="3652748" y="454920"/>
                  </a:lnTo>
                  <a:lnTo>
                    <a:pt x="3724371" y="462161"/>
                  </a:lnTo>
                  <a:lnTo>
                    <a:pt x="3795993" y="469347"/>
                  </a:lnTo>
                  <a:lnTo>
                    <a:pt x="3867616" y="476477"/>
                  </a:lnTo>
                  <a:lnTo>
                    <a:pt x="3939238" y="483551"/>
                  </a:lnTo>
                  <a:lnTo>
                    <a:pt x="4010861" y="490571"/>
                  </a:lnTo>
                  <a:lnTo>
                    <a:pt x="4082483" y="497536"/>
                  </a:lnTo>
                  <a:lnTo>
                    <a:pt x="4154106" y="504448"/>
                  </a:lnTo>
                  <a:lnTo>
                    <a:pt x="4225729" y="511306"/>
                  </a:lnTo>
                  <a:lnTo>
                    <a:pt x="4297351" y="518111"/>
                  </a:lnTo>
                  <a:lnTo>
                    <a:pt x="4368974" y="524864"/>
                  </a:lnTo>
                  <a:lnTo>
                    <a:pt x="4440596" y="531564"/>
                  </a:lnTo>
                  <a:lnTo>
                    <a:pt x="4512219" y="538212"/>
                  </a:lnTo>
                  <a:lnTo>
                    <a:pt x="4583841" y="544809"/>
                  </a:lnTo>
                  <a:lnTo>
                    <a:pt x="4655464" y="551355"/>
                  </a:lnTo>
                  <a:lnTo>
                    <a:pt x="4727086" y="557850"/>
                  </a:lnTo>
                  <a:lnTo>
                    <a:pt x="4798709" y="564295"/>
                  </a:lnTo>
                  <a:lnTo>
                    <a:pt x="4870331" y="570690"/>
                  </a:lnTo>
                  <a:lnTo>
                    <a:pt x="4941954" y="577036"/>
                  </a:lnTo>
                  <a:lnTo>
                    <a:pt x="5013576" y="583332"/>
                  </a:lnTo>
                  <a:lnTo>
                    <a:pt x="5085199" y="589580"/>
                  </a:lnTo>
                  <a:lnTo>
                    <a:pt x="5156821" y="595780"/>
                  </a:lnTo>
                  <a:lnTo>
                    <a:pt x="5228444" y="601931"/>
                  </a:lnTo>
                  <a:lnTo>
                    <a:pt x="5300066" y="608035"/>
                  </a:lnTo>
                  <a:lnTo>
                    <a:pt x="5371689" y="614092"/>
                  </a:lnTo>
                  <a:lnTo>
                    <a:pt x="5443311" y="620101"/>
                  </a:lnTo>
                  <a:lnTo>
                    <a:pt x="5514934" y="626065"/>
                  </a:lnTo>
                  <a:lnTo>
                    <a:pt x="5586557" y="631982"/>
                  </a:lnTo>
                  <a:lnTo>
                    <a:pt x="5658179" y="637853"/>
                  </a:lnTo>
                  <a:lnTo>
                    <a:pt x="5729802" y="643679"/>
                  </a:lnTo>
                  <a:lnTo>
                    <a:pt x="5801424" y="649460"/>
                  </a:lnTo>
                  <a:lnTo>
                    <a:pt x="5873047" y="655196"/>
                  </a:lnTo>
                  <a:lnTo>
                    <a:pt x="5944669" y="660888"/>
                  </a:lnTo>
                  <a:lnTo>
                    <a:pt x="6016292" y="666535"/>
                  </a:lnTo>
                  <a:lnTo>
                    <a:pt x="6087914" y="672139"/>
                  </a:lnTo>
                  <a:lnTo>
                    <a:pt x="6159537" y="677700"/>
                  </a:lnTo>
                  <a:lnTo>
                    <a:pt x="6231159" y="683218"/>
                  </a:lnTo>
                  <a:lnTo>
                    <a:pt x="6302782" y="688692"/>
                  </a:lnTo>
                  <a:lnTo>
                    <a:pt x="6374404" y="694125"/>
                  </a:lnTo>
                  <a:lnTo>
                    <a:pt x="6446027" y="699516"/>
                  </a:lnTo>
                  <a:lnTo>
                    <a:pt x="6517649" y="704864"/>
                  </a:lnTo>
                  <a:lnTo>
                    <a:pt x="6589272" y="710172"/>
                  </a:lnTo>
                  <a:lnTo>
                    <a:pt x="6660894" y="715438"/>
                  </a:lnTo>
                  <a:lnTo>
                    <a:pt x="6732517" y="720664"/>
                  </a:lnTo>
                  <a:lnTo>
                    <a:pt x="6804139" y="725849"/>
                  </a:lnTo>
                  <a:lnTo>
                    <a:pt x="6875762" y="730994"/>
                  </a:lnTo>
                  <a:lnTo>
                    <a:pt x="6947385" y="736099"/>
                  </a:lnTo>
                  <a:lnTo>
                    <a:pt x="7019007" y="741165"/>
                  </a:lnTo>
                  <a:lnTo>
                    <a:pt x="7090630" y="74619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377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82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8550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37980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1207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91133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62116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1.10 (1.03-1.18), p_Bonf = 0.041 (n = 6)  |  per IQR decline (Δ = 23.3): 1.25 (1.06-1.46)  |  IQR: [-12.8,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166667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2026-09-28T16:57:38Z</dcterms:modified>
  <cp:category/>
</cp:coreProperties>
</file>