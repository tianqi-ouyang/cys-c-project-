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59691"/>
            </a:xfrm>
            <a:custGeom>
              <a:avLst/>
              <a:pathLst>
                <a:path w="7235830" h="3359691">
                  <a:moveTo>
                    <a:pt x="593553" y="0"/>
                  </a:moveTo>
                  <a:lnTo>
                    <a:pt x="597427" y="6891"/>
                  </a:lnTo>
                  <a:lnTo>
                    <a:pt x="671187" y="133301"/>
                  </a:lnTo>
                  <a:lnTo>
                    <a:pt x="744947" y="255115"/>
                  </a:lnTo>
                  <a:lnTo>
                    <a:pt x="818707" y="372500"/>
                  </a:lnTo>
                  <a:lnTo>
                    <a:pt x="892467" y="485618"/>
                  </a:lnTo>
                  <a:lnTo>
                    <a:pt x="966227" y="594623"/>
                  </a:lnTo>
                  <a:lnTo>
                    <a:pt x="1039987" y="699664"/>
                  </a:lnTo>
                  <a:lnTo>
                    <a:pt x="1113747" y="800887"/>
                  </a:lnTo>
                  <a:lnTo>
                    <a:pt x="1187508" y="898429"/>
                  </a:lnTo>
                  <a:lnTo>
                    <a:pt x="1261268" y="992425"/>
                  </a:lnTo>
                  <a:lnTo>
                    <a:pt x="1335028" y="1083004"/>
                  </a:lnTo>
                  <a:lnTo>
                    <a:pt x="1408788" y="1170289"/>
                  </a:lnTo>
                  <a:lnTo>
                    <a:pt x="1482548" y="1254401"/>
                  </a:lnTo>
                  <a:lnTo>
                    <a:pt x="1556308" y="1335455"/>
                  </a:lnTo>
                  <a:lnTo>
                    <a:pt x="1630068" y="1413561"/>
                  </a:lnTo>
                  <a:lnTo>
                    <a:pt x="1703828" y="1488828"/>
                  </a:lnTo>
                  <a:lnTo>
                    <a:pt x="1777588" y="1561359"/>
                  </a:lnTo>
                  <a:lnTo>
                    <a:pt x="1851348" y="1631252"/>
                  </a:lnTo>
                  <a:lnTo>
                    <a:pt x="1925108" y="1698605"/>
                  </a:lnTo>
                  <a:lnTo>
                    <a:pt x="1998868" y="1763508"/>
                  </a:lnTo>
                  <a:lnTo>
                    <a:pt x="2072628" y="1826052"/>
                  </a:lnTo>
                  <a:lnTo>
                    <a:pt x="2146388" y="1886322"/>
                  </a:lnTo>
                  <a:lnTo>
                    <a:pt x="2220148" y="1944400"/>
                  </a:lnTo>
                  <a:lnTo>
                    <a:pt x="2293908" y="2000367"/>
                  </a:lnTo>
                  <a:lnTo>
                    <a:pt x="2367668" y="2054299"/>
                  </a:lnTo>
                  <a:lnTo>
                    <a:pt x="2441428" y="2106271"/>
                  </a:lnTo>
                  <a:lnTo>
                    <a:pt x="2515188" y="2156352"/>
                  </a:lnTo>
                  <a:lnTo>
                    <a:pt x="2588948" y="2204613"/>
                  </a:lnTo>
                  <a:lnTo>
                    <a:pt x="2662708" y="2251120"/>
                  </a:lnTo>
                  <a:lnTo>
                    <a:pt x="2736468" y="2295935"/>
                  </a:lnTo>
                  <a:lnTo>
                    <a:pt x="2810228" y="2339121"/>
                  </a:lnTo>
                  <a:lnTo>
                    <a:pt x="2883988" y="2380737"/>
                  </a:lnTo>
                  <a:lnTo>
                    <a:pt x="2957748" y="2420840"/>
                  </a:lnTo>
                  <a:lnTo>
                    <a:pt x="3031508" y="2459484"/>
                  </a:lnTo>
                  <a:lnTo>
                    <a:pt x="3105268" y="2496724"/>
                  </a:lnTo>
                  <a:lnTo>
                    <a:pt x="3179028" y="2532610"/>
                  </a:lnTo>
                  <a:lnTo>
                    <a:pt x="3252788" y="2567191"/>
                  </a:lnTo>
                  <a:lnTo>
                    <a:pt x="3326548" y="2600515"/>
                  </a:lnTo>
                  <a:lnTo>
                    <a:pt x="3400308" y="2632627"/>
                  </a:lnTo>
                  <a:lnTo>
                    <a:pt x="3474068" y="2657590"/>
                  </a:lnTo>
                  <a:lnTo>
                    <a:pt x="3547828" y="2668372"/>
                  </a:lnTo>
                  <a:lnTo>
                    <a:pt x="3621588" y="2679013"/>
                  </a:lnTo>
                  <a:lnTo>
                    <a:pt x="3695348" y="2689516"/>
                  </a:lnTo>
                  <a:lnTo>
                    <a:pt x="3769108" y="2699881"/>
                  </a:lnTo>
                  <a:lnTo>
                    <a:pt x="3842868" y="2710111"/>
                  </a:lnTo>
                  <a:lnTo>
                    <a:pt x="3916628" y="2720208"/>
                  </a:lnTo>
                  <a:lnTo>
                    <a:pt x="3990388" y="2730173"/>
                  </a:lnTo>
                  <a:lnTo>
                    <a:pt x="4064149" y="2740008"/>
                  </a:lnTo>
                  <a:lnTo>
                    <a:pt x="4137909" y="2749714"/>
                  </a:lnTo>
                  <a:lnTo>
                    <a:pt x="4211669" y="2759294"/>
                  </a:lnTo>
                  <a:lnTo>
                    <a:pt x="4285429" y="2768749"/>
                  </a:lnTo>
                  <a:lnTo>
                    <a:pt x="4359189" y="2778080"/>
                  </a:lnTo>
                  <a:lnTo>
                    <a:pt x="4432949" y="2787290"/>
                  </a:lnTo>
                  <a:lnTo>
                    <a:pt x="4506709" y="2796379"/>
                  </a:lnTo>
                  <a:lnTo>
                    <a:pt x="4580469" y="2805350"/>
                  </a:lnTo>
                  <a:lnTo>
                    <a:pt x="4654229" y="2814204"/>
                  </a:lnTo>
                  <a:lnTo>
                    <a:pt x="4727989" y="2822942"/>
                  </a:lnTo>
                  <a:lnTo>
                    <a:pt x="4801749" y="2831566"/>
                  </a:lnTo>
                  <a:lnTo>
                    <a:pt x="4875509" y="2840078"/>
                  </a:lnTo>
                  <a:lnTo>
                    <a:pt x="4949269" y="2848478"/>
                  </a:lnTo>
                  <a:lnTo>
                    <a:pt x="5023029" y="2856769"/>
                  </a:lnTo>
                  <a:lnTo>
                    <a:pt x="5096789" y="2864952"/>
                  </a:lnTo>
                  <a:lnTo>
                    <a:pt x="5170549" y="2873028"/>
                  </a:lnTo>
                  <a:lnTo>
                    <a:pt x="5244309" y="2880998"/>
                  </a:lnTo>
                  <a:lnTo>
                    <a:pt x="5318069" y="2888865"/>
                  </a:lnTo>
                  <a:lnTo>
                    <a:pt x="5391829" y="2896628"/>
                  </a:lnTo>
                  <a:lnTo>
                    <a:pt x="5465589" y="2904291"/>
                  </a:lnTo>
                  <a:lnTo>
                    <a:pt x="5539349" y="2911853"/>
                  </a:lnTo>
                  <a:lnTo>
                    <a:pt x="5613109" y="2919317"/>
                  </a:lnTo>
                  <a:lnTo>
                    <a:pt x="5686869" y="2926683"/>
                  </a:lnTo>
                  <a:lnTo>
                    <a:pt x="5760629" y="2933954"/>
                  </a:lnTo>
                  <a:lnTo>
                    <a:pt x="5834389" y="2941129"/>
                  </a:lnTo>
                  <a:lnTo>
                    <a:pt x="5908149" y="2948211"/>
                  </a:lnTo>
                  <a:lnTo>
                    <a:pt x="5981909" y="2955200"/>
                  </a:lnTo>
                  <a:lnTo>
                    <a:pt x="6055669" y="2962098"/>
                  </a:lnTo>
                  <a:lnTo>
                    <a:pt x="6129429" y="2968906"/>
                  </a:lnTo>
                  <a:lnTo>
                    <a:pt x="6203189" y="2975625"/>
                  </a:lnTo>
                  <a:lnTo>
                    <a:pt x="6276949" y="2982257"/>
                  </a:lnTo>
                  <a:lnTo>
                    <a:pt x="6350709" y="2988802"/>
                  </a:lnTo>
                  <a:lnTo>
                    <a:pt x="6424469" y="2995261"/>
                  </a:lnTo>
                  <a:lnTo>
                    <a:pt x="6498229" y="3001636"/>
                  </a:lnTo>
                  <a:lnTo>
                    <a:pt x="6571989" y="3007928"/>
                  </a:lnTo>
                  <a:lnTo>
                    <a:pt x="6645749" y="3014138"/>
                  </a:lnTo>
                  <a:lnTo>
                    <a:pt x="6719509" y="3020267"/>
                  </a:lnTo>
                  <a:lnTo>
                    <a:pt x="6793269" y="3026316"/>
                  </a:lnTo>
                  <a:lnTo>
                    <a:pt x="6867029" y="3032286"/>
                  </a:lnTo>
                  <a:lnTo>
                    <a:pt x="6940789" y="3038178"/>
                  </a:lnTo>
                  <a:lnTo>
                    <a:pt x="7014550" y="3043993"/>
                  </a:lnTo>
                  <a:lnTo>
                    <a:pt x="7088310" y="3049732"/>
                  </a:lnTo>
                  <a:lnTo>
                    <a:pt x="7162070" y="3055396"/>
                  </a:lnTo>
                  <a:lnTo>
                    <a:pt x="7235830" y="3060987"/>
                  </a:lnTo>
                  <a:lnTo>
                    <a:pt x="7235830" y="3359691"/>
                  </a:lnTo>
                  <a:lnTo>
                    <a:pt x="7162070" y="3355010"/>
                  </a:lnTo>
                  <a:lnTo>
                    <a:pt x="7088310" y="3350153"/>
                  </a:lnTo>
                  <a:lnTo>
                    <a:pt x="7014550" y="3345113"/>
                  </a:lnTo>
                  <a:lnTo>
                    <a:pt x="6940789" y="3339882"/>
                  </a:lnTo>
                  <a:lnTo>
                    <a:pt x="6867029" y="3334454"/>
                  </a:lnTo>
                  <a:lnTo>
                    <a:pt x="6793269" y="3328821"/>
                  </a:lnTo>
                  <a:lnTo>
                    <a:pt x="6719509" y="3322976"/>
                  </a:lnTo>
                  <a:lnTo>
                    <a:pt x="6645749" y="3316910"/>
                  </a:lnTo>
                  <a:lnTo>
                    <a:pt x="6571989" y="3310616"/>
                  </a:lnTo>
                  <a:lnTo>
                    <a:pt x="6498229" y="3304084"/>
                  </a:lnTo>
                  <a:lnTo>
                    <a:pt x="6424469" y="3297305"/>
                  </a:lnTo>
                  <a:lnTo>
                    <a:pt x="6350709" y="3290271"/>
                  </a:lnTo>
                  <a:lnTo>
                    <a:pt x="6276949" y="3282971"/>
                  </a:lnTo>
                  <a:lnTo>
                    <a:pt x="6203189" y="3275396"/>
                  </a:lnTo>
                  <a:lnTo>
                    <a:pt x="6129429" y="3267535"/>
                  </a:lnTo>
                  <a:lnTo>
                    <a:pt x="6055669" y="3259378"/>
                  </a:lnTo>
                  <a:lnTo>
                    <a:pt x="5981909" y="3250912"/>
                  </a:lnTo>
                  <a:lnTo>
                    <a:pt x="5908149" y="3242128"/>
                  </a:lnTo>
                  <a:lnTo>
                    <a:pt x="5834389" y="3233011"/>
                  </a:lnTo>
                  <a:lnTo>
                    <a:pt x="5760629" y="3223551"/>
                  </a:lnTo>
                  <a:lnTo>
                    <a:pt x="5686869" y="3213734"/>
                  </a:lnTo>
                  <a:lnTo>
                    <a:pt x="5613109" y="3203547"/>
                  </a:lnTo>
                  <a:lnTo>
                    <a:pt x="5539349" y="3192975"/>
                  </a:lnTo>
                  <a:lnTo>
                    <a:pt x="5465589" y="3182005"/>
                  </a:lnTo>
                  <a:lnTo>
                    <a:pt x="5391829" y="3170620"/>
                  </a:lnTo>
                  <a:lnTo>
                    <a:pt x="5318069" y="3158806"/>
                  </a:lnTo>
                  <a:lnTo>
                    <a:pt x="5244309" y="3146546"/>
                  </a:lnTo>
                  <a:lnTo>
                    <a:pt x="5170549" y="3133824"/>
                  </a:lnTo>
                  <a:lnTo>
                    <a:pt x="5096789" y="3120621"/>
                  </a:lnTo>
                  <a:lnTo>
                    <a:pt x="5023029" y="3106921"/>
                  </a:lnTo>
                  <a:lnTo>
                    <a:pt x="4949269" y="3092704"/>
                  </a:lnTo>
                  <a:lnTo>
                    <a:pt x="4875509" y="3077950"/>
                  </a:lnTo>
                  <a:lnTo>
                    <a:pt x="4801749" y="3062639"/>
                  </a:lnTo>
                  <a:lnTo>
                    <a:pt x="4727989" y="3046751"/>
                  </a:lnTo>
                  <a:lnTo>
                    <a:pt x="4654229" y="3030264"/>
                  </a:lnTo>
                  <a:lnTo>
                    <a:pt x="4580469" y="3013154"/>
                  </a:lnTo>
                  <a:lnTo>
                    <a:pt x="4506709" y="2995399"/>
                  </a:lnTo>
                  <a:lnTo>
                    <a:pt x="4432949" y="2976974"/>
                  </a:lnTo>
                  <a:lnTo>
                    <a:pt x="4359189" y="2957854"/>
                  </a:lnTo>
                  <a:lnTo>
                    <a:pt x="4285429" y="2938012"/>
                  </a:lnTo>
                  <a:lnTo>
                    <a:pt x="4211669" y="2917422"/>
                  </a:lnTo>
                  <a:lnTo>
                    <a:pt x="4137909" y="2896055"/>
                  </a:lnTo>
                  <a:lnTo>
                    <a:pt x="4064149" y="2873882"/>
                  </a:lnTo>
                  <a:lnTo>
                    <a:pt x="3990388" y="2850872"/>
                  </a:lnTo>
                  <a:lnTo>
                    <a:pt x="3916628" y="2826994"/>
                  </a:lnTo>
                  <a:lnTo>
                    <a:pt x="3842868" y="2802215"/>
                  </a:lnTo>
                  <a:lnTo>
                    <a:pt x="3769108" y="2776501"/>
                  </a:lnTo>
                  <a:lnTo>
                    <a:pt x="3695348" y="2749817"/>
                  </a:lnTo>
                  <a:lnTo>
                    <a:pt x="3621588" y="2722127"/>
                  </a:lnTo>
                  <a:lnTo>
                    <a:pt x="3547828" y="2693391"/>
                  </a:lnTo>
                  <a:lnTo>
                    <a:pt x="3474068" y="2663572"/>
                  </a:lnTo>
                  <a:lnTo>
                    <a:pt x="3400308" y="2646665"/>
                  </a:lnTo>
                  <a:lnTo>
                    <a:pt x="3326548" y="2635596"/>
                  </a:lnTo>
                  <a:lnTo>
                    <a:pt x="3252788" y="2624380"/>
                  </a:lnTo>
                  <a:lnTo>
                    <a:pt x="3179028" y="2613016"/>
                  </a:lnTo>
                  <a:lnTo>
                    <a:pt x="3105268" y="2601502"/>
                  </a:lnTo>
                  <a:lnTo>
                    <a:pt x="3031508" y="2589836"/>
                  </a:lnTo>
                  <a:lnTo>
                    <a:pt x="2957748" y="2578015"/>
                  </a:lnTo>
                  <a:lnTo>
                    <a:pt x="2883988" y="2566038"/>
                  </a:lnTo>
                  <a:lnTo>
                    <a:pt x="2810228" y="2553903"/>
                  </a:lnTo>
                  <a:lnTo>
                    <a:pt x="2736468" y="2541607"/>
                  </a:lnTo>
                  <a:lnTo>
                    <a:pt x="2662708" y="2529149"/>
                  </a:lnTo>
                  <a:lnTo>
                    <a:pt x="2588948" y="2516525"/>
                  </a:lnTo>
                  <a:lnTo>
                    <a:pt x="2515188" y="2503735"/>
                  </a:lnTo>
                  <a:lnTo>
                    <a:pt x="2441428" y="2490776"/>
                  </a:lnTo>
                  <a:lnTo>
                    <a:pt x="2367668" y="2477645"/>
                  </a:lnTo>
                  <a:lnTo>
                    <a:pt x="2293908" y="2464341"/>
                  </a:lnTo>
                  <a:lnTo>
                    <a:pt x="2220148" y="2450861"/>
                  </a:lnTo>
                  <a:lnTo>
                    <a:pt x="2146388" y="2437203"/>
                  </a:lnTo>
                  <a:lnTo>
                    <a:pt x="2072628" y="2423364"/>
                  </a:lnTo>
                  <a:lnTo>
                    <a:pt x="1998868" y="2409342"/>
                  </a:lnTo>
                  <a:lnTo>
                    <a:pt x="1925108" y="2395134"/>
                  </a:lnTo>
                  <a:lnTo>
                    <a:pt x="1851348" y="2380739"/>
                  </a:lnTo>
                  <a:lnTo>
                    <a:pt x="1777588" y="2366153"/>
                  </a:lnTo>
                  <a:lnTo>
                    <a:pt x="1703828" y="2351375"/>
                  </a:lnTo>
                  <a:lnTo>
                    <a:pt x="1630068" y="2336401"/>
                  </a:lnTo>
                  <a:lnTo>
                    <a:pt x="1556308" y="2321229"/>
                  </a:lnTo>
                  <a:lnTo>
                    <a:pt x="1482548" y="2305856"/>
                  </a:lnTo>
                  <a:lnTo>
                    <a:pt x="1408788" y="2290280"/>
                  </a:lnTo>
                  <a:lnTo>
                    <a:pt x="1335028" y="2274498"/>
                  </a:lnTo>
                  <a:lnTo>
                    <a:pt x="1261268" y="2258508"/>
                  </a:lnTo>
                  <a:lnTo>
                    <a:pt x="1187508" y="2242306"/>
                  </a:lnTo>
                  <a:lnTo>
                    <a:pt x="1113747" y="2225890"/>
                  </a:lnTo>
                  <a:lnTo>
                    <a:pt x="1039987" y="2209256"/>
                  </a:lnTo>
                  <a:lnTo>
                    <a:pt x="966227" y="2192403"/>
                  </a:lnTo>
                  <a:lnTo>
                    <a:pt x="892467" y="2175327"/>
                  </a:lnTo>
                  <a:lnTo>
                    <a:pt x="818707" y="2158025"/>
                  </a:lnTo>
                  <a:lnTo>
                    <a:pt x="744947" y="2140494"/>
                  </a:lnTo>
                  <a:lnTo>
                    <a:pt x="671187" y="2122732"/>
                  </a:lnTo>
                  <a:lnTo>
                    <a:pt x="597427" y="2104734"/>
                  </a:lnTo>
                  <a:lnTo>
                    <a:pt x="523667" y="2086499"/>
                  </a:lnTo>
                  <a:lnTo>
                    <a:pt x="449907" y="2068022"/>
                  </a:lnTo>
                  <a:lnTo>
                    <a:pt x="376147" y="2049301"/>
                  </a:lnTo>
                  <a:lnTo>
                    <a:pt x="302387" y="2030333"/>
                  </a:lnTo>
                  <a:lnTo>
                    <a:pt x="228627" y="2011114"/>
                  </a:lnTo>
                  <a:lnTo>
                    <a:pt x="154867" y="1991640"/>
                  </a:lnTo>
                  <a:lnTo>
                    <a:pt x="81107" y="1971909"/>
                  </a:lnTo>
                  <a:lnTo>
                    <a:pt x="7347" y="1951917"/>
                  </a:lnTo>
                  <a:lnTo>
                    <a:pt x="0" y="19499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1070" y="2073503"/>
              <a:ext cx="6642277" cy="3060987"/>
            </a:xfrm>
            <a:custGeom>
              <a:avLst/>
              <a:pathLst>
                <a:path w="6642277" h="3060987">
                  <a:moveTo>
                    <a:pt x="0" y="0"/>
                  </a:moveTo>
                  <a:lnTo>
                    <a:pt x="3874" y="6891"/>
                  </a:lnTo>
                  <a:lnTo>
                    <a:pt x="77634" y="133301"/>
                  </a:lnTo>
                  <a:lnTo>
                    <a:pt x="151394" y="255115"/>
                  </a:lnTo>
                  <a:lnTo>
                    <a:pt x="225154" y="372500"/>
                  </a:lnTo>
                  <a:lnTo>
                    <a:pt x="298914" y="485618"/>
                  </a:lnTo>
                  <a:lnTo>
                    <a:pt x="372674" y="594623"/>
                  </a:lnTo>
                  <a:lnTo>
                    <a:pt x="446434" y="699664"/>
                  </a:lnTo>
                  <a:lnTo>
                    <a:pt x="520194" y="800887"/>
                  </a:lnTo>
                  <a:lnTo>
                    <a:pt x="593954" y="898429"/>
                  </a:lnTo>
                  <a:lnTo>
                    <a:pt x="667715" y="992425"/>
                  </a:lnTo>
                  <a:lnTo>
                    <a:pt x="741475" y="1083004"/>
                  </a:lnTo>
                  <a:lnTo>
                    <a:pt x="815235" y="1170289"/>
                  </a:lnTo>
                  <a:lnTo>
                    <a:pt x="888995" y="1254401"/>
                  </a:lnTo>
                  <a:lnTo>
                    <a:pt x="962755" y="1335455"/>
                  </a:lnTo>
                  <a:lnTo>
                    <a:pt x="1036515" y="1413561"/>
                  </a:lnTo>
                  <a:lnTo>
                    <a:pt x="1110275" y="1488828"/>
                  </a:lnTo>
                  <a:lnTo>
                    <a:pt x="1184035" y="1561359"/>
                  </a:lnTo>
                  <a:lnTo>
                    <a:pt x="1257795" y="1631252"/>
                  </a:lnTo>
                  <a:lnTo>
                    <a:pt x="1331555" y="1698605"/>
                  </a:lnTo>
                  <a:lnTo>
                    <a:pt x="1405315" y="1763508"/>
                  </a:lnTo>
                  <a:lnTo>
                    <a:pt x="1479075" y="1826052"/>
                  </a:lnTo>
                  <a:lnTo>
                    <a:pt x="1552835" y="1886322"/>
                  </a:lnTo>
                  <a:lnTo>
                    <a:pt x="1626595" y="1944400"/>
                  </a:lnTo>
                  <a:lnTo>
                    <a:pt x="1700355" y="2000367"/>
                  </a:lnTo>
                  <a:lnTo>
                    <a:pt x="1774115" y="2054299"/>
                  </a:lnTo>
                  <a:lnTo>
                    <a:pt x="1847875" y="2106271"/>
                  </a:lnTo>
                  <a:lnTo>
                    <a:pt x="1921635" y="2156352"/>
                  </a:lnTo>
                  <a:lnTo>
                    <a:pt x="1995395" y="2204613"/>
                  </a:lnTo>
                  <a:lnTo>
                    <a:pt x="2069155" y="2251120"/>
                  </a:lnTo>
                  <a:lnTo>
                    <a:pt x="2142915" y="2295935"/>
                  </a:lnTo>
                  <a:lnTo>
                    <a:pt x="2216675" y="2339121"/>
                  </a:lnTo>
                  <a:lnTo>
                    <a:pt x="2290435" y="2380737"/>
                  </a:lnTo>
                  <a:lnTo>
                    <a:pt x="2364195" y="2420840"/>
                  </a:lnTo>
                  <a:lnTo>
                    <a:pt x="2437955" y="2459484"/>
                  </a:lnTo>
                  <a:lnTo>
                    <a:pt x="2511715" y="2496724"/>
                  </a:lnTo>
                  <a:lnTo>
                    <a:pt x="2585475" y="2532610"/>
                  </a:lnTo>
                  <a:lnTo>
                    <a:pt x="2659235" y="2567191"/>
                  </a:lnTo>
                  <a:lnTo>
                    <a:pt x="2732995" y="2600515"/>
                  </a:lnTo>
                  <a:lnTo>
                    <a:pt x="2806755" y="2632627"/>
                  </a:lnTo>
                  <a:lnTo>
                    <a:pt x="2880515" y="2657590"/>
                  </a:lnTo>
                  <a:lnTo>
                    <a:pt x="2954275" y="2668372"/>
                  </a:lnTo>
                  <a:lnTo>
                    <a:pt x="3028035" y="2679013"/>
                  </a:lnTo>
                  <a:lnTo>
                    <a:pt x="3101795" y="2689516"/>
                  </a:lnTo>
                  <a:lnTo>
                    <a:pt x="3175555" y="2699881"/>
                  </a:lnTo>
                  <a:lnTo>
                    <a:pt x="3249315" y="2710111"/>
                  </a:lnTo>
                  <a:lnTo>
                    <a:pt x="3323075" y="2720208"/>
                  </a:lnTo>
                  <a:lnTo>
                    <a:pt x="3396835" y="2730173"/>
                  </a:lnTo>
                  <a:lnTo>
                    <a:pt x="3470595" y="2740008"/>
                  </a:lnTo>
                  <a:lnTo>
                    <a:pt x="3544355" y="2749714"/>
                  </a:lnTo>
                  <a:lnTo>
                    <a:pt x="3618116" y="2759294"/>
                  </a:lnTo>
                  <a:lnTo>
                    <a:pt x="3691876" y="2768749"/>
                  </a:lnTo>
                  <a:lnTo>
                    <a:pt x="3765636" y="2778080"/>
                  </a:lnTo>
                  <a:lnTo>
                    <a:pt x="3839396" y="2787290"/>
                  </a:lnTo>
                  <a:lnTo>
                    <a:pt x="3913156" y="2796379"/>
                  </a:lnTo>
                  <a:lnTo>
                    <a:pt x="3986916" y="2805350"/>
                  </a:lnTo>
                  <a:lnTo>
                    <a:pt x="4060676" y="2814204"/>
                  </a:lnTo>
                  <a:lnTo>
                    <a:pt x="4134436" y="2822942"/>
                  </a:lnTo>
                  <a:lnTo>
                    <a:pt x="4208196" y="2831566"/>
                  </a:lnTo>
                  <a:lnTo>
                    <a:pt x="4281956" y="2840078"/>
                  </a:lnTo>
                  <a:lnTo>
                    <a:pt x="4355716" y="2848478"/>
                  </a:lnTo>
                  <a:lnTo>
                    <a:pt x="4429476" y="2856769"/>
                  </a:lnTo>
                  <a:lnTo>
                    <a:pt x="4503236" y="2864952"/>
                  </a:lnTo>
                  <a:lnTo>
                    <a:pt x="4576996" y="2873028"/>
                  </a:lnTo>
                  <a:lnTo>
                    <a:pt x="4650756" y="2880998"/>
                  </a:lnTo>
                  <a:lnTo>
                    <a:pt x="4724516" y="2888865"/>
                  </a:lnTo>
                  <a:lnTo>
                    <a:pt x="4798276" y="2896628"/>
                  </a:lnTo>
                  <a:lnTo>
                    <a:pt x="4872036" y="2904291"/>
                  </a:lnTo>
                  <a:lnTo>
                    <a:pt x="4945796" y="2911853"/>
                  </a:lnTo>
                  <a:lnTo>
                    <a:pt x="5019556" y="2919317"/>
                  </a:lnTo>
                  <a:lnTo>
                    <a:pt x="5093316" y="2926683"/>
                  </a:lnTo>
                  <a:lnTo>
                    <a:pt x="5167076" y="2933954"/>
                  </a:lnTo>
                  <a:lnTo>
                    <a:pt x="5240836" y="2941129"/>
                  </a:lnTo>
                  <a:lnTo>
                    <a:pt x="5314596" y="2948211"/>
                  </a:lnTo>
                  <a:lnTo>
                    <a:pt x="5388356" y="2955200"/>
                  </a:lnTo>
                  <a:lnTo>
                    <a:pt x="5462116" y="2962098"/>
                  </a:lnTo>
                  <a:lnTo>
                    <a:pt x="5535876" y="2968906"/>
                  </a:lnTo>
                  <a:lnTo>
                    <a:pt x="5609636" y="2975625"/>
                  </a:lnTo>
                  <a:lnTo>
                    <a:pt x="5683396" y="2982257"/>
                  </a:lnTo>
                  <a:lnTo>
                    <a:pt x="5757156" y="2988802"/>
                  </a:lnTo>
                  <a:lnTo>
                    <a:pt x="5830916" y="2995261"/>
                  </a:lnTo>
                  <a:lnTo>
                    <a:pt x="5904676" y="3001636"/>
                  </a:lnTo>
                  <a:lnTo>
                    <a:pt x="5978436" y="3007928"/>
                  </a:lnTo>
                  <a:lnTo>
                    <a:pt x="6052196" y="3014138"/>
                  </a:lnTo>
                  <a:lnTo>
                    <a:pt x="6125956" y="3020267"/>
                  </a:lnTo>
                  <a:lnTo>
                    <a:pt x="6199716" y="3026316"/>
                  </a:lnTo>
                  <a:lnTo>
                    <a:pt x="6273476" y="3032286"/>
                  </a:lnTo>
                  <a:lnTo>
                    <a:pt x="6347236" y="3038178"/>
                  </a:lnTo>
                  <a:lnTo>
                    <a:pt x="6420996" y="3043993"/>
                  </a:lnTo>
                  <a:lnTo>
                    <a:pt x="6494757" y="3049732"/>
                  </a:lnTo>
                  <a:lnTo>
                    <a:pt x="6568517" y="3055396"/>
                  </a:lnTo>
                  <a:lnTo>
                    <a:pt x="6642277" y="3060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23403"/>
              <a:ext cx="7235830" cy="1409791"/>
            </a:xfrm>
            <a:custGeom>
              <a:avLst/>
              <a:pathLst>
                <a:path w="7235830" h="1409791">
                  <a:moveTo>
                    <a:pt x="7235830" y="1409791"/>
                  </a:moveTo>
                  <a:lnTo>
                    <a:pt x="7162070" y="1405110"/>
                  </a:lnTo>
                  <a:lnTo>
                    <a:pt x="7088310" y="1400253"/>
                  </a:lnTo>
                  <a:lnTo>
                    <a:pt x="7014550" y="1395212"/>
                  </a:lnTo>
                  <a:lnTo>
                    <a:pt x="6940789" y="1389982"/>
                  </a:lnTo>
                  <a:lnTo>
                    <a:pt x="6867029" y="1384554"/>
                  </a:lnTo>
                  <a:lnTo>
                    <a:pt x="6793269" y="1378921"/>
                  </a:lnTo>
                  <a:lnTo>
                    <a:pt x="6719509" y="1373076"/>
                  </a:lnTo>
                  <a:lnTo>
                    <a:pt x="6645749" y="1367010"/>
                  </a:lnTo>
                  <a:lnTo>
                    <a:pt x="6571989" y="1360716"/>
                  </a:lnTo>
                  <a:lnTo>
                    <a:pt x="6498229" y="1354184"/>
                  </a:lnTo>
                  <a:lnTo>
                    <a:pt x="6424469" y="1347405"/>
                  </a:lnTo>
                  <a:lnTo>
                    <a:pt x="6350709" y="1340371"/>
                  </a:lnTo>
                  <a:lnTo>
                    <a:pt x="6276949" y="1333071"/>
                  </a:lnTo>
                  <a:lnTo>
                    <a:pt x="6203189" y="1325496"/>
                  </a:lnTo>
                  <a:lnTo>
                    <a:pt x="6129429" y="1317635"/>
                  </a:lnTo>
                  <a:lnTo>
                    <a:pt x="6055669" y="1309477"/>
                  </a:lnTo>
                  <a:lnTo>
                    <a:pt x="5981909" y="1301012"/>
                  </a:lnTo>
                  <a:lnTo>
                    <a:pt x="5908149" y="1292227"/>
                  </a:lnTo>
                  <a:lnTo>
                    <a:pt x="5834389" y="1283111"/>
                  </a:lnTo>
                  <a:lnTo>
                    <a:pt x="5760629" y="1273651"/>
                  </a:lnTo>
                  <a:lnTo>
                    <a:pt x="5686869" y="1263834"/>
                  </a:lnTo>
                  <a:lnTo>
                    <a:pt x="5613109" y="1253647"/>
                  </a:lnTo>
                  <a:lnTo>
                    <a:pt x="5539349" y="1243075"/>
                  </a:lnTo>
                  <a:lnTo>
                    <a:pt x="5465589" y="1232104"/>
                  </a:lnTo>
                  <a:lnTo>
                    <a:pt x="5391829" y="1220720"/>
                  </a:lnTo>
                  <a:lnTo>
                    <a:pt x="5318069" y="1208906"/>
                  </a:lnTo>
                  <a:lnTo>
                    <a:pt x="5244309" y="1196646"/>
                  </a:lnTo>
                  <a:lnTo>
                    <a:pt x="5170549" y="1183924"/>
                  </a:lnTo>
                  <a:lnTo>
                    <a:pt x="5096789" y="1170721"/>
                  </a:lnTo>
                  <a:lnTo>
                    <a:pt x="5023029" y="1157021"/>
                  </a:lnTo>
                  <a:lnTo>
                    <a:pt x="4949269" y="1142804"/>
                  </a:lnTo>
                  <a:lnTo>
                    <a:pt x="4875509" y="1128050"/>
                  </a:lnTo>
                  <a:lnTo>
                    <a:pt x="4801749" y="1112739"/>
                  </a:lnTo>
                  <a:lnTo>
                    <a:pt x="4727989" y="1096851"/>
                  </a:lnTo>
                  <a:lnTo>
                    <a:pt x="4654229" y="1080364"/>
                  </a:lnTo>
                  <a:lnTo>
                    <a:pt x="4580469" y="1063254"/>
                  </a:lnTo>
                  <a:lnTo>
                    <a:pt x="4506709" y="1045499"/>
                  </a:lnTo>
                  <a:lnTo>
                    <a:pt x="4432949" y="1027074"/>
                  </a:lnTo>
                  <a:lnTo>
                    <a:pt x="4359189" y="1007954"/>
                  </a:lnTo>
                  <a:lnTo>
                    <a:pt x="4285429" y="988112"/>
                  </a:lnTo>
                  <a:lnTo>
                    <a:pt x="4211669" y="967522"/>
                  </a:lnTo>
                  <a:lnTo>
                    <a:pt x="4137909" y="946155"/>
                  </a:lnTo>
                  <a:lnTo>
                    <a:pt x="4064149" y="923981"/>
                  </a:lnTo>
                  <a:lnTo>
                    <a:pt x="3990388" y="900972"/>
                  </a:lnTo>
                  <a:lnTo>
                    <a:pt x="3916628" y="877094"/>
                  </a:lnTo>
                  <a:lnTo>
                    <a:pt x="3842868" y="852315"/>
                  </a:lnTo>
                  <a:lnTo>
                    <a:pt x="3769108" y="826601"/>
                  </a:lnTo>
                  <a:lnTo>
                    <a:pt x="3695348" y="799917"/>
                  </a:lnTo>
                  <a:lnTo>
                    <a:pt x="3621588" y="772226"/>
                  </a:lnTo>
                  <a:lnTo>
                    <a:pt x="3547828" y="743491"/>
                  </a:lnTo>
                  <a:lnTo>
                    <a:pt x="3474068" y="713671"/>
                  </a:lnTo>
                  <a:lnTo>
                    <a:pt x="3400308" y="696765"/>
                  </a:lnTo>
                  <a:lnTo>
                    <a:pt x="3326548" y="685696"/>
                  </a:lnTo>
                  <a:lnTo>
                    <a:pt x="3252788" y="674480"/>
                  </a:lnTo>
                  <a:lnTo>
                    <a:pt x="3179028" y="663116"/>
                  </a:lnTo>
                  <a:lnTo>
                    <a:pt x="3105268" y="651602"/>
                  </a:lnTo>
                  <a:lnTo>
                    <a:pt x="3031508" y="639936"/>
                  </a:lnTo>
                  <a:lnTo>
                    <a:pt x="2957748" y="628115"/>
                  </a:lnTo>
                  <a:lnTo>
                    <a:pt x="2883988" y="616138"/>
                  </a:lnTo>
                  <a:lnTo>
                    <a:pt x="2810228" y="604003"/>
                  </a:lnTo>
                  <a:lnTo>
                    <a:pt x="2736468" y="591707"/>
                  </a:lnTo>
                  <a:lnTo>
                    <a:pt x="2662708" y="579248"/>
                  </a:lnTo>
                  <a:lnTo>
                    <a:pt x="2588948" y="566625"/>
                  </a:lnTo>
                  <a:lnTo>
                    <a:pt x="2515188" y="553835"/>
                  </a:lnTo>
                  <a:lnTo>
                    <a:pt x="2441428" y="540876"/>
                  </a:lnTo>
                  <a:lnTo>
                    <a:pt x="2367668" y="527745"/>
                  </a:lnTo>
                  <a:lnTo>
                    <a:pt x="2293908" y="514441"/>
                  </a:lnTo>
                  <a:lnTo>
                    <a:pt x="2220148" y="500961"/>
                  </a:lnTo>
                  <a:lnTo>
                    <a:pt x="2146388" y="487303"/>
                  </a:lnTo>
                  <a:lnTo>
                    <a:pt x="2072628" y="473464"/>
                  </a:lnTo>
                  <a:lnTo>
                    <a:pt x="1998868" y="459442"/>
                  </a:lnTo>
                  <a:lnTo>
                    <a:pt x="1925108" y="445234"/>
                  </a:lnTo>
                  <a:lnTo>
                    <a:pt x="1851348" y="430839"/>
                  </a:lnTo>
                  <a:lnTo>
                    <a:pt x="1777588" y="416253"/>
                  </a:lnTo>
                  <a:lnTo>
                    <a:pt x="1703828" y="401475"/>
                  </a:lnTo>
                  <a:lnTo>
                    <a:pt x="1630068" y="386501"/>
                  </a:lnTo>
                  <a:lnTo>
                    <a:pt x="1556308" y="371329"/>
                  </a:lnTo>
                  <a:lnTo>
                    <a:pt x="1482548" y="355956"/>
                  </a:lnTo>
                  <a:lnTo>
                    <a:pt x="1408788" y="340380"/>
                  </a:lnTo>
                  <a:lnTo>
                    <a:pt x="1335028" y="324598"/>
                  </a:lnTo>
                  <a:lnTo>
                    <a:pt x="1261268" y="308608"/>
                  </a:lnTo>
                  <a:lnTo>
                    <a:pt x="1187508" y="292406"/>
                  </a:lnTo>
                  <a:lnTo>
                    <a:pt x="1113747" y="275990"/>
                  </a:lnTo>
                  <a:lnTo>
                    <a:pt x="1039987" y="259356"/>
                  </a:lnTo>
                  <a:lnTo>
                    <a:pt x="966227" y="242503"/>
                  </a:lnTo>
                  <a:lnTo>
                    <a:pt x="892467" y="225427"/>
                  </a:lnTo>
                  <a:lnTo>
                    <a:pt x="818707" y="208125"/>
                  </a:lnTo>
                  <a:lnTo>
                    <a:pt x="744947" y="190594"/>
                  </a:lnTo>
                  <a:lnTo>
                    <a:pt x="671187" y="172832"/>
                  </a:lnTo>
                  <a:lnTo>
                    <a:pt x="597427" y="154834"/>
                  </a:lnTo>
                  <a:lnTo>
                    <a:pt x="523667" y="136599"/>
                  </a:lnTo>
                  <a:lnTo>
                    <a:pt x="449907" y="118122"/>
                  </a:lnTo>
                  <a:lnTo>
                    <a:pt x="376147" y="99401"/>
                  </a:lnTo>
                  <a:lnTo>
                    <a:pt x="302387" y="80433"/>
                  </a:lnTo>
                  <a:lnTo>
                    <a:pt x="228627" y="61214"/>
                  </a:lnTo>
                  <a:lnTo>
                    <a:pt x="154867" y="41740"/>
                  </a:lnTo>
                  <a:lnTo>
                    <a:pt x="81107" y="22009"/>
                  </a:lnTo>
                  <a:lnTo>
                    <a:pt x="7347" y="2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874176"/>
              <a:ext cx="7235830" cy="2454062"/>
            </a:xfrm>
            <a:custGeom>
              <a:avLst/>
              <a:pathLst>
                <a:path w="7235830" h="2454062">
                  <a:moveTo>
                    <a:pt x="0" y="0"/>
                  </a:moveTo>
                  <a:lnTo>
                    <a:pt x="7347" y="6772"/>
                  </a:lnTo>
                  <a:lnTo>
                    <a:pt x="81107" y="73074"/>
                  </a:lnTo>
                  <a:lnTo>
                    <a:pt x="154867" y="137734"/>
                  </a:lnTo>
                  <a:lnTo>
                    <a:pt x="228627" y="200792"/>
                  </a:lnTo>
                  <a:lnTo>
                    <a:pt x="302387" y="262288"/>
                  </a:lnTo>
                  <a:lnTo>
                    <a:pt x="376147" y="322260"/>
                  </a:lnTo>
                  <a:lnTo>
                    <a:pt x="449907" y="380747"/>
                  </a:lnTo>
                  <a:lnTo>
                    <a:pt x="523667" y="437785"/>
                  </a:lnTo>
                  <a:lnTo>
                    <a:pt x="597427" y="493409"/>
                  </a:lnTo>
                  <a:lnTo>
                    <a:pt x="671187" y="547656"/>
                  </a:lnTo>
                  <a:lnTo>
                    <a:pt x="744947" y="600558"/>
                  </a:lnTo>
                  <a:lnTo>
                    <a:pt x="818707" y="652150"/>
                  </a:lnTo>
                  <a:lnTo>
                    <a:pt x="892467" y="702464"/>
                  </a:lnTo>
                  <a:lnTo>
                    <a:pt x="966227" y="751532"/>
                  </a:lnTo>
                  <a:lnTo>
                    <a:pt x="1039987" y="799384"/>
                  </a:lnTo>
                  <a:lnTo>
                    <a:pt x="1113747" y="846050"/>
                  </a:lnTo>
                  <a:lnTo>
                    <a:pt x="1187508" y="891560"/>
                  </a:lnTo>
                  <a:lnTo>
                    <a:pt x="1261268" y="935943"/>
                  </a:lnTo>
                  <a:lnTo>
                    <a:pt x="1335028" y="979226"/>
                  </a:lnTo>
                  <a:lnTo>
                    <a:pt x="1408788" y="1021437"/>
                  </a:lnTo>
                  <a:lnTo>
                    <a:pt x="1482548" y="1062602"/>
                  </a:lnTo>
                  <a:lnTo>
                    <a:pt x="1556308" y="1102748"/>
                  </a:lnTo>
                  <a:lnTo>
                    <a:pt x="1630068" y="1141899"/>
                  </a:lnTo>
                  <a:lnTo>
                    <a:pt x="1703828" y="1180079"/>
                  </a:lnTo>
                  <a:lnTo>
                    <a:pt x="1777588" y="1217315"/>
                  </a:lnTo>
                  <a:lnTo>
                    <a:pt x="1851348" y="1253627"/>
                  </a:lnTo>
                  <a:lnTo>
                    <a:pt x="1925108" y="1289040"/>
                  </a:lnTo>
                  <a:lnTo>
                    <a:pt x="1998868" y="1323576"/>
                  </a:lnTo>
                  <a:lnTo>
                    <a:pt x="2072628" y="1357256"/>
                  </a:lnTo>
                  <a:lnTo>
                    <a:pt x="2146388" y="1390101"/>
                  </a:lnTo>
                  <a:lnTo>
                    <a:pt x="2220148" y="1422133"/>
                  </a:lnTo>
                  <a:lnTo>
                    <a:pt x="2293908" y="1453372"/>
                  </a:lnTo>
                  <a:lnTo>
                    <a:pt x="2367668" y="1483836"/>
                  </a:lnTo>
                  <a:lnTo>
                    <a:pt x="2441428" y="1513546"/>
                  </a:lnTo>
                  <a:lnTo>
                    <a:pt x="2515188" y="1542520"/>
                  </a:lnTo>
                  <a:lnTo>
                    <a:pt x="2588948" y="1570776"/>
                  </a:lnTo>
                  <a:lnTo>
                    <a:pt x="2662708" y="1598332"/>
                  </a:lnTo>
                  <a:lnTo>
                    <a:pt x="2736468" y="1625205"/>
                  </a:lnTo>
                  <a:lnTo>
                    <a:pt x="2810228" y="1651413"/>
                  </a:lnTo>
                  <a:lnTo>
                    <a:pt x="2883988" y="1676971"/>
                  </a:lnTo>
                  <a:lnTo>
                    <a:pt x="2957748" y="1701896"/>
                  </a:lnTo>
                  <a:lnTo>
                    <a:pt x="3031508" y="1726203"/>
                  </a:lnTo>
                  <a:lnTo>
                    <a:pt x="3105268" y="1749909"/>
                  </a:lnTo>
                  <a:lnTo>
                    <a:pt x="3179028" y="1773027"/>
                  </a:lnTo>
                  <a:lnTo>
                    <a:pt x="3252788" y="1795572"/>
                  </a:lnTo>
                  <a:lnTo>
                    <a:pt x="3326548" y="1817559"/>
                  </a:lnTo>
                  <a:lnTo>
                    <a:pt x="3400308" y="1839001"/>
                  </a:lnTo>
                  <a:lnTo>
                    <a:pt x="3474068" y="1859912"/>
                  </a:lnTo>
                  <a:lnTo>
                    <a:pt x="3547828" y="1880305"/>
                  </a:lnTo>
                  <a:lnTo>
                    <a:pt x="3621588" y="1900193"/>
                  </a:lnTo>
                  <a:lnTo>
                    <a:pt x="3695348" y="1919588"/>
                  </a:lnTo>
                  <a:lnTo>
                    <a:pt x="3769108" y="1938502"/>
                  </a:lnTo>
                  <a:lnTo>
                    <a:pt x="3842868" y="1956948"/>
                  </a:lnTo>
                  <a:lnTo>
                    <a:pt x="3916628" y="1974937"/>
                  </a:lnTo>
                  <a:lnTo>
                    <a:pt x="3990388" y="1992481"/>
                  </a:lnTo>
                  <a:lnTo>
                    <a:pt x="4064149" y="2009589"/>
                  </a:lnTo>
                  <a:lnTo>
                    <a:pt x="4137909" y="2026274"/>
                  </a:lnTo>
                  <a:lnTo>
                    <a:pt x="4211669" y="2042546"/>
                  </a:lnTo>
                  <a:lnTo>
                    <a:pt x="4285429" y="2058414"/>
                  </a:lnTo>
                  <a:lnTo>
                    <a:pt x="4359189" y="2073889"/>
                  </a:lnTo>
                  <a:lnTo>
                    <a:pt x="4432949" y="2088981"/>
                  </a:lnTo>
                  <a:lnTo>
                    <a:pt x="4506709" y="2103699"/>
                  </a:lnTo>
                  <a:lnTo>
                    <a:pt x="4580469" y="2118052"/>
                  </a:lnTo>
                  <a:lnTo>
                    <a:pt x="4654229" y="2132050"/>
                  </a:lnTo>
                  <a:lnTo>
                    <a:pt x="4727989" y="2145701"/>
                  </a:lnTo>
                  <a:lnTo>
                    <a:pt x="4801749" y="2159014"/>
                  </a:lnTo>
                  <a:lnTo>
                    <a:pt x="4875509" y="2171997"/>
                  </a:lnTo>
                  <a:lnTo>
                    <a:pt x="4949269" y="2184658"/>
                  </a:lnTo>
                  <a:lnTo>
                    <a:pt x="5023029" y="2197006"/>
                  </a:lnTo>
                  <a:lnTo>
                    <a:pt x="5096789" y="2209048"/>
                  </a:lnTo>
                  <a:lnTo>
                    <a:pt x="5170549" y="2220791"/>
                  </a:lnTo>
                  <a:lnTo>
                    <a:pt x="5244309" y="2232244"/>
                  </a:lnTo>
                  <a:lnTo>
                    <a:pt x="5318069" y="2243412"/>
                  </a:lnTo>
                  <a:lnTo>
                    <a:pt x="5391829" y="2254305"/>
                  </a:lnTo>
                  <a:lnTo>
                    <a:pt x="5465589" y="2264927"/>
                  </a:lnTo>
                  <a:lnTo>
                    <a:pt x="5539349" y="2275286"/>
                  </a:lnTo>
                  <a:lnTo>
                    <a:pt x="5613109" y="2285388"/>
                  </a:lnTo>
                  <a:lnTo>
                    <a:pt x="5686869" y="2295241"/>
                  </a:lnTo>
                  <a:lnTo>
                    <a:pt x="5760629" y="2304849"/>
                  </a:lnTo>
                  <a:lnTo>
                    <a:pt x="5834389" y="2314219"/>
                  </a:lnTo>
                  <a:lnTo>
                    <a:pt x="5908149" y="2323357"/>
                  </a:lnTo>
                  <a:lnTo>
                    <a:pt x="5981909" y="2332268"/>
                  </a:lnTo>
                  <a:lnTo>
                    <a:pt x="6055669" y="2340959"/>
                  </a:lnTo>
                  <a:lnTo>
                    <a:pt x="6129429" y="2349435"/>
                  </a:lnTo>
                  <a:lnTo>
                    <a:pt x="6203189" y="2357700"/>
                  </a:lnTo>
                  <a:lnTo>
                    <a:pt x="6276949" y="2365761"/>
                  </a:lnTo>
                  <a:lnTo>
                    <a:pt x="6350709" y="2373622"/>
                  </a:lnTo>
                  <a:lnTo>
                    <a:pt x="6424469" y="2381288"/>
                  </a:lnTo>
                  <a:lnTo>
                    <a:pt x="6498229" y="2388765"/>
                  </a:lnTo>
                  <a:lnTo>
                    <a:pt x="6571989" y="2396056"/>
                  </a:lnTo>
                  <a:lnTo>
                    <a:pt x="6645749" y="2403166"/>
                  </a:lnTo>
                  <a:lnTo>
                    <a:pt x="6719509" y="2410101"/>
                  </a:lnTo>
                  <a:lnTo>
                    <a:pt x="6793269" y="2416863"/>
                  </a:lnTo>
                  <a:lnTo>
                    <a:pt x="6867029" y="2423458"/>
                  </a:lnTo>
                  <a:lnTo>
                    <a:pt x="6940789" y="2429890"/>
                  </a:lnTo>
                  <a:lnTo>
                    <a:pt x="7014550" y="2436162"/>
                  </a:lnTo>
                  <a:lnTo>
                    <a:pt x="7088310" y="2442279"/>
                  </a:lnTo>
                  <a:lnTo>
                    <a:pt x="7162070" y="2448245"/>
                  </a:lnTo>
                  <a:lnTo>
                    <a:pt x="7235830" y="24540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(1.17-1.56), p_Bonf = &lt;0.001 (n = 6)  |  per IQR decline (Δ = 0.29): 2.42 (1.59-3.68)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2026-07-03T07:59:41Z</dcterms:modified>
  <cp:category/>
</cp:coreProperties>
</file>