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235830" cy="3522573"/>
            </a:xfrm>
            <a:custGeom>
              <a:avLst/>
              <a:pathLst>
                <a:path w="7235830" h="3522573">
                  <a:moveTo>
                    <a:pt x="593553" y="0"/>
                  </a:moveTo>
                  <a:lnTo>
                    <a:pt x="597427" y="7225"/>
                  </a:lnTo>
                  <a:lnTo>
                    <a:pt x="671187" y="139764"/>
                  </a:lnTo>
                  <a:lnTo>
                    <a:pt x="744947" y="267483"/>
                  </a:lnTo>
                  <a:lnTo>
                    <a:pt x="818707" y="390560"/>
                  </a:lnTo>
                  <a:lnTo>
                    <a:pt x="892467" y="509161"/>
                  </a:lnTo>
                  <a:lnTo>
                    <a:pt x="966227" y="623451"/>
                  </a:lnTo>
                  <a:lnTo>
                    <a:pt x="1039987" y="733585"/>
                  </a:lnTo>
                  <a:lnTo>
                    <a:pt x="1113747" y="839715"/>
                  </a:lnTo>
                  <a:lnTo>
                    <a:pt x="1187508" y="941987"/>
                  </a:lnTo>
                  <a:lnTo>
                    <a:pt x="1261268" y="1040540"/>
                  </a:lnTo>
                  <a:lnTo>
                    <a:pt x="1335028" y="1135509"/>
                  </a:lnTo>
                  <a:lnTo>
                    <a:pt x="1408788" y="1227026"/>
                  </a:lnTo>
                  <a:lnTo>
                    <a:pt x="1482548" y="1315216"/>
                  </a:lnTo>
                  <a:lnTo>
                    <a:pt x="1556308" y="1400199"/>
                  </a:lnTo>
                  <a:lnTo>
                    <a:pt x="1630068" y="1482093"/>
                  </a:lnTo>
                  <a:lnTo>
                    <a:pt x="1703828" y="1561009"/>
                  </a:lnTo>
                  <a:lnTo>
                    <a:pt x="1777588" y="1637056"/>
                  </a:lnTo>
                  <a:lnTo>
                    <a:pt x="1851348" y="1710338"/>
                  </a:lnTo>
                  <a:lnTo>
                    <a:pt x="1925108" y="1780955"/>
                  </a:lnTo>
                  <a:lnTo>
                    <a:pt x="1998868" y="1849005"/>
                  </a:lnTo>
                  <a:lnTo>
                    <a:pt x="2072628" y="1914581"/>
                  </a:lnTo>
                  <a:lnTo>
                    <a:pt x="2146388" y="1977773"/>
                  </a:lnTo>
                  <a:lnTo>
                    <a:pt x="2220148" y="2038668"/>
                  </a:lnTo>
                  <a:lnTo>
                    <a:pt x="2293908" y="2097348"/>
                  </a:lnTo>
                  <a:lnTo>
                    <a:pt x="2367668" y="2153895"/>
                  </a:lnTo>
                  <a:lnTo>
                    <a:pt x="2441428" y="2208386"/>
                  </a:lnTo>
                  <a:lnTo>
                    <a:pt x="2515188" y="2260895"/>
                  </a:lnTo>
                  <a:lnTo>
                    <a:pt x="2588948" y="2311496"/>
                  </a:lnTo>
                  <a:lnTo>
                    <a:pt x="2662708" y="2360257"/>
                  </a:lnTo>
                  <a:lnTo>
                    <a:pt x="2736468" y="2407245"/>
                  </a:lnTo>
                  <a:lnTo>
                    <a:pt x="2810228" y="2452525"/>
                  </a:lnTo>
                  <a:lnTo>
                    <a:pt x="2883988" y="2496158"/>
                  </a:lnTo>
                  <a:lnTo>
                    <a:pt x="2957748" y="2538205"/>
                  </a:lnTo>
                  <a:lnTo>
                    <a:pt x="3031508" y="2578724"/>
                  </a:lnTo>
                  <a:lnTo>
                    <a:pt x="3105268" y="2617769"/>
                  </a:lnTo>
                  <a:lnTo>
                    <a:pt x="3179028" y="2655394"/>
                  </a:lnTo>
                  <a:lnTo>
                    <a:pt x="3252788" y="2691652"/>
                  </a:lnTo>
                  <a:lnTo>
                    <a:pt x="3326548" y="2726591"/>
                  </a:lnTo>
                  <a:lnTo>
                    <a:pt x="3400308" y="2760260"/>
                  </a:lnTo>
                  <a:lnTo>
                    <a:pt x="3474068" y="2786433"/>
                  </a:lnTo>
                  <a:lnTo>
                    <a:pt x="3547828" y="2797738"/>
                  </a:lnTo>
                  <a:lnTo>
                    <a:pt x="3621588" y="2808896"/>
                  </a:lnTo>
                  <a:lnTo>
                    <a:pt x="3695348" y="2819907"/>
                  </a:lnTo>
                  <a:lnTo>
                    <a:pt x="3769108" y="2830775"/>
                  </a:lnTo>
                  <a:lnTo>
                    <a:pt x="3842868" y="2841501"/>
                  </a:lnTo>
                  <a:lnTo>
                    <a:pt x="3916628" y="2852088"/>
                  </a:lnTo>
                  <a:lnTo>
                    <a:pt x="3990388" y="2862536"/>
                  </a:lnTo>
                  <a:lnTo>
                    <a:pt x="4064149" y="2872847"/>
                  </a:lnTo>
                  <a:lnTo>
                    <a:pt x="4137909" y="2883024"/>
                  </a:lnTo>
                  <a:lnTo>
                    <a:pt x="4211669" y="2893069"/>
                  </a:lnTo>
                  <a:lnTo>
                    <a:pt x="4285429" y="2902982"/>
                  </a:lnTo>
                  <a:lnTo>
                    <a:pt x="4359189" y="2912766"/>
                  </a:lnTo>
                  <a:lnTo>
                    <a:pt x="4432949" y="2922422"/>
                  </a:lnTo>
                  <a:lnTo>
                    <a:pt x="4506709" y="2931952"/>
                  </a:lnTo>
                  <a:lnTo>
                    <a:pt x="4580469" y="2941358"/>
                  </a:lnTo>
                  <a:lnTo>
                    <a:pt x="4654229" y="2950641"/>
                  </a:lnTo>
                  <a:lnTo>
                    <a:pt x="4727989" y="2959802"/>
                  </a:lnTo>
                  <a:lnTo>
                    <a:pt x="4801749" y="2968845"/>
                  </a:lnTo>
                  <a:lnTo>
                    <a:pt x="4875509" y="2977769"/>
                  </a:lnTo>
                  <a:lnTo>
                    <a:pt x="4949269" y="2986577"/>
                  </a:lnTo>
                  <a:lnTo>
                    <a:pt x="5023029" y="2995269"/>
                  </a:lnTo>
                  <a:lnTo>
                    <a:pt x="5096789" y="3003849"/>
                  </a:lnTo>
                  <a:lnTo>
                    <a:pt x="5170549" y="3012316"/>
                  </a:lnTo>
                  <a:lnTo>
                    <a:pt x="5244309" y="3020673"/>
                  </a:lnTo>
                  <a:lnTo>
                    <a:pt x="5318069" y="3028921"/>
                  </a:lnTo>
                  <a:lnTo>
                    <a:pt x="5391829" y="3037061"/>
                  </a:lnTo>
                  <a:lnTo>
                    <a:pt x="5465589" y="3045095"/>
                  </a:lnTo>
                  <a:lnTo>
                    <a:pt x="5539349" y="3053024"/>
                  </a:lnTo>
                  <a:lnTo>
                    <a:pt x="5613109" y="3060850"/>
                  </a:lnTo>
                  <a:lnTo>
                    <a:pt x="5686869" y="3068573"/>
                  </a:lnTo>
                  <a:lnTo>
                    <a:pt x="5760629" y="3076196"/>
                  </a:lnTo>
                  <a:lnTo>
                    <a:pt x="5834389" y="3083719"/>
                  </a:lnTo>
                  <a:lnTo>
                    <a:pt x="5908149" y="3091144"/>
                  </a:lnTo>
                  <a:lnTo>
                    <a:pt x="5981909" y="3098472"/>
                  </a:lnTo>
                  <a:lnTo>
                    <a:pt x="6055669" y="3105705"/>
                  </a:lnTo>
                  <a:lnTo>
                    <a:pt x="6129429" y="3112843"/>
                  </a:lnTo>
                  <a:lnTo>
                    <a:pt x="6203189" y="3119888"/>
                  </a:lnTo>
                  <a:lnTo>
                    <a:pt x="6276949" y="3126841"/>
                  </a:lnTo>
                  <a:lnTo>
                    <a:pt x="6350709" y="3133703"/>
                  </a:lnTo>
                  <a:lnTo>
                    <a:pt x="6424469" y="3140476"/>
                  </a:lnTo>
                  <a:lnTo>
                    <a:pt x="6498229" y="3147160"/>
                  </a:lnTo>
                  <a:lnTo>
                    <a:pt x="6571989" y="3153757"/>
                  </a:lnTo>
                  <a:lnTo>
                    <a:pt x="6645749" y="3160268"/>
                  </a:lnTo>
                  <a:lnTo>
                    <a:pt x="6719509" y="3166694"/>
                  </a:lnTo>
                  <a:lnTo>
                    <a:pt x="6793269" y="3173036"/>
                  </a:lnTo>
                  <a:lnTo>
                    <a:pt x="6867029" y="3179295"/>
                  </a:lnTo>
                  <a:lnTo>
                    <a:pt x="6940789" y="3185473"/>
                  </a:lnTo>
                  <a:lnTo>
                    <a:pt x="7014550" y="3191570"/>
                  </a:lnTo>
                  <a:lnTo>
                    <a:pt x="7088310" y="3197587"/>
                  </a:lnTo>
                  <a:lnTo>
                    <a:pt x="7162070" y="3203526"/>
                  </a:lnTo>
                  <a:lnTo>
                    <a:pt x="7235830" y="3209388"/>
                  </a:lnTo>
                  <a:lnTo>
                    <a:pt x="7235830" y="3522573"/>
                  </a:lnTo>
                  <a:lnTo>
                    <a:pt x="7162070" y="3517666"/>
                  </a:lnTo>
                  <a:lnTo>
                    <a:pt x="7088310" y="3512573"/>
                  </a:lnTo>
                  <a:lnTo>
                    <a:pt x="7014550" y="3507288"/>
                  </a:lnTo>
                  <a:lnTo>
                    <a:pt x="6940789" y="3501804"/>
                  </a:lnTo>
                  <a:lnTo>
                    <a:pt x="6867029" y="3496113"/>
                  </a:lnTo>
                  <a:lnTo>
                    <a:pt x="6793269" y="3490207"/>
                  </a:lnTo>
                  <a:lnTo>
                    <a:pt x="6719509" y="3484079"/>
                  </a:lnTo>
                  <a:lnTo>
                    <a:pt x="6645749" y="3477719"/>
                  </a:lnTo>
                  <a:lnTo>
                    <a:pt x="6571989" y="3471119"/>
                  </a:lnTo>
                  <a:lnTo>
                    <a:pt x="6498229" y="3464270"/>
                  </a:lnTo>
                  <a:lnTo>
                    <a:pt x="6424469" y="3457163"/>
                  </a:lnTo>
                  <a:lnTo>
                    <a:pt x="6350709" y="3449788"/>
                  </a:lnTo>
                  <a:lnTo>
                    <a:pt x="6276949" y="3442134"/>
                  </a:lnTo>
                  <a:lnTo>
                    <a:pt x="6203189" y="3434192"/>
                  </a:lnTo>
                  <a:lnTo>
                    <a:pt x="6129429" y="3425950"/>
                  </a:lnTo>
                  <a:lnTo>
                    <a:pt x="6055669" y="3417397"/>
                  </a:lnTo>
                  <a:lnTo>
                    <a:pt x="5981909" y="3408521"/>
                  </a:lnTo>
                  <a:lnTo>
                    <a:pt x="5908149" y="3399310"/>
                  </a:lnTo>
                  <a:lnTo>
                    <a:pt x="5834389" y="3389752"/>
                  </a:lnTo>
                  <a:lnTo>
                    <a:pt x="5760629" y="3379834"/>
                  </a:lnTo>
                  <a:lnTo>
                    <a:pt x="5686869" y="3369541"/>
                  </a:lnTo>
                  <a:lnTo>
                    <a:pt x="5613109" y="3358859"/>
                  </a:lnTo>
                  <a:lnTo>
                    <a:pt x="5539349" y="3347775"/>
                  </a:lnTo>
                  <a:lnTo>
                    <a:pt x="5465589" y="3336273"/>
                  </a:lnTo>
                  <a:lnTo>
                    <a:pt x="5391829" y="3324336"/>
                  </a:lnTo>
                  <a:lnTo>
                    <a:pt x="5318069" y="3311949"/>
                  </a:lnTo>
                  <a:lnTo>
                    <a:pt x="5244309" y="3299095"/>
                  </a:lnTo>
                  <a:lnTo>
                    <a:pt x="5170549" y="3285756"/>
                  </a:lnTo>
                  <a:lnTo>
                    <a:pt x="5096789" y="3271914"/>
                  </a:lnTo>
                  <a:lnTo>
                    <a:pt x="5023029" y="3257549"/>
                  </a:lnTo>
                  <a:lnTo>
                    <a:pt x="4949269" y="3242642"/>
                  </a:lnTo>
                  <a:lnTo>
                    <a:pt x="4875509" y="3227173"/>
                  </a:lnTo>
                  <a:lnTo>
                    <a:pt x="4801749" y="3211120"/>
                  </a:lnTo>
                  <a:lnTo>
                    <a:pt x="4727989" y="3194462"/>
                  </a:lnTo>
                  <a:lnTo>
                    <a:pt x="4654229" y="3177175"/>
                  </a:lnTo>
                  <a:lnTo>
                    <a:pt x="4580469" y="3159236"/>
                  </a:lnTo>
                  <a:lnTo>
                    <a:pt x="4506709" y="3140620"/>
                  </a:lnTo>
                  <a:lnTo>
                    <a:pt x="4432949" y="3121302"/>
                  </a:lnTo>
                  <a:lnTo>
                    <a:pt x="4359189" y="3101255"/>
                  </a:lnTo>
                  <a:lnTo>
                    <a:pt x="4285429" y="3080451"/>
                  </a:lnTo>
                  <a:lnTo>
                    <a:pt x="4211669" y="3058863"/>
                  </a:lnTo>
                  <a:lnTo>
                    <a:pt x="4137909" y="3036460"/>
                  </a:lnTo>
                  <a:lnTo>
                    <a:pt x="4064149" y="3013211"/>
                  </a:lnTo>
                  <a:lnTo>
                    <a:pt x="3990388" y="2989086"/>
                  </a:lnTo>
                  <a:lnTo>
                    <a:pt x="3916628" y="2964050"/>
                  </a:lnTo>
                  <a:lnTo>
                    <a:pt x="3842868" y="2938070"/>
                  </a:lnTo>
                  <a:lnTo>
                    <a:pt x="3769108" y="2911110"/>
                  </a:lnTo>
                  <a:lnTo>
                    <a:pt x="3695348" y="2883132"/>
                  </a:lnTo>
                  <a:lnTo>
                    <a:pt x="3621588" y="2854099"/>
                  </a:lnTo>
                  <a:lnTo>
                    <a:pt x="3547828" y="2823971"/>
                  </a:lnTo>
                  <a:lnTo>
                    <a:pt x="3474068" y="2792705"/>
                  </a:lnTo>
                  <a:lnTo>
                    <a:pt x="3400308" y="2774979"/>
                  </a:lnTo>
                  <a:lnTo>
                    <a:pt x="3326548" y="2763373"/>
                  </a:lnTo>
                  <a:lnTo>
                    <a:pt x="3252788" y="2751614"/>
                  </a:lnTo>
                  <a:lnTo>
                    <a:pt x="3179028" y="2739699"/>
                  </a:lnTo>
                  <a:lnTo>
                    <a:pt x="3105268" y="2727627"/>
                  </a:lnTo>
                  <a:lnTo>
                    <a:pt x="3031508" y="2715395"/>
                  </a:lnTo>
                  <a:lnTo>
                    <a:pt x="2957748" y="2703001"/>
                  </a:lnTo>
                  <a:lnTo>
                    <a:pt x="2883988" y="2690443"/>
                  </a:lnTo>
                  <a:lnTo>
                    <a:pt x="2810228" y="2677720"/>
                  </a:lnTo>
                  <a:lnTo>
                    <a:pt x="2736468" y="2664828"/>
                  </a:lnTo>
                  <a:lnTo>
                    <a:pt x="2662708" y="2651765"/>
                  </a:lnTo>
                  <a:lnTo>
                    <a:pt x="2588948" y="2638530"/>
                  </a:lnTo>
                  <a:lnTo>
                    <a:pt x="2515188" y="2625120"/>
                  </a:lnTo>
                  <a:lnTo>
                    <a:pt x="2441428" y="2611532"/>
                  </a:lnTo>
                  <a:lnTo>
                    <a:pt x="2367668" y="2597765"/>
                  </a:lnTo>
                  <a:lnTo>
                    <a:pt x="2293908" y="2583816"/>
                  </a:lnTo>
                  <a:lnTo>
                    <a:pt x="2220148" y="2569682"/>
                  </a:lnTo>
                  <a:lnTo>
                    <a:pt x="2146388" y="2555362"/>
                  </a:lnTo>
                  <a:lnTo>
                    <a:pt x="2072628" y="2540852"/>
                  </a:lnTo>
                  <a:lnTo>
                    <a:pt x="1998868" y="2526150"/>
                  </a:lnTo>
                  <a:lnTo>
                    <a:pt x="1925108" y="2511254"/>
                  </a:lnTo>
                  <a:lnTo>
                    <a:pt x="1851348" y="2496160"/>
                  </a:lnTo>
                  <a:lnTo>
                    <a:pt x="1777588" y="2480868"/>
                  </a:lnTo>
                  <a:lnTo>
                    <a:pt x="1703828" y="2465373"/>
                  </a:lnTo>
                  <a:lnTo>
                    <a:pt x="1630068" y="2449673"/>
                  </a:lnTo>
                  <a:lnTo>
                    <a:pt x="1556308" y="2433765"/>
                  </a:lnTo>
                  <a:lnTo>
                    <a:pt x="1482548" y="2417647"/>
                  </a:lnTo>
                  <a:lnTo>
                    <a:pt x="1408788" y="2401316"/>
                  </a:lnTo>
                  <a:lnTo>
                    <a:pt x="1335028" y="2384769"/>
                  </a:lnTo>
                  <a:lnTo>
                    <a:pt x="1261268" y="2368004"/>
                  </a:lnTo>
                  <a:lnTo>
                    <a:pt x="1187508" y="2351016"/>
                  </a:lnTo>
                  <a:lnTo>
                    <a:pt x="1113747" y="2333804"/>
                  </a:lnTo>
                  <a:lnTo>
                    <a:pt x="1039987" y="2316364"/>
                  </a:lnTo>
                  <a:lnTo>
                    <a:pt x="966227" y="2298694"/>
                  </a:lnTo>
                  <a:lnTo>
                    <a:pt x="892467" y="2280790"/>
                  </a:lnTo>
                  <a:lnTo>
                    <a:pt x="818707" y="2262649"/>
                  </a:lnTo>
                  <a:lnTo>
                    <a:pt x="744947" y="2244268"/>
                  </a:lnTo>
                  <a:lnTo>
                    <a:pt x="671187" y="2225645"/>
                  </a:lnTo>
                  <a:lnTo>
                    <a:pt x="597427" y="2206775"/>
                  </a:lnTo>
                  <a:lnTo>
                    <a:pt x="523667" y="2187655"/>
                  </a:lnTo>
                  <a:lnTo>
                    <a:pt x="449907" y="2168283"/>
                  </a:lnTo>
                  <a:lnTo>
                    <a:pt x="376147" y="2148654"/>
                  </a:lnTo>
                  <a:lnTo>
                    <a:pt x="302387" y="2128766"/>
                  </a:lnTo>
                  <a:lnTo>
                    <a:pt x="228627" y="2108615"/>
                  </a:lnTo>
                  <a:lnTo>
                    <a:pt x="154867" y="2088198"/>
                  </a:lnTo>
                  <a:lnTo>
                    <a:pt x="81107" y="2067510"/>
                  </a:lnTo>
                  <a:lnTo>
                    <a:pt x="7347" y="2046549"/>
                  </a:lnTo>
                  <a:lnTo>
                    <a:pt x="0" y="204443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11070" y="1896563"/>
              <a:ext cx="6642277" cy="3209388"/>
            </a:xfrm>
            <a:custGeom>
              <a:avLst/>
              <a:pathLst>
                <a:path w="6642277" h="3209388">
                  <a:moveTo>
                    <a:pt x="0" y="0"/>
                  </a:moveTo>
                  <a:lnTo>
                    <a:pt x="3874" y="7225"/>
                  </a:lnTo>
                  <a:lnTo>
                    <a:pt x="77634" y="139764"/>
                  </a:lnTo>
                  <a:lnTo>
                    <a:pt x="151394" y="267483"/>
                  </a:lnTo>
                  <a:lnTo>
                    <a:pt x="225154" y="390560"/>
                  </a:lnTo>
                  <a:lnTo>
                    <a:pt x="298914" y="509161"/>
                  </a:lnTo>
                  <a:lnTo>
                    <a:pt x="372674" y="623451"/>
                  </a:lnTo>
                  <a:lnTo>
                    <a:pt x="446434" y="733585"/>
                  </a:lnTo>
                  <a:lnTo>
                    <a:pt x="520194" y="839715"/>
                  </a:lnTo>
                  <a:lnTo>
                    <a:pt x="593954" y="941987"/>
                  </a:lnTo>
                  <a:lnTo>
                    <a:pt x="667715" y="1040540"/>
                  </a:lnTo>
                  <a:lnTo>
                    <a:pt x="741475" y="1135509"/>
                  </a:lnTo>
                  <a:lnTo>
                    <a:pt x="815235" y="1227026"/>
                  </a:lnTo>
                  <a:lnTo>
                    <a:pt x="888995" y="1315216"/>
                  </a:lnTo>
                  <a:lnTo>
                    <a:pt x="962755" y="1400199"/>
                  </a:lnTo>
                  <a:lnTo>
                    <a:pt x="1036515" y="1482093"/>
                  </a:lnTo>
                  <a:lnTo>
                    <a:pt x="1110275" y="1561009"/>
                  </a:lnTo>
                  <a:lnTo>
                    <a:pt x="1184035" y="1637056"/>
                  </a:lnTo>
                  <a:lnTo>
                    <a:pt x="1257795" y="1710338"/>
                  </a:lnTo>
                  <a:lnTo>
                    <a:pt x="1331555" y="1780955"/>
                  </a:lnTo>
                  <a:lnTo>
                    <a:pt x="1405315" y="1849005"/>
                  </a:lnTo>
                  <a:lnTo>
                    <a:pt x="1479075" y="1914581"/>
                  </a:lnTo>
                  <a:lnTo>
                    <a:pt x="1552835" y="1977773"/>
                  </a:lnTo>
                  <a:lnTo>
                    <a:pt x="1626595" y="2038668"/>
                  </a:lnTo>
                  <a:lnTo>
                    <a:pt x="1700355" y="2097348"/>
                  </a:lnTo>
                  <a:lnTo>
                    <a:pt x="1774115" y="2153895"/>
                  </a:lnTo>
                  <a:lnTo>
                    <a:pt x="1847875" y="2208386"/>
                  </a:lnTo>
                  <a:lnTo>
                    <a:pt x="1921635" y="2260895"/>
                  </a:lnTo>
                  <a:lnTo>
                    <a:pt x="1995395" y="2311496"/>
                  </a:lnTo>
                  <a:lnTo>
                    <a:pt x="2069155" y="2360257"/>
                  </a:lnTo>
                  <a:lnTo>
                    <a:pt x="2142915" y="2407245"/>
                  </a:lnTo>
                  <a:lnTo>
                    <a:pt x="2216675" y="2452525"/>
                  </a:lnTo>
                  <a:lnTo>
                    <a:pt x="2290435" y="2496158"/>
                  </a:lnTo>
                  <a:lnTo>
                    <a:pt x="2364195" y="2538205"/>
                  </a:lnTo>
                  <a:lnTo>
                    <a:pt x="2437955" y="2578724"/>
                  </a:lnTo>
                  <a:lnTo>
                    <a:pt x="2511715" y="2617769"/>
                  </a:lnTo>
                  <a:lnTo>
                    <a:pt x="2585475" y="2655394"/>
                  </a:lnTo>
                  <a:lnTo>
                    <a:pt x="2659235" y="2691652"/>
                  </a:lnTo>
                  <a:lnTo>
                    <a:pt x="2732995" y="2726591"/>
                  </a:lnTo>
                  <a:lnTo>
                    <a:pt x="2806755" y="2760260"/>
                  </a:lnTo>
                  <a:lnTo>
                    <a:pt x="2880515" y="2786433"/>
                  </a:lnTo>
                  <a:lnTo>
                    <a:pt x="2954275" y="2797738"/>
                  </a:lnTo>
                  <a:lnTo>
                    <a:pt x="3028035" y="2808896"/>
                  </a:lnTo>
                  <a:lnTo>
                    <a:pt x="3101795" y="2819907"/>
                  </a:lnTo>
                  <a:lnTo>
                    <a:pt x="3175555" y="2830775"/>
                  </a:lnTo>
                  <a:lnTo>
                    <a:pt x="3249315" y="2841501"/>
                  </a:lnTo>
                  <a:lnTo>
                    <a:pt x="3323075" y="2852088"/>
                  </a:lnTo>
                  <a:lnTo>
                    <a:pt x="3396835" y="2862536"/>
                  </a:lnTo>
                  <a:lnTo>
                    <a:pt x="3470595" y="2872847"/>
                  </a:lnTo>
                  <a:lnTo>
                    <a:pt x="3544355" y="2883024"/>
                  </a:lnTo>
                  <a:lnTo>
                    <a:pt x="3618116" y="2893069"/>
                  </a:lnTo>
                  <a:lnTo>
                    <a:pt x="3691876" y="2902982"/>
                  </a:lnTo>
                  <a:lnTo>
                    <a:pt x="3765636" y="2912766"/>
                  </a:lnTo>
                  <a:lnTo>
                    <a:pt x="3839396" y="2922422"/>
                  </a:lnTo>
                  <a:lnTo>
                    <a:pt x="3913156" y="2931952"/>
                  </a:lnTo>
                  <a:lnTo>
                    <a:pt x="3986916" y="2941358"/>
                  </a:lnTo>
                  <a:lnTo>
                    <a:pt x="4060676" y="2950641"/>
                  </a:lnTo>
                  <a:lnTo>
                    <a:pt x="4134436" y="2959802"/>
                  </a:lnTo>
                  <a:lnTo>
                    <a:pt x="4208196" y="2968845"/>
                  </a:lnTo>
                  <a:lnTo>
                    <a:pt x="4281956" y="2977769"/>
                  </a:lnTo>
                  <a:lnTo>
                    <a:pt x="4355716" y="2986577"/>
                  </a:lnTo>
                  <a:lnTo>
                    <a:pt x="4429476" y="2995269"/>
                  </a:lnTo>
                  <a:lnTo>
                    <a:pt x="4503236" y="3003849"/>
                  </a:lnTo>
                  <a:lnTo>
                    <a:pt x="4576996" y="3012316"/>
                  </a:lnTo>
                  <a:lnTo>
                    <a:pt x="4650756" y="3020673"/>
                  </a:lnTo>
                  <a:lnTo>
                    <a:pt x="4724516" y="3028921"/>
                  </a:lnTo>
                  <a:lnTo>
                    <a:pt x="4798276" y="3037061"/>
                  </a:lnTo>
                  <a:lnTo>
                    <a:pt x="4872036" y="3045095"/>
                  </a:lnTo>
                  <a:lnTo>
                    <a:pt x="4945796" y="3053024"/>
                  </a:lnTo>
                  <a:lnTo>
                    <a:pt x="5019556" y="3060850"/>
                  </a:lnTo>
                  <a:lnTo>
                    <a:pt x="5093316" y="3068573"/>
                  </a:lnTo>
                  <a:lnTo>
                    <a:pt x="5167076" y="3076196"/>
                  </a:lnTo>
                  <a:lnTo>
                    <a:pt x="5240836" y="3083719"/>
                  </a:lnTo>
                  <a:lnTo>
                    <a:pt x="5314596" y="3091144"/>
                  </a:lnTo>
                  <a:lnTo>
                    <a:pt x="5388356" y="3098472"/>
                  </a:lnTo>
                  <a:lnTo>
                    <a:pt x="5462116" y="3105705"/>
                  </a:lnTo>
                  <a:lnTo>
                    <a:pt x="5535876" y="3112843"/>
                  </a:lnTo>
                  <a:lnTo>
                    <a:pt x="5609636" y="3119888"/>
                  </a:lnTo>
                  <a:lnTo>
                    <a:pt x="5683396" y="3126841"/>
                  </a:lnTo>
                  <a:lnTo>
                    <a:pt x="5757156" y="3133703"/>
                  </a:lnTo>
                  <a:lnTo>
                    <a:pt x="5830916" y="3140476"/>
                  </a:lnTo>
                  <a:lnTo>
                    <a:pt x="5904676" y="3147160"/>
                  </a:lnTo>
                  <a:lnTo>
                    <a:pt x="5978436" y="3153757"/>
                  </a:lnTo>
                  <a:lnTo>
                    <a:pt x="6052196" y="3160268"/>
                  </a:lnTo>
                  <a:lnTo>
                    <a:pt x="6125956" y="3166694"/>
                  </a:lnTo>
                  <a:lnTo>
                    <a:pt x="6199716" y="3173036"/>
                  </a:lnTo>
                  <a:lnTo>
                    <a:pt x="6273476" y="3179295"/>
                  </a:lnTo>
                  <a:lnTo>
                    <a:pt x="6347236" y="3185473"/>
                  </a:lnTo>
                  <a:lnTo>
                    <a:pt x="6420996" y="3191570"/>
                  </a:lnTo>
                  <a:lnTo>
                    <a:pt x="6494757" y="3197587"/>
                  </a:lnTo>
                  <a:lnTo>
                    <a:pt x="6568517" y="3203526"/>
                  </a:lnTo>
                  <a:lnTo>
                    <a:pt x="6642277" y="32093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940997"/>
              <a:ext cx="7235830" cy="1478139"/>
            </a:xfrm>
            <a:custGeom>
              <a:avLst/>
              <a:pathLst>
                <a:path w="7235830" h="1478139">
                  <a:moveTo>
                    <a:pt x="7235830" y="1478139"/>
                  </a:moveTo>
                  <a:lnTo>
                    <a:pt x="7162070" y="1473232"/>
                  </a:lnTo>
                  <a:lnTo>
                    <a:pt x="7088310" y="1468139"/>
                  </a:lnTo>
                  <a:lnTo>
                    <a:pt x="7014550" y="1462854"/>
                  </a:lnTo>
                  <a:lnTo>
                    <a:pt x="6940789" y="1457370"/>
                  </a:lnTo>
                  <a:lnTo>
                    <a:pt x="6867029" y="1451679"/>
                  </a:lnTo>
                  <a:lnTo>
                    <a:pt x="6793269" y="1445773"/>
                  </a:lnTo>
                  <a:lnTo>
                    <a:pt x="6719509" y="1439645"/>
                  </a:lnTo>
                  <a:lnTo>
                    <a:pt x="6645749" y="1433285"/>
                  </a:lnTo>
                  <a:lnTo>
                    <a:pt x="6571989" y="1426685"/>
                  </a:lnTo>
                  <a:lnTo>
                    <a:pt x="6498229" y="1419836"/>
                  </a:lnTo>
                  <a:lnTo>
                    <a:pt x="6424469" y="1412729"/>
                  </a:lnTo>
                  <a:lnTo>
                    <a:pt x="6350709" y="1405354"/>
                  </a:lnTo>
                  <a:lnTo>
                    <a:pt x="6276949" y="1397700"/>
                  </a:lnTo>
                  <a:lnTo>
                    <a:pt x="6203189" y="1389758"/>
                  </a:lnTo>
                  <a:lnTo>
                    <a:pt x="6129429" y="1381516"/>
                  </a:lnTo>
                  <a:lnTo>
                    <a:pt x="6055669" y="1372963"/>
                  </a:lnTo>
                  <a:lnTo>
                    <a:pt x="5981909" y="1364087"/>
                  </a:lnTo>
                  <a:lnTo>
                    <a:pt x="5908149" y="1354876"/>
                  </a:lnTo>
                  <a:lnTo>
                    <a:pt x="5834389" y="1345318"/>
                  </a:lnTo>
                  <a:lnTo>
                    <a:pt x="5760629" y="1335400"/>
                  </a:lnTo>
                  <a:lnTo>
                    <a:pt x="5686869" y="1325107"/>
                  </a:lnTo>
                  <a:lnTo>
                    <a:pt x="5613109" y="1314425"/>
                  </a:lnTo>
                  <a:lnTo>
                    <a:pt x="5539349" y="1303341"/>
                  </a:lnTo>
                  <a:lnTo>
                    <a:pt x="5465589" y="1291839"/>
                  </a:lnTo>
                  <a:lnTo>
                    <a:pt x="5391829" y="1279902"/>
                  </a:lnTo>
                  <a:lnTo>
                    <a:pt x="5318069" y="1267515"/>
                  </a:lnTo>
                  <a:lnTo>
                    <a:pt x="5244309" y="1254661"/>
                  </a:lnTo>
                  <a:lnTo>
                    <a:pt x="5170549" y="1241322"/>
                  </a:lnTo>
                  <a:lnTo>
                    <a:pt x="5096789" y="1227480"/>
                  </a:lnTo>
                  <a:lnTo>
                    <a:pt x="5023029" y="1213115"/>
                  </a:lnTo>
                  <a:lnTo>
                    <a:pt x="4949269" y="1198208"/>
                  </a:lnTo>
                  <a:lnTo>
                    <a:pt x="4875509" y="1182739"/>
                  </a:lnTo>
                  <a:lnTo>
                    <a:pt x="4801749" y="1166686"/>
                  </a:lnTo>
                  <a:lnTo>
                    <a:pt x="4727989" y="1150028"/>
                  </a:lnTo>
                  <a:lnTo>
                    <a:pt x="4654229" y="1132741"/>
                  </a:lnTo>
                  <a:lnTo>
                    <a:pt x="4580469" y="1114802"/>
                  </a:lnTo>
                  <a:lnTo>
                    <a:pt x="4506709" y="1096186"/>
                  </a:lnTo>
                  <a:lnTo>
                    <a:pt x="4432949" y="1076868"/>
                  </a:lnTo>
                  <a:lnTo>
                    <a:pt x="4359189" y="1056821"/>
                  </a:lnTo>
                  <a:lnTo>
                    <a:pt x="4285429" y="1036017"/>
                  </a:lnTo>
                  <a:lnTo>
                    <a:pt x="4211669" y="1014429"/>
                  </a:lnTo>
                  <a:lnTo>
                    <a:pt x="4137909" y="992026"/>
                  </a:lnTo>
                  <a:lnTo>
                    <a:pt x="4064149" y="968777"/>
                  </a:lnTo>
                  <a:lnTo>
                    <a:pt x="3990388" y="944652"/>
                  </a:lnTo>
                  <a:lnTo>
                    <a:pt x="3916628" y="919616"/>
                  </a:lnTo>
                  <a:lnTo>
                    <a:pt x="3842868" y="893636"/>
                  </a:lnTo>
                  <a:lnTo>
                    <a:pt x="3769108" y="866676"/>
                  </a:lnTo>
                  <a:lnTo>
                    <a:pt x="3695348" y="838698"/>
                  </a:lnTo>
                  <a:lnTo>
                    <a:pt x="3621588" y="809665"/>
                  </a:lnTo>
                  <a:lnTo>
                    <a:pt x="3547828" y="779537"/>
                  </a:lnTo>
                  <a:lnTo>
                    <a:pt x="3474068" y="748271"/>
                  </a:lnTo>
                  <a:lnTo>
                    <a:pt x="3400308" y="730545"/>
                  </a:lnTo>
                  <a:lnTo>
                    <a:pt x="3326548" y="718939"/>
                  </a:lnTo>
                  <a:lnTo>
                    <a:pt x="3252788" y="707180"/>
                  </a:lnTo>
                  <a:lnTo>
                    <a:pt x="3179028" y="695265"/>
                  </a:lnTo>
                  <a:lnTo>
                    <a:pt x="3105268" y="683193"/>
                  </a:lnTo>
                  <a:lnTo>
                    <a:pt x="3031508" y="670961"/>
                  </a:lnTo>
                  <a:lnTo>
                    <a:pt x="2957748" y="658567"/>
                  </a:lnTo>
                  <a:lnTo>
                    <a:pt x="2883988" y="646009"/>
                  </a:lnTo>
                  <a:lnTo>
                    <a:pt x="2810228" y="633286"/>
                  </a:lnTo>
                  <a:lnTo>
                    <a:pt x="2736468" y="620394"/>
                  </a:lnTo>
                  <a:lnTo>
                    <a:pt x="2662708" y="607331"/>
                  </a:lnTo>
                  <a:lnTo>
                    <a:pt x="2588948" y="594096"/>
                  </a:lnTo>
                  <a:lnTo>
                    <a:pt x="2515188" y="580686"/>
                  </a:lnTo>
                  <a:lnTo>
                    <a:pt x="2441428" y="567098"/>
                  </a:lnTo>
                  <a:lnTo>
                    <a:pt x="2367668" y="553331"/>
                  </a:lnTo>
                  <a:lnTo>
                    <a:pt x="2293908" y="539382"/>
                  </a:lnTo>
                  <a:lnTo>
                    <a:pt x="2220148" y="525248"/>
                  </a:lnTo>
                  <a:lnTo>
                    <a:pt x="2146388" y="510928"/>
                  </a:lnTo>
                  <a:lnTo>
                    <a:pt x="2072628" y="496418"/>
                  </a:lnTo>
                  <a:lnTo>
                    <a:pt x="1998868" y="481716"/>
                  </a:lnTo>
                  <a:lnTo>
                    <a:pt x="1925108" y="466820"/>
                  </a:lnTo>
                  <a:lnTo>
                    <a:pt x="1851348" y="451727"/>
                  </a:lnTo>
                  <a:lnTo>
                    <a:pt x="1777588" y="436434"/>
                  </a:lnTo>
                  <a:lnTo>
                    <a:pt x="1703828" y="420939"/>
                  </a:lnTo>
                  <a:lnTo>
                    <a:pt x="1630068" y="405239"/>
                  </a:lnTo>
                  <a:lnTo>
                    <a:pt x="1556308" y="389331"/>
                  </a:lnTo>
                  <a:lnTo>
                    <a:pt x="1482548" y="373213"/>
                  </a:lnTo>
                  <a:lnTo>
                    <a:pt x="1408788" y="356882"/>
                  </a:lnTo>
                  <a:lnTo>
                    <a:pt x="1335028" y="340335"/>
                  </a:lnTo>
                  <a:lnTo>
                    <a:pt x="1261268" y="323570"/>
                  </a:lnTo>
                  <a:lnTo>
                    <a:pt x="1187508" y="306582"/>
                  </a:lnTo>
                  <a:lnTo>
                    <a:pt x="1113747" y="289370"/>
                  </a:lnTo>
                  <a:lnTo>
                    <a:pt x="1039987" y="271930"/>
                  </a:lnTo>
                  <a:lnTo>
                    <a:pt x="966227" y="254260"/>
                  </a:lnTo>
                  <a:lnTo>
                    <a:pt x="892467" y="236356"/>
                  </a:lnTo>
                  <a:lnTo>
                    <a:pt x="818707" y="218215"/>
                  </a:lnTo>
                  <a:lnTo>
                    <a:pt x="744947" y="199834"/>
                  </a:lnTo>
                  <a:lnTo>
                    <a:pt x="671187" y="181211"/>
                  </a:lnTo>
                  <a:lnTo>
                    <a:pt x="597427" y="162341"/>
                  </a:lnTo>
                  <a:lnTo>
                    <a:pt x="523667" y="143221"/>
                  </a:lnTo>
                  <a:lnTo>
                    <a:pt x="449907" y="123849"/>
                  </a:lnTo>
                  <a:lnTo>
                    <a:pt x="376147" y="104220"/>
                  </a:lnTo>
                  <a:lnTo>
                    <a:pt x="302387" y="84332"/>
                  </a:lnTo>
                  <a:lnTo>
                    <a:pt x="228627" y="64181"/>
                  </a:lnTo>
                  <a:lnTo>
                    <a:pt x="154867" y="43764"/>
                  </a:lnTo>
                  <a:lnTo>
                    <a:pt x="81107" y="23076"/>
                  </a:lnTo>
                  <a:lnTo>
                    <a:pt x="7347" y="211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736054"/>
              <a:ext cx="7235830" cy="2573039"/>
            </a:xfrm>
            <a:custGeom>
              <a:avLst/>
              <a:pathLst>
                <a:path w="7235830" h="2573039">
                  <a:moveTo>
                    <a:pt x="0" y="0"/>
                  </a:moveTo>
                  <a:lnTo>
                    <a:pt x="7347" y="7100"/>
                  </a:lnTo>
                  <a:lnTo>
                    <a:pt x="81107" y="76617"/>
                  </a:lnTo>
                  <a:lnTo>
                    <a:pt x="154867" y="144412"/>
                  </a:lnTo>
                  <a:lnTo>
                    <a:pt x="228627" y="210527"/>
                  </a:lnTo>
                  <a:lnTo>
                    <a:pt x="302387" y="275004"/>
                  </a:lnTo>
                  <a:lnTo>
                    <a:pt x="376147" y="337884"/>
                  </a:lnTo>
                  <a:lnTo>
                    <a:pt x="449907" y="399206"/>
                  </a:lnTo>
                  <a:lnTo>
                    <a:pt x="523667" y="459009"/>
                  </a:lnTo>
                  <a:lnTo>
                    <a:pt x="597427" y="517330"/>
                  </a:lnTo>
                  <a:lnTo>
                    <a:pt x="671187" y="574207"/>
                  </a:lnTo>
                  <a:lnTo>
                    <a:pt x="744947" y="629674"/>
                  </a:lnTo>
                  <a:lnTo>
                    <a:pt x="818707" y="683768"/>
                  </a:lnTo>
                  <a:lnTo>
                    <a:pt x="892467" y="736521"/>
                  </a:lnTo>
                  <a:lnTo>
                    <a:pt x="966227" y="787967"/>
                  </a:lnTo>
                  <a:lnTo>
                    <a:pt x="1039987" y="838139"/>
                  </a:lnTo>
                  <a:lnTo>
                    <a:pt x="1113747" y="887068"/>
                  </a:lnTo>
                  <a:lnTo>
                    <a:pt x="1187508" y="934784"/>
                  </a:lnTo>
                  <a:lnTo>
                    <a:pt x="1261268" y="981319"/>
                  </a:lnTo>
                  <a:lnTo>
                    <a:pt x="1335028" y="1026700"/>
                  </a:lnTo>
                  <a:lnTo>
                    <a:pt x="1408788" y="1070958"/>
                  </a:lnTo>
                  <a:lnTo>
                    <a:pt x="1482548" y="1114119"/>
                  </a:lnTo>
                  <a:lnTo>
                    <a:pt x="1556308" y="1156211"/>
                  </a:lnTo>
                  <a:lnTo>
                    <a:pt x="1630068" y="1197259"/>
                  </a:lnTo>
                  <a:lnTo>
                    <a:pt x="1703828" y="1237291"/>
                  </a:lnTo>
                  <a:lnTo>
                    <a:pt x="1777588" y="1276332"/>
                  </a:lnTo>
                  <a:lnTo>
                    <a:pt x="1851348" y="1314405"/>
                  </a:lnTo>
                  <a:lnTo>
                    <a:pt x="1925108" y="1351535"/>
                  </a:lnTo>
                  <a:lnTo>
                    <a:pt x="1998868" y="1387745"/>
                  </a:lnTo>
                  <a:lnTo>
                    <a:pt x="2072628" y="1423057"/>
                  </a:lnTo>
                  <a:lnTo>
                    <a:pt x="2146388" y="1457496"/>
                  </a:lnTo>
                  <a:lnTo>
                    <a:pt x="2220148" y="1491080"/>
                  </a:lnTo>
                  <a:lnTo>
                    <a:pt x="2293908" y="1523833"/>
                  </a:lnTo>
                  <a:lnTo>
                    <a:pt x="2367668" y="1555775"/>
                  </a:lnTo>
                  <a:lnTo>
                    <a:pt x="2441428" y="1586925"/>
                  </a:lnTo>
                  <a:lnTo>
                    <a:pt x="2515188" y="1617303"/>
                  </a:lnTo>
                  <a:lnTo>
                    <a:pt x="2588948" y="1646929"/>
                  </a:lnTo>
                  <a:lnTo>
                    <a:pt x="2662708" y="1675821"/>
                  </a:lnTo>
                  <a:lnTo>
                    <a:pt x="2736468" y="1703997"/>
                  </a:lnTo>
                  <a:lnTo>
                    <a:pt x="2810228" y="1731475"/>
                  </a:lnTo>
                  <a:lnTo>
                    <a:pt x="2883988" y="1758273"/>
                  </a:lnTo>
                  <a:lnTo>
                    <a:pt x="2957748" y="1784406"/>
                  </a:lnTo>
                  <a:lnTo>
                    <a:pt x="3031508" y="1809892"/>
                  </a:lnTo>
                  <a:lnTo>
                    <a:pt x="3105268" y="1834747"/>
                  </a:lnTo>
                  <a:lnTo>
                    <a:pt x="3179028" y="1858986"/>
                  </a:lnTo>
                  <a:lnTo>
                    <a:pt x="3252788" y="1882624"/>
                  </a:lnTo>
                  <a:lnTo>
                    <a:pt x="3326548" y="1905677"/>
                  </a:lnTo>
                  <a:lnTo>
                    <a:pt x="3400308" y="1928159"/>
                  </a:lnTo>
                  <a:lnTo>
                    <a:pt x="3474068" y="1950084"/>
                  </a:lnTo>
                  <a:lnTo>
                    <a:pt x="3547828" y="1971465"/>
                  </a:lnTo>
                  <a:lnTo>
                    <a:pt x="3621588" y="1992317"/>
                  </a:lnTo>
                  <a:lnTo>
                    <a:pt x="3695348" y="2012652"/>
                  </a:lnTo>
                  <a:lnTo>
                    <a:pt x="3769108" y="2032484"/>
                  </a:lnTo>
                  <a:lnTo>
                    <a:pt x="3842868" y="2051824"/>
                  </a:lnTo>
                  <a:lnTo>
                    <a:pt x="3916628" y="2070685"/>
                  </a:lnTo>
                  <a:lnTo>
                    <a:pt x="3990388" y="2089079"/>
                  </a:lnTo>
                  <a:lnTo>
                    <a:pt x="4064149" y="2107017"/>
                  </a:lnTo>
                  <a:lnTo>
                    <a:pt x="4137909" y="2124511"/>
                  </a:lnTo>
                  <a:lnTo>
                    <a:pt x="4211669" y="2141571"/>
                  </a:lnTo>
                  <a:lnTo>
                    <a:pt x="4285429" y="2158209"/>
                  </a:lnTo>
                  <a:lnTo>
                    <a:pt x="4359189" y="2174434"/>
                  </a:lnTo>
                  <a:lnTo>
                    <a:pt x="4432949" y="2190258"/>
                  </a:lnTo>
                  <a:lnTo>
                    <a:pt x="4506709" y="2205689"/>
                  </a:lnTo>
                  <a:lnTo>
                    <a:pt x="4580469" y="2220739"/>
                  </a:lnTo>
                  <a:lnTo>
                    <a:pt x="4654229" y="2235415"/>
                  </a:lnTo>
                  <a:lnTo>
                    <a:pt x="4727989" y="2249728"/>
                  </a:lnTo>
                  <a:lnTo>
                    <a:pt x="4801749" y="2263686"/>
                  </a:lnTo>
                  <a:lnTo>
                    <a:pt x="4875509" y="2277298"/>
                  </a:lnTo>
                  <a:lnTo>
                    <a:pt x="4949269" y="2290574"/>
                  </a:lnTo>
                  <a:lnTo>
                    <a:pt x="5023029" y="2303520"/>
                  </a:lnTo>
                  <a:lnTo>
                    <a:pt x="5096789" y="2316145"/>
                  </a:lnTo>
                  <a:lnTo>
                    <a:pt x="5170549" y="2328458"/>
                  </a:lnTo>
                  <a:lnTo>
                    <a:pt x="5244309" y="2340466"/>
                  </a:lnTo>
                  <a:lnTo>
                    <a:pt x="5318069" y="2352176"/>
                  </a:lnTo>
                  <a:lnTo>
                    <a:pt x="5391829" y="2363596"/>
                  </a:lnTo>
                  <a:lnTo>
                    <a:pt x="5465589" y="2374734"/>
                  </a:lnTo>
                  <a:lnTo>
                    <a:pt x="5539349" y="2385595"/>
                  </a:lnTo>
                  <a:lnTo>
                    <a:pt x="5613109" y="2396187"/>
                  </a:lnTo>
                  <a:lnTo>
                    <a:pt x="5686869" y="2406517"/>
                  </a:lnTo>
                  <a:lnTo>
                    <a:pt x="5760629" y="2416591"/>
                  </a:lnTo>
                  <a:lnTo>
                    <a:pt x="5834389" y="2426415"/>
                  </a:lnTo>
                  <a:lnTo>
                    <a:pt x="5908149" y="2435996"/>
                  </a:lnTo>
                  <a:lnTo>
                    <a:pt x="5981909" y="2445340"/>
                  </a:lnTo>
                  <a:lnTo>
                    <a:pt x="6055669" y="2454452"/>
                  </a:lnTo>
                  <a:lnTo>
                    <a:pt x="6129429" y="2463339"/>
                  </a:lnTo>
                  <a:lnTo>
                    <a:pt x="6203189" y="2472005"/>
                  </a:lnTo>
                  <a:lnTo>
                    <a:pt x="6276949" y="2480456"/>
                  </a:lnTo>
                  <a:lnTo>
                    <a:pt x="6350709" y="2488699"/>
                  </a:lnTo>
                  <a:lnTo>
                    <a:pt x="6424469" y="2496736"/>
                  </a:lnTo>
                  <a:lnTo>
                    <a:pt x="6498229" y="2504575"/>
                  </a:lnTo>
                  <a:lnTo>
                    <a:pt x="6571989" y="2512220"/>
                  </a:lnTo>
                  <a:lnTo>
                    <a:pt x="6645749" y="2519675"/>
                  </a:lnTo>
                  <a:lnTo>
                    <a:pt x="6719509" y="2526946"/>
                  </a:lnTo>
                  <a:lnTo>
                    <a:pt x="6793269" y="2534036"/>
                  </a:lnTo>
                  <a:lnTo>
                    <a:pt x="6867029" y="2540951"/>
                  </a:lnTo>
                  <a:lnTo>
                    <a:pt x="6940789" y="2547695"/>
                  </a:lnTo>
                  <a:lnTo>
                    <a:pt x="7014550" y="2554271"/>
                  </a:lnTo>
                  <a:lnTo>
                    <a:pt x="7088310" y="2560684"/>
                  </a:lnTo>
                  <a:lnTo>
                    <a:pt x="7162070" y="2566939"/>
                  </a:lnTo>
                  <a:lnTo>
                    <a:pt x="7235830" y="257303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2026-05-21T09:01:12Z</dcterms:modified>
  <cp:category/>
</cp:coreProperties>
</file>