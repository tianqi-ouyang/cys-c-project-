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12433"/>
            </a:xfrm>
            <a:custGeom>
              <a:avLst/>
              <a:pathLst>
                <a:path w="6964104" h="1212433">
                  <a:moveTo>
                    <a:pt x="629405" y="0"/>
                  </a:moveTo>
                  <a:lnTo>
                    <a:pt x="633100" y="2486"/>
                  </a:lnTo>
                  <a:lnTo>
                    <a:pt x="703444" y="48105"/>
                  </a:lnTo>
                  <a:lnTo>
                    <a:pt x="773789" y="92065"/>
                  </a:lnTo>
                  <a:lnTo>
                    <a:pt x="844133" y="134426"/>
                  </a:lnTo>
                  <a:lnTo>
                    <a:pt x="914478" y="175248"/>
                  </a:lnTo>
                  <a:lnTo>
                    <a:pt x="984822" y="214585"/>
                  </a:lnTo>
                  <a:lnTo>
                    <a:pt x="1055167" y="252492"/>
                  </a:lnTo>
                  <a:lnTo>
                    <a:pt x="1125511" y="289021"/>
                  </a:lnTo>
                  <a:lnTo>
                    <a:pt x="1195856" y="324222"/>
                  </a:lnTo>
                  <a:lnTo>
                    <a:pt x="1266200" y="358143"/>
                  </a:lnTo>
                  <a:lnTo>
                    <a:pt x="1336545" y="390830"/>
                  </a:lnTo>
                  <a:lnTo>
                    <a:pt x="1406889" y="422330"/>
                  </a:lnTo>
                  <a:lnTo>
                    <a:pt x="1477234" y="452683"/>
                  </a:lnTo>
                  <a:lnTo>
                    <a:pt x="1547578" y="481934"/>
                  </a:lnTo>
                  <a:lnTo>
                    <a:pt x="1617923" y="510121"/>
                  </a:lnTo>
                  <a:lnTo>
                    <a:pt x="1688267" y="537283"/>
                  </a:lnTo>
                  <a:lnTo>
                    <a:pt x="1758612" y="563457"/>
                  </a:lnTo>
                  <a:lnTo>
                    <a:pt x="1828956" y="588680"/>
                  </a:lnTo>
                  <a:lnTo>
                    <a:pt x="1899301" y="612986"/>
                  </a:lnTo>
                  <a:lnTo>
                    <a:pt x="1969645" y="636408"/>
                  </a:lnTo>
                  <a:lnTo>
                    <a:pt x="2039990" y="658979"/>
                  </a:lnTo>
                  <a:lnTo>
                    <a:pt x="2110334" y="680729"/>
                  </a:lnTo>
                  <a:lnTo>
                    <a:pt x="2180679" y="701688"/>
                  </a:lnTo>
                  <a:lnTo>
                    <a:pt x="2251023" y="721885"/>
                  </a:lnTo>
                  <a:lnTo>
                    <a:pt x="2321368" y="741348"/>
                  </a:lnTo>
                  <a:lnTo>
                    <a:pt x="2391712" y="760103"/>
                  </a:lnTo>
                  <a:lnTo>
                    <a:pt x="2462057" y="778177"/>
                  </a:lnTo>
                  <a:lnTo>
                    <a:pt x="2532401" y="795593"/>
                  </a:lnTo>
                  <a:lnTo>
                    <a:pt x="2602746" y="812376"/>
                  </a:lnTo>
                  <a:lnTo>
                    <a:pt x="2673090" y="828549"/>
                  </a:lnTo>
                  <a:lnTo>
                    <a:pt x="2743435" y="844133"/>
                  </a:lnTo>
                  <a:lnTo>
                    <a:pt x="2813779" y="859152"/>
                  </a:lnTo>
                  <a:lnTo>
                    <a:pt x="2884124" y="873624"/>
                  </a:lnTo>
                  <a:lnTo>
                    <a:pt x="2954468" y="887570"/>
                  </a:lnTo>
                  <a:lnTo>
                    <a:pt x="3024813" y="901009"/>
                  </a:lnTo>
                  <a:lnTo>
                    <a:pt x="3095157" y="913959"/>
                  </a:lnTo>
                  <a:lnTo>
                    <a:pt x="3165502" y="926438"/>
                  </a:lnTo>
                  <a:lnTo>
                    <a:pt x="3235846" y="938464"/>
                  </a:lnTo>
                  <a:lnTo>
                    <a:pt x="3306191" y="950053"/>
                  </a:lnTo>
                  <a:lnTo>
                    <a:pt x="3376535" y="959061"/>
                  </a:lnTo>
                  <a:lnTo>
                    <a:pt x="3446880" y="962952"/>
                  </a:lnTo>
                  <a:lnTo>
                    <a:pt x="3517224" y="966793"/>
                  </a:lnTo>
                  <a:lnTo>
                    <a:pt x="3587569" y="970583"/>
                  </a:lnTo>
                  <a:lnTo>
                    <a:pt x="3657913" y="974323"/>
                  </a:lnTo>
                  <a:lnTo>
                    <a:pt x="3728257" y="978015"/>
                  </a:lnTo>
                  <a:lnTo>
                    <a:pt x="3798602" y="981659"/>
                  </a:lnTo>
                  <a:lnTo>
                    <a:pt x="3868946" y="985255"/>
                  </a:lnTo>
                  <a:lnTo>
                    <a:pt x="3939291" y="988804"/>
                  </a:lnTo>
                  <a:lnTo>
                    <a:pt x="4009635" y="992307"/>
                  </a:lnTo>
                  <a:lnTo>
                    <a:pt x="4079980" y="995764"/>
                  </a:lnTo>
                  <a:lnTo>
                    <a:pt x="4150324" y="999176"/>
                  </a:lnTo>
                  <a:lnTo>
                    <a:pt x="4220669" y="1002544"/>
                  </a:lnTo>
                  <a:lnTo>
                    <a:pt x="4291013" y="1005867"/>
                  </a:lnTo>
                  <a:lnTo>
                    <a:pt x="4361358" y="1009147"/>
                  </a:lnTo>
                  <a:lnTo>
                    <a:pt x="4431702" y="1012385"/>
                  </a:lnTo>
                  <a:lnTo>
                    <a:pt x="4502047" y="1015580"/>
                  </a:lnTo>
                  <a:lnTo>
                    <a:pt x="4572391" y="1018733"/>
                  </a:lnTo>
                  <a:lnTo>
                    <a:pt x="4642736" y="1021845"/>
                  </a:lnTo>
                  <a:lnTo>
                    <a:pt x="4713080" y="1024917"/>
                  </a:lnTo>
                  <a:lnTo>
                    <a:pt x="4783425" y="1027949"/>
                  </a:lnTo>
                  <a:lnTo>
                    <a:pt x="4853769" y="1030940"/>
                  </a:lnTo>
                  <a:lnTo>
                    <a:pt x="4924114" y="1033893"/>
                  </a:lnTo>
                  <a:lnTo>
                    <a:pt x="4994458" y="1036808"/>
                  </a:lnTo>
                  <a:lnTo>
                    <a:pt x="5064803" y="1039684"/>
                  </a:lnTo>
                  <a:lnTo>
                    <a:pt x="5135147" y="1042523"/>
                  </a:lnTo>
                  <a:lnTo>
                    <a:pt x="5205492" y="1045325"/>
                  </a:lnTo>
                  <a:lnTo>
                    <a:pt x="5275836" y="1048090"/>
                  </a:lnTo>
                  <a:lnTo>
                    <a:pt x="5346181" y="1050819"/>
                  </a:lnTo>
                  <a:lnTo>
                    <a:pt x="5416525" y="1053513"/>
                  </a:lnTo>
                  <a:lnTo>
                    <a:pt x="5486870" y="1056171"/>
                  </a:lnTo>
                  <a:lnTo>
                    <a:pt x="5557214" y="1058795"/>
                  </a:lnTo>
                  <a:lnTo>
                    <a:pt x="5627559" y="1061384"/>
                  </a:lnTo>
                  <a:lnTo>
                    <a:pt x="5697903" y="1063940"/>
                  </a:lnTo>
                  <a:lnTo>
                    <a:pt x="5768248" y="1066462"/>
                  </a:lnTo>
                  <a:lnTo>
                    <a:pt x="5838592" y="1068951"/>
                  </a:lnTo>
                  <a:lnTo>
                    <a:pt x="5908937" y="1071408"/>
                  </a:lnTo>
                  <a:lnTo>
                    <a:pt x="5979281" y="1073833"/>
                  </a:lnTo>
                  <a:lnTo>
                    <a:pt x="6049626" y="1076226"/>
                  </a:lnTo>
                  <a:lnTo>
                    <a:pt x="6119970" y="1078588"/>
                  </a:lnTo>
                  <a:lnTo>
                    <a:pt x="6190315" y="1080919"/>
                  </a:lnTo>
                  <a:lnTo>
                    <a:pt x="6260659" y="1083220"/>
                  </a:lnTo>
                  <a:lnTo>
                    <a:pt x="6331004" y="1085490"/>
                  </a:lnTo>
                  <a:lnTo>
                    <a:pt x="6401348" y="1087731"/>
                  </a:lnTo>
                  <a:lnTo>
                    <a:pt x="6471693" y="1089943"/>
                  </a:lnTo>
                  <a:lnTo>
                    <a:pt x="6542037" y="1092126"/>
                  </a:lnTo>
                  <a:lnTo>
                    <a:pt x="6612382" y="1094280"/>
                  </a:lnTo>
                  <a:lnTo>
                    <a:pt x="6682726" y="1096407"/>
                  </a:lnTo>
                  <a:lnTo>
                    <a:pt x="6753071" y="1098505"/>
                  </a:lnTo>
                  <a:lnTo>
                    <a:pt x="6823415" y="1100576"/>
                  </a:lnTo>
                  <a:lnTo>
                    <a:pt x="6893760" y="1102620"/>
                  </a:lnTo>
                  <a:lnTo>
                    <a:pt x="6964104" y="1104638"/>
                  </a:lnTo>
                  <a:lnTo>
                    <a:pt x="6964104" y="1212433"/>
                  </a:lnTo>
                  <a:lnTo>
                    <a:pt x="6893760" y="1210744"/>
                  </a:lnTo>
                  <a:lnTo>
                    <a:pt x="6823415" y="1208991"/>
                  </a:lnTo>
                  <a:lnTo>
                    <a:pt x="6753071" y="1207172"/>
                  </a:lnTo>
                  <a:lnTo>
                    <a:pt x="6682726" y="1205285"/>
                  </a:lnTo>
                  <a:lnTo>
                    <a:pt x="6612382" y="1203326"/>
                  </a:lnTo>
                  <a:lnTo>
                    <a:pt x="6542037" y="1201293"/>
                  </a:lnTo>
                  <a:lnTo>
                    <a:pt x="6471693" y="1199184"/>
                  </a:lnTo>
                  <a:lnTo>
                    <a:pt x="6401348" y="1196995"/>
                  </a:lnTo>
                  <a:lnTo>
                    <a:pt x="6331004" y="1194723"/>
                  </a:lnTo>
                  <a:lnTo>
                    <a:pt x="6260659" y="1192366"/>
                  </a:lnTo>
                  <a:lnTo>
                    <a:pt x="6190315" y="1189920"/>
                  </a:lnTo>
                  <a:lnTo>
                    <a:pt x="6119970" y="1187381"/>
                  </a:lnTo>
                  <a:lnTo>
                    <a:pt x="6049626" y="1184747"/>
                  </a:lnTo>
                  <a:lnTo>
                    <a:pt x="5979281" y="1182013"/>
                  </a:lnTo>
                  <a:lnTo>
                    <a:pt x="5908937" y="1179176"/>
                  </a:lnTo>
                  <a:lnTo>
                    <a:pt x="5838592" y="1176232"/>
                  </a:lnTo>
                  <a:lnTo>
                    <a:pt x="5768248" y="1173177"/>
                  </a:lnTo>
                  <a:lnTo>
                    <a:pt x="5697903" y="1170007"/>
                  </a:lnTo>
                  <a:lnTo>
                    <a:pt x="5627559" y="1166717"/>
                  </a:lnTo>
                  <a:lnTo>
                    <a:pt x="5557214" y="1163304"/>
                  </a:lnTo>
                  <a:lnTo>
                    <a:pt x="5486870" y="1159761"/>
                  </a:lnTo>
                  <a:lnTo>
                    <a:pt x="5416525" y="1156084"/>
                  </a:lnTo>
                  <a:lnTo>
                    <a:pt x="5346181" y="1152269"/>
                  </a:lnTo>
                  <a:lnTo>
                    <a:pt x="5275836" y="1148310"/>
                  </a:lnTo>
                  <a:lnTo>
                    <a:pt x="5205492" y="1144202"/>
                  </a:lnTo>
                  <a:lnTo>
                    <a:pt x="5135147" y="1139938"/>
                  </a:lnTo>
                  <a:lnTo>
                    <a:pt x="5064803" y="1135514"/>
                  </a:lnTo>
                  <a:lnTo>
                    <a:pt x="4994458" y="1130923"/>
                  </a:lnTo>
                  <a:lnTo>
                    <a:pt x="4924114" y="1126159"/>
                  </a:lnTo>
                  <a:lnTo>
                    <a:pt x="4853769" y="1121214"/>
                  </a:lnTo>
                  <a:lnTo>
                    <a:pt x="4783425" y="1116084"/>
                  </a:lnTo>
                  <a:lnTo>
                    <a:pt x="4713080" y="1110759"/>
                  </a:lnTo>
                  <a:lnTo>
                    <a:pt x="4642736" y="1105234"/>
                  </a:lnTo>
                  <a:lnTo>
                    <a:pt x="4572391" y="1099501"/>
                  </a:lnTo>
                  <a:lnTo>
                    <a:pt x="4502047" y="1093551"/>
                  </a:lnTo>
                  <a:lnTo>
                    <a:pt x="4431702" y="1087376"/>
                  </a:lnTo>
                  <a:lnTo>
                    <a:pt x="4361358" y="1080969"/>
                  </a:lnTo>
                  <a:lnTo>
                    <a:pt x="4291013" y="1074320"/>
                  </a:lnTo>
                  <a:lnTo>
                    <a:pt x="4220669" y="1067419"/>
                  </a:lnTo>
                  <a:lnTo>
                    <a:pt x="4150324" y="1060259"/>
                  </a:lnTo>
                  <a:lnTo>
                    <a:pt x="4079980" y="1052829"/>
                  </a:lnTo>
                  <a:lnTo>
                    <a:pt x="4009635" y="1045118"/>
                  </a:lnTo>
                  <a:lnTo>
                    <a:pt x="3939291" y="1037116"/>
                  </a:lnTo>
                  <a:lnTo>
                    <a:pt x="3868946" y="1028812"/>
                  </a:lnTo>
                  <a:lnTo>
                    <a:pt x="3798602" y="1020195"/>
                  </a:lnTo>
                  <a:lnTo>
                    <a:pt x="3728257" y="1011253"/>
                  </a:lnTo>
                  <a:lnTo>
                    <a:pt x="3657913" y="1001974"/>
                  </a:lnTo>
                  <a:lnTo>
                    <a:pt x="3587569" y="992344"/>
                  </a:lnTo>
                  <a:lnTo>
                    <a:pt x="3517224" y="982351"/>
                  </a:lnTo>
                  <a:lnTo>
                    <a:pt x="3446880" y="971981"/>
                  </a:lnTo>
                  <a:lnTo>
                    <a:pt x="3376535" y="961220"/>
                  </a:lnTo>
                  <a:lnTo>
                    <a:pt x="3306191" y="955119"/>
                  </a:lnTo>
                  <a:lnTo>
                    <a:pt x="3235846" y="951124"/>
                  </a:lnTo>
                  <a:lnTo>
                    <a:pt x="3165502" y="947077"/>
                  </a:lnTo>
                  <a:lnTo>
                    <a:pt x="3095157" y="942976"/>
                  </a:lnTo>
                  <a:lnTo>
                    <a:pt x="3024813" y="938821"/>
                  </a:lnTo>
                  <a:lnTo>
                    <a:pt x="2954468" y="934610"/>
                  </a:lnTo>
                  <a:lnTo>
                    <a:pt x="2884124" y="930345"/>
                  </a:lnTo>
                  <a:lnTo>
                    <a:pt x="2813779" y="926022"/>
                  </a:lnTo>
                  <a:lnTo>
                    <a:pt x="2743435" y="921643"/>
                  </a:lnTo>
                  <a:lnTo>
                    <a:pt x="2673090" y="917206"/>
                  </a:lnTo>
                  <a:lnTo>
                    <a:pt x="2602746" y="912710"/>
                  </a:lnTo>
                  <a:lnTo>
                    <a:pt x="2532401" y="908154"/>
                  </a:lnTo>
                  <a:lnTo>
                    <a:pt x="2462057" y="903539"/>
                  </a:lnTo>
                  <a:lnTo>
                    <a:pt x="2391712" y="898862"/>
                  </a:lnTo>
                  <a:lnTo>
                    <a:pt x="2321368" y="894124"/>
                  </a:lnTo>
                  <a:lnTo>
                    <a:pt x="2251023" y="889322"/>
                  </a:lnTo>
                  <a:lnTo>
                    <a:pt x="2180679" y="884458"/>
                  </a:lnTo>
                  <a:lnTo>
                    <a:pt x="2110334" y="879529"/>
                  </a:lnTo>
                  <a:lnTo>
                    <a:pt x="2039990" y="874535"/>
                  </a:lnTo>
                  <a:lnTo>
                    <a:pt x="1969645" y="869474"/>
                  </a:lnTo>
                  <a:lnTo>
                    <a:pt x="1899301" y="864347"/>
                  </a:lnTo>
                  <a:lnTo>
                    <a:pt x="1828956" y="859152"/>
                  </a:lnTo>
                  <a:lnTo>
                    <a:pt x="1758612" y="853889"/>
                  </a:lnTo>
                  <a:lnTo>
                    <a:pt x="1688267" y="848556"/>
                  </a:lnTo>
                  <a:lnTo>
                    <a:pt x="1617923" y="843152"/>
                  </a:lnTo>
                  <a:lnTo>
                    <a:pt x="1547578" y="837677"/>
                  </a:lnTo>
                  <a:lnTo>
                    <a:pt x="1477234" y="832129"/>
                  </a:lnTo>
                  <a:lnTo>
                    <a:pt x="1406889" y="826508"/>
                  </a:lnTo>
                  <a:lnTo>
                    <a:pt x="1336545" y="820813"/>
                  </a:lnTo>
                  <a:lnTo>
                    <a:pt x="1266200" y="815042"/>
                  </a:lnTo>
                  <a:lnTo>
                    <a:pt x="1195856" y="809195"/>
                  </a:lnTo>
                  <a:lnTo>
                    <a:pt x="1125511" y="803271"/>
                  </a:lnTo>
                  <a:lnTo>
                    <a:pt x="1055167" y="797268"/>
                  </a:lnTo>
                  <a:lnTo>
                    <a:pt x="984822" y="791186"/>
                  </a:lnTo>
                  <a:lnTo>
                    <a:pt x="914478" y="785024"/>
                  </a:lnTo>
                  <a:lnTo>
                    <a:pt x="844133" y="778780"/>
                  </a:lnTo>
                  <a:lnTo>
                    <a:pt x="773789" y="772454"/>
                  </a:lnTo>
                  <a:lnTo>
                    <a:pt x="703444" y="766044"/>
                  </a:lnTo>
                  <a:lnTo>
                    <a:pt x="633100" y="759549"/>
                  </a:lnTo>
                  <a:lnTo>
                    <a:pt x="562755" y="752968"/>
                  </a:lnTo>
                  <a:lnTo>
                    <a:pt x="492411" y="746300"/>
                  </a:lnTo>
                  <a:lnTo>
                    <a:pt x="422066" y="739544"/>
                  </a:lnTo>
                  <a:lnTo>
                    <a:pt x="351722" y="732699"/>
                  </a:lnTo>
                  <a:lnTo>
                    <a:pt x="281377" y="725763"/>
                  </a:lnTo>
                  <a:lnTo>
                    <a:pt x="211033" y="718736"/>
                  </a:lnTo>
                  <a:lnTo>
                    <a:pt x="140688" y="711615"/>
                  </a:lnTo>
                  <a:lnTo>
                    <a:pt x="70344" y="704401"/>
                  </a:lnTo>
                  <a:lnTo>
                    <a:pt x="0" y="6970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4717" y="2143092"/>
              <a:ext cx="6334699" cy="1104638"/>
            </a:xfrm>
            <a:custGeom>
              <a:avLst/>
              <a:pathLst>
                <a:path w="6334699" h="1104638">
                  <a:moveTo>
                    <a:pt x="0" y="0"/>
                  </a:moveTo>
                  <a:lnTo>
                    <a:pt x="3695" y="2486"/>
                  </a:lnTo>
                  <a:lnTo>
                    <a:pt x="74039" y="48105"/>
                  </a:lnTo>
                  <a:lnTo>
                    <a:pt x="144384" y="92065"/>
                  </a:lnTo>
                  <a:lnTo>
                    <a:pt x="214728" y="134426"/>
                  </a:lnTo>
                  <a:lnTo>
                    <a:pt x="285073" y="175248"/>
                  </a:lnTo>
                  <a:lnTo>
                    <a:pt x="355417" y="214585"/>
                  </a:lnTo>
                  <a:lnTo>
                    <a:pt x="425762" y="252492"/>
                  </a:lnTo>
                  <a:lnTo>
                    <a:pt x="496106" y="289021"/>
                  </a:lnTo>
                  <a:lnTo>
                    <a:pt x="566451" y="324222"/>
                  </a:lnTo>
                  <a:lnTo>
                    <a:pt x="636795" y="358143"/>
                  </a:lnTo>
                  <a:lnTo>
                    <a:pt x="707140" y="390830"/>
                  </a:lnTo>
                  <a:lnTo>
                    <a:pt x="777484" y="422330"/>
                  </a:lnTo>
                  <a:lnTo>
                    <a:pt x="847829" y="452683"/>
                  </a:lnTo>
                  <a:lnTo>
                    <a:pt x="918173" y="481934"/>
                  </a:lnTo>
                  <a:lnTo>
                    <a:pt x="988518" y="510121"/>
                  </a:lnTo>
                  <a:lnTo>
                    <a:pt x="1058862" y="537283"/>
                  </a:lnTo>
                  <a:lnTo>
                    <a:pt x="1129207" y="563457"/>
                  </a:lnTo>
                  <a:lnTo>
                    <a:pt x="1199551" y="588680"/>
                  </a:lnTo>
                  <a:lnTo>
                    <a:pt x="1269896" y="612986"/>
                  </a:lnTo>
                  <a:lnTo>
                    <a:pt x="1340240" y="636408"/>
                  </a:lnTo>
                  <a:lnTo>
                    <a:pt x="1410585" y="658979"/>
                  </a:lnTo>
                  <a:lnTo>
                    <a:pt x="1480929" y="680729"/>
                  </a:lnTo>
                  <a:lnTo>
                    <a:pt x="1551274" y="701688"/>
                  </a:lnTo>
                  <a:lnTo>
                    <a:pt x="1621618" y="721885"/>
                  </a:lnTo>
                  <a:lnTo>
                    <a:pt x="1691963" y="741348"/>
                  </a:lnTo>
                  <a:lnTo>
                    <a:pt x="1762307" y="760103"/>
                  </a:lnTo>
                  <a:lnTo>
                    <a:pt x="1832652" y="778177"/>
                  </a:lnTo>
                  <a:lnTo>
                    <a:pt x="1902996" y="795593"/>
                  </a:lnTo>
                  <a:lnTo>
                    <a:pt x="1973341" y="812376"/>
                  </a:lnTo>
                  <a:lnTo>
                    <a:pt x="2043685" y="828549"/>
                  </a:lnTo>
                  <a:lnTo>
                    <a:pt x="2114030" y="844133"/>
                  </a:lnTo>
                  <a:lnTo>
                    <a:pt x="2184374" y="859152"/>
                  </a:lnTo>
                  <a:lnTo>
                    <a:pt x="2254719" y="873624"/>
                  </a:lnTo>
                  <a:lnTo>
                    <a:pt x="2325063" y="887570"/>
                  </a:lnTo>
                  <a:lnTo>
                    <a:pt x="2395408" y="901009"/>
                  </a:lnTo>
                  <a:lnTo>
                    <a:pt x="2465752" y="913959"/>
                  </a:lnTo>
                  <a:lnTo>
                    <a:pt x="2536097" y="926438"/>
                  </a:lnTo>
                  <a:lnTo>
                    <a:pt x="2606441" y="938464"/>
                  </a:lnTo>
                  <a:lnTo>
                    <a:pt x="2676786" y="950053"/>
                  </a:lnTo>
                  <a:lnTo>
                    <a:pt x="2747130" y="959061"/>
                  </a:lnTo>
                  <a:lnTo>
                    <a:pt x="2817474" y="962952"/>
                  </a:lnTo>
                  <a:lnTo>
                    <a:pt x="2887819" y="966793"/>
                  </a:lnTo>
                  <a:lnTo>
                    <a:pt x="2958163" y="970583"/>
                  </a:lnTo>
                  <a:lnTo>
                    <a:pt x="3028508" y="974323"/>
                  </a:lnTo>
                  <a:lnTo>
                    <a:pt x="3098852" y="978015"/>
                  </a:lnTo>
                  <a:lnTo>
                    <a:pt x="3169197" y="981659"/>
                  </a:lnTo>
                  <a:lnTo>
                    <a:pt x="3239541" y="985255"/>
                  </a:lnTo>
                  <a:lnTo>
                    <a:pt x="3309886" y="988804"/>
                  </a:lnTo>
                  <a:lnTo>
                    <a:pt x="3380230" y="992307"/>
                  </a:lnTo>
                  <a:lnTo>
                    <a:pt x="3450575" y="995764"/>
                  </a:lnTo>
                  <a:lnTo>
                    <a:pt x="3520919" y="999176"/>
                  </a:lnTo>
                  <a:lnTo>
                    <a:pt x="3591264" y="1002544"/>
                  </a:lnTo>
                  <a:lnTo>
                    <a:pt x="3661608" y="1005867"/>
                  </a:lnTo>
                  <a:lnTo>
                    <a:pt x="3731953" y="1009147"/>
                  </a:lnTo>
                  <a:lnTo>
                    <a:pt x="3802297" y="1012385"/>
                  </a:lnTo>
                  <a:lnTo>
                    <a:pt x="3872642" y="1015580"/>
                  </a:lnTo>
                  <a:lnTo>
                    <a:pt x="3942986" y="1018733"/>
                  </a:lnTo>
                  <a:lnTo>
                    <a:pt x="4013331" y="1021845"/>
                  </a:lnTo>
                  <a:lnTo>
                    <a:pt x="4083675" y="1024917"/>
                  </a:lnTo>
                  <a:lnTo>
                    <a:pt x="4154020" y="1027949"/>
                  </a:lnTo>
                  <a:lnTo>
                    <a:pt x="4224364" y="1030940"/>
                  </a:lnTo>
                  <a:lnTo>
                    <a:pt x="4294709" y="1033893"/>
                  </a:lnTo>
                  <a:lnTo>
                    <a:pt x="4365053" y="1036808"/>
                  </a:lnTo>
                  <a:lnTo>
                    <a:pt x="4435398" y="1039684"/>
                  </a:lnTo>
                  <a:lnTo>
                    <a:pt x="4505742" y="1042523"/>
                  </a:lnTo>
                  <a:lnTo>
                    <a:pt x="4576087" y="1045325"/>
                  </a:lnTo>
                  <a:lnTo>
                    <a:pt x="4646431" y="1048090"/>
                  </a:lnTo>
                  <a:lnTo>
                    <a:pt x="4716776" y="1050819"/>
                  </a:lnTo>
                  <a:lnTo>
                    <a:pt x="4787120" y="1053513"/>
                  </a:lnTo>
                  <a:lnTo>
                    <a:pt x="4857465" y="1056171"/>
                  </a:lnTo>
                  <a:lnTo>
                    <a:pt x="4927809" y="1058795"/>
                  </a:lnTo>
                  <a:lnTo>
                    <a:pt x="4998154" y="1061384"/>
                  </a:lnTo>
                  <a:lnTo>
                    <a:pt x="5068498" y="1063940"/>
                  </a:lnTo>
                  <a:lnTo>
                    <a:pt x="5138843" y="1066462"/>
                  </a:lnTo>
                  <a:lnTo>
                    <a:pt x="5209187" y="1068951"/>
                  </a:lnTo>
                  <a:lnTo>
                    <a:pt x="5279532" y="1071408"/>
                  </a:lnTo>
                  <a:lnTo>
                    <a:pt x="5349876" y="1073833"/>
                  </a:lnTo>
                  <a:lnTo>
                    <a:pt x="5420221" y="1076226"/>
                  </a:lnTo>
                  <a:lnTo>
                    <a:pt x="5490565" y="1078588"/>
                  </a:lnTo>
                  <a:lnTo>
                    <a:pt x="5560910" y="1080919"/>
                  </a:lnTo>
                  <a:lnTo>
                    <a:pt x="5631254" y="1083220"/>
                  </a:lnTo>
                  <a:lnTo>
                    <a:pt x="5701599" y="1085490"/>
                  </a:lnTo>
                  <a:lnTo>
                    <a:pt x="5771943" y="1087731"/>
                  </a:lnTo>
                  <a:lnTo>
                    <a:pt x="5842288" y="1089943"/>
                  </a:lnTo>
                  <a:lnTo>
                    <a:pt x="5912632" y="1092126"/>
                  </a:lnTo>
                  <a:lnTo>
                    <a:pt x="5982977" y="1094280"/>
                  </a:lnTo>
                  <a:lnTo>
                    <a:pt x="6053321" y="1096407"/>
                  </a:lnTo>
                  <a:lnTo>
                    <a:pt x="6123666" y="1098505"/>
                  </a:lnTo>
                  <a:lnTo>
                    <a:pt x="6194010" y="1100576"/>
                  </a:lnTo>
                  <a:lnTo>
                    <a:pt x="6264355" y="1102620"/>
                  </a:lnTo>
                  <a:lnTo>
                    <a:pt x="6334699" y="11046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840183"/>
              <a:ext cx="6964104" cy="515342"/>
            </a:xfrm>
            <a:custGeom>
              <a:avLst/>
              <a:pathLst>
                <a:path w="6964104" h="515342">
                  <a:moveTo>
                    <a:pt x="6964104" y="515342"/>
                  </a:moveTo>
                  <a:lnTo>
                    <a:pt x="6893760" y="513653"/>
                  </a:lnTo>
                  <a:lnTo>
                    <a:pt x="6823415" y="511900"/>
                  </a:lnTo>
                  <a:lnTo>
                    <a:pt x="6753071" y="510081"/>
                  </a:lnTo>
                  <a:lnTo>
                    <a:pt x="6682726" y="508193"/>
                  </a:lnTo>
                  <a:lnTo>
                    <a:pt x="6612382" y="506234"/>
                  </a:lnTo>
                  <a:lnTo>
                    <a:pt x="6542037" y="504202"/>
                  </a:lnTo>
                  <a:lnTo>
                    <a:pt x="6471693" y="502092"/>
                  </a:lnTo>
                  <a:lnTo>
                    <a:pt x="6401348" y="499903"/>
                  </a:lnTo>
                  <a:lnTo>
                    <a:pt x="6331004" y="497632"/>
                  </a:lnTo>
                  <a:lnTo>
                    <a:pt x="6260659" y="495274"/>
                  </a:lnTo>
                  <a:lnTo>
                    <a:pt x="6190315" y="492828"/>
                  </a:lnTo>
                  <a:lnTo>
                    <a:pt x="6119970" y="490290"/>
                  </a:lnTo>
                  <a:lnTo>
                    <a:pt x="6049626" y="487655"/>
                  </a:lnTo>
                  <a:lnTo>
                    <a:pt x="5979281" y="484922"/>
                  </a:lnTo>
                  <a:lnTo>
                    <a:pt x="5908937" y="482085"/>
                  </a:lnTo>
                  <a:lnTo>
                    <a:pt x="5838592" y="479141"/>
                  </a:lnTo>
                  <a:lnTo>
                    <a:pt x="5768248" y="476086"/>
                  </a:lnTo>
                  <a:lnTo>
                    <a:pt x="5697903" y="472916"/>
                  </a:lnTo>
                  <a:lnTo>
                    <a:pt x="5627559" y="469626"/>
                  </a:lnTo>
                  <a:lnTo>
                    <a:pt x="5557214" y="466212"/>
                  </a:lnTo>
                  <a:lnTo>
                    <a:pt x="5486870" y="462670"/>
                  </a:lnTo>
                  <a:lnTo>
                    <a:pt x="5416525" y="458993"/>
                  </a:lnTo>
                  <a:lnTo>
                    <a:pt x="5346181" y="455178"/>
                  </a:lnTo>
                  <a:lnTo>
                    <a:pt x="5275836" y="451219"/>
                  </a:lnTo>
                  <a:lnTo>
                    <a:pt x="5205492" y="447111"/>
                  </a:lnTo>
                  <a:lnTo>
                    <a:pt x="5135147" y="442847"/>
                  </a:lnTo>
                  <a:lnTo>
                    <a:pt x="5064803" y="438423"/>
                  </a:lnTo>
                  <a:lnTo>
                    <a:pt x="4994458" y="433832"/>
                  </a:lnTo>
                  <a:lnTo>
                    <a:pt x="4924114" y="429067"/>
                  </a:lnTo>
                  <a:lnTo>
                    <a:pt x="4853769" y="424123"/>
                  </a:lnTo>
                  <a:lnTo>
                    <a:pt x="4783425" y="418992"/>
                  </a:lnTo>
                  <a:lnTo>
                    <a:pt x="4713080" y="413668"/>
                  </a:lnTo>
                  <a:lnTo>
                    <a:pt x="4642736" y="408143"/>
                  </a:lnTo>
                  <a:lnTo>
                    <a:pt x="4572391" y="402409"/>
                  </a:lnTo>
                  <a:lnTo>
                    <a:pt x="4502047" y="396459"/>
                  </a:lnTo>
                  <a:lnTo>
                    <a:pt x="4431702" y="390285"/>
                  </a:lnTo>
                  <a:lnTo>
                    <a:pt x="4361358" y="383877"/>
                  </a:lnTo>
                  <a:lnTo>
                    <a:pt x="4291013" y="377228"/>
                  </a:lnTo>
                  <a:lnTo>
                    <a:pt x="4220669" y="370328"/>
                  </a:lnTo>
                  <a:lnTo>
                    <a:pt x="4150324" y="363168"/>
                  </a:lnTo>
                  <a:lnTo>
                    <a:pt x="4079980" y="355737"/>
                  </a:lnTo>
                  <a:lnTo>
                    <a:pt x="4009635" y="348026"/>
                  </a:lnTo>
                  <a:lnTo>
                    <a:pt x="3939291" y="340025"/>
                  </a:lnTo>
                  <a:lnTo>
                    <a:pt x="3868946" y="331721"/>
                  </a:lnTo>
                  <a:lnTo>
                    <a:pt x="3798602" y="323104"/>
                  </a:lnTo>
                  <a:lnTo>
                    <a:pt x="3728257" y="314162"/>
                  </a:lnTo>
                  <a:lnTo>
                    <a:pt x="3657913" y="304882"/>
                  </a:lnTo>
                  <a:lnTo>
                    <a:pt x="3587569" y="295253"/>
                  </a:lnTo>
                  <a:lnTo>
                    <a:pt x="3517224" y="285260"/>
                  </a:lnTo>
                  <a:lnTo>
                    <a:pt x="3446880" y="274890"/>
                  </a:lnTo>
                  <a:lnTo>
                    <a:pt x="3376535" y="264129"/>
                  </a:lnTo>
                  <a:lnTo>
                    <a:pt x="3306191" y="258028"/>
                  </a:lnTo>
                  <a:lnTo>
                    <a:pt x="3235846" y="254033"/>
                  </a:lnTo>
                  <a:lnTo>
                    <a:pt x="3165502" y="249985"/>
                  </a:lnTo>
                  <a:lnTo>
                    <a:pt x="3095157" y="245885"/>
                  </a:lnTo>
                  <a:lnTo>
                    <a:pt x="3024813" y="241729"/>
                  </a:lnTo>
                  <a:lnTo>
                    <a:pt x="2954468" y="237519"/>
                  </a:lnTo>
                  <a:lnTo>
                    <a:pt x="2884124" y="233253"/>
                  </a:lnTo>
                  <a:lnTo>
                    <a:pt x="2813779" y="228931"/>
                  </a:lnTo>
                  <a:lnTo>
                    <a:pt x="2743435" y="224552"/>
                  </a:lnTo>
                  <a:lnTo>
                    <a:pt x="2673090" y="220115"/>
                  </a:lnTo>
                  <a:lnTo>
                    <a:pt x="2602746" y="215619"/>
                  </a:lnTo>
                  <a:lnTo>
                    <a:pt x="2532401" y="211063"/>
                  </a:lnTo>
                  <a:lnTo>
                    <a:pt x="2462057" y="206448"/>
                  </a:lnTo>
                  <a:lnTo>
                    <a:pt x="2391712" y="201771"/>
                  </a:lnTo>
                  <a:lnTo>
                    <a:pt x="2321368" y="197032"/>
                  </a:lnTo>
                  <a:lnTo>
                    <a:pt x="2251023" y="192231"/>
                  </a:lnTo>
                  <a:lnTo>
                    <a:pt x="2180679" y="187367"/>
                  </a:lnTo>
                  <a:lnTo>
                    <a:pt x="2110334" y="182438"/>
                  </a:lnTo>
                  <a:lnTo>
                    <a:pt x="2039990" y="177443"/>
                  </a:lnTo>
                  <a:lnTo>
                    <a:pt x="1969645" y="172383"/>
                  </a:lnTo>
                  <a:lnTo>
                    <a:pt x="1899301" y="167256"/>
                  </a:lnTo>
                  <a:lnTo>
                    <a:pt x="1828956" y="162061"/>
                  </a:lnTo>
                  <a:lnTo>
                    <a:pt x="1758612" y="156797"/>
                  </a:lnTo>
                  <a:lnTo>
                    <a:pt x="1688267" y="151464"/>
                  </a:lnTo>
                  <a:lnTo>
                    <a:pt x="1617923" y="146060"/>
                  </a:lnTo>
                  <a:lnTo>
                    <a:pt x="1547578" y="140585"/>
                  </a:lnTo>
                  <a:lnTo>
                    <a:pt x="1477234" y="135038"/>
                  </a:lnTo>
                  <a:lnTo>
                    <a:pt x="1406889" y="129417"/>
                  </a:lnTo>
                  <a:lnTo>
                    <a:pt x="1336545" y="123721"/>
                  </a:lnTo>
                  <a:lnTo>
                    <a:pt x="1266200" y="117951"/>
                  </a:lnTo>
                  <a:lnTo>
                    <a:pt x="1195856" y="112104"/>
                  </a:lnTo>
                  <a:lnTo>
                    <a:pt x="1125511" y="106180"/>
                  </a:lnTo>
                  <a:lnTo>
                    <a:pt x="1055167" y="100177"/>
                  </a:lnTo>
                  <a:lnTo>
                    <a:pt x="984822" y="94095"/>
                  </a:lnTo>
                  <a:lnTo>
                    <a:pt x="914478" y="87933"/>
                  </a:lnTo>
                  <a:lnTo>
                    <a:pt x="844133" y="81689"/>
                  </a:lnTo>
                  <a:lnTo>
                    <a:pt x="773789" y="75362"/>
                  </a:lnTo>
                  <a:lnTo>
                    <a:pt x="703444" y="68952"/>
                  </a:lnTo>
                  <a:lnTo>
                    <a:pt x="633100" y="62457"/>
                  </a:lnTo>
                  <a:lnTo>
                    <a:pt x="562755" y="55877"/>
                  </a:lnTo>
                  <a:lnTo>
                    <a:pt x="492411" y="49209"/>
                  </a:lnTo>
                  <a:lnTo>
                    <a:pt x="422066" y="42453"/>
                  </a:lnTo>
                  <a:lnTo>
                    <a:pt x="351722" y="35608"/>
                  </a:lnTo>
                  <a:lnTo>
                    <a:pt x="281377" y="28672"/>
                  </a:lnTo>
                  <a:lnTo>
                    <a:pt x="211033" y="21645"/>
                  </a:lnTo>
                  <a:lnTo>
                    <a:pt x="140688" y="14524"/>
                  </a:lnTo>
                  <a:lnTo>
                    <a:pt x="70344" y="73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409945"/>
              <a:ext cx="6964104" cy="907704"/>
            </a:xfrm>
            <a:custGeom>
              <a:avLst/>
              <a:pathLst>
                <a:path w="6964104" h="907704">
                  <a:moveTo>
                    <a:pt x="0" y="0"/>
                  </a:moveTo>
                  <a:lnTo>
                    <a:pt x="70344" y="24534"/>
                  </a:lnTo>
                  <a:lnTo>
                    <a:pt x="140688" y="48461"/>
                  </a:lnTo>
                  <a:lnTo>
                    <a:pt x="211033" y="71796"/>
                  </a:lnTo>
                  <a:lnTo>
                    <a:pt x="281377" y="94552"/>
                  </a:lnTo>
                  <a:lnTo>
                    <a:pt x="351722" y="116744"/>
                  </a:lnTo>
                  <a:lnTo>
                    <a:pt x="422066" y="138387"/>
                  </a:lnTo>
                  <a:lnTo>
                    <a:pt x="492411" y="159493"/>
                  </a:lnTo>
                  <a:lnTo>
                    <a:pt x="562755" y="180077"/>
                  </a:lnTo>
                  <a:lnTo>
                    <a:pt x="633100" y="200150"/>
                  </a:lnTo>
                  <a:lnTo>
                    <a:pt x="703444" y="219727"/>
                  </a:lnTo>
                  <a:lnTo>
                    <a:pt x="773789" y="238818"/>
                  </a:lnTo>
                  <a:lnTo>
                    <a:pt x="844133" y="257436"/>
                  </a:lnTo>
                  <a:lnTo>
                    <a:pt x="914478" y="275593"/>
                  </a:lnTo>
                  <a:lnTo>
                    <a:pt x="984822" y="293301"/>
                  </a:lnTo>
                  <a:lnTo>
                    <a:pt x="1055167" y="310569"/>
                  </a:lnTo>
                  <a:lnTo>
                    <a:pt x="1125511" y="327410"/>
                  </a:lnTo>
                  <a:lnTo>
                    <a:pt x="1195856" y="343834"/>
                  </a:lnTo>
                  <a:lnTo>
                    <a:pt x="1266200" y="359850"/>
                  </a:lnTo>
                  <a:lnTo>
                    <a:pt x="1336545" y="375470"/>
                  </a:lnTo>
                  <a:lnTo>
                    <a:pt x="1406889" y="390703"/>
                  </a:lnTo>
                  <a:lnTo>
                    <a:pt x="1477234" y="405559"/>
                  </a:lnTo>
                  <a:lnTo>
                    <a:pt x="1547578" y="420046"/>
                  </a:lnTo>
                  <a:lnTo>
                    <a:pt x="1617923" y="434175"/>
                  </a:lnTo>
                  <a:lnTo>
                    <a:pt x="1688267" y="447953"/>
                  </a:lnTo>
                  <a:lnTo>
                    <a:pt x="1758612" y="461391"/>
                  </a:lnTo>
                  <a:lnTo>
                    <a:pt x="1828956" y="474495"/>
                  </a:lnTo>
                  <a:lnTo>
                    <a:pt x="1899301" y="487275"/>
                  </a:lnTo>
                  <a:lnTo>
                    <a:pt x="1969645" y="499738"/>
                  </a:lnTo>
                  <a:lnTo>
                    <a:pt x="2039990" y="511892"/>
                  </a:lnTo>
                  <a:lnTo>
                    <a:pt x="2110334" y="523745"/>
                  </a:lnTo>
                  <a:lnTo>
                    <a:pt x="2180679" y="535305"/>
                  </a:lnTo>
                  <a:lnTo>
                    <a:pt x="2251023" y="546578"/>
                  </a:lnTo>
                  <a:lnTo>
                    <a:pt x="2321368" y="557572"/>
                  </a:lnTo>
                  <a:lnTo>
                    <a:pt x="2391712" y="568294"/>
                  </a:lnTo>
                  <a:lnTo>
                    <a:pt x="2462057" y="578750"/>
                  </a:lnTo>
                  <a:lnTo>
                    <a:pt x="2532401" y="588946"/>
                  </a:lnTo>
                  <a:lnTo>
                    <a:pt x="2602746" y="598891"/>
                  </a:lnTo>
                  <a:lnTo>
                    <a:pt x="2673090" y="608589"/>
                  </a:lnTo>
                  <a:lnTo>
                    <a:pt x="2743435" y="618046"/>
                  </a:lnTo>
                  <a:lnTo>
                    <a:pt x="2813779" y="627270"/>
                  </a:lnTo>
                  <a:lnTo>
                    <a:pt x="2884124" y="636265"/>
                  </a:lnTo>
                  <a:lnTo>
                    <a:pt x="2954468" y="645037"/>
                  </a:lnTo>
                  <a:lnTo>
                    <a:pt x="3024813" y="653591"/>
                  </a:lnTo>
                  <a:lnTo>
                    <a:pt x="3095157" y="661934"/>
                  </a:lnTo>
                  <a:lnTo>
                    <a:pt x="3165502" y="670070"/>
                  </a:lnTo>
                  <a:lnTo>
                    <a:pt x="3235846" y="678005"/>
                  </a:lnTo>
                  <a:lnTo>
                    <a:pt x="3306191" y="685743"/>
                  </a:lnTo>
                  <a:lnTo>
                    <a:pt x="3376535" y="693289"/>
                  </a:lnTo>
                  <a:lnTo>
                    <a:pt x="3446880" y="700648"/>
                  </a:lnTo>
                  <a:lnTo>
                    <a:pt x="3517224" y="707825"/>
                  </a:lnTo>
                  <a:lnTo>
                    <a:pt x="3587569" y="714825"/>
                  </a:lnTo>
                  <a:lnTo>
                    <a:pt x="3657913" y="721650"/>
                  </a:lnTo>
                  <a:lnTo>
                    <a:pt x="3728257" y="728307"/>
                  </a:lnTo>
                  <a:lnTo>
                    <a:pt x="3798602" y="734799"/>
                  </a:lnTo>
                  <a:lnTo>
                    <a:pt x="3868946" y="741130"/>
                  </a:lnTo>
                  <a:lnTo>
                    <a:pt x="3939291" y="747304"/>
                  </a:lnTo>
                  <a:lnTo>
                    <a:pt x="4009635" y="753325"/>
                  </a:lnTo>
                  <a:lnTo>
                    <a:pt x="4079980" y="759197"/>
                  </a:lnTo>
                  <a:lnTo>
                    <a:pt x="4150324" y="764924"/>
                  </a:lnTo>
                  <a:lnTo>
                    <a:pt x="4220669" y="770508"/>
                  </a:lnTo>
                  <a:lnTo>
                    <a:pt x="4291013" y="775955"/>
                  </a:lnTo>
                  <a:lnTo>
                    <a:pt x="4361358" y="781266"/>
                  </a:lnTo>
                  <a:lnTo>
                    <a:pt x="4431702" y="786446"/>
                  </a:lnTo>
                  <a:lnTo>
                    <a:pt x="4502047" y="791497"/>
                  </a:lnTo>
                  <a:lnTo>
                    <a:pt x="4572391" y="796424"/>
                  </a:lnTo>
                  <a:lnTo>
                    <a:pt x="4642736" y="801228"/>
                  </a:lnTo>
                  <a:lnTo>
                    <a:pt x="4713080" y="805913"/>
                  </a:lnTo>
                  <a:lnTo>
                    <a:pt x="4783425" y="810482"/>
                  </a:lnTo>
                  <a:lnTo>
                    <a:pt x="4853769" y="814938"/>
                  </a:lnTo>
                  <a:lnTo>
                    <a:pt x="4924114" y="819284"/>
                  </a:lnTo>
                  <a:lnTo>
                    <a:pt x="4994458" y="823522"/>
                  </a:lnTo>
                  <a:lnTo>
                    <a:pt x="5064803" y="827655"/>
                  </a:lnTo>
                  <a:lnTo>
                    <a:pt x="5135147" y="831685"/>
                  </a:lnTo>
                  <a:lnTo>
                    <a:pt x="5205492" y="835616"/>
                  </a:lnTo>
                  <a:lnTo>
                    <a:pt x="5275836" y="839449"/>
                  </a:lnTo>
                  <a:lnTo>
                    <a:pt x="5346181" y="843188"/>
                  </a:lnTo>
                  <a:lnTo>
                    <a:pt x="5416525" y="846833"/>
                  </a:lnTo>
                  <a:lnTo>
                    <a:pt x="5486870" y="850389"/>
                  </a:lnTo>
                  <a:lnTo>
                    <a:pt x="5557214" y="853856"/>
                  </a:lnTo>
                  <a:lnTo>
                    <a:pt x="5627559" y="857238"/>
                  </a:lnTo>
                  <a:lnTo>
                    <a:pt x="5697903" y="860535"/>
                  </a:lnTo>
                  <a:lnTo>
                    <a:pt x="5768248" y="863751"/>
                  </a:lnTo>
                  <a:lnTo>
                    <a:pt x="5838592" y="866888"/>
                  </a:lnTo>
                  <a:lnTo>
                    <a:pt x="5908937" y="869946"/>
                  </a:lnTo>
                  <a:lnTo>
                    <a:pt x="5979281" y="872929"/>
                  </a:lnTo>
                  <a:lnTo>
                    <a:pt x="6049626" y="875838"/>
                  </a:lnTo>
                  <a:lnTo>
                    <a:pt x="6119970" y="878675"/>
                  </a:lnTo>
                  <a:lnTo>
                    <a:pt x="6190315" y="881441"/>
                  </a:lnTo>
                  <a:lnTo>
                    <a:pt x="6260659" y="884139"/>
                  </a:lnTo>
                  <a:lnTo>
                    <a:pt x="6331004" y="886771"/>
                  </a:lnTo>
                  <a:lnTo>
                    <a:pt x="6401348" y="889337"/>
                  </a:lnTo>
                  <a:lnTo>
                    <a:pt x="6471693" y="891839"/>
                  </a:lnTo>
                  <a:lnTo>
                    <a:pt x="6542037" y="894280"/>
                  </a:lnTo>
                  <a:lnTo>
                    <a:pt x="6612382" y="896660"/>
                  </a:lnTo>
                  <a:lnTo>
                    <a:pt x="6682726" y="898981"/>
                  </a:lnTo>
                  <a:lnTo>
                    <a:pt x="6753071" y="901244"/>
                  </a:lnTo>
                  <a:lnTo>
                    <a:pt x="6823415" y="903452"/>
                  </a:lnTo>
                  <a:lnTo>
                    <a:pt x="6893760" y="905604"/>
                  </a:lnTo>
                  <a:lnTo>
                    <a:pt x="6964104" y="9077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2.42 (1.59-3.68)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336484"/>
              <a:ext cx="6964104" cy="1212433"/>
            </a:xfrm>
            <a:custGeom>
              <a:avLst/>
              <a:pathLst>
                <a:path w="6964104" h="1212433">
                  <a:moveTo>
                    <a:pt x="629405" y="0"/>
                  </a:moveTo>
                  <a:lnTo>
                    <a:pt x="633100" y="2486"/>
                  </a:lnTo>
                  <a:lnTo>
                    <a:pt x="703444" y="48105"/>
                  </a:lnTo>
                  <a:lnTo>
                    <a:pt x="773789" y="92065"/>
                  </a:lnTo>
                  <a:lnTo>
                    <a:pt x="844133" y="134426"/>
                  </a:lnTo>
                  <a:lnTo>
                    <a:pt x="914478" y="175248"/>
                  </a:lnTo>
                  <a:lnTo>
                    <a:pt x="984822" y="214585"/>
                  </a:lnTo>
                  <a:lnTo>
                    <a:pt x="1055167" y="252492"/>
                  </a:lnTo>
                  <a:lnTo>
                    <a:pt x="1125511" y="289021"/>
                  </a:lnTo>
                  <a:lnTo>
                    <a:pt x="1195856" y="324222"/>
                  </a:lnTo>
                  <a:lnTo>
                    <a:pt x="1266200" y="358143"/>
                  </a:lnTo>
                  <a:lnTo>
                    <a:pt x="1336545" y="390830"/>
                  </a:lnTo>
                  <a:lnTo>
                    <a:pt x="1406889" y="422330"/>
                  </a:lnTo>
                  <a:lnTo>
                    <a:pt x="1477234" y="452683"/>
                  </a:lnTo>
                  <a:lnTo>
                    <a:pt x="1547578" y="481934"/>
                  </a:lnTo>
                  <a:lnTo>
                    <a:pt x="1617923" y="510121"/>
                  </a:lnTo>
                  <a:lnTo>
                    <a:pt x="1688267" y="537283"/>
                  </a:lnTo>
                  <a:lnTo>
                    <a:pt x="1758612" y="563457"/>
                  </a:lnTo>
                  <a:lnTo>
                    <a:pt x="1828956" y="588680"/>
                  </a:lnTo>
                  <a:lnTo>
                    <a:pt x="1899301" y="612986"/>
                  </a:lnTo>
                  <a:lnTo>
                    <a:pt x="1969645" y="636408"/>
                  </a:lnTo>
                  <a:lnTo>
                    <a:pt x="2039990" y="658979"/>
                  </a:lnTo>
                  <a:lnTo>
                    <a:pt x="2110334" y="680729"/>
                  </a:lnTo>
                  <a:lnTo>
                    <a:pt x="2180679" y="701688"/>
                  </a:lnTo>
                  <a:lnTo>
                    <a:pt x="2251023" y="721885"/>
                  </a:lnTo>
                  <a:lnTo>
                    <a:pt x="2321368" y="741348"/>
                  </a:lnTo>
                  <a:lnTo>
                    <a:pt x="2391712" y="760103"/>
                  </a:lnTo>
                  <a:lnTo>
                    <a:pt x="2462057" y="778177"/>
                  </a:lnTo>
                  <a:lnTo>
                    <a:pt x="2532401" y="795593"/>
                  </a:lnTo>
                  <a:lnTo>
                    <a:pt x="2602746" y="812376"/>
                  </a:lnTo>
                  <a:lnTo>
                    <a:pt x="2673090" y="828549"/>
                  </a:lnTo>
                  <a:lnTo>
                    <a:pt x="2743435" y="844133"/>
                  </a:lnTo>
                  <a:lnTo>
                    <a:pt x="2813779" y="859152"/>
                  </a:lnTo>
                  <a:lnTo>
                    <a:pt x="2884124" y="873624"/>
                  </a:lnTo>
                  <a:lnTo>
                    <a:pt x="2954468" y="887570"/>
                  </a:lnTo>
                  <a:lnTo>
                    <a:pt x="3024813" y="901009"/>
                  </a:lnTo>
                  <a:lnTo>
                    <a:pt x="3095157" y="913959"/>
                  </a:lnTo>
                  <a:lnTo>
                    <a:pt x="3165502" y="926438"/>
                  </a:lnTo>
                  <a:lnTo>
                    <a:pt x="3235846" y="938464"/>
                  </a:lnTo>
                  <a:lnTo>
                    <a:pt x="3306191" y="950053"/>
                  </a:lnTo>
                  <a:lnTo>
                    <a:pt x="3376535" y="959061"/>
                  </a:lnTo>
                  <a:lnTo>
                    <a:pt x="3446880" y="962952"/>
                  </a:lnTo>
                  <a:lnTo>
                    <a:pt x="3517224" y="966793"/>
                  </a:lnTo>
                  <a:lnTo>
                    <a:pt x="3587569" y="970583"/>
                  </a:lnTo>
                  <a:lnTo>
                    <a:pt x="3657913" y="974323"/>
                  </a:lnTo>
                  <a:lnTo>
                    <a:pt x="3728257" y="978015"/>
                  </a:lnTo>
                  <a:lnTo>
                    <a:pt x="3798602" y="981659"/>
                  </a:lnTo>
                  <a:lnTo>
                    <a:pt x="3868946" y="985255"/>
                  </a:lnTo>
                  <a:lnTo>
                    <a:pt x="3939291" y="988804"/>
                  </a:lnTo>
                  <a:lnTo>
                    <a:pt x="4009635" y="992307"/>
                  </a:lnTo>
                  <a:lnTo>
                    <a:pt x="4079980" y="995764"/>
                  </a:lnTo>
                  <a:lnTo>
                    <a:pt x="4150324" y="999176"/>
                  </a:lnTo>
                  <a:lnTo>
                    <a:pt x="4220669" y="1002544"/>
                  </a:lnTo>
                  <a:lnTo>
                    <a:pt x="4291013" y="1005867"/>
                  </a:lnTo>
                  <a:lnTo>
                    <a:pt x="4361358" y="1009147"/>
                  </a:lnTo>
                  <a:lnTo>
                    <a:pt x="4431702" y="1012385"/>
                  </a:lnTo>
                  <a:lnTo>
                    <a:pt x="4502047" y="1015580"/>
                  </a:lnTo>
                  <a:lnTo>
                    <a:pt x="4572391" y="1018733"/>
                  </a:lnTo>
                  <a:lnTo>
                    <a:pt x="4642736" y="1021845"/>
                  </a:lnTo>
                  <a:lnTo>
                    <a:pt x="4713080" y="1024917"/>
                  </a:lnTo>
                  <a:lnTo>
                    <a:pt x="4783425" y="1027949"/>
                  </a:lnTo>
                  <a:lnTo>
                    <a:pt x="4853769" y="1030940"/>
                  </a:lnTo>
                  <a:lnTo>
                    <a:pt x="4924114" y="1033893"/>
                  </a:lnTo>
                  <a:lnTo>
                    <a:pt x="4994458" y="1036808"/>
                  </a:lnTo>
                  <a:lnTo>
                    <a:pt x="5064803" y="1039684"/>
                  </a:lnTo>
                  <a:lnTo>
                    <a:pt x="5135147" y="1042523"/>
                  </a:lnTo>
                  <a:lnTo>
                    <a:pt x="5205492" y="1045325"/>
                  </a:lnTo>
                  <a:lnTo>
                    <a:pt x="5275836" y="1048090"/>
                  </a:lnTo>
                  <a:lnTo>
                    <a:pt x="5346181" y="1050819"/>
                  </a:lnTo>
                  <a:lnTo>
                    <a:pt x="5416525" y="1053513"/>
                  </a:lnTo>
                  <a:lnTo>
                    <a:pt x="5486870" y="1056171"/>
                  </a:lnTo>
                  <a:lnTo>
                    <a:pt x="5557214" y="1058795"/>
                  </a:lnTo>
                  <a:lnTo>
                    <a:pt x="5627559" y="1061384"/>
                  </a:lnTo>
                  <a:lnTo>
                    <a:pt x="5697903" y="1063940"/>
                  </a:lnTo>
                  <a:lnTo>
                    <a:pt x="5768248" y="1066462"/>
                  </a:lnTo>
                  <a:lnTo>
                    <a:pt x="5838592" y="1068951"/>
                  </a:lnTo>
                  <a:lnTo>
                    <a:pt x="5908937" y="1071408"/>
                  </a:lnTo>
                  <a:lnTo>
                    <a:pt x="5979281" y="1073833"/>
                  </a:lnTo>
                  <a:lnTo>
                    <a:pt x="6049626" y="1076226"/>
                  </a:lnTo>
                  <a:lnTo>
                    <a:pt x="6119970" y="1078588"/>
                  </a:lnTo>
                  <a:lnTo>
                    <a:pt x="6190315" y="1080919"/>
                  </a:lnTo>
                  <a:lnTo>
                    <a:pt x="6260659" y="1083220"/>
                  </a:lnTo>
                  <a:lnTo>
                    <a:pt x="6331004" y="1085490"/>
                  </a:lnTo>
                  <a:lnTo>
                    <a:pt x="6401348" y="1087731"/>
                  </a:lnTo>
                  <a:lnTo>
                    <a:pt x="6471693" y="1089943"/>
                  </a:lnTo>
                  <a:lnTo>
                    <a:pt x="6542037" y="1092126"/>
                  </a:lnTo>
                  <a:lnTo>
                    <a:pt x="6612382" y="1094280"/>
                  </a:lnTo>
                  <a:lnTo>
                    <a:pt x="6682726" y="1096407"/>
                  </a:lnTo>
                  <a:lnTo>
                    <a:pt x="6753071" y="1098505"/>
                  </a:lnTo>
                  <a:lnTo>
                    <a:pt x="6823415" y="1100576"/>
                  </a:lnTo>
                  <a:lnTo>
                    <a:pt x="6893760" y="1102620"/>
                  </a:lnTo>
                  <a:lnTo>
                    <a:pt x="6964104" y="1104638"/>
                  </a:lnTo>
                  <a:lnTo>
                    <a:pt x="6964104" y="1212433"/>
                  </a:lnTo>
                  <a:lnTo>
                    <a:pt x="6893760" y="1210744"/>
                  </a:lnTo>
                  <a:lnTo>
                    <a:pt x="6823415" y="1208991"/>
                  </a:lnTo>
                  <a:lnTo>
                    <a:pt x="6753071" y="1207172"/>
                  </a:lnTo>
                  <a:lnTo>
                    <a:pt x="6682726" y="1205285"/>
                  </a:lnTo>
                  <a:lnTo>
                    <a:pt x="6612382" y="1203326"/>
                  </a:lnTo>
                  <a:lnTo>
                    <a:pt x="6542037" y="1201293"/>
                  </a:lnTo>
                  <a:lnTo>
                    <a:pt x="6471693" y="1199184"/>
                  </a:lnTo>
                  <a:lnTo>
                    <a:pt x="6401348" y="1196995"/>
                  </a:lnTo>
                  <a:lnTo>
                    <a:pt x="6331004" y="1194723"/>
                  </a:lnTo>
                  <a:lnTo>
                    <a:pt x="6260659" y="1192366"/>
                  </a:lnTo>
                  <a:lnTo>
                    <a:pt x="6190315" y="1189920"/>
                  </a:lnTo>
                  <a:lnTo>
                    <a:pt x="6119970" y="1187381"/>
                  </a:lnTo>
                  <a:lnTo>
                    <a:pt x="6049626" y="1184747"/>
                  </a:lnTo>
                  <a:lnTo>
                    <a:pt x="5979281" y="1182013"/>
                  </a:lnTo>
                  <a:lnTo>
                    <a:pt x="5908937" y="1179176"/>
                  </a:lnTo>
                  <a:lnTo>
                    <a:pt x="5838592" y="1176232"/>
                  </a:lnTo>
                  <a:lnTo>
                    <a:pt x="5768248" y="1173177"/>
                  </a:lnTo>
                  <a:lnTo>
                    <a:pt x="5697903" y="1170007"/>
                  </a:lnTo>
                  <a:lnTo>
                    <a:pt x="5627559" y="1166717"/>
                  </a:lnTo>
                  <a:lnTo>
                    <a:pt x="5557214" y="1163304"/>
                  </a:lnTo>
                  <a:lnTo>
                    <a:pt x="5486870" y="1159761"/>
                  </a:lnTo>
                  <a:lnTo>
                    <a:pt x="5416525" y="1156084"/>
                  </a:lnTo>
                  <a:lnTo>
                    <a:pt x="5346181" y="1152269"/>
                  </a:lnTo>
                  <a:lnTo>
                    <a:pt x="5275836" y="1148310"/>
                  </a:lnTo>
                  <a:lnTo>
                    <a:pt x="5205492" y="1144202"/>
                  </a:lnTo>
                  <a:lnTo>
                    <a:pt x="5135147" y="1139938"/>
                  </a:lnTo>
                  <a:lnTo>
                    <a:pt x="5064803" y="1135514"/>
                  </a:lnTo>
                  <a:lnTo>
                    <a:pt x="4994458" y="1130923"/>
                  </a:lnTo>
                  <a:lnTo>
                    <a:pt x="4924114" y="1126159"/>
                  </a:lnTo>
                  <a:lnTo>
                    <a:pt x="4853769" y="1121214"/>
                  </a:lnTo>
                  <a:lnTo>
                    <a:pt x="4783425" y="1116084"/>
                  </a:lnTo>
                  <a:lnTo>
                    <a:pt x="4713080" y="1110759"/>
                  </a:lnTo>
                  <a:lnTo>
                    <a:pt x="4642736" y="1105234"/>
                  </a:lnTo>
                  <a:lnTo>
                    <a:pt x="4572391" y="1099501"/>
                  </a:lnTo>
                  <a:lnTo>
                    <a:pt x="4502047" y="1093551"/>
                  </a:lnTo>
                  <a:lnTo>
                    <a:pt x="4431702" y="1087376"/>
                  </a:lnTo>
                  <a:lnTo>
                    <a:pt x="4361358" y="1080969"/>
                  </a:lnTo>
                  <a:lnTo>
                    <a:pt x="4291013" y="1074320"/>
                  </a:lnTo>
                  <a:lnTo>
                    <a:pt x="4220669" y="1067419"/>
                  </a:lnTo>
                  <a:lnTo>
                    <a:pt x="4150324" y="1060259"/>
                  </a:lnTo>
                  <a:lnTo>
                    <a:pt x="4079980" y="1052829"/>
                  </a:lnTo>
                  <a:lnTo>
                    <a:pt x="4009635" y="1045118"/>
                  </a:lnTo>
                  <a:lnTo>
                    <a:pt x="3939291" y="1037116"/>
                  </a:lnTo>
                  <a:lnTo>
                    <a:pt x="3868946" y="1028812"/>
                  </a:lnTo>
                  <a:lnTo>
                    <a:pt x="3798602" y="1020195"/>
                  </a:lnTo>
                  <a:lnTo>
                    <a:pt x="3728257" y="1011253"/>
                  </a:lnTo>
                  <a:lnTo>
                    <a:pt x="3657913" y="1001974"/>
                  </a:lnTo>
                  <a:lnTo>
                    <a:pt x="3587569" y="992344"/>
                  </a:lnTo>
                  <a:lnTo>
                    <a:pt x="3517224" y="982351"/>
                  </a:lnTo>
                  <a:lnTo>
                    <a:pt x="3446880" y="971981"/>
                  </a:lnTo>
                  <a:lnTo>
                    <a:pt x="3376535" y="961220"/>
                  </a:lnTo>
                  <a:lnTo>
                    <a:pt x="3306191" y="955119"/>
                  </a:lnTo>
                  <a:lnTo>
                    <a:pt x="3235846" y="951124"/>
                  </a:lnTo>
                  <a:lnTo>
                    <a:pt x="3165502" y="947077"/>
                  </a:lnTo>
                  <a:lnTo>
                    <a:pt x="3095157" y="942976"/>
                  </a:lnTo>
                  <a:lnTo>
                    <a:pt x="3024813" y="938821"/>
                  </a:lnTo>
                  <a:lnTo>
                    <a:pt x="2954468" y="934610"/>
                  </a:lnTo>
                  <a:lnTo>
                    <a:pt x="2884124" y="930345"/>
                  </a:lnTo>
                  <a:lnTo>
                    <a:pt x="2813779" y="926022"/>
                  </a:lnTo>
                  <a:lnTo>
                    <a:pt x="2743435" y="921643"/>
                  </a:lnTo>
                  <a:lnTo>
                    <a:pt x="2673090" y="917206"/>
                  </a:lnTo>
                  <a:lnTo>
                    <a:pt x="2602746" y="912710"/>
                  </a:lnTo>
                  <a:lnTo>
                    <a:pt x="2532401" y="908154"/>
                  </a:lnTo>
                  <a:lnTo>
                    <a:pt x="2462057" y="903539"/>
                  </a:lnTo>
                  <a:lnTo>
                    <a:pt x="2391712" y="898862"/>
                  </a:lnTo>
                  <a:lnTo>
                    <a:pt x="2321368" y="894124"/>
                  </a:lnTo>
                  <a:lnTo>
                    <a:pt x="2251023" y="889322"/>
                  </a:lnTo>
                  <a:lnTo>
                    <a:pt x="2180679" y="884458"/>
                  </a:lnTo>
                  <a:lnTo>
                    <a:pt x="2110334" y="879529"/>
                  </a:lnTo>
                  <a:lnTo>
                    <a:pt x="2039990" y="874535"/>
                  </a:lnTo>
                  <a:lnTo>
                    <a:pt x="1969645" y="869474"/>
                  </a:lnTo>
                  <a:lnTo>
                    <a:pt x="1899301" y="864347"/>
                  </a:lnTo>
                  <a:lnTo>
                    <a:pt x="1828956" y="859152"/>
                  </a:lnTo>
                  <a:lnTo>
                    <a:pt x="1758612" y="853889"/>
                  </a:lnTo>
                  <a:lnTo>
                    <a:pt x="1688267" y="848556"/>
                  </a:lnTo>
                  <a:lnTo>
                    <a:pt x="1617923" y="843152"/>
                  </a:lnTo>
                  <a:lnTo>
                    <a:pt x="1547578" y="837677"/>
                  </a:lnTo>
                  <a:lnTo>
                    <a:pt x="1477234" y="832129"/>
                  </a:lnTo>
                  <a:lnTo>
                    <a:pt x="1406889" y="826508"/>
                  </a:lnTo>
                  <a:lnTo>
                    <a:pt x="1336545" y="820813"/>
                  </a:lnTo>
                  <a:lnTo>
                    <a:pt x="1266200" y="815042"/>
                  </a:lnTo>
                  <a:lnTo>
                    <a:pt x="1195856" y="809195"/>
                  </a:lnTo>
                  <a:lnTo>
                    <a:pt x="1125511" y="803271"/>
                  </a:lnTo>
                  <a:lnTo>
                    <a:pt x="1055167" y="797268"/>
                  </a:lnTo>
                  <a:lnTo>
                    <a:pt x="984822" y="791186"/>
                  </a:lnTo>
                  <a:lnTo>
                    <a:pt x="914478" y="785024"/>
                  </a:lnTo>
                  <a:lnTo>
                    <a:pt x="844133" y="778780"/>
                  </a:lnTo>
                  <a:lnTo>
                    <a:pt x="773789" y="772454"/>
                  </a:lnTo>
                  <a:lnTo>
                    <a:pt x="703444" y="766044"/>
                  </a:lnTo>
                  <a:lnTo>
                    <a:pt x="633100" y="759549"/>
                  </a:lnTo>
                  <a:lnTo>
                    <a:pt x="562755" y="752968"/>
                  </a:lnTo>
                  <a:lnTo>
                    <a:pt x="492411" y="746300"/>
                  </a:lnTo>
                  <a:lnTo>
                    <a:pt x="422066" y="739544"/>
                  </a:lnTo>
                  <a:lnTo>
                    <a:pt x="351722" y="732699"/>
                  </a:lnTo>
                  <a:lnTo>
                    <a:pt x="281377" y="725763"/>
                  </a:lnTo>
                  <a:lnTo>
                    <a:pt x="211033" y="718736"/>
                  </a:lnTo>
                  <a:lnTo>
                    <a:pt x="140688" y="711615"/>
                  </a:lnTo>
                  <a:lnTo>
                    <a:pt x="70344" y="704401"/>
                  </a:lnTo>
                  <a:lnTo>
                    <a:pt x="0" y="6970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1864717" y="4336484"/>
              <a:ext cx="6334699" cy="1104638"/>
            </a:xfrm>
            <a:custGeom>
              <a:avLst/>
              <a:pathLst>
                <a:path w="6334699" h="1104638">
                  <a:moveTo>
                    <a:pt x="0" y="0"/>
                  </a:moveTo>
                  <a:lnTo>
                    <a:pt x="3695" y="2486"/>
                  </a:lnTo>
                  <a:lnTo>
                    <a:pt x="74039" y="48105"/>
                  </a:lnTo>
                  <a:lnTo>
                    <a:pt x="144384" y="92065"/>
                  </a:lnTo>
                  <a:lnTo>
                    <a:pt x="214728" y="134426"/>
                  </a:lnTo>
                  <a:lnTo>
                    <a:pt x="285073" y="175248"/>
                  </a:lnTo>
                  <a:lnTo>
                    <a:pt x="355417" y="214585"/>
                  </a:lnTo>
                  <a:lnTo>
                    <a:pt x="425762" y="252492"/>
                  </a:lnTo>
                  <a:lnTo>
                    <a:pt x="496106" y="289021"/>
                  </a:lnTo>
                  <a:lnTo>
                    <a:pt x="566451" y="324222"/>
                  </a:lnTo>
                  <a:lnTo>
                    <a:pt x="636795" y="358143"/>
                  </a:lnTo>
                  <a:lnTo>
                    <a:pt x="707140" y="390830"/>
                  </a:lnTo>
                  <a:lnTo>
                    <a:pt x="777484" y="422330"/>
                  </a:lnTo>
                  <a:lnTo>
                    <a:pt x="847829" y="452683"/>
                  </a:lnTo>
                  <a:lnTo>
                    <a:pt x="918173" y="481934"/>
                  </a:lnTo>
                  <a:lnTo>
                    <a:pt x="988518" y="510121"/>
                  </a:lnTo>
                  <a:lnTo>
                    <a:pt x="1058862" y="537283"/>
                  </a:lnTo>
                  <a:lnTo>
                    <a:pt x="1129207" y="563457"/>
                  </a:lnTo>
                  <a:lnTo>
                    <a:pt x="1199551" y="588680"/>
                  </a:lnTo>
                  <a:lnTo>
                    <a:pt x="1269896" y="612986"/>
                  </a:lnTo>
                  <a:lnTo>
                    <a:pt x="1340240" y="636408"/>
                  </a:lnTo>
                  <a:lnTo>
                    <a:pt x="1410585" y="658979"/>
                  </a:lnTo>
                  <a:lnTo>
                    <a:pt x="1480929" y="680729"/>
                  </a:lnTo>
                  <a:lnTo>
                    <a:pt x="1551274" y="701688"/>
                  </a:lnTo>
                  <a:lnTo>
                    <a:pt x="1621618" y="721885"/>
                  </a:lnTo>
                  <a:lnTo>
                    <a:pt x="1691963" y="741348"/>
                  </a:lnTo>
                  <a:lnTo>
                    <a:pt x="1762307" y="760103"/>
                  </a:lnTo>
                  <a:lnTo>
                    <a:pt x="1832652" y="778177"/>
                  </a:lnTo>
                  <a:lnTo>
                    <a:pt x="1902996" y="795593"/>
                  </a:lnTo>
                  <a:lnTo>
                    <a:pt x="1973341" y="812376"/>
                  </a:lnTo>
                  <a:lnTo>
                    <a:pt x="2043685" y="828549"/>
                  </a:lnTo>
                  <a:lnTo>
                    <a:pt x="2114030" y="844133"/>
                  </a:lnTo>
                  <a:lnTo>
                    <a:pt x="2184374" y="859152"/>
                  </a:lnTo>
                  <a:lnTo>
                    <a:pt x="2254719" y="873624"/>
                  </a:lnTo>
                  <a:lnTo>
                    <a:pt x="2325063" y="887570"/>
                  </a:lnTo>
                  <a:lnTo>
                    <a:pt x="2395408" y="901009"/>
                  </a:lnTo>
                  <a:lnTo>
                    <a:pt x="2465752" y="913959"/>
                  </a:lnTo>
                  <a:lnTo>
                    <a:pt x="2536097" y="926438"/>
                  </a:lnTo>
                  <a:lnTo>
                    <a:pt x="2606441" y="938464"/>
                  </a:lnTo>
                  <a:lnTo>
                    <a:pt x="2676786" y="950053"/>
                  </a:lnTo>
                  <a:lnTo>
                    <a:pt x="2747130" y="959061"/>
                  </a:lnTo>
                  <a:lnTo>
                    <a:pt x="2817474" y="962952"/>
                  </a:lnTo>
                  <a:lnTo>
                    <a:pt x="2887819" y="966793"/>
                  </a:lnTo>
                  <a:lnTo>
                    <a:pt x="2958163" y="970583"/>
                  </a:lnTo>
                  <a:lnTo>
                    <a:pt x="3028508" y="974323"/>
                  </a:lnTo>
                  <a:lnTo>
                    <a:pt x="3098852" y="978015"/>
                  </a:lnTo>
                  <a:lnTo>
                    <a:pt x="3169197" y="981659"/>
                  </a:lnTo>
                  <a:lnTo>
                    <a:pt x="3239541" y="985255"/>
                  </a:lnTo>
                  <a:lnTo>
                    <a:pt x="3309886" y="988804"/>
                  </a:lnTo>
                  <a:lnTo>
                    <a:pt x="3380230" y="992307"/>
                  </a:lnTo>
                  <a:lnTo>
                    <a:pt x="3450575" y="995764"/>
                  </a:lnTo>
                  <a:lnTo>
                    <a:pt x="3520919" y="999176"/>
                  </a:lnTo>
                  <a:lnTo>
                    <a:pt x="3591264" y="1002544"/>
                  </a:lnTo>
                  <a:lnTo>
                    <a:pt x="3661608" y="1005867"/>
                  </a:lnTo>
                  <a:lnTo>
                    <a:pt x="3731953" y="1009147"/>
                  </a:lnTo>
                  <a:lnTo>
                    <a:pt x="3802297" y="1012385"/>
                  </a:lnTo>
                  <a:lnTo>
                    <a:pt x="3872642" y="1015580"/>
                  </a:lnTo>
                  <a:lnTo>
                    <a:pt x="3942986" y="1018733"/>
                  </a:lnTo>
                  <a:lnTo>
                    <a:pt x="4013331" y="1021845"/>
                  </a:lnTo>
                  <a:lnTo>
                    <a:pt x="4083675" y="1024917"/>
                  </a:lnTo>
                  <a:lnTo>
                    <a:pt x="4154020" y="1027949"/>
                  </a:lnTo>
                  <a:lnTo>
                    <a:pt x="4224364" y="1030940"/>
                  </a:lnTo>
                  <a:lnTo>
                    <a:pt x="4294709" y="1033893"/>
                  </a:lnTo>
                  <a:lnTo>
                    <a:pt x="4365053" y="1036808"/>
                  </a:lnTo>
                  <a:lnTo>
                    <a:pt x="4435398" y="1039684"/>
                  </a:lnTo>
                  <a:lnTo>
                    <a:pt x="4505742" y="1042523"/>
                  </a:lnTo>
                  <a:lnTo>
                    <a:pt x="4576087" y="1045325"/>
                  </a:lnTo>
                  <a:lnTo>
                    <a:pt x="4646431" y="1048090"/>
                  </a:lnTo>
                  <a:lnTo>
                    <a:pt x="4716776" y="1050819"/>
                  </a:lnTo>
                  <a:lnTo>
                    <a:pt x="4787120" y="1053513"/>
                  </a:lnTo>
                  <a:lnTo>
                    <a:pt x="4857465" y="1056171"/>
                  </a:lnTo>
                  <a:lnTo>
                    <a:pt x="4927809" y="1058795"/>
                  </a:lnTo>
                  <a:lnTo>
                    <a:pt x="4998154" y="1061384"/>
                  </a:lnTo>
                  <a:lnTo>
                    <a:pt x="5068498" y="1063940"/>
                  </a:lnTo>
                  <a:lnTo>
                    <a:pt x="5138843" y="1066462"/>
                  </a:lnTo>
                  <a:lnTo>
                    <a:pt x="5209187" y="1068951"/>
                  </a:lnTo>
                  <a:lnTo>
                    <a:pt x="5279532" y="1071408"/>
                  </a:lnTo>
                  <a:lnTo>
                    <a:pt x="5349876" y="1073833"/>
                  </a:lnTo>
                  <a:lnTo>
                    <a:pt x="5420221" y="1076226"/>
                  </a:lnTo>
                  <a:lnTo>
                    <a:pt x="5490565" y="1078588"/>
                  </a:lnTo>
                  <a:lnTo>
                    <a:pt x="5560910" y="1080919"/>
                  </a:lnTo>
                  <a:lnTo>
                    <a:pt x="5631254" y="1083220"/>
                  </a:lnTo>
                  <a:lnTo>
                    <a:pt x="5701599" y="1085490"/>
                  </a:lnTo>
                  <a:lnTo>
                    <a:pt x="5771943" y="1087731"/>
                  </a:lnTo>
                  <a:lnTo>
                    <a:pt x="5842288" y="1089943"/>
                  </a:lnTo>
                  <a:lnTo>
                    <a:pt x="5912632" y="1092126"/>
                  </a:lnTo>
                  <a:lnTo>
                    <a:pt x="5982977" y="1094280"/>
                  </a:lnTo>
                  <a:lnTo>
                    <a:pt x="6053321" y="1096407"/>
                  </a:lnTo>
                  <a:lnTo>
                    <a:pt x="6123666" y="1098505"/>
                  </a:lnTo>
                  <a:lnTo>
                    <a:pt x="6194010" y="1100576"/>
                  </a:lnTo>
                  <a:lnTo>
                    <a:pt x="6264355" y="1102620"/>
                  </a:lnTo>
                  <a:lnTo>
                    <a:pt x="6334699" y="11046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5033575"/>
              <a:ext cx="6964104" cy="515342"/>
            </a:xfrm>
            <a:custGeom>
              <a:avLst/>
              <a:pathLst>
                <a:path w="6964104" h="515342">
                  <a:moveTo>
                    <a:pt x="6964104" y="515342"/>
                  </a:moveTo>
                  <a:lnTo>
                    <a:pt x="6893760" y="513653"/>
                  </a:lnTo>
                  <a:lnTo>
                    <a:pt x="6823415" y="511900"/>
                  </a:lnTo>
                  <a:lnTo>
                    <a:pt x="6753071" y="510081"/>
                  </a:lnTo>
                  <a:lnTo>
                    <a:pt x="6682726" y="508193"/>
                  </a:lnTo>
                  <a:lnTo>
                    <a:pt x="6612382" y="506234"/>
                  </a:lnTo>
                  <a:lnTo>
                    <a:pt x="6542037" y="504202"/>
                  </a:lnTo>
                  <a:lnTo>
                    <a:pt x="6471693" y="502092"/>
                  </a:lnTo>
                  <a:lnTo>
                    <a:pt x="6401348" y="499903"/>
                  </a:lnTo>
                  <a:lnTo>
                    <a:pt x="6331004" y="497632"/>
                  </a:lnTo>
                  <a:lnTo>
                    <a:pt x="6260659" y="495274"/>
                  </a:lnTo>
                  <a:lnTo>
                    <a:pt x="6190315" y="492828"/>
                  </a:lnTo>
                  <a:lnTo>
                    <a:pt x="6119970" y="490290"/>
                  </a:lnTo>
                  <a:lnTo>
                    <a:pt x="6049626" y="487655"/>
                  </a:lnTo>
                  <a:lnTo>
                    <a:pt x="5979281" y="484922"/>
                  </a:lnTo>
                  <a:lnTo>
                    <a:pt x="5908937" y="482085"/>
                  </a:lnTo>
                  <a:lnTo>
                    <a:pt x="5838592" y="479141"/>
                  </a:lnTo>
                  <a:lnTo>
                    <a:pt x="5768248" y="476086"/>
                  </a:lnTo>
                  <a:lnTo>
                    <a:pt x="5697903" y="472916"/>
                  </a:lnTo>
                  <a:lnTo>
                    <a:pt x="5627559" y="469626"/>
                  </a:lnTo>
                  <a:lnTo>
                    <a:pt x="5557214" y="466212"/>
                  </a:lnTo>
                  <a:lnTo>
                    <a:pt x="5486870" y="462670"/>
                  </a:lnTo>
                  <a:lnTo>
                    <a:pt x="5416525" y="458993"/>
                  </a:lnTo>
                  <a:lnTo>
                    <a:pt x="5346181" y="455178"/>
                  </a:lnTo>
                  <a:lnTo>
                    <a:pt x="5275836" y="451219"/>
                  </a:lnTo>
                  <a:lnTo>
                    <a:pt x="5205492" y="447111"/>
                  </a:lnTo>
                  <a:lnTo>
                    <a:pt x="5135147" y="442847"/>
                  </a:lnTo>
                  <a:lnTo>
                    <a:pt x="5064803" y="438423"/>
                  </a:lnTo>
                  <a:lnTo>
                    <a:pt x="4994458" y="433832"/>
                  </a:lnTo>
                  <a:lnTo>
                    <a:pt x="4924114" y="429067"/>
                  </a:lnTo>
                  <a:lnTo>
                    <a:pt x="4853769" y="424123"/>
                  </a:lnTo>
                  <a:lnTo>
                    <a:pt x="4783425" y="418992"/>
                  </a:lnTo>
                  <a:lnTo>
                    <a:pt x="4713080" y="413668"/>
                  </a:lnTo>
                  <a:lnTo>
                    <a:pt x="4642736" y="408143"/>
                  </a:lnTo>
                  <a:lnTo>
                    <a:pt x="4572391" y="402409"/>
                  </a:lnTo>
                  <a:lnTo>
                    <a:pt x="4502047" y="396459"/>
                  </a:lnTo>
                  <a:lnTo>
                    <a:pt x="4431702" y="390285"/>
                  </a:lnTo>
                  <a:lnTo>
                    <a:pt x="4361358" y="383877"/>
                  </a:lnTo>
                  <a:lnTo>
                    <a:pt x="4291013" y="377228"/>
                  </a:lnTo>
                  <a:lnTo>
                    <a:pt x="4220669" y="370328"/>
                  </a:lnTo>
                  <a:lnTo>
                    <a:pt x="4150324" y="363168"/>
                  </a:lnTo>
                  <a:lnTo>
                    <a:pt x="4079980" y="355737"/>
                  </a:lnTo>
                  <a:lnTo>
                    <a:pt x="4009635" y="348026"/>
                  </a:lnTo>
                  <a:lnTo>
                    <a:pt x="3939291" y="340025"/>
                  </a:lnTo>
                  <a:lnTo>
                    <a:pt x="3868946" y="331721"/>
                  </a:lnTo>
                  <a:lnTo>
                    <a:pt x="3798602" y="323104"/>
                  </a:lnTo>
                  <a:lnTo>
                    <a:pt x="3728257" y="314162"/>
                  </a:lnTo>
                  <a:lnTo>
                    <a:pt x="3657913" y="304882"/>
                  </a:lnTo>
                  <a:lnTo>
                    <a:pt x="3587569" y="295253"/>
                  </a:lnTo>
                  <a:lnTo>
                    <a:pt x="3517224" y="285260"/>
                  </a:lnTo>
                  <a:lnTo>
                    <a:pt x="3446880" y="274890"/>
                  </a:lnTo>
                  <a:lnTo>
                    <a:pt x="3376535" y="264129"/>
                  </a:lnTo>
                  <a:lnTo>
                    <a:pt x="3306191" y="258028"/>
                  </a:lnTo>
                  <a:lnTo>
                    <a:pt x="3235846" y="254033"/>
                  </a:lnTo>
                  <a:lnTo>
                    <a:pt x="3165502" y="249985"/>
                  </a:lnTo>
                  <a:lnTo>
                    <a:pt x="3095157" y="245885"/>
                  </a:lnTo>
                  <a:lnTo>
                    <a:pt x="3024813" y="241729"/>
                  </a:lnTo>
                  <a:lnTo>
                    <a:pt x="2954468" y="237519"/>
                  </a:lnTo>
                  <a:lnTo>
                    <a:pt x="2884124" y="233253"/>
                  </a:lnTo>
                  <a:lnTo>
                    <a:pt x="2813779" y="228931"/>
                  </a:lnTo>
                  <a:lnTo>
                    <a:pt x="2743435" y="224552"/>
                  </a:lnTo>
                  <a:lnTo>
                    <a:pt x="2673090" y="220115"/>
                  </a:lnTo>
                  <a:lnTo>
                    <a:pt x="2602746" y="215619"/>
                  </a:lnTo>
                  <a:lnTo>
                    <a:pt x="2532401" y="211063"/>
                  </a:lnTo>
                  <a:lnTo>
                    <a:pt x="2462057" y="206448"/>
                  </a:lnTo>
                  <a:lnTo>
                    <a:pt x="2391712" y="201771"/>
                  </a:lnTo>
                  <a:lnTo>
                    <a:pt x="2321368" y="197032"/>
                  </a:lnTo>
                  <a:lnTo>
                    <a:pt x="2251023" y="192231"/>
                  </a:lnTo>
                  <a:lnTo>
                    <a:pt x="2180679" y="187367"/>
                  </a:lnTo>
                  <a:lnTo>
                    <a:pt x="2110334" y="182438"/>
                  </a:lnTo>
                  <a:lnTo>
                    <a:pt x="2039990" y="177443"/>
                  </a:lnTo>
                  <a:lnTo>
                    <a:pt x="1969645" y="172383"/>
                  </a:lnTo>
                  <a:lnTo>
                    <a:pt x="1899301" y="167256"/>
                  </a:lnTo>
                  <a:lnTo>
                    <a:pt x="1828956" y="162061"/>
                  </a:lnTo>
                  <a:lnTo>
                    <a:pt x="1758612" y="156797"/>
                  </a:lnTo>
                  <a:lnTo>
                    <a:pt x="1688267" y="151464"/>
                  </a:lnTo>
                  <a:lnTo>
                    <a:pt x="1617923" y="146060"/>
                  </a:lnTo>
                  <a:lnTo>
                    <a:pt x="1547578" y="140585"/>
                  </a:lnTo>
                  <a:lnTo>
                    <a:pt x="1477234" y="135038"/>
                  </a:lnTo>
                  <a:lnTo>
                    <a:pt x="1406889" y="129417"/>
                  </a:lnTo>
                  <a:lnTo>
                    <a:pt x="1336545" y="123721"/>
                  </a:lnTo>
                  <a:lnTo>
                    <a:pt x="1266200" y="117951"/>
                  </a:lnTo>
                  <a:lnTo>
                    <a:pt x="1195856" y="112104"/>
                  </a:lnTo>
                  <a:lnTo>
                    <a:pt x="1125511" y="106180"/>
                  </a:lnTo>
                  <a:lnTo>
                    <a:pt x="1055167" y="100177"/>
                  </a:lnTo>
                  <a:lnTo>
                    <a:pt x="984822" y="94095"/>
                  </a:lnTo>
                  <a:lnTo>
                    <a:pt x="914478" y="87933"/>
                  </a:lnTo>
                  <a:lnTo>
                    <a:pt x="844133" y="81689"/>
                  </a:lnTo>
                  <a:lnTo>
                    <a:pt x="773789" y="75362"/>
                  </a:lnTo>
                  <a:lnTo>
                    <a:pt x="703444" y="68952"/>
                  </a:lnTo>
                  <a:lnTo>
                    <a:pt x="633100" y="62457"/>
                  </a:lnTo>
                  <a:lnTo>
                    <a:pt x="562755" y="55877"/>
                  </a:lnTo>
                  <a:lnTo>
                    <a:pt x="492411" y="49209"/>
                  </a:lnTo>
                  <a:lnTo>
                    <a:pt x="422066" y="42453"/>
                  </a:lnTo>
                  <a:lnTo>
                    <a:pt x="351722" y="35608"/>
                  </a:lnTo>
                  <a:lnTo>
                    <a:pt x="281377" y="28672"/>
                  </a:lnTo>
                  <a:lnTo>
                    <a:pt x="211033" y="21645"/>
                  </a:lnTo>
                  <a:lnTo>
                    <a:pt x="140688" y="14524"/>
                  </a:lnTo>
                  <a:lnTo>
                    <a:pt x="70344" y="73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603338"/>
              <a:ext cx="6964104" cy="907704"/>
            </a:xfrm>
            <a:custGeom>
              <a:avLst/>
              <a:pathLst>
                <a:path w="6964104" h="907704">
                  <a:moveTo>
                    <a:pt x="0" y="0"/>
                  </a:moveTo>
                  <a:lnTo>
                    <a:pt x="70344" y="24534"/>
                  </a:lnTo>
                  <a:lnTo>
                    <a:pt x="140688" y="48461"/>
                  </a:lnTo>
                  <a:lnTo>
                    <a:pt x="211033" y="71796"/>
                  </a:lnTo>
                  <a:lnTo>
                    <a:pt x="281377" y="94552"/>
                  </a:lnTo>
                  <a:lnTo>
                    <a:pt x="351722" y="116744"/>
                  </a:lnTo>
                  <a:lnTo>
                    <a:pt x="422066" y="138387"/>
                  </a:lnTo>
                  <a:lnTo>
                    <a:pt x="492411" y="159493"/>
                  </a:lnTo>
                  <a:lnTo>
                    <a:pt x="562755" y="180077"/>
                  </a:lnTo>
                  <a:lnTo>
                    <a:pt x="633100" y="200150"/>
                  </a:lnTo>
                  <a:lnTo>
                    <a:pt x="703444" y="219727"/>
                  </a:lnTo>
                  <a:lnTo>
                    <a:pt x="773789" y="238818"/>
                  </a:lnTo>
                  <a:lnTo>
                    <a:pt x="844133" y="257436"/>
                  </a:lnTo>
                  <a:lnTo>
                    <a:pt x="914478" y="275593"/>
                  </a:lnTo>
                  <a:lnTo>
                    <a:pt x="984822" y="293301"/>
                  </a:lnTo>
                  <a:lnTo>
                    <a:pt x="1055167" y="310569"/>
                  </a:lnTo>
                  <a:lnTo>
                    <a:pt x="1125511" y="327410"/>
                  </a:lnTo>
                  <a:lnTo>
                    <a:pt x="1195856" y="343834"/>
                  </a:lnTo>
                  <a:lnTo>
                    <a:pt x="1266200" y="359850"/>
                  </a:lnTo>
                  <a:lnTo>
                    <a:pt x="1336545" y="375470"/>
                  </a:lnTo>
                  <a:lnTo>
                    <a:pt x="1406889" y="390703"/>
                  </a:lnTo>
                  <a:lnTo>
                    <a:pt x="1477234" y="405559"/>
                  </a:lnTo>
                  <a:lnTo>
                    <a:pt x="1547578" y="420046"/>
                  </a:lnTo>
                  <a:lnTo>
                    <a:pt x="1617923" y="434175"/>
                  </a:lnTo>
                  <a:lnTo>
                    <a:pt x="1688267" y="447953"/>
                  </a:lnTo>
                  <a:lnTo>
                    <a:pt x="1758612" y="461391"/>
                  </a:lnTo>
                  <a:lnTo>
                    <a:pt x="1828956" y="474495"/>
                  </a:lnTo>
                  <a:lnTo>
                    <a:pt x="1899301" y="487275"/>
                  </a:lnTo>
                  <a:lnTo>
                    <a:pt x="1969645" y="499738"/>
                  </a:lnTo>
                  <a:lnTo>
                    <a:pt x="2039990" y="511892"/>
                  </a:lnTo>
                  <a:lnTo>
                    <a:pt x="2110334" y="523745"/>
                  </a:lnTo>
                  <a:lnTo>
                    <a:pt x="2180679" y="535305"/>
                  </a:lnTo>
                  <a:lnTo>
                    <a:pt x="2251023" y="546578"/>
                  </a:lnTo>
                  <a:lnTo>
                    <a:pt x="2321368" y="557572"/>
                  </a:lnTo>
                  <a:lnTo>
                    <a:pt x="2391712" y="568294"/>
                  </a:lnTo>
                  <a:lnTo>
                    <a:pt x="2462057" y="578750"/>
                  </a:lnTo>
                  <a:lnTo>
                    <a:pt x="2532401" y="588946"/>
                  </a:lnTo>
                  <a:lnTo>
                    <a:pt x="2602746" y="598891"/>
                  </a:lnTo>
                  <a:lnTo>
                    <a:pt x="2673090" y="608589"/>
                  </a:lnTo>
                  <a:lnTo>
                    <a:pt x="2743435" y="618046"/>
                  </a:lnTo>
                  <a:lnTo>
                    <a:pt x="2813779" y="627270"/>
                  </a:lnTo>
                  <a:lnTo>
                    <a:pt x="2884124" y="636265"/>
                  </a:lnTo>
                  <a:lnTo>
                    <a:pt x="2954468" y="645037"/>
                  </a:lnTo>
                  <a:lnTo>
                    <a:pt x="3024813" y="653591"/>
                  </a:lnTo>
                  <a:lnTo>
                    <a:pt x="3095157" y="661934"/>
                  </a:lnTo>
                  <a:lnTo>
                    <a:pt x="3165502" y="670070"/>
                  </a:lnTo>
                  <a:lnTo>
                    <a:pt x="3235846" y="678005"/>
                  </a:lnTo>
                  <a:lnTo>
                    <a:pt x="3306191" y="685743"/>
                  </a:lnTo>
                  <a:lnTo>
                    <a:pt x="3376535" y="693289"/>
                  </a:lnTo>
                  <a:lnTo>
                    <a:pt x="3446880" y="700648"/>
                  </a:lnTo>
                  <a:lnTo>
                    <a:pt x="3517224" y="707825"/>
                  </a:lnTo>
                  <a:lnTo>
                    <a:pt x="3587569" y="714825"/>
                  </a:lnTo>
                  <a:lnTo>
                    <a:pt x="3657913" y="721650"/>
                  </a:lnTo>
                  <a:lnTo>
                    <a:pt x="3728257" y="728307"/>
                  </a:lnTo>
                  <a:lnTo>
                    <a:pt x="3798602" y="734799"/>
                  </a:lnTo>
                  <a:lnTo>
                    <a:pt x="3868946" y="741130"/>
                  </a:lnTo>
                  <a:lnTo>
                    <a:pt x="3939291" y="747304"/>
                  </a:lnTo>
                  <a:lnTo>
                    <a:pt x="4009635" y="753325"/>
                  </a:lnTo>
                  <a:lnTo>
                    <a:pt x="4079980" y="759197"/>
                  </a:lnTo>
                  <a:lnTo>
                    <a:pt x="4150324" y="764924"/>
                  </a:lnTo>
                  <a:lnTo>
                    <a:pt x="4220669" y="770508"/>
                  </a:lnTo>
                  <a:lnTo>
                    <a:pt x="4291013" y="775955"/>
                  </a:lnTo>
                  <a:lnTo>
                    <a:pt x="4361358" y="781266"/>
                  </a:lnTo>
                  <a:lnTo>
                    <a:pt x="4431702" y="786446"/>
                  </a:lnTo>
                  <a:lnTo>
                    <a:pt x="4502047" y="791497"/>
                  </a:lnTo>
                  <a:lnTo>
                    <a:pt x="4572391" y="796424"/>
                  </a:lnTo>
                  <a:lnTo>
                    <a:pt x="4642736" y="801228"/>
                  </a:lnTo>
                  <a:lnTo>
                    <a:pt x="4713080" y="805913"/>
                  </a:lnTo>
                  <a:lnTo>
                    <a:pt x="4783425" y="810482"/>
                  </a:lnTo>
                  <a:lnTo>
                    <a:pt x="4853769" y="814938"/>
                  </a:lnTo>
                  <a:lnTo>
                    <a:pt x="4924114" y="819284"/>
                  </a:lnTo>
                  <a:lnTo>
                    <a:pt x="4994458" y="823522"/>
                  </a:lnTo>
                  <a:lnTo>
                    <a:pt x="5064803" y="827655"/>
                  </a:lnTo>
                  <a:lnTo>
                    <a:pt x="5135147" y="831685"/>
                  </a:lnTo>
                  <a:lnTo>
                    <a:pt x="5205492" y="835616"/>
                  </a:lnTo>
                  <a:lnTo>
                    <a:pt x="5275836" y="839449"/>
                  </a:lnTo>
                  <a:lnTo>
                    <a:pt x="5346181" y="843188"/>
                  </a:lnTo>
                  <a:lnTo>
                    <a:pt x="5416525" y="846833"/>
                  </a:lnTo>
                  <a:lnTo>
                    <a:pt x="5486870" y="850389"/>
                  </a:lnTo>
                  <a:lnTo>
                    <a:pt x="5557214" y="853856"/>
                  </a:lnTo>
                  <a:lnTo>
                    <a:pt x="5627559" y="857238"/>
                  </a:lnTo>
                  <a:lnTo>
                    <a:pt x="5697903" y="860535"/>
                  </a:lnTo>
                  <a:lnTo>
                    <a:pt x="5768248" y="863751"/>
                  </a:lnTo>
                  <a:lnTo>
                    <a:pt x="5838592" y="866888"/>
                  </a:lnTo>
                  <a:lnTo>
                    <a:pt x="5908937" y="869946"/>
                  </a:lnTo>
                  <a:lnTo>
                    <a:pt x="5979281" y="872929"/>
                  </a:lnTo>
                  <a:lnTo>
                    <a:pt x="6049626" y="875838"/>
                  </a:lnTo>
                  <a:lnTo>
                    <a:pt x="6119970" y="878675"/>
                  </a:lnTo>
                  <a:lnTo>
                    <a:pt x="6190315" y="881441"/>
                  </a:lnTo>
                  <a:lnTo>
                    <a:pt x="6260659" y="884139"/>
                  </a:lnTo>
                  <a:lnTo>
                    <a:pt x="6331004" y="886771"/>
                  </a:lnTo>
                  <a:lnTo>
                    <a:pt x="6401348" y="889337"/>
                  </a:lnTo>
                  <a:lnTo>
                    <a:pt x="6471693" y="891839"/>
                  </a:lnTo>
                  <a:lnTo>
                    <a:pt x="6542037" y="894280"/>
                  </a:lnTo>
                  <a:lnTo>
                    <a:pt x="6612382" y="896660"/>
                  </a:lnTo>
                  <a:lnTo>
                    <a:pt x="6682726" y="898981"/>
                  </a:lnTo>
                  <a:lnTo>
                    <a:pt x="6753071" y="901244"/>
                  </a:lnTo>
                  <a:lnTo>
                    <a:pt x="6823415" y="903452"/>
                  </a:lnTo>
                  <a:lnTo>
                    <a:pt x="6893760" y="905604"/>
                  </a:lnTo>
                  <a:lnTo>
                    <a:pt x="6964104" y="9077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2.42 (1.59-3.68)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2026-07-22T07:54:28Z</dcterms:modified>
  <cp:category/>
</cp:coreProperties>
</file>