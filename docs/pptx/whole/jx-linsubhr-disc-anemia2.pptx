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901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31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19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12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5537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605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2015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9424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6833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3841758"/>
              <a:ext cx="7090630" cy="1133606"/>
            </a:xfrm>
            <a:custGeom>
              <a:avLst/>
              <a:pathLst>
                <a:path w="7090630" h="1133606">
                  <a:moveTo>
                    <a:pt x="0" y="0"/>
                  </a:moveTo>
                  <a:lnTo>
                    <a:pt x="71622" y="18633"/>
                  </a:lnTo>
                  <a:lnTo>
                    <a:pt x="143245" y="37063"/>
                  </a:lnTo>
                  <a:lnTo>
                    <a:pt x="214867" y="55294"/>
                  </a:lnTo>
                  <a:lnTo>
                    <a:pt x="286490" y="73326"/>
                  </a:lnTo>
                  <a:lnTo>
                    <a:pt x="358112" y="91163"/>
                  </a:lnTo>
                  <a:lnTo>
                    <a:pt x="429735" y="108805"/>
                  </a:lnTo>
                  <a:lnTo>
                    <a:pt x="501357" y="126257"/>
                  </a:lnTo>
                  <a:lnTo>
                    <a:pt x="572980" y="143518"/>
                  </a:lnTo>
                  <a:lnTo>
                    <a:pt x="644602" y="160592"/>
                  </a:lnTo>
                  <a:lnTo>
                    <a:pt x="716225" y="177481"/>
                  </a:lnTo>
                  <a:lnTo>
                    <a:pt x="787847" y="194186"/>
                  </a:lnTo>
                  <a:lnTo>
                    <a:pt x="859470" y="210710"/>
                  </a:lnTo>
                  <a:lnTo>
                    <a:pt x="931092" y="227055"/>
                  </a:lnTo>
                  <a:lnTo>
                    <a:pt x="1002715" y="243222"/>
                  </a:lnTo>
                  <a:lnTo>
                    <a:pt x="1074337" y="259213"/>
                  </a:lnTo>
                  <a:lnTo>
                    <a:pt x="1145960" y="275030"/>
                  </a:lnTo>
                  <a:lnTo>
                    <a:pt x="1217582" y="290676"/>
                  </a:lnTo>
                  <a:lnTo>
                    <a:pt x="1289205" y="306152"/>
                  </a:lnTo>
                  <a:lnTo>
                    <a:pt x="1360827" y="321460"/>
                  </a:lnTo>
                  <a:lnTo>
                    <a:pt x="1432450" y="336601"/>
                  </a:lnTo>
                  <a:lnTo>
                    <a:pt x="1504073" y="351578"/>
                  </a:lnTo>
                  <a:lnTo>
                    <a:pt x="1575695" y="366392"/>
                  </a:lnTo>
                  <a:lnTo>
                    <a:pt x="1647318" y="381046"/>
                  </a:lnTo>
                  <a:lnTo>
                    <a:pt x="1718940" y="395540"/>
                  </a:lnTo>
                  <a:lnTo>
                    <a:pt x="1790563" y="409877"/>
                  </a:lnTo>
                  <a:lnTo>
                    <a:pt x="1862185" y="424058"/>
                  </a:lnTo>
                  <a:lnTo>
                    <a:pt x="1933808" y="438085"/>
                  </a:lnTo>
                  <a:lnTo>
                    <a:pt x="2005430" y="451960"/>
                  </a:lnTo>
                  <a:lnTo>
                    <a:pt x="2077053" y="465684"/>
                  </a:lnTo>
                  <a:lnTo>
                    <a:pt x="2148675" y="479258"/>
                  </a:lnTo>
                  <a:lnTo>
                    <a:pt x="2220298" y="492686"/>
                  </a:lnTo>
                  <a:lnTo>
                    <a:pt x="2291920" y="505968"/>
                  </a:lnTo>
                  <a:lnTo>
                    <a:pt x="2363543" y="519105"/>
                  </a:lnTo>
                  <a:lnTo>
                    <a:pt x="2435165" y="532100"/>
                  </a:lnTo>
                  <a:lnTo>
                    <a:pt x="2506788" y="544953"/>
                  </a:lnTo>
                  <a:lnTo>
                    <a:pt x="2578410" y="557667"/>
                  </a:lnTo>
                  <a:lnTo>
                    <a:pt x="2650033" y="570243"/>
                  </a:lnTo>
                  <a:lnTo>
                    <a:pt x="2721655" y="582682"/>
                  </a:lnTo>
                  <a:lnTo>
                    <a:pt x="2793278" y="594986"/>
                  </a:lnTo>
                  <a:lnTo>
                    <a:pt x="2864901" y="607157"/>
                  </a:lnTo>
                  <a:lnTo>
                    <a:pt x="2936523" y="619195"/>
                  </a:lnTo>
                  <a:lnTo>
                    <a:pt x="3008146" y="631103"/>
                  </a:lnTo>
                  <a:lnTo>
                    <a:pt x="3079768" y="642881"/>
                  </a:lnTo>
                  <a:lnTo>
                    <a:pt x="3151391" y="654531"/>
                  </a:lnTo>
                  <a:lnTo>
                    <a:pt x="3223013" y="666055"/>
                  </a:lnTo>
                  <a:lnTo>
                    <a:pt x="3294636" y="677454"/>
                  </a:lnTo>
                  <a:lnTo>
                    <a:pt x="3366258" y="688728"/>
                  </a:lnTo>
                  <a:lnTo>
                    <a:pt x="3437881" y="699881"/>
                  </a:lnTo>
                  <a:lnTo>
                    <a:pt x="3509503" y="710912"/>
                  </a:lnTo>
                  <a:lnTo>
                    <a:pt x="3581126" y="721823"/>
                  </a:lnTo>
                  <a:lnTo>
                    <a:pt x="3652748" y="732616"/>
                  </a:lnTo>
                  <a:lnTo>
                    <a:pt x="3724371" y="743292"/>
                  </a:lnTo>
                  <a:lnTo>
                    <a:pt x="3795993" y="753851"/>
                  </a:lnTo>
                  <a:lnTo>
                    <a:pt x="3867616" y="764296"/>
                  </a:lnTo>
                  <a:lnTo>
                    <a:pt x="3939238" y="774628"/>
                  </a:lnTo>
                  <a:lnTo>
                    <a:pt x="4010861" y="784847"/>
                  </a:lnTo>
                  <a:lnTo>
                    <a:pt x="4082483" y="794955"/>
                  </a:lnTo>
                  <a:lnTo>
                    <a:pt x="4154106" y="804954"/>
                  </a:lnTo>
                  <a:lnTo>
                    <a:pt x="4225729" y="814844"/>
                  </a:lnTo>
                  <a:lnTo>
                    <a:pt x="4297351" y="824626"/>
                  </a:lnTo>
                  <a:lnTo>
                    <a:pt x="4368974" y="834302"/>
                  </a:lnTo>
                  <a:lnTo>
                    <a:pt x="4440596" y="843874"/>
                  </a:lnTo>
                  <a:lnTo>
                    <a:pt x="4512219" y="853341"/>
                  </a:lnTo>
                  <a:lnTo>
                    <a:pt x="4583841" y="862705"/>
                  </a:lnTo>
                  <a:lnTo>
                    <a:pt x="4655464" y="871968"/>
                  </a:lnTo>
                  <a:lnTo>
                    <a:pt x="4727086" y="881130"/>
                  </a:lnTo>
                  <a:lnTo>
                    <a:pt x="4798709" y="886095"/>
                  </a:lnTo>
                  <a:lnTo>
                    <a:pt x="4870331" y="886242"/>
                  </a:lnTo>
                  <a:lnTo>
                    <a:pt x="4941954" y="886389"/>
                  </a:lnTo>
                  <a:lnTo>
                    <a:pt x="5013576" y="886536"/>
                  </a:lnTo>
                  <a:lnTo>
                    <a:pt x="5085199" y="886683"/>
                  </a:lnTo>
                  <a:lnTo>
                    <a:pt x="5156821" y="886829"/>
                  </a:lnTo>
                  <a:lnTo>
                    <a:pt x="5228444" y="886976"/>
                  </a:lnTo>
                  <a:lnTo>
                    <a:pt x="5300066" y="887123"/>
                  </a:lnTo>
                  <a:lnTo>
                    <a:pt x="5371689" y="887270"/>
                  </a:lnTo>
                  <a:lnTo>
                    <a:pt x="5443311" y="887417"/>
                  </a:lnTo>
                  <a:lnTo>
                    <a:pt x="5514934" y="887563"/>
                  </a:lnTo>
                  <a:lnTo>
                    <a:pt x="5586557" y="887710"/>
                  </a:lnTo>
                  <a:lnTo>
                    <a:pt x="5658179" y="887857"/>
                  </a:lnTo>
                  <a:lnTo>
                    <a:pt x="5729802" y="888003"/>
                  </a:lnTo>
                  <a:lnTo>
                    <a:pt x="5801424" y="888150"/>
                  </a:lnTo>
                  <a:lnTo>
                    <a:pt x="5873047" y="888296"/>
                  </a:lnTo>
                  <a:lnTo>
                    <a:pt x="5944669" y="888443"/>
                  </a:lnTo>
                  <a:lnTo>
                    <a:pt x="6016292" y="888590"/>
                  </a:lnTo>
                  <a:lnTo>
                    <a:pt x="6087914" y="888736"/>
                  </a:lnTo>
                  <a:lnTo>
                    <a:pt x="6159537" y="888883"/>
                  </a:lnTo>
                  <a:lnTo>
                    <a:pt x="6231159" y="889029"/>
                  </a:lnTo>
                  <a:lnTo>
                    <a:pt x="6302782" y="889176"/>
                  </a:lnTo>
                  <a:lnTo>
                    <a:pt x="6374404" y="889322"/>
                  </a:lnTo>
                  <a:lnTo>
                    <a:pt x="6446027" y="889468"/>
                  </a:lnTo>
                  <a:lnTo>
                    <a:pt x="6517649" y="889615"/>
                  </a:lnTo>
                  <a:lnTo>
                    <a:pt x="6589272" y="889761"/>
                  </a:lnTo>
                  <a:lnTo>
                    <a:pt x="6660894" y="889907"/>
                  </a:lnTo>
                  <a:lnTo>
                    <a:pt x="6732517" y="890054"/>
                  </a:lnTo>
                  <a:lnTo>
                    <a:pt x="6804139" y="890200"/>
                  </a:lnTo>
                  <a:lnTo>
                    <a:pt x="6875762" y="890346"/>
                  </a:lnTo>
                  <a:lnTo>
                    <a:pt x="6947385" y="890492"/>
                  </a:lnTo>
                  <a:lnTo>
                    <a:pt x="7019007" y="890638"/>
                  </a:lnTo>
                  <a:lnTo>
                    <a:pt x="7090630" y="890785"/>
                  </a:lnTo>
                  <a:lnTo>
                    <a:pt x="7090630" y="1133606"/>
                  </a:lnTo>
                  <a:lnTo>
                    <a:pt x="7019007" y="1127217"/>
                  </a:lnTo>
                  <a:lnTo>
                    <a:pt x="6947385" y="1120757"/>
                  </a:lnTo>
                  <a:lnTo>
                    <a:pt x="6875762" y="1114226"/>
                  </a:lnTo>
                  <a:lnTo>
                    <a:pt x="6804139" y="1107624"/>
                  </a:lnTo>
                  <a:lnTo>
                    <a:pt x="6732517" y="1100949"/>
                  </a:lnTo>
                  <a:lnTo>
                    <a:pt x="6660894" y="1094201"/>
                  </a:lnTo>
                  <a:lnTo>
                    <a:pt x="6589272" y="1087378"/>
                  </a:lnTo>
                  <a:lnTo>
                    <a:pt x="6517649" y="1080481"/>
                  </a:lnTo>
                  <a:lnTo>
                    <a:pt x="6446027" y="1073508"/>
                  </a:lnTo>
                  <a:lnTo>
                    <a:pt x="6374404" y="1066459"/>
                  </a:lnTo>
                  <a:lnTo>
                    <a:pt x="6302782" y="1059332"/>
                  </a:lnTo>
                  <a:lnTo>
                    <a:pt x="6231159" y="1052126"/>
                  </a:lnTo>
                  <a:lnTo>
                    <a:pt x="6159537" y="1044842"/>
                  </a:lnTo>
                  <a:lnTo>
                    <a:pt x="6087914" y="1037478"/>
                  </a:lnTo>
                  <a:lnTo>
                    <a:pt x="6016292" y="1030033"/>
                  </a:lnTo>
                  <a:lnTo>
                    <a:pt x="5944669" y="1022506"/>
                  </a:lnTo>
                  <a:lnTo>
                    <a:pt x="5873047" y="1014896"/>
                  </a:lnTo>
                  <a:lnTo>
                    <a:pt x="5801424" y="1007203"/>
                  </a:lnTo>
                  <a:lnTo>
                    <a:pt x="5729802" y="999425"/>
                  </a:lnTo>
                  <a:lnTo>
                    <a:pt x="5658179" y="991562"/>
                  </a:lnTo>
                  <a:lnTo>
                    <a:pt x="5586557" y="983613"/>
                  </a:lnTo>
                  <a:lnTo>
                    <a:pt x="5514934" y="975576"/>
                  </a:lnTo>
                  <a:lnTo>
                    <a:pt x="5443311" y="967451"/>
                  </a:lnTo>
                  <a:lnTo>
                    <a:pt x="5371689" y="959237"/>
                  </a:lnTo>
                  <a:lnTo>
                    <a:pt x="5300066" y="950933"/>
                  </a:lnTo>
                  <a:lnTo>
                    <a:pt x="5228444" y="942537"/>
                  </a:lnTo>
                  <a:lnTo>
                    <a:pt x="5156821" y="934050"/>
                  </a:lnTo>
                  <a:lnTo>
                    <a:pt x="5085199" y="925469"/>
                  </a:lnTo>
                  <a:lnTo>
                    <a:pt x="5013576" y="916794"/>
                  </a:lnTo>
                  <a:lnTo>
                    <a:pt x="4941954" y="908023"/>
                  </a:lnTo>
                  <a:lnTo>
                    <a:pt x="4870331" y="899156"/>
                  </a:lnTo>
                  <a:lnTo>
                    <a:pt x="4798709" y="890192"/>
                  </a:lnTo>
                  <a:lnTo>
                    <a:pt x="4727086" y="885948"/>
                  </a:lnTo>
                  <a:lnTo>
                    <a:pt x="4655464" y="885801"/>
                  </a:lnTo>
                  <a:lnTo>
                    <a:pt x="4583841" y="885654"/>
                  </a:lnTo>
                  <a:lnTo>
                    <a:pt x="4512219" y="885507"/>
                  </a:lnTo>
                  <a:lnTo>
                    <a:pt x="4440596" y="885360"/>
                  </a:lnTo>
                  <a:lnTo>
                    <a:pt x="4368974" y="885213"/>
                  </a:lnTo>
                  <a:lnTo>
                    <a:pt x="4297351" y="885065"/>
                  </a:lnTo>
                  <a:lnTo>
                    <a:pt x="4225729" y="884918"/>
                  </a:lnTo>
                  <a:lnTo>
                    <a:pt x="4154106" y="884771"/>
                  </a:lnTo>
                  <a:lnTo>
                    <a:pt x="4082483" y="884624"/>
                  </a:lnTo>
                  <a:lnTo>
                    <a:pt x="4010861" y="884477"/>
                  </a:lnTo>
                  <a:lnTo>
                    <a:pt x="3939238" y="884329"/>
                  </a:lnTo>
                  <a:lnTo>
                    <a:pt x="3867616" y="884182"/>
                  </a:lnTo>
                  <a:lnTo>
                    <a:pt x="3795993" y="884035"/>
                  </a:lnTo>
                  <a:lnTo>
                    <a:pt x="3724371" y="883887"/>
                  </a:lnTo>
                  <a:lnTo>
                    <a:pt x="3652748" y="883740"/>
                  </a:lnTo>
                  <a:lnTo>
                    <a:pt x="3581126" y="883593"/>
                  </a:lnTo>
                  <a:lnTo>
                    <a:pt x="3509503" y="883445"/>
                  </a:lnTo>
                  <a:lnTo>
                    <a:pt x="3437881" y="883298"/>
                  </a:lnTo>
                  <a:lnTo>
                    <a:pt x="3366258" y="883150"/>
                  </a:lnTo>
                  <a:lnTo>
                    <a:pt x="3294636" y="883003"/>
                  </a:lnTo>
                  <a:lnTo>
                    <a:pt x="3223013" y="882855"/>
                  </a:lnTo>
                  <a:lnTo>
                    <a:pt x="3151391" y="882708"/>
                  </a:lnTo>
                  <a:lnTo>
                    <a:pt x="3079768" y="882560"/>
                  </a:lnTo>
                  <a:lnTo>
                    <a:pt x="3008146" y="882412"/>
                  </a:lnTo>
                  <a:lnTo>
                    <a:pt x="2936523" y="882265"/>
                  </a:lnTo>
                  <a:lnTo>
                    <a:pt x="2864901" y="882117"/>
                  </a:lnTo>
                  <a:lnTo>
                    <a:pt x="2793278" y="881969"/>
                  </a:lnTo>
                  <a:lnTo>
                    <a:pt x="2721655" y="881822"/>
                  </a:lnTo>
                  <a:lnTo>
                    <a:pt x="2650033" y="881674"/>
                  </a:lnTo>
                  <a:lnTo>
                    <a:pt x="2578410" y="881526"/>
                  </a:lnTo>
                  <a:lnTo>
                    <a:pt x="2506788" y="881378"/>
                  </a:lnTo>
                  <a:lnTo>
                    <a:pt x="2435165" y="881231"/>
                  </a:lnTo>
                  <a:lnTo>
                    <a:pt x="2363543" y="881083"/>
                  </a:lnTo>
                  <a:lnTo>
                    <a:pt x="2291920" y="880935"/>
                  </a:lnTo>
                  <a:lnTo>
                    <a:pt x="2220298" y="880787"/>
                  </a:lnTo>
                  <a:lnTo>
                    <a:pt x="2148675" y="880639"/>
                  </a:lnTo>
                  <a:lnTo>
                    <a:pt x="2077053" y="880491"/>
                  </a:lnTo>
                  <a:lnTo>
                    <a:pt x="2005430" y="880343"/>
                  </a:lnTo>
                  <a:lnTo>
                    <a:pt x="1933808" y="880195"/>
                  </a:lnTo>
                  <a:lnTo>
                    <a:pt x="1862185" y="880047"/>
                  </a:lnTo>
                  <a:lnTo>
                    <a:pt x="1790563" y="879899"/>
                  </a:lnTo>
                  <a:lnTo>
                    <a:pt x="1718940" y="879751"/>
                  </a:lnTo>
                  <a:lnTo>
                    <a:pt x="1647318" y="879603"/>
                  </a:lnTo>
                  <a:lnTo>
                    <a:pt x="1575695" y="879455"/>
                  </a:lnTo>
                  <a:lnTo>
                    <a:pt x="1504073" y="879307"/>
                  </a:lnTo>
                  <a:lnTo>
                    <a:pt x="1432450" y="879158"/>
                  </a:lnTo>
                  <a:lnTo>
                    <a:pt x="1360827" y="879010"/>
                  </a:lnTo>
                  <a:lnTo>
                    <a:pt x="1289205" y="878862"/>
                  </a:lnTo>
                  <a:lnTo>
                    <a:pt x="1217582" y="878714"/>
                  </a:lnTo>
                  <a:lnTo>
                    <a:pt x="1145960" y="878565"/>
                  </a:lnTo>
                  <a:lnTo>
                    <a:pt x="1074337" y="878417"/>
                  </a:lnTo>
                  <a:lnTo>
                    <a:pt x="1002715" y="878269"/>
                  </a:lnTo>
                  <a:lnTo>
                    <a:pt x="931092" y="878120"/>
                  </a:lnTo>
                  <a:lnTo>
                    <a:pt x="859470" y="877972"/>
                  </a:lnTo>
                  <a:lnTo>
                    <a:pt x="787847" y="877823"/>
                  </a:lnTo>
                  <a:lnTo>
                    <a:pt x="716225" y="877675"/>
                  </a:lnTo>
                  <a:lnTo>
                    <a:pt x="644602" y="877527"/>
                  </a:lnTo>
                  <a:lnTo>
                    <a:pt x="572980" y="877378"/>
                  </a:lnTo>
                  <a:lnTo>
                    <a:pt x="501357" y="877230"/>
                  </a:lnTo>
                  <a:lnTo>
                    <a:pt x="429735" y="877081"/>
                  </a:lnTo>
                  <a:lnTo>
                    <a:pt x="358112" y="876932"/>
                  </a:lnTo>
                  <a:lnTo>
                    <a:pt x="286490" y="876784"/>
                  </a:lnTo>
                  <a:lnTo>
                    <a:pt x="214867" y="876635"/>
                  </a:lnTo>
                  <a:lnTo>
                    <a:pt x="143245" y="876486"/>
                  </a:lnTo>
                  <a:lnTo>
                    <a:pt x="71622" y="876338"/>
                  </a:lnTo>
                  <a:lnTo>
                    <a:pt x="0" y="87618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841758"/>
              <a:ext cx="7090630" cy="890785"/>
            </a:xfrm>
            <a:custGeom>
              <a:avLst/>
              <a:pathLst>
                <a:path w="7090630" h="890785">
                  <a:moveTo>
                    <a:pt x="0" y="0"/>
                  </a:moveTo>
                  <a:lnTo>
                    <a:pt x="71622" y="18633"/>
                  </a:lnTo>
                  <a:lnTo>
                    <a:pt x="143245" y="37063"/>
                  </a:lnTo>
                  <a:lnTo>
                    <a:pt x="214867" y="55294"/>
                  </a:lnTo>
                  <a:lnTo>
                    <a:pt x="286490" y="73326"/>
                  </a:lnTo>
                  <a:lnTo>
                    <a:pt x="358112" y="91163"/>
                  </a:lnTo>
                  <a:lnTo>
                    <a:pt x="429735" y="108805"/>
                  </a:lnTo>
                  <a:lnTo>
                    <a:pt x="501357" y="126257"/>
                  </a:lnTo>
                  <a:lnTo>
                    <a:pt x="572980" y="143518"/>
                  </a:lnTo>
                  <a:lnTo>
                    <a:pt x="644602" y="160592"/>
                  </a:lnTo>
                  <a:lnTo>
                    <a:pt x="716225" y="177481"/>
                  </a:lnTo>
                  <a:lnTo>
                    <a:pt x="787847" y="194186"/>
                  </a:lnTo>
                  <a:lnTo>
                    <a:pt x="859470" y="210710"/>
                  </a:lnTo>
                  <a:lnTo>
                    <a:pt x="931092" y="227055"/>
                  </a:lnTo>
                  <a:lnTo>
                    <a:pt x="1002715" y="243222"/>
                  </a:lnTo>
                  <a:lnTo>
                    <a:pt x="1074337" y="259213"/>
                  </a:lnTo>
                  <a:lnTo>
                    <a:pt x="1145960" y="275030"/>
                  </a:lnTo>
                  <a:lnTo>
                    <a:pt x="1217582" y="290676"/>
                  </a:lnTo>
                  <a:lnTo>
                    <a:pt x="1289205" y="306152"/>
                  </a:lnTo>
                  <a:lnTo>
                    <a:pt x="1360827" y="321460"/>
                  </a:lnTo>
                  <a:lnTo>
                    <a:pt x="1432450" y="336601"/>
                  </a:lnTo>
                  <a:lnTo>
                    <a:pt x="1504073" y="351578"/>
                  </a:lnTo>
                  <a:lnTo>
                    <a:pt x="1575695" y="366392"/>
                  </a:lnTo>
                  <a:lnTo>
                    <a:pt x="1647318" y="381046"/>
                  </a:lnTo>
                  <a:lnTo>
                    <a:pt x="1718940" y="395540"/>
                  </a:lnTo>
                  <a:lnTo>
                    <a:pt x="1790563" y="409877"/>
                  </a:lnTo>
                  <a:lnTo>
                    <a:pt x="1862185" y="424058"/>
                  </a:lnTo>
                  <a:lnTo>
                    <a:pt x="1933808" y="438085"/>
                  </a:lnTo>
                  <a:lnTo>
                    <a:pt x="2005430" y="451960"/>
                  </a:lnTo>
                  <a:lnTo>
                    <a:pt x="2077053" y="465684"/>
                  </a:lnTo>
                  <a:lnTo>
                    <a:pt x="2148675" y="479258"/>
                  </a:lnTo>
                  <a:lnTo>
                    <a:pt x="2220298" y="492686"/>
                  </a:lnTo>
                  <a:lnTo>
                    <a:pt x="2291920" y="505968"/>
                  </a:lnTo>
                  <a:lnTo>
                    <a:pt x="2363543" y="519105"/>
                  </a:lnTo>
                  <a:lnTo>
                    <a:pt x="2435165" y="532100"/>
                  </a:lnTo>
                  <a:lnTo>
                    <a:pt x="2506788" y="544953"/>
                  </a:lnTo>
                  <a:lnTo>
                    <a:pt x="2578410" y="557667"/>
                  </a:lnTo>
                  <a:lnTo>
                    <a:pt x="2650033" y="570243"/>
                  </a:lnTo>
                  <a:lnTo>
                    <a:pt x="2721655" y="582682"/>
                  </a:lnTo>
                  <a:lnTo>
                    <a:pt x="2793278" y="594986"/>
                  </a:lnTo>
                  <a:lnTo>
                    <a:pt x="2864901" y="607157"/>
                  </a:lnTo>
                  <a:lnTo>
                    <a:pt x="2936523" y="619195"/>
                  </a:lnTo>
                  <a:lnTo>
                    <a:pt x="3008146" y="631103"/>
                  </a:lnTo>
                  <a:lnTo>
                    <a:pt x="3079768" y="642881"/>
                  </a:lnTo>
                  <a:lnTo>
                    <a:pt x="3151391" y="654531"/>
                  </a:lnTo>
                  <a:lnTo>
                    <a:pt x="3223013" y="666055"/>
                  </a:lnTo>
                  <a:lnTo>
                    <a:pt x="3294636" y="677454"/>
                  </a:lnTo>
                  <a:lnTo>
                    <a:pt x="3366258" y="688728"/>
                  </a:lnTo>
                  <a:lnTo>
                    <a:pt x="3437881" y="699881"/>
                  </a:lnTo>
                  <a:lnTo>
                    <a:pt x="3509503" y="710912"/>
                  </a:lnTo>
                  <a:lnTo>
                    <a:pt x="3581126" y="721823"/>
                  </a:lnTo>
                  <a:lnTo>
                    <a:pt x="3652748" y="732616"/>
                  </a:lnTo>
                  <a:lnTo>
                    <a:pt x="3724371" y="743292"/>
                  </a:lnTo>
                  <a:lnTo>
                    <a:pt x="3795993" y="753851"/>
                  </a:lnTo>
                  <a:lnTo>
                    <a:pt x="3867616" y="764296"/>
                  </a:lnTo>
                  <a:lnTo>
                    <a:pt x="3939238" y="774628"/>
                  </a:lnTo>
                  <a:lnTo>
                    <a:pt x="4010861" y="784847"/>
                  </a:lnTo>
                  <a:lnTo>
                    <a:pt x="4082483" y="794955"/>
                  </a:lnTo>
                  <a:lnTo>
                    <a:pt x="4154106" y="804954"/>
                  </a:lnTo>
                  <a:lnTo>
                    <a:pt x="4225729" y="814844"/>
                  </a:lnTo>
                  <a:lnTo>
                    <a:pt x="4297351" y="824626"/>
                  </a:lnTo>
                  <a:lnTo>
                    <a:pt x="4368974" y="834302"/>
                  </a:lnTo>
                  <a:lnTo>
                    <a:pt x="4440596" y="843874"/>
                  </a:lnTo>
                  <a:lnTo>
                    <a:pt x="4512219" y="853341"/>
                  </a:lnTo>
                  <a:lnTo>
                    <a:pt x="4583841" y="862705"/>
                  </a:lnTo>
                  <a:lnTo>
                    <a:pt x="4655464" y="871968"/>
                  </a:lnTo>
                  <a:lnTo>
                    <a:pt x="4727086" y="881130"/>
                  </a:lnTo>
                  <a:lnTo>
                    <a:pt x="4798709" y="886095"/>
                  </a:lnTo>
                  <a:lnTo>
                    <a:pt x="4870331" y="886242"/>
                  </a:lnTo>
                  <a:lnTo>
                    <a:pt x="4941954" y="886389"/>
                  </a:lnTo>
                  <a:lnTo>
                    <a:pt x="5013576" y="886536"/>
                  </a:lnTo>
                  <a:lnTo>
                    <a:pt x="5085199" y="886683"/>
                  </a:lnTo>
                  <a:lnTo>
                    <a:pt x="5156821" y="886829"/>
                  </a:lnTo>
                  <a:lnTo>
                    <a:pt x="5228444" y="886976"/>
                  </a:lnTo>
                  <a:lnTo>
                    <a:pt x="5300066" y="887123"/>
                  </a:lnTo>
                  <a:lnTo>
                    <a:pt x="5371689" y="887270"/>
                  </a:lnTo>
                  <a:lnTo>
                    <a:pt x="5443311" y="887417"/>
                  </a:lnTo>
                  <a:lnTo>
                    <a:pt x="5514934" y="887563"/>
                  </a:lnTo>
                  <a:lnTo>
                    <a:pt x="5586557" y="887710"/>
                  </a:lnTo>
                  <a:lnTo>
                    <a:pt x="5658179" y="887857"/>
                  </a:lnTo>
                  <a:lnTo>
                    <a:pt x="5729802" y="888003"/>
                  </a:lnTo>
                  <a:lnTo>
                    <a:pt x="5801424" y="888150"/>
                  </a:lnTo>
                  <a:lnTo>
                    <a:pt x="5873047" y="888296"/>
                  </a:lnTo>
                  <a:lnTo>
                    <a:pt x="5944669" y="888443"/>
                  </a:lnTo>
                  <a:lnTo>
                    <a:pt x="6016292" y="888590"/>
                  </a:lnTo>
                  <a:lnTo>
                    <a:pt x="6087914" y="888736"/>
                  </a:lnTo>
                  <a:lnTo>
                    <a:pt x="6159537" y="888883"/>
                  </a:lnTo>
                  <a:lnTo>
                    <a:pt x="6231159" y="889029"/>
                  </a:lnTo>
                  <a:lnTo>
                    <a:pt x="6302782" y="889176"/>
                  </a:lnTo>
                  <a:lnTo>
                    <a:pt x="6374404" y="889322"/>
                  </a:lnTo>
                  <a:lnTo>
                    <a:pt x="6446027" y="889468"/>
                  </a:lnTo>
                  <a:lnTo>
                    <a:pt x="6517649" y="889615"/>
                  </a:lnTo>
                  <a:lnTo>
                    <a:pt x="6589272" y="889761"/>
                  </a:lnTo>
                  <a:lnTo>
                    <a:pt x="6660894" y="889907"/>
                  </a:lnTo>
                  <a:lnTo>
                    <a:pt x="6732517" y="890054"/>
                  </a:lnTo>
                  <a:lnTo>
                    <a:pt x="6804139" y="890200"/>
                  </a:lnTo>
                  <a:lnTo>
                    <a:pt x="6875762" y="890346"/>
                  </a:lnTo>
                  <a:lnTo>
                    <a:pt x="6947385" y="890492"/>
                  </a:lnTo>
                  <a:lnTo>
                    <a:pt x="7019007" y="890638"/>
                  </a:lnTo>
                  <a:lnTo>
                    <a:pt x="7090630" y="89078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717948"/>
              <a:ext cx="7090630" cy="257417"/>
            </a:xfrm>
            <a:custGeom>
              <a:avLst/>
              <a:pathLst>
                <a:path w="7090630" h="257417">
                  <a:moveTo>
                    <a:pt x="7090630" y="257417"/>
                  </a:moveTo>
                  <a:lnTo>
                    <a:pt x="7019007" y="251027"/>
                  </a:lnTo>
                  <a:lnTo>
                    <a:pt x="6947385" y="244567"/>
                  </a:lnTo>
                  <a:lnTo>
                    <a:pt x="6875762" y="238037"/>
                  </a:lnTo>
                  <a:lnTo>
                    <a:pt x="6804139" y="231434"/>
                  </a:lnTo>
                  <a:lnTo>
                    <a:pt x="6732517" y="224759"/>
                  </a:lnTo>
                  <a:lnTo>
                    <a:pt x="6660894" y="218011"/>
                  </a:lnTo>
                  <a:lnTo>
                    <a:pt x="6589272" y="211189"/>
                  </a:lnTo>
                  <a:lnTo>
                    <a:pt x="6517649" y="204292"/>
                  </a:lnTo>
                  <a:lnTo>
                    <a:pt x="6446027" y="197319"/>
                  </a:lnTo>
                  <a:lnTo>
                    <a:pt x="6374404" y="190269"/>
                  </a:lnTo>
                  <a:lnTo>
                    <a:pt x="6302782" y="183142"/>
                  </a:lnTo>
                  <a:lnTo>
                    <a:pt x="6231159" y="175937"/>
                  </a:lnTo>
                  <a:lnTo>
                    <a:pt x="6159537" y="168653"/>
                  </a:lnTo>
                  <a:lnTo>
                    <a:pt x="6087914" y="161288"/>
                  </a:lnTo>
                  <a:lnTo>
                    <a:pt x="6016292" y="153843"/>
                  </a:lnTo>
                  <a:lnTo>
                    <a:pt x="5944669" y="146316"/>
                  </a:lnTo>
                  <a:lnTo>
                    <a:pt x="5873047" y="138707"/>
                  </a:lnTo>
                  <a:lnTo>
                    <a:pt x="5801424" y="131013"/>
                  </a:lnTo>
                  <a:lnTo>
                    <a:pt x="5729802" y="123236"/>
                  </a:lnTo>
                  <a:lnTo>
                    <a:pt x="5658179" y="115373"/>
                  </a:lnTo>
                  <a:lnTo>
                    <a:pt x="5586557" y="107423"/>
                  </a:lnTo>
                  <a:lnTo>
                    <a:pt x="5514934" y="99387"/>
                  </a:lnTo>
                  <a:lnTo>
                    <a:pt x="5443311" y="91262"/>
                  </a:lnTo>
                  <a:lnTo>
                    <a:pt x="5371689" y="83048"/>
                  </a:lnTo>
                  <a:lnTo>
                    <a:pt x="5300066" y="74743"/>
                  </a:lnTo>
                  <a:lnTo>
                    <a:pt x="5228444" y="66348"/>
                  </a:lnTo>
                  <a:lnTo>
                    <a:pt x="5156821" y="57860"/>
                  </a:lnTo>
                  <a:lnTo>
                    <a:pt x="5085199" y="49279"/>
                  </a:lnTo>
                  <a:lnTo>
                    <a:pt x="5013576" y="40604"/>
                  </a:lnTo>
                  <a:lnTo>
                    <a:pt x="4941954" y="31834"/>
                  </a:lnTo>
                  <a:lnTo>
                    <a:pt x="4870331" y="22967"/>
                  </a:lnTo>
                  <a:lnTo>
                    <a:pt x="4798709" y="14003"/>
                  </a:lnTo>
                  <a:lnTo>
                    <a:pt x="4727086" y="9758"/>
                  </a:lnTo>
                  <a:lnTo>
                    <a:pt x="4655464" y="9611"/>
                  </a:lnTo>
                  <a:lnTo>
                    <a:pt x="4583841" y="9464"/>
                  </a:lnTo>
                  <a:lnTo>
                    <a:pt x="4512219" y="9317"/>
                  </a:lnTo>
                  <a:lnTo>
                    <a:pt x="4440596" y="9170"/>
                  </a:lnTo>
                  <a:lnTo>
                    <a:pt x="4368974" y="9023"/>
                  </a:lnTo>
                  <a:lnTo>
                    <a:pt x="4297351" y="8876"/>
                  </a:lnTo>
                  <a:lnTo>
                    <a:pt x="4225729" y="8729"/>
                  </a:lnTo>
                  <a:lnTo>
                    <a:pt x="4154106" y="8581"/>
                  </a:lnTo>
                  <a:lnTo>
                    <a:pt x="4082483" y="8434"/>
                  </a:lnTo>
                  <a:lnTo>
                    <a:pt x="4010861" y="8287"/>
                  </a:lnTo>
                  <a:lnTo>
                    <a:pt x="3939238" y="8140"/>
                  </a:lnTo>
                  <a:lnTo>
                    <a:pt x="3867616" y="7992"/>
                  </a:lnTo>
                  <a:lnTo>
                    <a:pt x="3795993" y="7845"/>
                  </a:lnTo>
                  <a:lnTo>
                    <a:pt x="3724371" y="7698"/>
                  </a:lnTo>
                  <a:lnTo>
                    <a:pt x="3652748" y="7550"/>
                  </a:lnTo>
                  <a:lnTo>
                    <a:pt x="3581126" y="7403"/>
                  </a:lnTo>
                  <a:lnTo>
                    <a:pt x="3509503" y="7256"/>
                  </a:lnTo>
                  <a:lnTo>
                    <a:pt x="3437881" y="7108"/>
                  </a:lnTo>
                  <a:lnTo>
                    <a:pt x="3366258" y="6961"/>
                  </a:lnTo>
                  <a:lnTo>
                    <a:pt x="3294636" y="6813"/>
                  </a:lnTo>
                  <a:lnTo>
                    <a:pt x="3223013" y="6666"/>
                  </a:lnTo>
                  <a:lnTo>
                    <a:pt x="3151391" y="6518"/>
                  </a:lnTo>
                  <a:lnTo>
                    <a:pt x="3079768" y="6370"/>
                  </a:lnTo>
                  <a:lnTo>
                    <a:pt x="3008146" y="6223"/>
                  </a:lnTo>
                  <a:lnTo>
                    <a:pt x="2936523" y="6075"/>
                  </a:lnTo>
                  <a:lnTo>
                    <a:pt x="2864901" y="5928"/>
                  </a:lnTo>
                  <a:lnTo>
                    <a:pt x="2793278" y="5780"/>
                  </a:lnTo>
                  <a:lnTo>
                    <a:pt x="2721655" y="5632"/>
                  </a:lnTo>
                  <a:lnTo>
                    <a:pt x="2650033" y="5484"/>
                  </a:lnTo>
                  <a:lnTo>
                    <a:pt x="2578410" y="5337"/>
                  </a:lnTo>
                  <a:lnTo>
                    <a:pt x="2506788" y="5189"/>
                  </a:lnTo>
                  <a:lnTo>
                    <a:pt x="2435165" y="5041"/>
                  </a:lnTo>
                  <a:lnTo>
                    <a:pt x="2363543" y="4893"/>
                  </a:lnTo>
                  <a:lnTo>
                    <a:pt x="2291920" y="4745"/>
                  </a:lnTo>
                  <a:lnTo>
                    <a:pt x="2220298" y="4597"/>
                  </a:lnTo>
                  <a:lnTo>
                    <a:pt x="2148675" y="4449"/>
                  </a:lnTo>
                  <a:lnTo>
                    <a:pt x="2077053" y="4302"/>
                  </a:lnTo>
                  <a:lnTo>
                    <a:pt x="2005430" y="4154"/>
                  </a:lnTo>
                  <a:lnTo>
                    <a:pt x="1933808" y="4006"/>
                  </a:lnTo>
                  <a:lnTo>
                    <a:pt x="1862185" y="3857"/>
                  </a:lnTo>
                  <a:lnTo>
                    <a:pt x="1790563" y="3709"/>
                  </a:lnTo>
                  <a:lnTo>
                    <a:pt x="1718940" y="3561"/>
                  </a:lnTo>
                  <a:lnTo>
                    <a:pt x="1647318" y="3413"/>
                  </a:lnTo>
                  <a:lnTo>
                    <a:pt x="1575695" y="3265"/>
                  </a:lnTo>
                  <a:lnTo>
                    <a:pt x="1504073" y="3117"/>
                  </a:lnTo>
                  <a:lnTo>
                    <a:pt x="1432450" y="2969"/>
                  </a:lnTo>
                  <a:lnTo>
                    <a:pt x="1360827" y="2821"/>
                  </a:lnTo>
                  <a:lnTo>
                    <a:pt x="1289205" y="2672"/>
                  </a:lnTo>
                  <a:lnTo>
                    <a:pt x="1217582" y="2524"/>
                  </a:lnTo>
                  <a:lnTo>
                    <a:pt x="1145960" y="2376"/>
                  </a:lnTo>
                  <a:lnTo>
                    <a:pt x="1074337" y="2227"/>
                  </a:lnTo>
                  <a:lnTo>
                    <a:pt x="1002715" y="2079"/>
                  </a:lnTo>
                  <a:lnTo>
                    <a:pt x="931092" y="1931"/>
                  </a:lnTo>
                  <a:lnTo>
                    <a:pt x="859470" y="1782"/>
                  </a:lnTo>
                  <a:lnTo>
                    <a:pt x="787847" y="1634"/>
                  </a:lnTo>
                  <a:lnTo>
                    <a:pt x="716225" y="1485"/>
                  </a:lnTo>
                  <a:lnTo>
                    <a:pt x="644602" y="1337"/>
                  </a:lnTo>
                  <a:lnTo>
                    <a:pt x="572980" y="1188"/>
                  </a:lnTo>
                  <a:lnTo>
                    <a:pt x="501357" y="1040"/>
                  </a:lnTo>
                  <a:lnTo>
                    <a:pt x="429735" y="891"/>
                  </a:lnTo>
                  <a:lnTo>
                    <a:pt x="358112" y="743"/>
                  </a:lnTo>
                  <a:lnTo>
                    <a:pt x="286490" y="594"/>
                  </a:lnTo>
                  <a:lnTo>
                    <a:pt x="214867" y="446"/>
                  </a:lnTo>
                  <a:lnTo>
                    <a:pt x="143245" y="297"/>
                  </a:lnTo>
                  <a:lnTo>
                    <a:pt x="71622" y="14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4357327"/>
              <a:ext cx="7090630" cy="507186"/>
            </a:xfrm>
            <a:custGeom>
              <a:avLst/>
              <a:pathLst>
                <a:path w="7090630" h="507186">
                  <a:moveTo>
                    <a:pt x="0" y="0"/>
                  </a:moveTo>
                  <a:lnTo>
                    <a:pt x="71622" y="6640"/>
                  </a:lnTo>
                  <a:lnTo>
                    <a:pt x="143245" y="13243"/>
                  </a:lnTo>
                  <a:lnTo>
                    <a:pt x="214867" y="19810"/>
                  </a:lnTo>
                  <a:lnTo>
                    <a:pt x="286490" y="26340"/>
                  </a:lnTo>
                  <a:lnTo>
                    <a:pt x="358112" y="32834"/>
                  </a:lnTo>
                  <a:lnTo>
                    <a:pt x="429735" y="39293"/>
                  </a:lnTo>
                  <a:lnTo>
                    <a:pt x="501357" y="45715"/>
                  </a:lnTo>
                  <a:lnTo>
                    <a:pt x="572980" y="52103"/>
                  </a:lnTo>
                  <a:lnTo>
                    <a:pt x="644602" y="58454"/>
                  </a:lnTo>
                  <a:lnTo>
                    <a:pt x="716225" y="64771"/>
                  </a:lnTo>
                  <a:lnTo>
                    <a:pt x="787847" y="71053"/>
                  </a:lnTo>
                  <a:lnTo>
                    <a:pt x="859470" y="77299"/>
                  </a:lnTo>
                  <a:lnTo>
                    <a:pt x="931092" y="83512"/>
                  </a:lnTo>
                  <a:lnTo>
                    <a:pt x="1002715" y="89690"/>
                  </a:lnTo>
                  <a:lnTo>
                    <a:pt x="1074337" y="95833"/>
                  </a:lnTo>
                  <a:lnTo>
                    <a:pt x="1145960" y="101943"/>
                  </a:lnTo>
                  <a:lnTo>
                    <a:pt x="1217582" y="108019"/>
                  </a:lnTo>
                  <a:lnTo>
                    <a:pt x="1289205" y="114062"/>
                  </a:lnTo>
                  <a:lnTo>
                    <a:pt x="1360827" y="120070"/>
                  </a:lnTo>
                  <a:lnTo>
                    <a:pt x="1432450" y="126046"/>
                  </a:lnTo>
                  <a:lnTo>
                    <a:pt x="1504073" y="131989"/>
                  </a:lnTo>
                  <a:lnTo>
                    <a:pt x="1575695" y="137898"/>
                  </a:lnTo>
                  <a:lnTo>
                    <a:pt x="1647318" y="143775"/>
                  </a:lnTo>
                  <a:lnTo>
                    <a:pt x="1718940" y="149620"/>
                  </a:lnTo>
                  <a:lnTo>
                    <a:pt x="1790563" y="155432"/>
                  </a:lnTo>
                  <a:lnTo>
                    <a:pt x="1862185" y="161212"/>
                  </a:lnTo>
                  <a:lnTo>
                    <a:pt x="1933808" y="166960"/>
                  </a:lnTo>
                  <a:lnTo>
                    <a:pt x="2005430" y="172676"/>
                  </a:lnTo>
                  <a:lnTo>
                    <a:pt x="2077053" y="178360"/>
                  </a:lnTo>
                  <a:lnTo>
                    <a:pt x="2148675" y="184014"/>
                  </a:lnTo>
                  <a:lnTo>
                    <a:pt x="2220298" y="189635"/>
                  </a:lnTo>
                  <a:lnTo>
                    <a:pt x="2291920" y="195226"/>
                  </a:lnTo>
                  <a:lnTo>
                    <a:pt x="2363543" y="200786"/>
                  </a:lnTo>
                  <a:lnTo>
                    <a:pt x="2435165" y="206315"/>
                  </a:lnTo>
                  <a:lnTo>
                    <a:pt x="2506788" y="211813"/>
                  </a:lnTo>
                  <a:lnTo>
                    <a:pt x="2578410" y="217281"/>
                  </a:lnTo>
                  <a:lnTo>
                    <a:pt x="2650033" y="222719"/>
                  </a:lnTo>
                  <a:lnTo>
                    <a:pt x="2721655" y="228126"/>
                  </a:lnTo>
                  <a:lnTo>
                    <a:pt x="2793278" y="233504"/>
                  </a:lnTo>
                  <a:lnTo>
                    <a:pt x="2864901" y="238852"/>
                  </a:lnTo>
                  <a:lnTo>
                    <a:pt x="2936523" y="244170"/>
                  </a:lnTo>
                  <a:lnTo>
                    <a:pt x="3008146" y="249459"/>
                  </a:lnTo>
                  <a:lnTo>
                    <a:pt x="3079768" y="254719"/>
                  </a:lnTo>
                  <a:lnTo>
                    <a:pt x="3151391" y="259949"/>
                  </a:lnTo>
                  <a:lnTo>
                    <a:pt x="3223013" y="265151"/>
                  </a:lnTo>
                  <a:lnTo>
                    <a:pt x="3294636" y="270324"/>
                  </a:lnTo>
                  <a:lnTo>
                    <a:pt x="3366258" y="275468"/>
                  </a:lnTo>
                  <a:lnTo>
                    <a:pt x="3437881" y="280584"/>
                  </a:lnTo>
                  <a:lnTo>
                    <a:pt x="3509503" y="285671"/>
                  </a:lnTo>
                  <a:lnTo>
                    <a:pt x="3581126" y="290730"/>
                  </a:lnTo>
                  <a:lnTo>
                    <a:pt x="3652748" y="295761"/>
                  </a:lnTo>
                  <a:lnTo>
                    <a:pt x="3724371" y="300765"/>
                  </a:lnTo>
                  <a:lnTo>
                    <a:pt x="3795993" y="305741"/>
                  </a:lnTo>
                  <a:lnTo>
                    <a:pt x="3867616" y="310689"/>
                  </a:lnTo>
                  <a:lnTo>
                    <a:pt x="3939238" y="315610"/>
                  </a:lnTo>
                  <a:lnTo>
                    <a:pt x="4010861" y="320503"/>
                  </a:lnTo>
                  <a:lnTo>
                    <a:pt x="4082483" y="325370"/>
                  </a:lnTo>
                  <a:lnTo>
                    <a:pt x="4154106" y="330209"/>
                  </a:lnTo>
                  <a:lnTo>
                    <a:pt x="4225729" y="335022"/>
                  </a:lnTo>
                  <a:lnTo>
                    <a:pt x="4297351" y="339808"/>
                  </a:lnTo>
                  <a:lnTo>
                    <a:pt x="4368974" y="344568"/>
                  </a:lnTo>
                  <a:lnTo>
                    <a:pt x="4440596" y="349301"/>
                  </a:lnTo>
                  <a:lnTo>
                    <a:pt x="4512219" y="354008"/>
                  </a:lnTo>
                  <a:lnTo>
                    <a:pt x="4583841" y="358689"/>
                  </a:lnTo>
                  <a:lnTo>
                    <a:pt x="4655464" y="363344"/>
                  </a:lnTo>
                  <a:lnTo>
                    <a:pt x="4727086" y="367974"/>
                  </a:lnTo>
                  <a:lnTo>
                    <a:pt x="4798709" y="372578"/>
                  </a:lnTo>
                  <a:lnTo>
                    <a:pt x="4870331" y="377156"/>
                  </a:lnTo>
                  <a:lnTo>
                    <a:pt x="4941954" y="381709"/>
                  </a:lnTo>
                  <a:lnTo>
                    <a:pt x="5013576" y="386237"/>
                  </a:lnTo>
                  <a:lnTo>
                    <a:pt x="5085199" y="390739"/>
                  </a:lnTo>
                  <a:lnTo>
                    <a:pt x="5156821" y="395217"/>
                  </a:lnTo>
                  <a:lnTo>
                    <a:pt x="5228444" y="399670"/>
                  </a:lnTo>
                  <a:lnTo>
                    <a:pt x="5300066" y="404099"/>
                  </a:lnTo>
                  <a:lnTo>
                    <a:pt x="5371689" y="408503"/>
                  </a:lnTo>
                  <a:lnTo>
                    <a:pt x="5443311" y="412882"/>
                  </a:lnTo>
                  <a:lnTo>
                    <a:pt x="5514934" y="417237"/>
                  </a:lnTo>
                  <a:lnTo>
                    <a:pt x="5586557" y="421569"/>
                  </a:lnTo>
                  <a:lnTo>
                    <a:pt x="5658179" y="425876"/>
                  </a:lnTo>
                  <a:lnTo>
                    <a:pt x="5729802" y="430159"/>
                  </a:lnTo>
                  <a:lnTo>
                    <a:pt x="5801424" y="434419"/>
                  </a:lnTo>
                  <a:lnTo>
                    <a:pt x="5873047" y="438655"/>
                  </a:lnTo>
                  <a:lnTo>
                    <a:pt x="5944669" y="442868"/>
                  </a:lnTo>
                  <a:lnTo>
                    <a:pt x="6016292" y="447057"/>
                  </a:lnTo>
                  <a:lnTo>
                    <a:pt x="6087914" y="451223"/>
                  </a:lnTo>
                  <a:lnTo>
                    <a:pt x="6159537" y="455366"/>
                  </a:lnTo>
                  <a:lnTo>
                    <a:pt x="6231159" y="459486"/>
                  </a:lnTo>
                  <a:lnTo>
                    <a:pt x="6302782" y="463584"/>
                  </a:lnTo>
                  <a:lnTo>
                    <a:pt x="6374404" y="467659"/>
                  </a:lnTo>
                  <a:lnTo>
                    <a:pt x="6446027" y="471711"/>
                  </a:lnTo>
                  <a:lnTo>
                    <a:pt x="6517649" y="475740"/>
                  </a:lnTo>
                  <a:lnTo>
                    <a:pt x="6589272" y="479748"/>
                  </a:lnTo>
                  <a:lnTo>
                    <a:pt x="6660894" y="483733"/>
                  </a:lnTo>
                  <a:lnTo>
                    <a:pt x="6732517" y="487696"/>
                  </a:lnTo>
                  <a:lnTo>
                    <a:pt x="6804139" y="491638"/>
                  </a:lnTo>
                  <a:lnTo>
                    <a:pt x="6875762" y="495557"/>
                  </a:lnTo>
                  <a:lnTo>
                    <a:pt x="6947385" y="499455"/>
                  </a:lnTo>
                  <a:lnTo>
                    <a:pt x="7019007" y="503331"/>
                  </a:lnTo>
                  <a:lnTo>
                    <a:pt x="7090630" y="50718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377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8296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85503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37980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1207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91133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62116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1.07 (1.00-1.14), p_Bonf = 0.257 (n = 6)  |  per IQR decline (Δ = 23.3): 1.17 (1.01-1.36)  |  IQR: [-12.8, 10.5]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121990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2026-09-28T16:57:36Z</dcterms:modified>
  <cp:category/>
</cp:coreProperties>
</file>