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p_Bonf = 0.257 (n = 6)  |  per IQR decline (Δ = 23.3): 1.17 (1.01-1.36)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2026-07-06T16:07:27Z</dcterms:modified>
  <cp:category/>
</cp:coreProperties>
</file>