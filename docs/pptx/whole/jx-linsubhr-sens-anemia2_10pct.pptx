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4181391"/>
              <a:ext cx="7090630" cy="954228"/>
            </a:xfrm>
            <a:custGeom>
              <a:avLst/>
              <a:pathLst>
                <a:path w="7090630" h="954228">
                  <a:moveTo>
                    <a:pt x="0" y="0"/>
                  </a:moveTo>
                  <a:lnTo>
                    <a:pt x="71622" y="16338"/>
                  </a:lnTo>
                  <a:lnTo>
                    <a:pt x="143245" y="32483"/>
                  </a:lnTo>
                  <a:lnTo>
                    <a:pt x="214867" y="48437"/>
                  </a:lnTo>
                  <a:lnTo>
                    <a:pt x="286490" y="64200"/>
                  </a:lnTo>
                  <a:lnTo>
                    <a:pt x="358112" y="79777"/>
                  </a:lnTo>
                  <a:lnTo>
                    <a:pt x="429735" y="95168"/>
                  </a:lnTo>
                  <a:lnTo>
                    <a:pt x="501357" y="110377"/>
                  </a:lnTo>
                  <a:lnTo>
                    <a:pt x="572980" y="125405"/>
                  </a:lnTo>
                  <a:lnTo>
                    <a:pt x="644602" y="140255"/>
                  </a:lnTo>
                  <a:lnTo>
                    <a:pt x="716225" y="154928"/>
                  </a:lnTo>
                  <a:lnTo>
                    <a:pt x="787847" y="169427"/>
                  </a:lnTo>
                  <a:lnTo>
                    <a:pt x="859470" y="183754"/>
                  </a:lnTo>
                  <a:lnTo>
                    <a:pt x="931092" y="197911"/>
                  </a:lnTo>
                  <a:lnTo>
                    <a:pt x="1002715" y="211900"/>
                  </a:lnTo>
                  <a:lnTo>
                    <a:pt x="1074337" y="225722"/>
                  </a:lnTo>
                  <a:lnTo>
                    <a:pt x="1145960" y="239381"/>
                  </a:lnTo>
                  <a:lnTo>
                    <a:pt x="1217582" y="252877"/>
                  </a:lnTo>
                  <a:lnTo>
                    <a:pt x="1289205" y="266213"/>
                  </a:lnTo>
                  <a:lnTo>
                    <a:pt x="1360827" y="279390"/>
                  </a:lnTo>
                  <a:lnTo>
                    <a:pt x="1432450" y="292411"/>
                  </a:lnTo>
                  <a:lnTo>
                    <a:pt x="1504073" y="305278"/>
                  </a:lnTo>
                  <a:lnTo>
                    <a:pt x="1575695" y="317991"/>
                  </a:lnTo>
                  <a:lnTo>
                    <a:pt x="1647318" y="330554"/>
                  </a:lnTo>
                  <a:lnTo>
                    <a:pt x="1718940" y="342967"/>
                  </a:lnTo>
                  <a:lnTo>
                    <a:pt x="1790563" y="355233"/>
                  </a:lnTo>
                  <a:lnTo>
                    <a:pt x="1862185" y="367354"/>
                  </a:lnTo>
                  <a:lnTo>
                    <a:pt x="1933808" y="379330"/>
                  </a:lnTo>
                  <a:lnTo>
                    <a:pt x="2005430" y="391164"/>
                  </a:lnTo>
                  <a:lnTo>
                    <a:pt x="2077053" y="402858"/>
                  </a:lnTo>
                  <a:lnTo>
                    <a:pt x="2148675" y="414413"/>
                  </a:lnTo>
                  <a:lnTo>
                    <a:pt x="2220298" y="425830"/>
                  </a:lnTo>
                  <a:lnTo>
                    <a:pt x="2291920" y="437112"/>
                  </a:lnTo>
                  <a:lnTo>
                    <a:pt x="2363543" y="448260"/>
                  </a:lnTo>
                  <a:lnTo>
                    <a:pt x="2435165" y="459276"/>
                  </a:lnTo>
                  <a:lnTo>
                    <a:pt x="2506788" y="470161"/>
                  </a:lnTo>
                  <a:lnTo>
                    <a:pt x="2578410" y="480916"/>
                  </a:lnTo>
                  <a:lnTo>
                    <a:pt x="2650033" y="491544"/>
                  </a:lnTo>
                  <a:lnTo>
                    <a:pt x="2721655" y="502046"/>
                  </a:lnTo>
                  <a:lnTo>
                    <a:pt x="2793278" y="512423"/>
                  </a:lnTo>
                  <a:lnTo>
                    <a:pt x="2864901" y="522676"/>
                  </a:lnTo>
                  <a:lnTo>
                    <a:pt x="2936523" y="532808"/>
                  </a:lnTo>
                  <a:lnTo>
                    <a:pt x="3008146" y="542820"/>
                  </a:lnTo>
                  <a:lnTo>
                    <a:pt x="3079768" y="547843"/>
                  </a:lnTo>
                  <a:lnTo>
                    <a:pt x="3151391" y="550100"/>
                  </a:lnTo>
                  <a:lnTo>
                    <a:pt x="3223013" y="552352"/>
                  </a:lnTo>
                  <a:lnTo>
                    <a:pt x="3294636" y="554597"/>
                  </a:lnTo>
                  <a:lnTo>
                    <a:pt x="3366258" y="556836"/>
                  </a:lnTo>
                  <a:lnTo>
                    <a:pt x="3437881" y="559069"/>
                  </a:lnTo>
                  <a:lnTo>
                    <a:pt x="3509503" y="561296"/>
                  </a:lnTo>
                  <a:lnTo>
                    <a:pt x="3581126" y="563517"/>
                  </a:lnTo>
                  <a:lnTo>
                    <a:pt x="3652748" y="565732"/>
                  </a:lnTo>
                  <a:lnTo>
                    <a:pt x="3724371" y="567941"/>
                  </a:lnTo>
                  <a:lnTo>
                    <a:pt x="3795993" y="570144"/>
                  </a:lnTo>
                  <a:lnTo>
                    <a:pt x="3867616" y="572340"/>
                  </a:lnTo>
                  <a:lnTo>
                    <a:pt x="3939238" y="574531"/>
                  </a:lnTo>
                  <a:lnTo>
                    <a:pt x="4010861" y="576716"/>
                  </a:lnTo>
                  <a:lnTo>
                    <a:pt x="4082483" y="578895"/>
                  </a:lnTo>
                  <a:lnTo>
                    <a:pt x="4154106" y="581068"/>
                  </a:lnTo>
                  <a:lnTo>
                    <a:pt x="4225729" y="583235"/>
                  </a:lnTo>
                  <a:lnTo>
                    <a:pt x="4297351" y="585396"/>
                  </a:lnTo>
                  <a:lnTo>
                    <a:pt x="4368974" y="587551"/>
                  </a:lnTo>
                  <a:lnTo>
                    <a:pt x="4440596" y="589701"/>
                  </a:lnTo>
                  <a:lnTo>
                    <a:pt x="4512219" y="591844"/>
                  </a:lnTo>
                  <a:lnTo>
                    <a:pt x="4583841" y="593982"/>
                  </a:lnTo>
                  <a:lnTo>
                    <a:pt x="4655464" y="596114"/>
                  </a:lnTo>
                  <a:lnTo>
                    <a:pt x="4727086" y="598240"/>
                  </a:lnTo>
                  <a:lnTo>
                    <a:pt x="4798709" y="600360"/>
                  </a:lnTo>
                  <a:lnTo>
                    <a:pt x="4870331" y="602474"/>
                  </a:lnTo>
                  <a:lnTo>
                    <a:pt x="4941954" y="604583"/>
                  </a:lnTo>
                  <a:lnTo>
                    <a:pt x="5013576" y="606686"/>
                  </a:lnTo>
                  <a:lnTo>
                    <a:pt x="5085199" y="608783"/>
                  </a:lnTo>
                  <a:lnTo>
                    <a:pt x="5156821" y="610874"/>
                  </a:lnTo>
                  <a:lnTo>
                    <a:pt x="5228444" y="612960"/>
                  </a:lnTo>
                  <a:lnTo>
                    <a:pt x="5300066" y="615040"/>
                  </a:lnTo>
                  <a:lnTo>
                    <a:pt x="5371689" y="617115"/>
                  </a:lnTo>
                  <a:lnTo>
                    <a:pt x="5443311" y="619183"/>
                  </a:lnTo>
                  <a:lnTo>
                    <a:pt x="5514934" y="621246"/>
                  </a:lnTo>
                  <a:lnTo>
                    <a:pt x="5586557" y="623304"/>
                  </a:lnTo>
                  <a:lnTo>
                    <a:pt x="5658179" y="625356"/>
                  </a:lnTo>
                  <a:lnTo>
                    <a:pt x="5729802" y="627402"/>
                  </a:lnTo>
                  <a:lnTo>
                    <a:pt x="5801424" y="629443"/>
                  </a:lnTo>
                  <a:lnTo>
                    <a:pt x="5873047" y="631478"/>
                  </a:lnTo>
                  <a:lnTo>
                    <a:pt x="5944669" y="633507"/>
                  </a:lnTo>
                  <a:lnTo>
                    <a:pt x="6016292" y="635531"/>
                  </a:lnTo>
                  <a:lnTo>
                    <a:pt x="6087914" y="637550"/>
                  </a:lnTo>
                  <a:lnTo>
                    <a:pt x="6159537" y="639563"/>
                  </a:lnTo>
                  <a:lnTo>
                    <a:pt x="6231159" y="641570"/>
                  </a:lnTo>
                  <a:lnTo>
                    <a:pt x="6302782" y="643572"/>
                  </a:lnTo>
                  <a:lnTo>
                    <a:pt x="6374404" y="645569"/>
                  </a:lnTo>
                  <a:lnTo>
                    <a:pt x="6446027" y="647560"/>
                  </a:lnTo>
                  <a:lnTo>
                    <a:pt x="6517649" y="649546"/>
                  </a:lnTo>
                  <a:lnTo>
                    <a:pt x="6589272" y="651526"/>
                  </a:lnTo>
                  <a:lnTo>
                    <a:pt x="6660894" y="653501"/>
                  </a:lnTo>
                  <a:lnTo>
                    <a:pt x="6732517" y="655471"/>
                  </a:lnTo>
                  <a:lnTo>
                    <a:pt x="6804139" y="657435"/>
                  </a:lnTo>
                  <a:lnTo>
                    <a:pt x="6875762" y="659394"/>
                  </a:lnTo>
                  <a:lnTo>
                    <a:pt x="6947385" y="661347"/>
                  </a:lnTo>
                  <a:lnTo>
                    <a:pt x="7019007" y="663295"/>
                  </a:lnTo>
                  <a:lnTo>
                    <a:pt x="7090630" y="665238"/>
                  </a:lnTo>
                  <a:lnTo>
                    <a:pt x="7090630" y="954228"/>
                  </a:lnTo>
                  <a:lnTo>
                    <a:pt x="7019007" y="949161"/>
                  </a:lnTo>
                  <a:lnTo>
                    <a:pt x="6947385" y="944033"/>
                  </a:lnTo>
                  <a:lnTo>
                    <a:pt x="6875762" y="938843"/>
                  </a:lnTo>
                  <a:lnTo>
                    <a:pt x="6804139" y="933591"/>
                  </a:lnTo>
                  <a:lnTo>
                    <a:pt x="6732517" y="928276"/>
                  </a:lnTo>
                  <a:lnTo>
                    <a:pt x="6660894" y="922897"/>
                  </a:lnTo>
                  <a:lnTo>
                    <a:pt x="6589272" y="917453"/>
                  </a:lnTo>
                  <a:lnTo>
                    <a:pt x="6517649" y="911944"/>
                  </a:lnTo>
                  <a:lnTo>
                    <a:pt x="6446027" y="906368"/>
                  </a:lnTo>
                  <a:lnTo>
                    <a:pt x="6374404" y="900726"/>
                  </a:lnTo>
                  <a:lnTo>
                    <a:pt x="6302782" y="895016"/>
                  </a:lnTo>
                  <a:lnTo>
                    <a:pt x="6231159" y="889237"/>
                  </a:lnTo>
                  <a:lnTo>
                    <a:pt x="6159537" y="883389"/>
                  </a:lnTo>
                  <a:lnTo>
                    <a:pt x="6087914" y="877470"/>
                  </a:lnTo>
                  <a:lnTo>
                    <a:pt x="6016292" y="871480"/>
                  </a:lnTo>
                  <a:lnTo>
                    <a:pt x="5944669" y="865419"/>
                  </a:lnTo>
                  <a:lnTo>
                    <a:pt x="5873047" y="859284"/>
                  </a:lnTo>
                  <a:lnTo>
                    <a:pt x="5801424" y="853076"/>
                  </a:lnTo>
                  <a:lnTo>
                    <a:pt x="5729802" y="846793"/>
                  </a:lnTo>
                  <a:lnTo>
                    <a:pt x="5658179" y="840435"/>
                  </a:lnTo>
                  <a:lnTo>
                    <a:pt x="5586557" y="834000"/>
                  </a:lnTo>
                  <a:lnTo>
                    <a:pt x="5514934" y="827488"/>
                  </a:lnTo>
                  <a:lnTo>
                    <a:pt x="5443311" y="820897"/>
                  </a:lnTo>
                  <a:lnTo>
                    <a:pt x="5371689" y="814228"/>
                  </a:lnTo>
                  <a:lnTo>
                    <a:pt x="5300066" y="807478"/>
                  </a:lnTo>
                  <a:lnTo>
                    <a:pt x="5228444" y="800647"/>
                  </a:lnTo>
                  <a:lnTo>
                    <a:pt x="5156821" y="793734"/>
                  </a:lnTo>
                  <a:lnTo>
                    <a:pt x="5085199" y="786738"/>
                  </a:lnTo>
                  <a:lnTo>
                    <a:pt x="5013576" y="779658"/>
                  </a:lnTo>
                  <a:lnTo>
                    <a:pt x="4941954" y="772492"/>
                  </a:lnTo>
                  <a:lnTo>
                    <a:pt x="4870331" y="765241"/>
                  </a:lnTo>
                  <a:lnTo>
                    <a:pt x="4798709" y="757903"/>
                  </a:lnTo>
                  <a:lnTo>
                    <a:pt x="4727086" y="750476"/>
                  </a:lnTo>
                  <a:lnTo>
                    <a:pt x="4655464" y="742960"/>
                  </a:lnTo>
                  <a:lnTo>
                    <a:pt x="4583841" y="735354"/>
                  </a:lnTo>
                  <a:lnTo>
                    <a:pt x="4512219" y="727656"/>
                  </a:lnTo>
                  <a:lnTo>
                    <a:pt x="4440596" y="719866"/>
                  </a:lnTo>
                  <a:lnTo>
                    <a:pt x="4368974" y="711982"/>
                  </a:lnTo>
                  <a:lnTo>
                    <a:pt x="4297351" y="704003"/>
                  </a:lnTo>
                  <a:lnTo>
                    <a:pt x="4225729" y="695929"/>
                  </a:lnTo>
                  <a:lnTo>
                    <a:pt x="4154106" y="687757"/>
                  </a:lnTo>
                  <a:lnTo>
                    <a:pt x="4082483" y="679488"/>
                  </a:lnTo>
                  <a:lnTo>
                    <a:pt x="4010861" y="671119"/>
                  </a:lnTo>
                  <a:lnTo>
                    <a:pt x="3939238" y="662649"/>
                  </a:lnTo>
                  <a:lnTo>
                    <a:pt x="3867616" y="654078"/>
                  </a:lnTo>
                  <a:lnTo>
                    <a:pt x="3795993" y="645403"/>
                  </a:lnTo>
                  <a:lnTo>
                    <a:pt x="3724371" y="636624"/>
                  </a:lnTo>
                  <a:lnTo>
                    <a:pt x="3652748" y="627740"/>
                  </a:lnTo>
                  <a:lnTo>
                    <a:pt x="3581126" y="618749"/>
                  </a:lnTo>
                  <a:lnTo>
                    <a:pt x="3509503" y="609650"/>
                  </a:lnTo>
                  <a:lnTo>
                    <a:pt x="3437881" y="600442"/>
                  </a:lnTo>
                  <a:lnTo>
                    <a:pt x="3366258" y="591123"/>
                  </a:lnTo>
                  <a:lnTo>
                    <a:pt x="3294636" y="581691"/>
                  </a:lnTo>
                  <a:lnTo>
                    <a:pt x="3223013" y="572147"/>
                  </a:lnTo>
                  <a:lnTo>
                    <a:pt x="3151391" y="562488"/>
                  </a:lnTo>
                  <a:lnTo>
                    <a:pt x="3079768" y="552713"/>
                  </a:lnTo>
                  <a:lnTo>
                    <a:pt x="3008146" y="545579"/>
                  </a:lnTo>
                  <a:lnTo>
                    <a:pt x="2936523" y="543309"/>
                  </a:lnTo>
                  <a:lnTo>
                    <a:pt x="2864901" y="541033"/>
                  </a:lnTo>
                  <a:lnTo>
                    <a:pt x="2793278" y="538750"/>
                  </a:lnTo>
                  <a:lnTo>
                    <a:pt x="2721655" y="536462"/>
                  </a:lnTo>
                  <a:lnTo>
                    <a:pt x="2650033" y="534167"/>
                  </a:lnTo>
                  <a:lnTo>
                    <a:pt x="2578410" y="531866"/>
                  </a:lnTo>
                  <a:lnTo>
                    <a:pt x="2506788" y="529558"/>
                  </a:lnTo>
                  <a:lnTo>
                    <a:pt x="2435165" y="527244"/>
                  </a:lnTo>
                  <a:lnTo>
                    <a:pt x="2363543" y="524924"/>
                  </a:lnTo>
                  <a:lnTo>
                    <a:pt x="2291920" y="522598"/>
                  </a:lnTo>
                  <a:lnTo>
                    <a:pt x="2220298" y="520265"/>
                  </a:lnTo>
                  <a:lnTo>
                    <a:pt x="2148675" y="517926"/>
                  </a:lnTo>
                  <a:lnTo>
                    <a:pt x="2077053" y="515580"/>
                  </a:lnTo>
                  <a:lnTo>
                    <a:pt x="2005430" y="513228"/>
                  </a:lnTo>
                  <a:lnTo>
                    <a:pt x="1933808" y="510870"/>
                  </a:lnTo>
                  <a:lnTo>
                    <a:pt x="1862185" y="508505"/>
                  </a:lnTo>
                  <a:lnTo>
                    <a:pt x="1790563" y="506134"/>
                  </a:lnTo>
                  <a:lnTo>
                    <a:pt x="1718940" y="503756"/>
                  </a:lnTo>
                  <a:lnTo>
                    <a:pt x="1647318" y="501372"/>
                  </a:lnTo>
                  <a:lnTo>
                    <a:pt x="1575695" y="498981"/>
                  </a:lnTo>
                  <a:lnTo>
                    <a:pt x="1504073" y="496583"/>
                  </a:lnTo>
                  <a:lnTo>
                    <a:pt x="1432450" y="494180"/>
                  </a:lnTo>
                  <a:lnTo>
                    <a:pt x="1360827" y="491769"/>
                  </a:lnTo>
                  <a:lnTo>
                    <a:pt x="1289205" y="489352"/>
                  </a:lnTo>
                  <a:lnTo>
                    <a:pt x="1217582" y="486928"/>
                  </a:lnTo>
                  <a:lnTo>
                    <a:pt x="1145960" y="484498"/>
                  </a:lnTo>
                  <a:lnTo>
                    <a:pt x="1074337" y="482061"/>
                  </a:lnTo>
                  <a:lnTo>
                    <a:pt x="1002715" y="479617"/>
                  </a:lnTo>
                  <a:lnTo>
                    <a:pt x="931092" y="477167"/>
                  </a:lnTo>
                  <a:lnTo>
                    <a:pt x="859470" y="474710"/>
                  </a:lnTo>
                  <a:lnTo>
                    <a:pt x="787847" y="472246"/>
                  </a:lnTo>
                  <a:lnTo>
                    <a:pt x="716225" y="469776"/>
                  </a:lnTo>
                  <a:lnTo>
                    <a:pt x="644602" y="467299"/>
                  </a:lnTo>
                  <a:lnTo>
                    <a:pt x="572980" y="464815"/>
                  </a:lnTo>
                  <a:lnTo>
                    <a:pt x="501357" y="462324"/>
                  </a:lnTo>
                  <a:lnTo>
                    <a:pt x="429735" y="459826"/>
                  </a:lnTo>
                  <a:lnTo>
                    <a:pt x="358112" y="457322"/>
                  </a:lnTo>
                  <a:lnTo>
                    <a:pt x="286490" y="454811"/>
                  </a:lnTo>
                  <a:lnTo>
                    <a:pt x="214867" y="452293"/>
                  </a:lnTo>
                  <a:lnTo>
                    <a:pt x="143245" y="449768"/>
                  </a:lnTo>
                  <a:lnTo>
                    <a:pt x="71622" y="447236"/>
                  </a:lnTo>
                  <a:lnTo>
                    <a:pt x="0" y="44469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4181391"/>
              <a:ext cx="7090630" cy="665238"/>
            </a:xfrm>
            <a:custGeom>
              <a:avLst/>
              <a:pathLst>
                <a:path w="7090630" h="665238">
                  <a:moveTo>
                    <a:pt x="0" y="0"/>
                  </a:moveTo>
                  <a:lnTo>
                    <a:pt x="71622" y="16338"/>
                  </a:lnTo>
                  <a:lnTo>
                    <a:pt x="143245" y="32483"/>
                  </a:lnTo>
                  <a:lnTo>
                    <a:pt x="214867" y="48437"/>
                  </a:lnTo>
                  <a:lnTo>
                    <a:pt x="286490" y="64200"/>
                  </a:lnTo>
                  <a:lnTo>
                    <a:pt x="358112" y="79777"/>
                  </a:lnTo>
                  <a:lnTo>
                    <a:pt x="429735" y="95168"/>
                  </a:lnTo>
                  <a:lnTo>
                    <a:pt x="501357" y="110377"/>
                  </a:lnTo>
                  <a:lnTo>
                    <a:pt x="572980" y="125405"/>
                  </a:lnTo>
                  <a:lnTo>
                    <a:pt x="644602" y="140255"/>
                  </a:lnTo>
                  <a:lnTo>
                    <a:pt x="716225" y="154928"/>
                  </a:lnTo>
                  <a:lnTo>
                    <a:pt x="787847" y="169427"/>
                  </a:lnTo>
                  <a:lnTo>
                    <a:pt x="859470" y="183754"/>
                  </a:lnTo>
                  <a:lnTo>
                    <a:pt x="931092" y="197911"/>
                  </a:lnTo>
                  <a:lnTo>
                    <a:pt x="1002715" y="211900"/>
                  </a:lnTo>
                  <a:lnTo>
                    <a:pt x="1074337" y="225722"/>
                  </a:lnTo>
                  <a:lnTo>
                    <a:pt x="1145960" y="239381"/>
                  </a:lnTo>
                  <a:lnTo>
                    <a:pt x="1217582" y="252877"/>
                  </a:lnTo>
                  <a:lnTo>
                    <a:pt x="1289205" y="266213"/>
                  </a:lnTo>
                  <a:lnTo>
                    <a:pt x="1360827" y="279390"/>
                  </a:lnTo>
                  <a:lnTo>
                    <a:pt x="1432450" y="292411"/>
                  </a:lnTo>
                  <a:lnTo>
                    <a:pt x="1504073" y="305278"/>
                  </a:lnTo>
                  <a:lnTo>
                    <a:pt x="1575695" y="317991"/>
                  </a:lnTo>
                  <a:lnTo>
                    <a:pt x="1647318" y="330554"/>
                  </a:lnTo>
                  <a:lnTo>
                    <a:pt x="1718940" y="342967"/>
                  </a:lnTo>
                  <a:lnTo>
                    <a:pt x="1790563" y="355233"/>
                  </a:lnTo>
                  <a:lnTo>
                    <a:pt x="1862185" y="367354"/>
                  </a:lnTo>
                  <a:lnTo>
                    <a:pt x="1933808" y="379330"/>
                  </a:lnTo>
                  <a:lnTo>
                    <a:pt x="2005430" y="391164"/>
                  </a:lnTo>
                  <a:lnTo>
                    <a:pt x="2077053" y="402858"/>
                  </a:lnTo>
                  <a:lnTo>
                    <a:pt x="2148675" y="414413"/>
                  </a:lnTo>
                  <a:lnTo>
                    <a:pt x="2220298" y="425830"/>
                  </a:lnTo>
                  <a:lnTo>
                    <a:pt x="2291920" y="437112"/>
                  </a:lnTo>
                  <a:lnTo>
                    <a:pt x="2363543" y="448260"/>
                  </a:lnTo>
                  <a:lnTo>
                    <a:pt x="2435165" y="459276"/>
                  </a:lnTo>
                  <a:lnTo>
                    <a:pt x="2506788" y="470161"/>
                  </a:lnTo>
                  <a:lnTo>
                    <a:pt x="2578410" y="480916"/>
                  </a:lnTo>
                  <a:lnTo>
                    <a:pt x="2650033" y="491544"/>
                  </a:lnTo>
                  <a:lnTo>
                    <a:pt x="2721655" y="502046"/>
                  </a:lnTo>
                  <a:lnTo>
                    <a:pt x="2793278" y="512423"/>
                  </a:lnTo>
                  <a:lnTo>
                    <a:pt x="2864901" y="522676"/>
                  </a:lnTo>
                  <a:lnTo>
                    <a:pt x="2936523" y="532808"/>
                  </a:lnTo>
                  <a:lnTo>
                    <a:pt x="3008146" y="542820"/>
                  </a:lnTo>
                  <a:lnTo>
                    <a:pt x="3079768" y="547843"/>
                  </a:lnTo>
                  <a:lnTo>
                    <a:pt x="3151391" y="550100"/>
                  </a:lnTo>
                  <a:lnTo>
                    <a:pt x="3223013" y="552352"/>
                  </a:lnTo>
                  <a:lnTo>
                    <a:pt x="3294636" y="554597"/>
                  </a:lnTo>
                  <a:lnTo>
                    <a:pt x="3366258" y="556836"/>
                  </a:lnTo>
                  <a:lnTo>
                    <a:pt x="3437881" y="559069"/>
                  </a:lnTo>
                  <a:lnTo>
                    <a:pt x="3509503" y="561296"/>
                  </a:lnTo>
                  <a:lnTo>
                    <a:pt x="3581126" y="563517"/>
                  </a:lnTo>
                  <a:lnTo>
                    <a:pt x="3652748" y="565732"/>
                  </a:lnTo>
                  <a:lnTo>
                    <a:pt x="3724371" y="567941"/>
                  </a:lnTo>
                  <a:lnTo>
                    <a:pt x="3795993" y="570144"/>
                  </a:lnTo>
                  <a:lnTo>
                    <a:pt x="3867616" y="572340"/>
                  </a:lnTo>
                  <a:lnTo>
                    <a:pt x="3939238" y="574531"/>
                  </a:lnTo>
                  <a:lnTo>
                    <a:pt x="4010861" y="576716"/>
                  </a:lnTo>
                  <a:lnTo>
                    <a:pt x="4082483" y="578895"/>
                  </a:lnTo>
                  <a:lnTo>
                    <a:pt x="4154106" y="581068"/>
                  </a:lnTo>
                  <a:lnTo>
                    <a:pt x="4225729" y="583235"/>
                  </a:lnTo>
                  <a:lnTo>
                    <a:pt x="4297351" y="585396"/>
                  </a:lnTo>
                  <a:lnTo>
                    <a:pt x="4368974" y="587551"/>
                  </a:lnTo>
                  <a:lnTo>
                    <a:pt x="4440596" y="589701"/>
                  </a:lnTo>
                  <a:lnTo>
                    <a:pt x="4512219" y="591844"/>
                  </a:lnTo>
                  <a:lnTo>
                    <a:pt x="4583841" y="593982"/>
                  </a:lnTo>
                  <a:lnTo>
                    <a:pt x="4655464" y="596114"/>
                  </a:lnTo>
                  <a:lnTo>
                    <a:pt x="4727086" y="598240"/>
                  </a:lnTo>
                  <a:lnTo>
                    <a:pt x="4798709" y="600360"/>
                  </a:lnTo>
                  <a:lnTo>
                    <a:pt x="4870331" y="602474"/>
                  </a:lnTo>
                  <a:lnTo>
                    <a:pt x="4941954" y="604583"/>
                  </a:lnTo>
                  <a:lnTo>
                    <a:pt x="5013576" y="606686"/>
                  </a:lnTo>
                  <a:lnTo>
                    <a:pt x="5085199" y="608783"/>
                  </a:lnTo>
                  <a:lnTo>
                    <a:pt x="5156821" y="610874"/>
                  </a:lnTo>
                  <a:lnTo>
                    <a:pt x="5228444" y="612960"/>
                  </a:lnTo>
                  <a:lnTo>
                    <a:pt x="5300066" y="615040"/>
                  </a:lnTo>
                  <a:lnTo>
                    <a:pt x="5371689" y="617115"/>
                  </a:lnTo>
                  <a:lnTo>
                    <a:pt x="5443311" y="619183"/>
                  </a:lnTo>
                  <a:lnTo>
                    <a:pt x="5514934" y="621246"/>
                  </a:lnTo>
                  <a:lnTo>
                    <a:pt x="5586557" y="623304"/>
                  </a:lnTo>
                  <a:lnTo>
                    <a:pt x="5658179" y="625356"/>
                  </a:lnTo>
                  <a:lnTo>
                    <a:pt x="5729802" y="627402"/>
                  </a:lnTo>
                  <a:lnTo>
                    <a:pt x="5801424" y="629443"/>
                  </a:lnTo>
                  <a:lnTo>
                    <a:pt x="5873047" y="631478"/>
                  </a:lnTo>
                  <a:lnTo>
                    <a:pt x="5944669" y="633507"/>
                  </a:lnTo>
                  <a:lnTo>
                    <a:pt x="6016292" y="635531"/>
                  </a:lnTo>
                  <a:lnTo>
                    <a:pt x="6087914" y="637550"/>
                  </a:lnTo>
                  <a:lnTo>
                    <a:pt x="6159537" y="639563"/>
                  </a:lnTo>
                  <a:lnTo>
                    <a:pt x="6231159" y="641570"/>
                  </a:lnTo>
                  <a:lnTo>
                    <a:pt x="6302782" y="643572"/>
                  </a:lnTo>
                  <a:lnTo>
                    <a:pt x="6374404" y="645569"/>
                  </a:lnTo>
                  <a:lnTo>
                    <a:pt x="6446027" y="647560"/>
                  </a:lnTo>
                  <a:lnTo>
                    <a:pt x="6517649" y="649546"/>
                  </a:lnTo>
                  <a:lnTo>
                    <a:pt x="6589272" y="651526"/>
                  </a:lnTo>
                  <a:lnTo>
                    <a:pt x="6660894" y="653501"/>
                  </a:lnTo>
                  <a:lnTo>
                    <a:pt x="6732517" y="655471"/>
                  </a:lnTo>
                  <a:lnTo>
                    <a:pt x="6804139" y="657435"/>
                  </a:lnTo>
                  <a:lnTo>
                    <a:pt x="6875762" y="659394"/>
                  </a:lnTo>
                  <a:lnTo>
                    <a:pt x="6947385" y="661347"/>
                  </a:lnTo>
                  <a:lnTo>
                    <a:pt x="7019007" y="663295"/>
                  </a:lnTo>
                  <a:lnTo>
                    <a:pt x="7090630" y="6652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26088"/>
              <a:ext cx="7090630" cy="509531"/>
            </a:xfrm>
            <a:custGeom>
              <a:avLst/>
              <a:pathLst>
                <a:path w="7090630" h="509531">
                  <a:moveTo>
                    <a:pt x="7090630" y="509531"/>
                  </a:moveTo>
                  <a:lnTo>
                    <a:pt x="7019007" y="504464"/>
                  </a:lnTo>
                  <a:lnTo>
                    <a:pt x="6947385" y="499336"/>
                  </a:lnTo>
                  <a:lnTo>
                    <a:pt x="6875762" y="494146"/>
                  </a:lnTo>
                  <a:lnTo>
                    <a:pt x="6804139" y="488894"/>
                  </a:lnTo>
                  <a:lnTo>
                    <a:pt x="6732517" y="483579"/>
                  </a:lnTo>
                  <a:lnTo>
                    <a:pt x="6660894" y="478199"/>
                  </a:lnTo>
                  <a:lnTo>
                    <a:pt x="6589272" y="472756"/>
                  </a:lnTo>
                  <a:lnTo>
                    <a:pt x="6517649" y="467246"/>
                  </a:lnTo>
                  <a:lnTo>
                    <a:pt x="6446027" y="461671"/>
                  </a:lnTo>
                  <a:lnTo>
                    <a:pt x="6374404" y="456029"/>
                  </a:lnTo>
                  <a:lnTo>
                    <a:pt x="6302782" y="450318"/>
                  </a:lnTo>
                  <a:lnTo>
                    <a:pt x="6231159" y="444540"/>
                  </a:lnTo>
                  <a:lnTo>
                    <a:pt x="6159537" y="438691"/>
                  </a:lnTo>
                  <a:lnTo>
                    <a:pt x="6087914" y="432773"/>
                  </a:lnTo>
                  <a:lnTo>
                    <a:pt x="6016292" y="426783"/>
                  </a:lnTo>
                  <a:lnTo>
                    <a:pt x="5944669" y="420721"/>
                  </a:lnTo>
                  <a:lnTo>
                    <a:pt x="5873047" y="414587"/>
                  </a:lnTo>
                  <a:lnTo>
                    <a:pt x="5801424" y="408378"/>
                  </a:lnTo>
                  <a:lnTo>
                    <a:pt x="5729802" y="402096"/>
                  </a:lnTo>
                  <a:lnTo>
                    <a:pt x="5658179" y="395737"/>
                  </a:lnTo>
                  <a:lnTo>
                    <a:pt x="5586557" y="389302"/>
                  </a:lnTo>
                  <a:lnTo>
                    <a:pt x="5514934" y="382790"/>
                  </a:lnTo>
                  <a:lnTo>
                    <a:pt x="5443311" y="376200"/>
                  </a:lnTo>
                  <a:lnTo>
                    <a:pt x="5371689" y="369530"/>
                  </a:lnTo>
                  <a:lnTo>
                    <a:pt x="5300066" y="362780"/>
                  </a:lnTo>
                  <a:lnTo>
                    <a:pt x="5228444" y="355950"/>
                  </a:lnTo>
                  <a:lnTo>
                    <a:pt x="5156821" y="349037"/>
                  </a:lnTo>
                  <a:lnTo>
                    <a:pt x="5085199" y="342041"/>
                  </a:lnTo>
                  <a:lnTo>
                    <a:pt x="5013576" y="334960"/>
                  </a:lnTo>
                  <a:lnTo>
                    <a:pt x="4941954" y="327795"/>
                  </a:lnTo>
                  <a:lnTo>
                    <a:pt x="4870331" y="320544"/>
                  </a:lnTo>
                  <a:lnTo>
                    <a:pt x="4798709" y="313205"/>
                  </a:lnTo>
                  <a:lnTo>
                    <a:pt x="4727086" y="305779"/>
                  </a:lnTo>
                  <a:lnTo>
                    <a:pt x="4655464" y="298263"/>
                  </a:lnTo>
                  <a:lnTo>
                    <a:pt x="4583841" y="290656"/>
                  </a:lnTo>
                  <a:lnTo>
                    <a:pt x="4512219" y="282959"/>
                  </a:lnTo>
                  <a:lnTo>
                    <a:pt x="4440596" y="275169"/>
                  </a:lnTo>
                  <a:lnTo>
                    <a:pt x="4368974" y="267285"/>
                  </a:lnTo>
                  <a:lnTo>
                    <a:pt x="4297351" y="259306"/>
                  </a:lnTo>
                  <a:lnTo>
                    <a:pt x="4225729" y="251232"/>
                  </a:lnTo>
                  <a:lnTo>
                    <a:pt x="4154106" y="243060"/>
                  </a:lnTo>
                  <a:lnTo>
                    <a:pt x="4082483" y="234790"/>
                  </a:lnTo>
                  <a:lnTo>
                    <a:pt x="4010861" y="226421"/>
                  </a:lnTo>
                  <a:lnTo>
                    <a:pt x="3939238" y="217952"/>
                  </a:lnTo>
                  <a:lnTo>
                    <a:pt x="3867616" y="209380"/>
                  </a:lnTo>
                  <a:lnTo>
                    <a:pt x="3795993" y="200706"/>
                  </a:lnTo>
                  <a:lnTo>
                    <a:pt x="3724371" y="191927"/>
                  </a:lnTo>
                  <a:lnTo>
                    <a:pt x="3652748" y="183043"/>
                  </a:lnTo>
                  <a:lnTo>
                    <a:pt x="3581126" y="174052"/>
                  </a:lnTo>
                  <a:lnTo>
                    <a:pt x="3509503" y="164953"/>
                  </a:lnTo>
                  <a:lnTo>
                    <a:pt x="3437881" y="155744"/>
                  </a:lnTo>
                  <a:lnTo>
                    <a:pt x="3366258" y="146425"/>
                  </a:lnTo>
                  <a:lnTo>
                    <a:pt x="3294636" y="136994"/>
                  </a:lnTo>
                  <a:lnTo>
                    <a:pt x="3223013" y="127450"/>
                  </a:lnTo>
                  <a:lnTo>
                    <a:pt x="3151391" y="117791"/>
                  </a:lnTo>
                  <a:lnTo>
                    <a:pt x="3079768" y="108015"/>
                  </a:lnTo>
                  <a:lnTo>
                    <a:pt x="3008146" y="100882"/>
                  </a:lnTo>
                  <a:lnTo>
                    <a:pt x="2936523" y="98612"/>
                  </a:lnTo>
                  <a:lnTo>
                    <a:pt x="2864901" y="96335"/>
                  </a:lnTo>
                  <a:lnTo>
                    <a:pt x="2793278" y="94053"/>
                  </a:lnTo>
                  <a:lnTo>
                    <a:pt x="2721655" y="91764"/>
                  </a:lnTo>
                  <a:lnTo>
                    <a:pt x="2650033" y="89469"/>
                  </a:lnTo>
                  <a:lnTo>
                    <a:pt x="2578410" y="87168"/>
                  </a:lnTo>
                  <a:lnTo>
                    <a:pt x="2506788" y="84861"/>
                  </a:lnTo>
                  <a:lnTo>
                    <a:pt x="2435165" y="82547"/>
                  </a:lnTo>
                  <a:lnTo>
                    <a:pt x="2363543" y="80227"/>
                  </a:lnTo>
                  <a:lnTo>
                    <a:pt x="2291920" y="77901"/>
                  </a:lnTo>
                  <a:lnTo>
                    <a:pt x="2220298" y="75568"/>
                  </a:lnTo>
                  <a:lnTo>
                    <a:pt x="2148675" y="73229"/>
                  </a:lnTo>
                  <a:lnTo>
                    <a:pt x="2077053" y="70883"/>
                  </a:lnTo>
                  <a:lnTo>
                    <a:pt x="2005430" y="68531"/>
                  </a:lnTo>
                  <a:lnTo>
                    <a:pt x="1933808" y="66173"/>
                  </a:lnTo>
                  <a:lnTo>
                    <a:pt x="1862185" y="63808"/>
                  </a:lnTo>
                  <a:lnTo>
                    <a:pt x="1790563" y="61436"/>
                  </a:lnTo>
                  <a:lnTo>
                    <a:pt x="1718940" y="59059"/>
                  </a:lnTo>
                  <a:lnTo>
                    <a:pt x="1647318" y="56674"/>
                  </a:lnTo>
                  <a:lnTo>
                    <a:pt x="1575695" y="54284"/>
                  </a:lnTo>
                  <a:lnTo>
                    <a:pt x="1504073" y="51886"/>
                  </a:lnTo>
                  <a:lnTo>
                    <a:pt x="1432450" y="49482"/>
                  </a:lnTo>
                  <a:lnTo>
                    <a:pt x="1360827" y="47072"/>
                  </a:lnTo>
                  <a:lnTo>
                    <a:pt x="1289205" y="44655"/>
                  </a:lnTo>
                  <a:lnTo>
                    <a:pt x="1217582" y="42231"/>
                  </a:lnTo>
                  <a:lnTo>
                    <a:pt x="1145960" y="39801"/>
                  </a:lnTo>
                  <a:lnTo>
                    <a:pt x="1074337" y="37364"/>
                  </a:lnTo>
                  <a:lnTo>
                    <a:pt x="1002715" y="34920"/>
                  </a:lnTo>
                  <a:lnTo>
                    <a:pt x="931092" y="32470"/>
                  </a:lnTo>
                  <a:lnTo>
                    <a:pt x="859470" y="30013"/>
                  </a:lnTo>
                  <a:lnTo>
                    <a:pt x="787847" y="27549"/>
                  </a:lnTo>
                  <a:lnTo>
                    <a:pt x="716225" y="25079"/>
                  </a:lnTo>
                  <a:lnTo>
                    <a:pt x="644602" y="22601"/>
                  </a:lnTo>
                  <a:lnTo>
                    <a:pt x="572980" y="20117"/>
                  </a:lnTo>
                  <a:lnTo>
                    <a:pt x="501357" y="17627"/>
                  </a:lnTo>
                  <a:lnTo>
                    <a:pt x="429735" y="15129"/>
                  </a:lnTo>
                  <a:lnTo>
                    <a:pt x="358112" y="12625"/>
                  </a:lnTo>
                  <a:lnTo>
                    <a:pt x="286490" y="10113"/>
                  </a:lnTo>
                  <a:lnTo>
                    <a:pt x="214867" y="7595"/>
                  </a:lnTo>
                  <a:lnTo>
                    <a:pt x="143245" y="5070"/>
                  </a:lnTo>
                  <a:lnTo>
                    <a:pt x="71622" y="253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25372"/>
              <a:ext cx="7090630" cy="584503"/>
            </a:xfrm>
            <a:custGeom>
              <a:avLst/>
              <a:pathLst>
                <a:path w="7090630" h="584503">
                  <a:moveTo>
                    <a:pt x="0" y="0"/>
                  </a:moveTo>
                  <a:lnTo>
                    <a:pt x="71622" y="8275"/>
                  </a:lnTo>
                  <a:lnTo>
                    <a:pt x="143245" y="16490"/>
                  </a:lnTo>
                  <a:lnTo>
                    <a:pt x="214867" y="24646"/>
                  </a:lnTo>
                  <a:lnTo>
                    <a:pt x="286490" y="32741"/>
                  </a:lnTo>
                  <a:lnTo>
                    <a:pt x="358112" y="40778"/>
                  </a:lnTo>
                  <a:lnTo>
                    <a:pt x="429735" y="48755"/>
                  </a:lnTo>
                  <a:lnTo>
                    <a:pt x="501357" y="56674"/>
                  </a:lnTo>
                  <a:lnTo>
                    <a:pt x="572980" y="64536"/>
                  </a:lnTo>
                  <a:lnTo>
                    <a:pt x="644602" y="72340"/>
                  </a:lnTo>
                  <a:lnTo>
                    <a:pt x="716225" y="80087"/>
                  </a:lnTo>
                  <a:lnTo>
                    <a:pt x="787847" y="87777"/>
                  </a:lnTo>
                  <a:lnTo>
                    <a:pt x="859470" y="95411"/>
                  </a:lnTo>
                  <a:lnTo>
                    <a:pt x="931092" y="102989"/>
                  </a:lnTo>
                  <a:lnTo>
                    <a:pt x="1002715" y="110512"/>
                  </a:lnTo>
                  <a:lnTo>
                    <a:pt x="1074337" y="117979"/>
                  </a:lnTo>
                  <a:lnTo>
                    <a:pt x="1145960" y="125392"/>
                  </a:lnTo>
                  <a:lnTo>
                    <a:pt x="1217582" y="132751"/>
                  </a:lnTo>
                  <a:lnTo>
                    <a:pt x="1289205" y="140057"/>
                  </a:lnTo>
                  <a:lnTo>
                    <a:pt x="1360827" y="147308"/>
                  </a:lnTo>
                  <a:lnTo>
                    <a:pt x="1432450" y="154507"/>
                  </a:lnTo>
                  <a:lnTo>
                    <a:pt x="1504073" y="161653"/>
                  </a:lnTo>
                  <a:lnTo>
                    <a:pt x="1575695" y="168747"/>
                  </a:lnTo>
                  <a:lnTo>
                    <a:pt x="1647318" y="175789"/>
                  </a:lnTo>
                  <a:lnTo>
                    <a:pt x="1718940" y="182779"/>
                  </a:lnTo>
                  <a:lnTo>
                    <a:pt x="1790563" y="189719"/>
                  </a:lnTo>
                  <a:lnTo>
                    <a:pt x="1862185" y="196607"/>
                  </a:lnTo>
                  <a:lnTo>
                    <a:pt x="1933808" y="203445"/>
                  </a:lnTo>
                  <a:lnTo>
                    <a:pt x="2005430" y="210234"/>
                  </a:lnTo>
                  <a:lnTo>
                    <a:pt x="2077053" y="216972"/>
                  </a:lnTo>
                  <a:lnTo>
                    <a:pt x="2148675" y="223662"/>
                  </a:lnTo>
                  <a:lnTo>
                    <a:pt x="2220298" y="230302"/>
                  </a:lnTo>
                  <a:lnTo>
                    <a:pt x="2291920" y="236894"/>
                  </a:lnTo>
                  <a:lnTo>
                    <a:pt x="2363543" y="243438"/>
                  </a:lnTo>
                  <a:lnTo>
                    <a:pt x="2435165" y="249933"/>
                  </a:lnTo>
                  <a:lnTo>
                    <a:pt x="2506788" y="256382"/>
                  </a:lnTo>
                  <a:lnTo>
                    <a:pt x="2578410" y="262783"/>
                  </a:lnTo>
                  <a:lnTo>
                    <a:pt x="2650033" y="269137"/>
                  </a:lnTo>
                  <a:lnTo>
                    <a:pt x="2721655" y="275445"/>
                  </a:lnTo>
                  <a:lnTo>
                    <a:pt x="2793278" y="281707"/>
                  </a:lnTo>
                  <a:lnTo>
                    <a:pt x="2864901" y="287923"/>
                  </a:lnTo>
                  <a:lnTo>
                    <a:pt x="2936523" y="294094"/>
                  </a:lnTo>
                  <a:lnTo>
                    <a:pt x="3008146" y="300219"/>
                  </a:lnTo>
                  <a:lnTo>
                    <a:pt x="3079768" y="306300"/>
                  </a:lnTo>
                  <a:lnTo>
                    <a:pt x="3151391" y="312336"/>
                  </a:lnTo>
                  <a:lnTo>
                    <a:pt x="3223013" y="318328"/>
                  </a:lnTo>
                  <a:lnTo>
                    <a:pt x="3294636" y="324277"/>
                  </a:lnTo>
                  <a:lnTo>
                    <a:pt x="3366258" y="330181"/>
                  </a:lnTo>
                  <a:lnTo>
                    <a:pt x="3437881" y="336043"/>
                  </a:lnTo>
                  <a:lnTo>
                    <a:pt x="3509503" y="341862"/>
                  </a:lnTo>
                  <a:lnTo>
                    <a:pt x="3581126" y="347638"/>
                  </a:lnTo>
                  <a:lnTo>
                    <a:pt x="3652748" y="353372"/>
                  </a:lnTo>
                  <a:lnTo>
                    <a:pt x="3724371" y="359064"/>
                  </a:lnTo>
                  <a:lnTo>
                    <a:pt x="3795993" y="364714"/>
                  </a:lnTo>
                  <a:lnTo>
                    <a:pt x="3867616" y="370324"/>
                  </a:lnTo>
                  <a:lnTo>
                    <a:pt x="3939238" y="375892"/>
                  </a:lnTo>
                  <a:lnTo>
                    <a:pt x="4010861" y="381419"/>
                  </a:lnTo>
                  <a:lnTo>
                    <a:pt x="4082483" y="386906"/>
                  </a:lnTo>
                  <a:lnTo>
                    <a:pt x="4154106" y="392353"/>
                  </a:lnTo>
                  <a:lnTo>
                    <a:pt x="4225729" y="397760"/>
                  </a:lnTo>
                  <a:lnTo>
                    <a:pt x="4297351" y="403127"/>
                  </a:lnTo>
                  <a:lnTo>
                    <a:pt x="4368974" y="408456"/>
                  </a:lnTo>
                  <a:lnTo>
                    <a:pt x="4440596" y="413745"/>
                  </a:lnTo>
                  <a:lnTo>
                    <a:pt x="4512219" y="418996"/>
                  </a:lnTo>
                  <a:lnTo>
                    <a:pt x="4583841" y="424208"/>
                  </a:lnTo>
                  <a:lnTo>
                    <a:pt x="4655464" y="429382"/>
                  </a:lnTo>
                  <a:lnTo>
                    <a:pt x="4727086" y="434518"/>
                  </a:lnTo>
                  <a:lnTo>
                    <a:pt x="4798709" y="439617"/>
                  </a:lnTo>
                  <a:lnTo>
                    <a:pt x="4870331" y="444679"/>
                  </a:lnTo>
                  <a:lnTo>
                    <a:pt x="4941954" y="449703"/>
                  </a:lnTo>
                  <a:lnTo>
                    <a:pt x="5013576" y="454691"/>
                  </a:lnTo>
                  <a:lnTo>
                    <a:pt x="5085199" y="459642"/>
                  </a:lnTo>
                  <a:lnTo>
                    <a:pt x="5156821" y="464557"/>
                  </a:lnTo>
                  <a:lnTo>
                    <a:pt x="5228444" y="469436"/>
                  </a:lnTo>
                  <a:lnTo>
                    <a:pt x="5300066" y="474280"/>
                  </a:lnTo>
                  <a:lnTo>
                    <a:pt x="5371689" y="479088"/>
                  </a:lnTo>
                  <a:lnTo>
                    <a:pt x="5443311" y="483861"/>
                  </a:lnTo>
                  <a:lnTo>
                    <a:pt x="5514934" y="488599"/>
                  </a:lnTo>
                  <a:lnTo>
                    <a:pt x="5586557" y="493302"/>
                  </a:lnTo>
                  <a:lnTo>
                    <a:pt x="5658179" y="497971"/>
                  </a:lnTo>
                  <a:lnTo>
                    <a:pt x="5729802" y="502606"/>
                  </a:lnTo>
                  <a:lnTo>
                    <a:pt x="5801424" y="507207"/>
                  </a:lnTo>
                  <a:lnTo>
                    <a:pt x="5873047" y="511774"/>
                  </a:lnTo>
                  <a:lnTo>
                    <a:pt x="5944669" y="516308"/>
                  </a:lnTo>
                  <a:lnTo>
                    <a:pt x="6016292" y="520809"/>
                  </a:lnTo>
                  <a:lnTo>
                    <a:pt x="6087914" y="525276"/>
                  </a:lnTo>
                  <a:lnTo>
                    <a:pt x="6159537" y="529712"/>
                  </a:lnTo>
                  <a:lnTo>
                    <a:pt x="6231159" y="534114"/>
                  </a:lnTo>
                  <a:lnTo>
                    <a:pt x="6302782" y="538485"/>
                  </a:lnTo>
                  <a:lnTo>
                    <a:pt x="6374404" y="542823"/>
                  </a:lnTo>
                  <a:lnTo>
                    <a:pt x="6446027" y="547130"/>
                  </a:lnTo>
                  <a:lnTo>
                    <a:pt x="6517649" y="551406"/>
                  </a:lnTo>
                  <a:lnTo>
                    <a:pt x="6589272" y="555650"/>
                  </a:lnTo>
                  <a:lnTo>
                    <a:pt x="6660894" y="559863"/>
                  </a:lnTo>
                  <a:lnTo>
                    <a:pt x="6732517" y="564045"/>
                  </a:lnTo>
                  <a:lnTo>
                    <a:pt x="6804139" y="568197"/>
                  </a:lnTo>
                  <a:lnTo>
                    <a:pt x="6875762" y="572318"/>
                  </a:lnTo>
                  <a:lnTo>
                    <a:pt x="6947385" y="576410"/>
                  </a:lnTo>
                  <a:lnTo>
                    <a:pt x="7019007" y="580471"/>
                  </a:lnTo>
                  <a:lnTo>
                    <a:pt x="7090630" y="58450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1.09 (1.03-1.16), p_Bonf = 0.011 (n = 6)  |  per IQR decline (Δ = 27.5 %): 1.28 (1.10-1.49)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2026-09-28T17:35:40Z</dcterms:modified>
  <cp:category/>
</cp:coreProperties>
</file>