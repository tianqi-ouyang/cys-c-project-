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25799"/>
            </a:xfrm>
            <a:custGeom>
              <a:avLst/>
              <a:pathLst>
                <a:path w="6964104" h="1225799">
                  <a:moveTo>
                    <a:pt x="1058129" y="0"/>
                  </a:moveTo>
                  <a:lnTo>
                    <a:pt x="1125511" y="51872"/>
                  </a:lnTo>
                  <a:lnTo>
                    <a:pt x="1195856" y="103696"/>
                  </a:lnTo>
                  <a:lnTo>
                    <a:pt x="1266200" y="153291"/>
                  </a:lnTo>
                  <a:lnTo>
                    <a:pt x="1336545" y="200755"/>
                  </a:lnTo>
                  <a:lnTo>
                    <a:pt x="1406889" y="246177"/>
                  </a:lnTo>
                  <a:lnTo>
                    <a:pt x="1477234" y="289647"/>
                  </a:lnTo>
                  <a:lnTo>
                    <a:pt x="1547578" y="331247"/>
                  </a:lnTo>
                  <a:lnTo>
                    <a:pt x="1617923" y="371059"/>
                  </a:lnTo>
                  <a:lnTo>
                    <a:pt x="1688267" y="409159"/>
                  </a:lnTo>
                  <a:lnTo>
                    <a:pt x="1758612" y="445622"/>
                  </a:lnTo>
                  <a:lnTo>
                    <a:pt x="1828956" y="480516"/>
                  </a:lnTo>
                  <a:lnTo>
                    <a:pt x="1899301" y="513910"/>
                  </a:lnTo>
                  <a:lnTo>
                    <a:pt x="1969645" y="545868"/>
                  </a:lnTo>
                  <a:lnTo>
                    <a:pt x="2039990" y="576452"/>
                  </a:lnTo>
                  <a:lnTo>
                    <a:pt x="2110334" y="605722"/>
                  </a:lnTo>
                  <a:lnTo>
                    <a:pt x="2180679" y="633732"/>
                  </a:lnTo>
                  <a:lnTo>
                    <a:pt x="2251023" y="660539"/>
                  </a:lnTo>
                  <a:lnTo>
                    <a:pt x="2321368" y="686193"/>
                  </a:lnTo>
                  <a:lnTo>
                    <a:pt x="2391712" y="710744"/>
                  </a:lnTo>
                  <a:lnTo>
                    <a:pt x="2462057" y="734239"/>
                  </a:lnTo>
                  <a:lnTo>
                    <a:pt x="2532401" y="756724"/>
                  </a:lnTo>
                  <a:lnTo>
                    <a:pt x="2602746" y="778242"/>
                  </a:lnTo>
                  <a:lnTo>
                    <a:pt x="2673090" y="798835"/>
                  </a:lnTo>
                  <a:lnTo>
                    <a:pt x="2743435" y="818543"/>
                  </a:lnTo>
                  <a:lnTo>
                    <a:pt x="2813779" y="837404"/>
                  </a:lnTo>
                  <a:lnTo>
                    <a:pt x="2884124" y="855453"/>
                  </a:lnTo>
                  <a:lnTo>
                    <a:pt x="2954468" y="872726"/>
                  </a:lnTo>
                  <a:lnTo>
                    <a:pt x="3024813" y="889257"/>
                  </a:lnTo>
                  <a:lnTo>
                    <a:pt x="3095157" y="905077"/>
                  </a:lnTo>
                  <a:lnTo>
                    <a:pt x="3165502" y="920217"/>
                  </a:lnTo>
                  <a:lnTo>
                    <a:pt x="3235846" y="934706"/>
                  </a:lnTo>
                  <a:lnTo>
                    <a:pt x="3306191" y="948572"/>
                  </a:lnTo>
                  <a:lnTo>
                    <a:pt x="3376535" y="956910"/>
                  </a:lnTo>
                  <a:lnTo>
                    <a:pt x="3446880" y="953740"/>
                  </a:lnTo>
                  <a:lnTo>
                    <a:pt x="3517224" y="950536"/>
                  </a:lnTo>
                  <a:lnTo>
                    <a:pt x="3587569" y="947298"/>
                  </a:lnTo>
                  <a:lnTo>
                    <a:pt x="3657913" y="944026"/>
                  </a:lnTo>
                  <a:lnTo>
                    <a:pt x="3728257" y="940720"/>
                  </a:lnTo>
                  <a:lnTo>
                    <a:pt x="3798602" y="937378"/>
                  </a:lnTo>
                  <a:lnTo>
                    <a:pt x="3868946" y="934002"/>
                  </a:lnTo>
                  <a:lnTo>
                    <a:pt x="3939291" y="930589"/>
                  </a:lnTo>
                  <a:lnTo>
                    <a:pt x="4009635" y="927141"/>
                  </a:lnTo>
                  <a:lnTo>
                    <a:pt x="4079980" y="923656"/>
                  </a:lnTo>
                  <a:lnTo>
                    <a:pt x="4150324" y="920134"/>
                  </a:lnTo>
                  <a:lnTo>
                    <a:pt x="4220669" y="916576"/>
                  </a:lnTo>
                  <a:lnTo>
                    <a:pt x="4291013" y="912979"/>
                  </a:lnTo>
                  <a:lnTo>
                    <a:pt x="4361358" y="909345"/>
                  </a:lnTo>
                  <a:lnTo>
                    <a:pt x="4431702" y="905672"/>
                  </a:lnTo>
                  <a:lnTo>
                    <a:pt x="4502047" y="901961"/>
                  </a:lnTo>
                  <a:lnTo>
                    <a:pt x="4572391" y="898210"/>
                  </a:lnTo>
                  <a:lnTo>
                    <a:pt x="4642736" y="894420"/>
                  </a:lnTo>
                  <a:lnTo>
                    <a:pt x="4713080" y="890590"/>
                  </a:lnTo>
                  <a:lnTo>
                    <a:pt x="4783425" y="886719"/>
                  </a:lnTo>
                  <a:lnTo>
                    <a:pt x="4853769" y="882808"/>
                  </a:lnTo>
                  <a:lnTo>
                    <a:pt x="4924114" y="878855"/>
                  </a:lnTo>
                  <a:lnTo>
                    <a:pt x="4994458" y="874860"/>
                  </a:lnTo>
                  <a:lnTo>
                    <a:pt x="5064803" y="870823"/>
                  </a:lnTo>
                  <a:lnTo>
                    <a:pt x="5135147" y="866744"/>
                  </a:lnTo>
                  <a:lnTo>
                    <a:pt x="5205492" y="862622"/>
                  </a:lnTo>
                  <a:lnTo>
                    <a:pt x="5275836" y="858456"/>
                  </a:lnTo>
                  <a:lnTo>
                    <a:pt x="5346181" y="854246"/>
                  </a:lnTo>
                  <a:lnTo>
                    <a:pt x="5416525" y="849991"/>
                  </a:lnTo>
                  <a:lnTo>
                    <a:pt x="5486870" y="845692"/>
                  </a:lnTo>
                  <a:lnTo>
                    <a:pt x="5557214" y="841347"/>
                  </a:lnTo>
                  <a:lnTo>
                    <a:pt x="5627559" y="836956"/>
                  </a:lnTo>
                  <a:lnTo>
                    <a:pt x="5697903" y="832520"/>
                  </a:lnTo>
                  <a:lnTo>
                    <a:pt x="5768248" y="828036"/>
                  </a:lnTo>
                  <a:lnTo>
                    <a:pt x="5838592" y="823505"/>
                  </a:lnTo>
                  <a:lnTo>
                    <a:pt x="5908937" y="818926"/>
                  </a:lnTo>
                  <a:lnTo>
                    <a:pt x="5979281" y="814298"/>
                  </a:lnTo>
                  <a:lnTo>
                    <a:pt x="6049626" y="809622"/>
                  </a:lnTo>
                  <a:lnTo>
                    <a:pt x="6119970" y="804897"/>
                  </a:lnTo>
                  <a:lnTo>
                    <a:pt x="6190315" y="800121"/>
                  </a:lnTo>
                  <a:lnTo>
                    <a:pt x="6260659" y="795295"/>
                  </a:lnTo>
                  <a:lnTo>
                    <a:pt x="6331004" y="790418"/>
                  </a:lnTo>
                  <a:lnTo>
                    <a:pt x="6401348" y="785490"/>
                  </a:lnTo>
                  <a:lnTo>
                    <a:pt x="6471693" y="780510"/>
                  </a:lnTo>
                  <a:lnTo>
                    <a:pt x="6542037" y="775477"/>
                  </a:lnTo>
                  <a:lnTo>
                    <a:pt x="6612382" y="770391"/>
                  </a:lnTo>
                  <a:lnTo>
                    <a:pt x="6682726" y="765251"/>
                  </a:lnTo>
                  <a:lnTo>
                    <a:pt x="6753071" y="760057"/>
                  </a:lnTo>
                  <a:lnTo>
                    <a:pt x="6823415" y="754808"/>
                  </a:lnTo>
                  <a:lnTo>
                    <a:pt x="6893760" y="749504"/>
                  </a:lnTo>
                  <a:lnTo>
                    <a:pt x="6964104" y="744144"/>
                  </a:lnTo>
                  <a:lnTo>
                    <a:pt x="6964104" y="1225799"/>
                  </a:lnTo>
                  <a:lnTo>
                    <a:pt x="6893760" y="1224389"/>
                  </a:lnTo>
                  <a:lnTo>
                    <a:pt x="6823415" y="1222914"/>
                  </a:lnTo>
                  <a:lnTo>
                    <a:pt x="6753071" y="1221374"/>
                  </a:lnTo>
                  <a:lnTo>
                    <a:pt x="6682726" y="1219764"/>
                  </a:lnTo>
                  <a:lnTo>
                    <a:pt x="6612382" y="1218082"/>
                  </a:lnTo>
                  <a:lnTo>
                    <a:pt x="6542037" y="1216325"/>
                  </a:lnTo>
                  <a:lnTo>
                    <a:pt x="6471693" y="1214488"/>
                  </a:lnTo>
                  <a:lnTo>
                    <a:pt x="6401348" y="1212569"/>
                  </a:lnTo>
                  <a:lnTo>
                    <a:pt x="6331004" y="1210564"/>
                  </a:lnTo>
                  <a:lnTo>
                    <a:pt x="6260659" y="1208469"/>
                  </a:lnTo>
                  <a:lnTo>
                    <a:pt x="6190315" y="1206279"/>
                  </a:lnTo>
                  <a:lnTo>
                    <a:pt x="6119970" y="1203991"/>
                  </a:lnTo>
                  <a:lnTo>
                    <a:pt x="6049626" y="1201601"/>
                  </a:lnTo>
                  <a:lnTo>
                    <a:pt x="5979281" y="1199103"/>
                  </a:lnTo>
                  <a:lnTo>
                    <a:pt x="5908937" y="1196493"/>
                  </a:lnTo>
                  <a:lnTo>
                    <a:pt x="5838592" y="1193765"/>
                  </a:lnTo>
                  <a:lnTo>
                    <a:pt x="5768248" y="1190915"/>
                  </a:lnTo>
                  <a:lnTo>
                    <a:pt x="5697903" y="1187937"/>
                  </a:lnTo>
                  <a:lnTo>
                    <a:pt x="5627559" y="1184825"/>
                  </a:lnTo>
                  <a:lnTo>
                    <a:pt x="5557214" y="1181573"/>
                  </a:lnTo>
                  <a:lnTo>
                    <a:pt x="5486870" y="1178176"/>
                  </a:lnTo>
                  <a:lnTo>
                    <a:pt x="5416525" y="1174625"/>
                  </a:lnTo>
                  <a:lnTo>
                    <a:pt x="5346181" y="1170915"/>
                  </a:lnTo>
                  <a:lnTo>
                    <a:pt x="5275836" y="1167039"/>
                  </a:lnTo>
                  <a:lnTo>
                    <a:pt x="5205492" y="1162988"/>
                  </a:lnTo>
                  <a:lnTo>
                    <a:pt x="5135147" y="1158755"/>
                  </a:lnTo>
                  <a:lnTo>
                    <a:pt x="5064803" y="1154332"/>
                  </a:lnTo>
                  <a:lnTo>
                    <a:pt x="4994458" y="1149711"/>
                  </a:lnTo>
                  <a:lnTo>
                    <a:pt x="4924114" y="1144881"/>
                  </a:lnTo>
                  <a:lnTo>
                    <a:pt x="4853769" y="1139835"/>
                  </a:lnTo>
                  <a:lnTo>
                    <a:pt x="4783425" y="1134562"/>
                  </a:lnTo>
                  <a:lnTo>
                    <a:pt x="4713080" y="1129052"/>
                  </a:lnTo>
                  <a:lnTo>
                    <a:pt x="4642736" y="1123295"/>
                  </a:lnTo>
                  <a:lnTo>
                    <a:pt x="4572391" y="1117279"/>
                  </a:lnTo>
                  <a:lnTo>
                    <a:pt x="4502047" y="1110992"/>
                  </a:lnTo>
                  <a:lnTo>
                    <a:pt x="4431702" y="1104424"/>
                  </a:lnTo>
                  <a:lnTo>
                    <a:pt x="4361358" y="1097560"/>
                  </a:lnTo>
                  <a:lnTo>
                    <a:pt x="4291013" y="1090387"/>
                  </a:lnTo>
                  <a:lnTo>
                    <a:pt x="4220669" y="1082893"/>
                  </a:lnTo>
                  <a:lnTo>
                    <a:pt x="4150324" y="1075062"/>
                  </a:lnTo>
                  <a:lnTo>
                    <a:pt x="4079980" y="1066879"/>
                  </a:lnTo>
                  <a:lnTo>
                    <a:pt x="4009635" y="1058328"/>
                  </a:lnTo>
                  <a:lnTo>
                    <a:pt x="3939291" y="1049393"/>
                  </a:lnTo>
                  <a:lnTo>
                    <a:pt x="3868946" y="1040057"/>
                  </a:lnTo>
                  <a:lnTo>
                    <a:pt x="3798602" y="1030301"/>
                  </a:lnTo>
                  <a:lnTo>
                    <a:pt x="3728257" y="1020107"/>
                  </a:lnTo>
                  <a:lnTo>
                    <a:pt x="3657913" y="1009455"/>
                  </a:lnTo>
                  <a:lnTo>
                    <a:pt x="3587569" y="998324"/>
                  </a:lnTo>
                  <a:lnTo>
                    <a:pt x="3517224" y="986694"/>
                  </a:lnTo>
                  <a:lnTo>
                    <a:pt x="3446880" y="974541"/>
                  </a:lnTo>
                  <a:lnTo>
                    <a:pt x="3376535" y="961841"/>
                  </a:lnTo>
                  <a:lnTo>
                    <a:pt x="3306191" y="960048"/>
                  </a:lnTo>
                  <a:lnTo>
                    <a:pt x="3235846" y="963152"/>
                  </a:lnTo>
                  <a:lnTo>
                    <a:pt x="3165502" y="966225"/>
                  </a:lnTo>
                  <a:lnTo>
                    <a:pt x="3095157" y="969265"/>
                  </a:lnTo>
                  <a:lnTo>
                    <a:pt x="3024813" y="972273"/>
                  </a:lnTo>
                  <a:lnTo>
                    <a:pt x="2954468" y="975250"/>
                  </a:lnTo>
                  <a:lnTo>
                    <a:pt x="2884124" y="978195"/>
                  </a:lnTo>
                  <a:lnTo>
                    <a:pt x="2813779" y="981110"/>
                  </a:lnTo>
                  <a:lnTo>
                    <a:pt x="2743435" y="983995"/>
                  </a:lnTo>
                  <a:lnTo>
                    <a:pt x="2673090" y="986849"/>
                  </a:lnTo>
                  <a:lnTo>
                    <a:pt x="2602746" y="989674"/>
                  </a:lnTo>
                  <a:lnTo>
                    <a:pt x="2532401" y="992469"/>
                  </a:lnTo>
                  <a:lnTo>
                    <a:pt x="2462057" y="995235"/>
                  </a:lnTo>
                  <a:lnTo>
                    <a:pt x="2391712" y="997972"/>
                  </a:lnTo>
                  <a:lnTo>
                    <a:pt x="2321368" y="1000680"/>
                  </a:lnTo>
                  <a:lnTo>
                    <a:pt x="2251023" y="1003360"/>
                  </a:lnTo>
                  <a:lnTo>
                    <a:pt x="2180679" y="1006012"/>
                  </a:lnTo>
                  <a:lnTo>
                    <a:pt x="2110334" y="1008637"/>
                  </a:lnTo>
                  <a:lnTo>
                    <a:pt x="2039990" y="1011234"/>
                  </a:lnTo>
                  <a:lnTo>
                    <a:pt x="1969645" y="1013803"/>
                  </a:lnTo>
                  <a:lnTo>
                    <a:pt x="1899301" y="1016346"/>
                  </a:lnTo>
                  <a:lnTo>
                    <a:pt x="1828956" y="1018863"/>
                  </a:lnTo>
                  <a:lnTo>
                    <a:pt x="1758612" y="1021353"/>
                  </a:lnTo>
                  <a:lnTo>
                    <a:pt x="1688267" y="1023817"/>
                  </a:lnTo>
                  <a:lnTo>
                    <a:pt x="1617923" y="1026255"/>
                  </a:lnTo>
                  <a:lnTo>
                    <a:pt x="1547578" y="1028668"/>
                  </a:lnTo>
                  <a:lnTo>
                    <a:pt x="1477234" y="1031056"/>
                  </a:lnTo>
                  <a:lnTo>
                    <a:pt x="1406889" y="1033418"/>
                  </a:lnTo>
                  <a:lnTo>
                    <a:pt x="1336545" y="1035756"/>
                  </a:lnTo>
                  <a:lnTo>
                    <a:pt x="1266200" y="1038070"/>
                  </a:lnTo>
                  <a:lnTo>
                    <a:pt x="1195856" y="1040359"/>
                  </a:lnTo>
                  <a:lnTo>
                    <a:pt x="1125511" y="1042625"/>
                  </a:lnTo>
                  <a:lnTo>
                    <a:pt x="1055167" y="1044867"/>
                  </a:lnTo>
                  <a:lnTo>
                    <a:pt x="984822" y="1047085"/>
                  </a:lnTo>
                  <a:lnTo>
                    <a:pt x="914478" y="1049280"/>
                  </a:lnTo>
                  <a:lnTo>
                    <a:pt x="844133" y="1051453"/>
                  </a:lnTo>
                  <a:lnTo>
                    <a:pt x="773789" y="1053602"/>
                  </a:lnTo>
                  <a:lnTo>
                    <a:pt x="703444" y="1055730"/>
                  </a:lnTo>
                  <a:lnTo>
                    <a:pt x="633100" y="1057834"/>
                  </a:lnTo>
                  <a:lnTo>
                    <a:pt x="562755" y="1059917"/>
                  </a:lnTo>
                  <a:lnTo>
                    <a:pt x="492411" y="1061979"/>
                  </a:lnTo>
                  <a:lnTo>
                    <a:pt x="422066" y="1064018"/>
                  </a:lnTo>
                  <a:lnTo>
                    <a:pt x="351722" y="1066037"/>
                  </a:lnTo>
                  <a:lnTo>
                    <a:pt x="281377" y="1068034"/>
                  </a:lnTo>
                  <a:lnTo>
                    <a:pt x="211033" y="1070010"/>
                  </a:lnTo>
                  <a:lnTo>
                    <a:pt x="140688" y="1071966"/>
                  </a:lnTo>
                  <a:lnTo>
                    <a:pt x="70344" y="1073901"/>
                  </a:lnTo>
                  <a:lnTo>
                    <a:pt x="0" y="10758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93441" y="2143092"/>
              <a:ext cx="5905975" cy="956910"/>
            </a:xfrm>
            <a:custGeom>
              <a:avLst/>
              <a:pathLst>
                <a:path w="5905975" h="956910">
                  <a:moveTo>
                    <a:pt x="0" y="0"/>
                  </a:moveTo>
                  <a:lnTo>
                    <a:pt x="67382" y="51872"/>
                  </a:lnTo>
                  <a:lnTo>
                    <a:pt x="137727" y="103696"/>
                  </a:lnTo>
                  <a:lnTo>
                    <a:pt x="208071" y="153291"/>
                  </a:lnTo>
                  <a:lnTo>
                    <a:pt x="278416" y="200755"/>
                  </a:lnTo>
                  <a:lnTo>
                    <a:pt x="348760" y="246177"/>
                  </a:lnTo>
                  <a:lnTo>
                    <a:pt x="419105" y="289647"/>
                  </a:lnTo>
                  <a:lnTo>
                    <a:pt x="489449" y="331247"/>
                  </a:lnTo>
                  <a:lnTo>
                    <a:pt x="559794" y="371059"/>
                  </a:lnTo>
                  <a:lnTo>
                    <a:pt x="630138" y="409159"/>
                  </a:lnTo>
                  <a:lnTo>
                    <a:pt x="700483" y="445622"/>
                  </a:lnTo>
                  <a:lnTo>
                    <a:pt x="770827" y="480516"/>
                  </a:lnTo>
                  <a:lnTo>
                    <a:pt x="841172" y="513910"/>
                  </a:lnTo>
                  <a:lnTo>
                    <a:pt x="911516" y="545868"/>
                  </a:lnTo>
                  <a:lnTo>
                    <a:pt x="981861" y="576452"/>
                  </a:lnTo>
                  <a:lnTo>
                    <a:pt x="1052205" y="605722"/>
                  </a:lnTo>
                  <a:lnTo>
                    <a:pt x="1122550" y="633732"/>
                  </a:lnTo>
                  <a:lnTo>
                    <a:pt x="1192894" y="660539"/>
                  </a:lnTo>
                  <a:lnTo>
                    <a:pt x="1263239" y="686193"/>
                  </a:lnTo>
                  <a:lnTo>
                    <a:pt x="1333583" y="710744"/>
                  </a:lnTo>
                  <a:lnTo>
                    <a:pt x="1403928" y="734239"/>
                  </a:lnTo>
                  <a:lnTo>
                    <a:pt x="1474272" y="756724"/>
                  </a:lnTo>
                  <a:lnTo>
                    <a:pt x="1544617" y="778242"/>
                  </a:lnTo>
                  <a:lnTo>
                    <a:pt x="1614961" y="798835"/>
                  </a:lnTo>
                  <a:lnTo>
                    <a:pt x="1685306" y="818543"/>
                  </a:lnTo>
                  <a:lnTo>
                    <a:pt x="1755650" y="837404"/>
                  </a:lnTo>
                  <a:lnTo>
                    <a:pt x="1825995" y="855453"/>
                  </a:lnTo>
                  <a:lnTo>
                    <a:pt x="1896339" y="872726"/>
                  </a:lnTo>
                  <a:lnTo>
                    <a:pt x="1966684" y="889257"/>
                  </a:lnTo>
                  <a:lnTo>
                    <a:pt x="2037028" y="905077"/>
                  </a:lnTo>
                  <a:lnTo>
                    <a:pt x="2107373" y="920217"/>
                  </a:lnTo>
                  <a:lnTo>
                    <a:pt x="2177717" y="934706"/>
                  </a:lnTo>
                  <a:lnTo>
                    <a:pt x="2248062" y="948572"/>
                  </a:lnTo>
                  <a:lnTo>
                    <a:pt x="2318406" y="956910"/>
                  </a:lnTo>
                  <a:lnTo>
                    <a:pt x="2388750" y="953740"/>
                  </a:lnTo>
                  <a:lnTo>
                    <a:pt x="2459095" y="950536"/>
                  </a:lnTo>
                  <a:lnTo>
                    <a:pt x="2529439" y="947298"/>
                  </a:lnTo>
                  <a:lnTo>
                    <a:pt x="2599784" y="944026"/>
                  </a:lnTo>
                  <a:lnTo>
                    <a:pt x="2670128" y="940720"/>
                  </a:lnTo>
                  <a:lnTo>
                    <a:pt x="2740473" y="937378"/>
                  </a:lnTo>
                  <a:lnTo>
                    <a:pt x="2810817" y="934002"/>
                  </a:lnTo>
                  <a:lnTo>
                    <a:pt x="2881162" y="930589"/>
                  </a:lnTo>
                  <a:lnTo>
                    <a:pt x="2951506" y="927141"/>
                  </a:lnTo>
                  <a:lnTo>
                    <a:pt x="3021851" y="923656"/>
                  </a:lnTo>
                  <a:lnTo>
                    <a:pt x="3092195" y="920134"/>
                  </a:lnTo>
                  <a:lnTo>
                    <a:pt x="3162540" y="916576"/>
                  </a:lnTo>
                  <a:lnTo>
                    <a:pt x="3232884" y="912979"/>
                  </a:lnTo>
                  <a:lnTo>
                    <a:pt x="3303229" y="909345"/>
                  </a:lnTo>
                  <a:lnTo>
                    <a:pt x="3373573" y="905672"/>
                  </a:lnTo>
                  <a:lnTo>
                    <a:pt x="3443918" y="901961"/>
                  </a:lnTo>
                  <a:lnTo>
                    <a:pt x="3514262" y="898210"/>
                  </a:lnTo>
                  <a:lnTo>
                    <a:pt x="3584607" y="894420"/>
                  </a:lnTo>
                  <a:lnTo>
                    <a:pt x="3654951" y="890590"/>
                  </a:lnTo>
                  <a:lnTo>
                    <a:pt x="3725296" y="886719"/>
                  </a:lnTo>
                  <a:lnTo>
                    <a:pt x="3795640" y="882808"/>
                  </a:lnTo>
                  <a:lnTo>
                    <a:pt x="3865985" y="878855"/>
                  </a:lnTo>
                  <a:lnTo>
                    <a:pt x="3936329" y="874860"/>
                  </a:lnTo>
                  <a:lnTo>
                    <a:pt x="4006674" y="870823"/>
                  </a:lnTo>
                  <a:lnTo>
                    <a:pt x="4077018" y="866744"/>
                  </a:lnTo>
                  <a:lnTo>
                    <a:pt x="4147363" y="862622"/>
                  </a:lnTo>
                  <a:lnTo>
                    <a:pt x="4217707" y="858456"/>
                  </a:lnTo>
                  <a:lnTo>
                    <a:pt x="4288052" y="854246"/>
                  </a:lnTo>
                  <a:lnTo>
                    <a:pt x="4358396" y="849991"/>
                  </a:lnTo>
                  <a:lnTo>
                    <a:pt x="4428741" y="845692"/>
                  </a:lnTo>
                  <a:lnTo>
                    <a:pt x="4499085" y="841347"/>
                  </a:lnTo>
                  <a:lnTo>
                    <a:pt x="4569430" y="836956"/>
                  </a:lnTo>
                  <a:lnTo>
                    <a:pt x="4639774" y="832520"/>
                  </a:lnTo>
                  <a:lnTo>
                    <a:pt x="4710119" y="828036"/>
                  </a:lnTo>
                  <a:lnTo>
                    <a:pt x="4780463" y="823505"/>
                  </a:lnTo>
                  <a:lnTo>
                    <a:pt x="4850808" y="818926"/>
                  </a:lnTo>
                  <a:lnTo>
                    <a:pt x="4921152" y="814298"/>
                  </a:lnTo>
                  <a:lnTo>
                    <a:pt x="4991497" y="809622"/>
                  </a:lnTo>
                  <a:lnTo>
                    <a:pt x="5061841" y="804897"/>
                  </a:lnTo>
                  <a:lnTo>
                    <a:pt x="5132186" y="800121"/>
                  </a:lnTo>
                  <a:lnTo>
                    <a:pt x="5202530" y="795295"/>
                  </a:lnTo>
                  <a:lnTo>
                    <a:pt x="5272875" y="790418"/>
                  </a:lnTo>
                  <a:lnTo>
                    <a:pt x="5343219" y="785490"/>
                  </a:lnTo>
                  <a:lnTo>
                    <a:pt x="5413564" y="780510"/>
                  </a:lnTo>
                  <a:lnTo>
                    <a:pt x="5483908" y="775477"/>
                  </a:lnTo>
                  <a:lnTo>
                    <a:pt x="5554253" y="770391"/>
                  </a:lnTo>
                  <a:lnTo>
                    <a:pt x="5624597" y="765251"/>
                  </a:lnTo>
                  <a:lnTo>
                    <a:pt x="5694942" y="760057"/>
                  </a:lnTo>
                  <a:lnTo>
                    <a:pt x="5765286" y="754808"/>
                  </a:lnTo>
                  <a:lnTo>
                    <a:pt x="5835631" y="749504"/>
                  </a:lnTo>
                  <a:lnTo>
                    <a:pt x="5905975" y="744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3140"/>
              <a:ext cx="6964104" cy="265751"/>
            </a:xfrm>
            <a:custGeom>
              <a:avLst/>
              <a:pathLst>
                <a:path w="6964104" h="265751">
                  <a:moveTo>
                    <a:pt x="6964104" y="265751"/>
                  </a:moveTo>
                  <a:lnTo>
                    <a:pt x="6893760" y="264340"/>
                  </a:lnTo>
                  <a:lnTo>
                    <a:pt x="6823415" y="262866"/>
                  </a:lnTo>
                  <a:lnTo>
                    <a:pt x="6753071" y="261326"/>
                  </a:lnTo>
                  <a:lnTo>
                    <a:pt x="6682726" y="259716"/>
                  </a:lnTo>
                  <a:lnTo>
                    <a:pt x="6612382" y="258034"/>
                  </a:lnTo>
                  <a:lnTo>
                    <a:pt x="6542037" y="256276"/>
                  </a:lnTo>
                  <a:lnTo>
                    <a:pt x="6471693" y="254440"/>
                  </a:lnTo>
                  <a:lnTo>
                    <a:pt x="6401348" y="252521"/>
                  </a:lnTo>
                  <a:lnTo>
                    <a:pt x="6331004" y="250516"/>
                  </a:lnTo>
                  <a:lnTo>
                    <a:pt x="6260659" y="248420"/>
                  </a:lnTo>
                  <a:lnTo>
                    <a:pt x="6190315" y="246231"/>
                  </a:lnTo>
                  <a:lnTo>
                    <a:pt x="6119970" y="243943"/>
                  </a:lnTo>
                  <a:lnTo>
                    <a:pt x="6049626" y="241553"/>
                  </a:lnTo>
                  <a:lnTo>
                    <a:pt x="5979281" y="239055"/>
                  </a:lnTo>
                  <a:lnTo>
                    <a:pt x="5908937" y="236444"/>
                  </a:lnTo>
                  <a:lnTo>
                    <a:pt x="5838592" y="233717"/>
                  </a:lnTo>
                  <a:lnTo>
                    <a:pt x="5768248" y="230867"/>
                  </a:lnTo>
                  <a:lnTo>
                    <a:pt x="5697903" y="227889"/>
                  </a:lnTo>
                  <a:lnTo>
                    <a:pt x="5627559" y="224777"/>
                  </a:lnTo>
                  <a:lnTo>
                    <a:pt x="5557214" y="221525"/>
                  </a:lnTo>
                  <a:lnTo>
                    <a:pt x="5486870" y="218127"/>
                  </a:lnTo>
                  <a:lnTo>
                    <a:pt x="5416525" y="214577"/>
                  </a:lnTo>
                  <a:lnTo>
                    <a:pt x="5346181" y="210867"/>
                  </a:lnTo>
                  <a:lnTo>
                    <a:pt x="5275836" y="206990"/>
                  </a:lnTo>
                  <a:lnTo>
                    <a:pt x="5205492" y="202940"/>
                  </a:lnTo>
                  <a:lnTo>
                    <a:pt x="5135147" y="198707"/>
                  </a:lnTo>
                  <a:lnTo>
                    <a:pt x="5064803" y="194284"/>
                  </a:lnTo>
                  <a:lnTo>
                    <a:pt x="4994458" y="189662"/>
                  </a:lnTo>
                  <a:lnTo>
                    <a:pt x="4924114" y="184833"/>
                  </a:lnTo>
                  <a:lnTo>
                    <a:pt x="4853769" y="179787"/>
                  </a:lnTo>
                  <a:lnTo>
                    <a:pt x="4783425" y="174514"/>
                  </a:lnTo>
                  <a:lnTo>
                    <a:pt x="4713080" y="169004"/>
                  </a:lnTo>
                  <a:lnTo>
                    <a:pt x="4642736" y="163247"/>
                  </a:lnTo>
                  <a:lnTo>
                    <a:pt x="4572391" y="157230"/>
                  </a:lnTo>
                  <a:lnTo>
                    <a:pt x="4502047" y="150944"/>
                  </a:lnTo>
                  <a:lnTo>
                    <a:pt x="4431702" y="144375"/>
                  </a:lnTo>
                  <a:lnTo>
                    <a:pt x="4361358" y="137511"/>
                  </a:lnTo>
                  <a:lnTo>
                    <a:pt x="4291013" y="130339"/>
                  </a:lnTo>
                  <a:lnTo>
                    <a:pt x="4220669" y="122845"/>
                  </a:lnTo>
                  <a:lnTo>
                    <a:pt x="4150324" y="115013"/>
                  </a:lnTo>
                  <a:lnTo>
                    <a:pt x="4079980" y="106830"/>
                  </a:lnTo>
                  <a:lnTo>
                    <a:pt x="4009635" y="98280"/>
                  </a:lnTo>
                  <a:lnTo>
                    <a:pt x="3939291" y="89345"/>
                  </a:lnTo>
                  <a:lnTo>
                    <a:pt x="3868946" y="80009"/>
                  </a:lnTo>
                  <a:lnTo>
                    <a:pt x="3798602" y="70253"/>
                  </a:lnTo>
                  <a:lnTo>
                    <a:pt x="3728257" y="60059"/>
                  </a:lnTo>
                  <a:lnTo>
                    <a:pt x="3657913" y="49407"/>
                  </a:lnTo>
                  <a:lnTo>
                    <a:pt x="3587569" y="38276"/>
                  </a:lnTo>
                  <a:lnTo>
                    <a:pt x="3517224" y="26646"/>
                  </a:lnTo>
                  <a:lnTo>
                    <a:pt x="3446880" y="14492"/>
                  </a:lnTo>
                  <a:lnTo>
                    <a:pt x="3376535" y="1793"/>
                  </a:lnTo>
                  <a:lnTo>
                    <a:pt x="3306191" y="0"/>
                  </a:lnTo>
                  <a:lnTo>
                    <a:pt x="3235846" y="3104"/>
                  </a:lnTo>
                  <a:lnTo>
                    <a:pt x="3165502" y="6176"/>
                  </a:lnTo>
                  <a:lnTo>
                    <a:pt x="3095157" y="9216"/>
                  </a:lnTo>
                  <a:lnTo>
                    <a:pt x="3024813" y="12225"/>
                  </a:lnTo>
                  <a:lnTo>
                    <a:pt x="2954468" y="15201"/>
                  </a:lnTo>
                  <a:lnTo>
                    <a:pt x="2884124" y="18147"/>
                  </a:lnTo>
                  <a:lnTo>
                    <a:pt x="2813779" y="21062"/>
                  </a:lnTo>
                  <a:lnTo>
                    <a:pt x="2743435" y="23947"/>
                  </a:lnTo>
                  <a:lnTo>
                    <a:pt x="2673090" y="26801"/>
                  </a:lnTo>
                  <a:lnTo>
                    <a:pt x="2602746" y="29626"/>
                  </a:lnTo>
                  <a:lnTo>
                    <a:pt x="2532401" y="32421"/>
                  </a:lnTo>
                  <a:lnTo>
                    <a:pt x="2462057" y="35187"/>
                  </a:lnTo>
                  <a:lnTo>
                    <a:pt x="2391712" y="37923"/>
                  </a:lnTo>
                  <a:lnTo>
                    <a:pt x="2321368" y="40632"/>
                  </a:lnTo>
                  <a:lnTo>
                    <a:pt x="2251023" y="43312"/>
                  </a:lnTo>
                  <a:lnTo>
                    <a:pt x="2180679" y="45964"/>
                  </a:lnTo>
                  <a:lnTo>
                    <a:pt x="2110334" y="48588"/>
                  </a:lnTo>
                  <a:lnTo>
                    <a:pt x="2039990" y="51185"/>
                  </a:lnTo>
                  <a:lnTo>
                    <a:pt x="1969645" y="53755"/>
                  </a:lnTo>
                  <a:lnTo>
                    <a:pt x="1899301" y="56298"/>
                  </a:lnTo>
                  <a:lnTo>
                    <a:pt x="1828956" y="58814"/>
                  </a:lnTo>
                  <a:lnTo>
                    <a:pt x="1758612" y="61304"/>
                  </a:lnTo>
                  <a:lnTo>
                    <a:pt x="1688267" y="63769"/>
                  </a:lnTo>
                  <a:lnTo>
                    <a:pt x="1617923" y="66207"/>
                  </a:lnTo>
                  <a:lnTo>
                    <a:pt x="1547578" y="68620"/>
                  </a:lnTo>
                  <a:lnTo>
                    <a:pt x="1477234" y="71007"/>
                  </a:lnTo>
                  <a:lnTo>
                    <a:pt x="1406889" y="73370"/>
                  </a:lnTo>
                  <a:lnTo>
                    <a:pt x="1336545" y="75708"/>
                  </a:lnTo>
                  <a:lnTo>
                    <a:pt x="1266200" y="78022"/>
                  </a:lnTo>
                  <a:lnTo>
                    <a:pt x="1195856" y="80311"/>
                  </a:lnTo>
                  <a:lnTo>
                    <a:pt x="1125511" y="82577"/>
                  </a:lnTo>
                  <a:lnTo>
                    <a:pt x="1055167" y="84819"/>
                  </a:lnTo>
                  <a:lnTo>
                    <a:pt x="984822" y="87037"/>
                  </a:lnTo>
                  <a:lnTo>
                    <a:pt x="914478" y="89232"/>
                  </a:lnTo>
                  <a:lnTo>
                    <a:pt x="844133" y="91404"/>
                  </a:lnTo>
                  <a:lnTo>
                    <a:pt x="773789" y="93554"/>
                  </a:lnTo>
                  <a:lnTo>
                    <a:pt x="703444" y="95681"/>
                  </a:lnTo>
                  <a:lnTo>
                    <a:pt x="633100" y="97786"/>
                  </a:lnTo>
                  <a:lnTo>
                    <a:pt x="562755" y="99869"/>
                  </a:lnTo>
                  <a:lnTo>
                    <a:pt x="492411" y="101930"/>
                  </a:lnTo>
                  <a:lnTo>
                    <a:pt x="422066" y="103970"/>
                  </a:lnTo>
                  <a:lnTo>
                    <a:pt x="351722" y="105988"/>
                  </a:lnTo>
                  <a:lnTo>
                    <a:pt x="281377" y="107985"/>
                  </a:lnTo>
                  <a:lnTo>
                    <a:pt x="211033" y="109962"/>
                  </a:lnTo>
                  <a:lnTo>
                    <a:pt x="140688" y="111918"/>
                  </a:lnTo>
                  <a:lnTo>
                    <a:pt x="70344" y="113853"/>
                  </a:lnTo>
                  <a:lnTo>
                    <a:pt x="0" y="115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35721"/>
              <a:ext cx="6964104" cy="537643"/>
            </a:xfrm>
            <a:custGeom>
              <a:avLst/>
              <a:pathLst>
                <a:path w="6964104" h="537643">
                  <a:moveTo>
                    <a:pt x="0" y="0"/>
                  </a:moveTo>
                  <a:lnTo>
                    <a:pt x="70344" y="11020"/>
                  </a:lnTo>
                  <a:lnTo>
                    <a:pt x="140688" y="21858"/>
                  </a:lnTo>
                  <a:lnTo>
                    <a:pt x="211033" y="32517"/>
                  </a:lnTo>
                  <a:lnTo>
                    <a:pt x="281377" y="42998"/>
                  </a:lnTo>
                  <a:lnTo>
                    <a:pt x="351722" y="53306"/>
                  </a:lnTo>
                  <a:lnTo>
                    <a:pt x="422066" y="63443"/>
                  </a:lnTo>
                  <a:lnTo>
                    <a:pt x="492411" y="73411"/>
                  </a:lnTo>
                  <a:lnTo>
                    <a:pt x="562755" y="83215"/>
                  </a:lnTo>
                  <a:lnTo>
                    <a:pt x="633100" y="92856"/>
                  </a:lnTo>
                  <a:lnTo>
                    <a:pt x="703444" y="102337"/>
                  </a:lnTo>
                  <a:lnTo>
                    <a:pt x="773789" y="111660"/>
                  </a:lnTo>
                  <a:lnTo>
                    <a:pt x="844133" y="120829"/>
                  </a:lnTo>
                  <a:lnTo>
                    <a:pt x="914478" y="129846"/>
                  </a:lnTo>
                  <a:lnTo>
                    <a:pt x="984822" y="138714"/>
                  </a:lnTo>
                  <a:lnTo>
                    <a:pt x="1055167" y="147434"/>
                  </a:lnTo>
                  <a:lnTo>
                    <a:pt x="1125511" y="156010"/>
                  </a:lnTo>
                  <a:lnTo>
                    <a:pt x="1195856" y="164444"/>
                  </a:lnTo>
                  <a:lnTo>
                    <a:pt x="1266200" y="172738"/>
                  </a:lnTo>
                  <a:lnTo>
                    <a:pt x="1336545" y="180894"/>
                  </a:lnTo>
                  <a:lnTo>
                    <a:pt x="1406889" y="188915"/>
                  </a:lnTo>
                  <a:lnTo>
                    <a:pt x="1477234" y="196803"/>
                  </a:lnTo>
                  <a:lnTo>
                    <a:pt x="1547578" y="204560"/>
                  </a:lnTo>
                  <a:lnTo>
                    <a:pt x="1617923" y="212188"/>
                  </a:lnTo>
                  <a:lnTo>
                    <a:pt x="1688267" y="219690"/>
                  </a:lnTo>
                  <a:lnTo>
                    <a:pt x="1758612" y="227068"/>
                  </a:lnTo>
                  <a:lnTo>
                    <a:pt x="1828956" y="234323"/>
                  </a:lnTo>
                  <a:lnTo>
                    <a:pt x="1899301" y="241458"/>
                  </a:lnTo>
                  <a:lnTo>
                    <a:pt x="1969645" y="248475"/>
                  </a:lnTo>
                  <a:lnTo>
                    <a:pt x="2039990" y="255375"/>
                  </a:lnTo>
                  <a:lnTo>
                    <a:pt x="2110334" y="262161"/>
                  </a:lnTo>
                  <a:lnTo>
                    <a:pt x="2180679" y="268834"/>
                  </a:lnTo>
                  <a:lnTo>
                    <a:pt x="2251023" y="275397"/>
                  </a:lnTo>
                  <a:lnTo>
                    <a:pt x="2321368" y="281851"/>
                  </a:lnTo>
                  <a:lnTo>
                    <a:pt x="2391712" y="288197"/>
                  </a:lnTo>
                  <a:lnTo>
                    <a:pt x="2462057" y="294439"/>
                  </a:lnTo>
                  <a:lnTo>
                    <a:pt x="2532401" y="300577"/>
                  </a:lnTo>
                  <a:lnTo>
                    <a:pt x="2602746" y="306613"/>
                  </a:lnTo>
                  <a:lnTo>
                    <a:pt x="2673090" y="312549"/>
                  </a:lnTo>
                  <a:lnTo>
                    <a:pt x="2743435" y="318387"/>
                  </a:lnTo>
                  <a:lnTo>
                    <a:pt x="2813779" y="324128"/>
                  </a:lnTo>
                  <a:lnTo>
                    <a:pt x="2884124" y="329774"/>
                  </a:lnTo>
                  <a:lnTo>
                    <a:pt x="2954468" y="335326"/>
                  </a:lnTo>
                  <a:lnTo>
                    <a:pt x="3024813" y="340786"/>
                  </a:lnTo>
                  <a:lnTo>
                    <a:pt x="3095157" y="346155"/>
                  </a:lnTo>
                  <a:lnTo>
                    <a:pt x="3165502" y="351435"/>
                  </a:lnTo>
                  <a:lnTo>
                    <a:pt x="3235846" y="356628"/>
                  </a:lnTo>
                  <a:lnTo>
                    <a:pt x="3306191" y="361735"/>
                  </a:lnTo>
                  <a:lnTo>
                    <a:pt x="3376535" y="366757"/>
                  </a:lnTo>
                  <a:lnTo>
                    <a:pt x="3446880" y="371696"/>
                  </a:lnTo>
                  <a:lnTo>
                    <a:pt x="3517224" y="376553"/>
                  </a:lnTo>
                  <a:lnTo>
                    <a:pt x="3587569" y="381329"/>
                  </a:lnTo>
                  <a:lnTo>
                    <a:pt x="3657913" y="386026"/>
                  </a:lnTo>
                  <a:lnTo>
                    <a:pt x="3728257" y="390645"/>
                  </a:lnTo>
                  <a:lnTo>
                    <a:pt x="3798602" y="395188"/>
                  </a:lnTo>
                  <a:lnTo>
                    <a:pt x="3868946" y="399655"/>
                  </a:lnTo>
                  <a:lnTo>
                    <a:pt x="3939291" y="404048"/>
                  </a:lnTo>
                  <a:lnTo>
                    <a:pt x="4009635" y="408369"/>
                  </a:lnTo>
                  <a:lnTo>
                    <a:pt x="4079980" y="412617"/>
                  </a:lnTo>
                  <a:lnTo>
                    <a:pt x="4150324" y="416796"/>
                  </a:lnTo>
                  <a:lnTo>
                    <a:pt x="4220669" y="420905"/>
                  </a:lnTo>
                  <a:lnTo>
                    <a:pt x="4291013" y="424945"/>
                  </a:lnTo>
                  <a:lnTo>
                    <a:pt x="4361358" y="428919"/>
                  </a:lnTo>
                  <a:lnTo>
                    <a:pt x="4431702" y="432827"/>
                  </a:lnTo>
                  <a:lnTo>
                    <a:pt x="4502047" y="436670"/>
                  </a:lnTo>
                  <a:lnTo>
                    <a:pt x="4572391" y="440450"/>
                  </a:lnTo>
                  <a:lnTo>
                    <a:pt x="4642736" y="444166"/>
                  </a:lnTo>
                  <a:lnTo>
                    <a:pt x="4713080" y="447821"/>
                  </a:lnTo>
                  <a:lnTo>
                    <a:pt x="4783425" y="451416"/>
                  </a:lnTo>
                  <a:lnTo>
                    <a:pt x="4853769" y="454951"/>
                  </a:lnTo>
                  <a:lnTo>
                    <a:pt x="4924114" y="458427"/>
                  </a:lnTo>
                  <a:lnTo>
                    <a:pt x="4994458" y="461845"/>
                  </a:lnTo>
                  <a:lnTo>
                    <a:pt x="5064803" y="465207"/>
                  </a:lnTo>
                  <a:lnTo>
                    <a:pt x="5135147" y="468513"/>
                  </a:lnTo>
                  <a:lnTo>
                    <a:pt x="5205492" y="471765"/>
                  </a:lnTo>
                  <a:lnTo>
                    <a:pt x="5275836" y="474962"/>
                  </a:lnTo>
                  <a:lnTo>
                    <a:pt x="5346181" y="478106"/>
                  </a:lnTo>
                  <a:lnTo>
                    <a:pt x="5416525" y="481199"/>
                  </a:lnTo>
                  <a:lnTo>
                    <a:pt x="5486870" y="484240"/>
                  </a:lnTo>
                  <a:lnTo>
                    <a:pt x="5557214" y="487230"/>
                  </a:lnTo>
                  <a:lnTo>
                    <a:pt x="5627559" y="490171"/>
                  </a:lnTo>
                  <a:lnTo>
                    <a:pt x="5697903" y="493063"/>
                  </a:lnTo>
                  <a:lnTo>
                    <a:pt x="5768248" y="495907"/>
                  </a:lnTo>
                  <a:lnTo>
                    <a:pt x="5838592" y="498704"/>
                  </a:lnTo>
                  <a:lnTo>
                    <a:pt x="5908937" y="501455"/>
                  </a:lnTo>
                  <a:lnTo>
                    <a:pt x="5979281" y="504160"/>
                  </a:lnTo>
                  <a:lnTo>
                    <a:pt x="6049626" y="506820"/>
                  </a:lnTo>
                  <a:lnTo>
                    <a:pt x="6119970" y="509436"/>
                  </a:lnTo>
                  <a:lnTo>
                    <a:pt x="6190315" y="512009"/>
                  </a:lnTo>
                  <a:lnTo>
                    <a:pt x="6260659" y="514539"/>
                  </a:lnTo>
                  <a:lnTo>
                    <a:pt x="6331004" y="517027"/>
                  </a:lnTo>
                  <a:lnTo>
                    <a:pt x="6401348" y="519474"/>
                  </a:lnTo>
                  <a:lnTo>
                    <a:pt x="6471693" y="521880"/>
                  </a:lnTo>
                  <a:lnTo>
                    <a:pt x="6542037" y="524246"/>
                  </a:lnTo>
                  <a:lnTo>
                    <a:pt x="6612382" y="526573"/>
                  </a:lnTo>
                  <a:lnTo>
                    <a:pt x="6682726" y="528862"/>
                  </a:lnTo>
                  <a:lnTo>
                    <a:pt x="6753071" y="531112"/>
                  </a:lnTo>
                  <a:lnTo>
                    <a:pt x="6823415" y="533326"/>
                  </a:lnTo>
                  <a:lnTo>
                    <a:pt x="6893760" y="535502"/>
                  </a:lnTo>
                  <a:lnTo>
                    <a:pt x="6964104" y="5376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25799"/>
            </a:xfrm>
            <a:custGeom>
              <a:avLst/>
              <a:pathLst>
                <a:path w="6964104" h="1225799">
                  <a:moveTo>
                    <a:pt x="1058129" y="0"/>
                  </a:moveTo>
                  <a:lnTo>
                    <a:pt x="1125511" y="51872"/>
                  </a:lnTo>
                  <a:lnTo>
                    <a:pt x="1195856" y="103696"/>
                  </a:lnTo>
                  <a:lnTo>
                    <a:pt x="1266200" y="153291"/>
                  </a:lnTo>
                  <a:lnTo>
                    <a:pt x="1336545" y="200755"/>
                  </a:lnTo>
                  <a:lnTo>
                    <a:pt x="1406889" y="246177"/>
                  </a:lnTo>
                  <a:lnTo>
                    <a:pt x="1477234" y="289647"/>
                  </a:lnTo>
                  <a:lnTo>
                    <a:pt x="1547578" y="331247"/>
                  </a:lnTo>
                  <a:lnTo>
                    <a:pt x="1617923" y="371059"/>
                  </a:lnTo>
                  <a:lnTo>
                    <a:pt x="1688267" y="409159"/>
                  </a:lnTo>
                  <a:lnTo>
                    <a:pt x="1758612" y="445622"/>
                  </a:lnTo>
                  <a:lnTo>
                    <a:pt x="1828956" y="480516"/>
                  </a:lnTo>
                  <a:lnTo>
                    <a:pt x="1899301" y="513910"/>
                  </a:lnTo>
                  <a:lnTo>
                    <a:pt x="1969645" y="545868"/>
                  </a:lnTo>
                  <a:lnTo>
                    <a:pt x="2039990" y="576452"/>
                  </a:lnTo>
                  <a:lnTo>
                    <a:pt x="2110334" y="605722"/>
                  </a:lnTo>
                  <a:lnTo>
                    <a:pt x="2180679" y="633732"/>
                  </a:lnTo>
                  <a:lnTo>
                    <a:pt x="2251023" y="660539"/>
                  </a:lnTo>
                  <a:lnTo>
                    <a:pt x="2321368" y="686193"/>
                  </a:lnTo>
                  <a:lnTo>
                    <a:pt x="2391712" y="710744"/>
                  </a:lnTo>
                  <a:lnTo>
                    <a:pt x="2462057" y="734239"/>
                  </a:lnTo>
                  <a:lnTo>
                    <a:pt x="2532401" y="756724"/>
                  </a:lnTo>
                  <a:lnTo>
                    <a:pt x="2602746" y="778242"/>
                  </a:lnTo>
                  <a:lnTo>
                    <a:pt x="2673090" y="798835"/>
                  </a:lnTo>
                  <a:lnTo>
                    <a:pt x="2743435" y="818543"/>
                  </a:lnTo>
                  <a:lnTo>
                    <a:pt x="2813779" y="837404"/>
                  </a:lnTo>
                  <a:lnTo>
                    <a:pt x="2884124" y="855453"/>
                  </a:lnTo>
                  <a:lnTo>
                    <a:pt x="2954468" y="872726"/>
                  </a:lnTo>
                  <a:lnTo>
                    <a:pt x="3024813" y="889257"/>
                  </a:lnTo>
                  <a:lnTo>
                    <a:pt x="3095157" y="905077"/>
                  </a:lnTo>
                  <a:lnTo>
                    <a:pt x="3165502" y="920217"/>
                  </a:lnTo>
                  <a:lnTo>
                    <a:pt x="3235846" y="934706"/>
                  </a:lnTo>
                  <a:lnTo>
                    <a:pt x="3306191" y="948572"/>
                  </a:lnTo>
                  <a:lnTo>
                    <a:pt x="3376535" y="956910"/>
                  </a:lnTo>
                  <a:lnTo>
                    <a:pt x="3446880" y="953740"/>
                  </a:lnTo>
                  <a:lnTo>
                    <a:pt x="3517224" y="950536"/>
                  </a:lnTo>
                  <a:lnTo>
                    <a:pt x="3587569" y="947298"/>
                  </a:lnTo>
                  <a:lnTo>
                    <a:pt x="3657913" y="944026"/>
                  </a:lnTo>
                  <a:lnTo>
                    <a:pt x="3728257" y="940720"/>
                  </a:lnTo>
                  <a:lnTo>
                    <a:pt x="3798602" y="937378"/>
                  </a:lnTo>
                  <a:lnTo>
                    <a:pt x="3868946" y="934002"/>
                  </a:lnTo>
                  <a:lnTo>
                    <a:pt x="3939291" y="930589"/>
                  </a:lnTo>
                  <a:lnTo>
                    <a:pt x="4009635" y="927141"/>
                  </a:lnTo>
                  <a:lnTo>
                    <a:pt x="4079980" y="923656"/>
                  </a:lnTo>
                  <a:lnTo>
                    <a:pt x="4150324" y="920134"/>
                  </a:lnTo>
                  <a:lnTo>
                    <a:pt x="4220669" y="916576"/>
                  </a:lnTo>
                  <a:lnTo>
                    <a:pt x="4291013" y="912979"/>
                  </a:lnTo>
                  <a:lnTo>
                    <a:pt x="4361358" y="909345"/>
                  </a:lnTo>
                  <a:lnTo>
                    <a:pt x="4431702" y="905672"/>
                  </a:lnTo>
                  <a:lnTo>
                    <a:pt x="4502047" y="901961"/>
                  </a:lnTo>
                  <a:lnTo>
                    <a:pt x="4572391" y="898210"/>
                  </a:lnTo>
                  <a:lnTo>
                    <a:pt x="4642736" y="894420"/>
                  </a:lnTo>
                  <a:lnTo>
                    <a:pt x="4713080" y="890590"/>
                  </a:lnTo>
                  <a:lnTo>
                    <a:pt x="4783425" y="886719"/>
                  </a:lnTo>
                  <a:lnTo>
                    <a:pt x="4853769" y="882808"/>
                  </a:lnTo>
                  <a:lnTo>
                    <a:pt x="4924114" y="878855"/>
                  </a:lnTo>
                  <a:lnTo>
                    <a:pt x="4994458" y="874860"/>
                  </a:lnTo>
                  <a:lnTo>
                    <a:pt x="5064803" y="870823"/>
                  </a:lnTo>
                  <a:lnTo>
                    <a:pt x="5135147" y="866744"/>
                  </a:lnTo>
                  <a:lnTo>
                    <a:pt x="5205492" y="862622"/>
                  </a:lnTo>
                  <a:lnTo>
                    <a:pt x="5275836" y="858456"/>
                  </a:lnTo>
                  <a:lnTo>
                    <a:pt x="5346181" y="854246"/>
                  </a:lnTo>
                  <a:lnTo>
                    <a:pt x="5416525" y="849991"/>
                  </a:lnTo>
                  <a:lnTo>
                    <a:pt x="5486870" y="845692"/>
                  </a:lnTo>
                  <a:lnTo>
                    <a:pt x="5557214" y="841347"/>
                  </a:lnTo>
                  <a:lnTo>
                    <a:pt x="5627559" y="836956"/>
                  </a:lnTo>
                  <a:lnTo>
                    <a:pt x="5697903" y="832520"/>
                  </a:lnTo>
                  <a:lnTo>
                    <a:pt x="5768248" y="828036"/>
                  </a:lnTo>
                  <a:lnTo>
                    <a:pt x="5838592" y="823505"/>
                  </a:lnTo>
                  <a:lnTo>
                    <a:pt x="5908937" y="818926"/>
                  </a:lnTo>
                  <a:lnTo>
                    <a:pt x="5979281" y="814298"/>
                  </a:lnTo>
                  <a:lnTo>
                    <a:pt x="6049626" y="809622"/>
                  </a:lnTo>
                  <a:lnTo>
                    <a:pt x="6119970" y="804897"/>
                  </a:lnTo>
                  <a:lnTo>
                    <a:pt x="6190315" y="800121"/>
                  </a:lnTo>
                  <a:lnTo>
                    <a:pt x="6260659" y="795295"/>
                  </a:lnTo>
                  <a:lnTo>
                    <a:pt x="6331004" y="790418"/>
                  </a:lnTo>
                  <a:lnTo>
                    <a:pt x="6401348" y="785490"/>
                  </a:lnTo>
                  <a:lnTo>
                    <a:pt x="6471693" y="780510"/>
                  </a:lnTo>
                  <a:lnTo>
                    <a:pt x="6542037" y="775477"/>
                  </a:lnTo>
                  <a:lnTo>
                    <a:pt x="6612382" y="770391"/>
                  </a:lnTo>
                  <a:lnTo>
                    <a:pt x="6682726" y="765251"/>
                  </a:lnTo>
                  <a:lnTo>
                    <a:pt x="6753071" y="760057"/>
                  </a:lnTo>
                  <a:lnTo>
                    <a:pt x="6823415" y="754808"/>
                  </a:lnTo>
                  <a:lnTo>
                    <a:pt x="6893760" y="749504"/>
                  </a:lnTo>
                  <a:lnTo>
                    <a:pt x="6964104" y="744144"/>
                  </a:lnTo>
                  <a:lnTo>
                    <a:pt x="6964104" y="1225799"/>
                  </a:lnTo>
                  <a:lnTo>
                    <a:pt x="6893760" y="1224389"/>
                  </a:lnTo>
                  <a:lnTo>
                    <a:pt x="6823415" y="1222914"/>
                  </a:lnTo>
                  <a:lnTo>
                    <a:pt x="6753071" y="1221374"/>
                  </a:lnTo>
                  <a:lnTo>
                    <a:pt x="6682726" y="1219764"/>
                  </a:lnTo>
                  <a:lnTo>
                    <a:pt x="6612382" y="1218082"/>
                  </a:lnTo>
                  <a:lnTo>
                    <a:pt x="6542037" y="1216325"/>
                  </a:lnTo>
                  <a:lnTo>
                    <a:pt x="6471693" y="1214488"/>
                  </a:lnTo>
                  <a:lnTo>
                    <a:pt x="6401348" y="1212569"/>
                  </a:lnTo>
                  <a:lnTo>
                    <a:pt x="6331004" y="1210564"/>
                  </a:lnTo>
                  <a:lnTo>
                    <a:pt x="6260659" y="1208469"/>
                  </a:lnTo>
                  <a:lnTo>
                    <a:pt x="6190315" y="1206279"/>
                  </a:lnTo>
                  <a:lnTo>
                    <a:pt x="6119970" y="1203991"/>
                  </a:lnTo>
                  <a:lnTo>
                    <a:pt x="6049626" y="1201601"/>
                  </a:lnTo>
                  <a:lnTo>
                    <a:pt x="5979281" y="1199103"/>
                  </a:lnTo>
                  <a:lnTo>
                    <a:pt x="5908937" y="1196493"/>
                  </a:lnTo>
                  <a:lnTo>
                    <a:pt x="5838592" y="1193765"/>
                  </a:lnTo>
                  <a:lnTo>
                    <a:pt x="5768248" y="1190915"/>
                  </a:lnTo>
                  <a:lnTo>
                    <a:pt x="5697903" y="1187937"/>
                  </a:lnTo>
                  <a:lnTo>
                    <a:pt x="5627559" y="1184825"/>
                  </a:lnTo>
                  <a:lnTo>
                    <a:pt x="5557214" y="1181573"/>
                  </a:lnTo>
                  <a:lnTo>
                    <a:pt x="5486870" y="1178176"/>
                  </a:lnTo>
                  <a:lnTo>
                    <a:pt x="5416525" y="1174625"/>
                  </a:lnTo>
                  <a:lnTo>
                    <a:pt x="5346181" y="1170915"/>
                  </a:lnTo>
                  <a:lnTo>
                    <a:pt x="5275836" y="1167039"/>
                  </a:lnTo>
                  <a:lnTo>
                    <a:pt x="5205492" y="1162988"/>
                  </a:lnTo>
                  <a:lnTo>
                    <a:pt x="5135147" y="1158755"/>
                  </a:lnTo>
                  <a:lnTo>
                    <a:pt x="5064803" y="1154332"/>
                  </a:lnTo>
                  <a:lnTo>
                    <a:pt x="4994458" y="1149711"/>
                  </a:lnTo>
                  <a:lnTo>
                    <a:pt x="4924114" y="1144881"/>
                  </a:lnTo>
                  <a:lnTo>
                    <a:pt x="4853769" y="1139835"/>
                  </a:lnTo>
                  <a:lnTo>
                    <a:pt x="4783425" y="1134562"/>
                  </a:lnTo>
                  <a:lnTo>
                    <a:pt x="4713080" y="1129052"/>
                  </a:lnTo>
                  <a:lnTo>
                    <a:pt x="4642736" y="1123295"/>
                  </a:lnTo>
                  <a:lnTo>
                    <a:pt x="4572391" y="1117279"/>
                  </a:lnTo>
                  <a:lnTo>
                    <a:pt x="4502047" y="1110992"/>
                  </a:lnTo>
                  <a:lnTo>
                    <a:pt x="4431702" y="1104424"/>
                  </a:lnTo>
                  <a:lnTo>
                    <a:pt x="4361358" y="1097560"/>
                  </a:lnTo>
                  <a:lnTo>
                    <a:pt x="4291013" y="1090387"/>
                  </a:lnTo>
                  <a:lnTo>
                    <a:pt x="4220669" y="1082893"/>
                  </a:lnTo>
                  <a:lnTo>
                    <a:pt x="4150324" y="1075062"/>
                  </a:lnTo>
                  <a:lnTo>
                    <a:pt x="4079980" y="1066879"/>
                  </a:lnTo>
                  <a:lnTo>
                    <a:pt x="4009635" y="1058328"/>
                  </a:lnTo>
                  <a:lnTo>
                    <a:pt x="3939291" y="1049393"/>
                  </a:lnTo>
                  <a:lnTo>
                    <a:pt x="3868946" y="1040057"/>
                  </a:lnTo>
                  <a:lnTo>
                    <a:pt x="3798602" y="1030301"/>
                  </a:lnTo>
                  <a:lnTo>
                    <a:pt x="3728257" y="1020107"/>
                  </a:lnTo>
                  <a:lnTo>
                    <a:pt x="3657913" y="1009455"/>
                  </a:lnTo>
                  <a:lnTo>
                    <a:pt x="3587569" y="998324"/>
                  </a:lnTo>
                  <a:lnTo>
                    <a:pt x="3517224" y="986694"/>
                  </a:lnTo>
                  <a:lnTo>
                    <a:pt x="3446880" y="974541"/>
                  </a:lnTo>
                  <a:lnTo>
                    <a:pt x="3376535" y="961841"/>
                  </a:lnTo>
                  <a:lnTo>
                    <a:pt x="3306191" y="960048"/>
                  </a:lnTo>
                  <a:lnTo>
                    <a:pt x="3235846" y="963152"/>
                  </a:lnTo>
                  <a:lnTo>
                    <a:pt x="3165502" y="966225"/>
                  </a:lnTo>
                  <a:lnTo>
                    <a:pt x="3095157" y="969265"/>
                  </a:lnTo>
                  <a:lnTo>
                    <a:pt x="3024813" y="972273"/>
                  </a:lnTo>
                  <a:lnTo>
                    <a:pt x="2954468" y="975250"/>
                  </a:lnTo>
                  <a:lnTo>
                    <a:pt x="2884124" y="978195"/>
                  </a:lnTo>
                  <a:lnTo>
                    <a:pt x="2813779" y="981110"/>
                  </a:lnTo>
                  <a:lnTo>
                    <a:pt x="2743435" y="983995"/>
                  </a:lnTo>
                  <a:lnTo>
                    <a:pt x="2673090" y="986849"/>
                  </a:lnTo>
                  <a:lnTo>
                    <a:pt x="2602746" y="989674"/>
                  </a:lnTo>
                  <a:lnTo>
                    <a:pt x="2532401" y="992469"/>
                  </a:lnTo>
                  <a:lnTo>
                    <a:pt x="2462057" y="995235"/>
                  </a:lnTo>
                  <a:lnTo>
                    <a:pt x="2391712" y="997972"/>
                  </a:lnTo>
                  <a:lnTo>
                    <a:pt x="2321368" y="1000680"/>
                  </a:lnTo>
                  <a:lnTo>
                    <a:pt x="2251023" y="1003360"/>
                  </a:lnTo>
                  <a:lnTo>
                    <a:pt x="2180679" y="1006012"/>
                  </a:lnTo>
                  <a:lnTo>
                    <a:pt x="2110334" y="1008637"/>
                  </a:lnTo>
                  <a:lnTo>
                    <a:pt x="2039990" y="1011234"/>
                  </a:lnTo>
                  <a:lnTo>
                    <a:pt x="1969645" y="1013803"/>
                  </a:lnTo>
                  <a:lnTo>
                    <a:pt x="1899301" y="1016346"/>
                  </a:lnTo>
                  <a:lnTo>
                    <a:pt x="1828956" y="1018863"/>
                  </a:lnTo>
                  <a:lnTo>
                    <a:pt x="1758612" y="1021353"/>
                  </a:lnTo>
                  <a:lnTo>
                    <a:pt x="1688267" y="1023817"/>
                  </a:lnTo>
                  <a:lnTo>
                    <a:pt x="1617923" y="1026255"/>
                  </a:lnTo>
                  <a:lnTo>
                    <a:pt x="1547578" y="1028668"/>
                  </a:lnTo>
                  <a:lnTo>
                    <a:pt x="1477234" y="1031056"/>
                  </a:lnTo>
                  <a:lnTo>
                    <a:pt x="1406889" y="1033418"/>
                  </a:lnTo>
                  <a:lnTo>
                    <a:pt x="1336545" y="1035756"/>
                  </a:lnTo>
                  <a:lnTo>
                    <a:pt x="1266200" y="1038070"/>
                  </a:lnTo>
                  <a:lnTo>
                    <a:pt x="1195856" y="1040359"/>
                  </a:lnTo>
                  <a:lnTo>
                    <a:pt x="1125511" y="1042625"/>
                  </a:lnTo>
                  <a:lnTo>
                    <a:pt x="1055167" y="1044867"/>
                  </a:lnTo>
                  <a:lnTo>
                    <a:pt x="984822" y="1047085"/>
                  </a:lnTo>
                  <a:lnTo>
                    <a:pt x="914478" y="1049280"/>
                  </a:lnTo>
                  <a:lnTo>
                    <a:pt x="844133" y="1051453"/>
                  </a:lnTo>
                  <a:lnTo>
                    <a:pt x="773789" y="1053602"/>
                  </a:lnTo>
                  <a:lnTo>
                    <a:pt x="703444" y="1055730"/>
                  </a:lnTo>
                  <a:lnTo>
                    <a:pt x="633100" y="1057834"/>
                  </a:lnTo>
                  <a:lnTo>
                    <a:pt x="562755" y="1059917"/>
                  </a:lnTo>
                  <a:lnTo>
                    <a:pt x="492411" y="1061979"/>
                  </a:lnTo>
                  <a:lnTo>
                    <a:pt x="422066" y="1064018"/>
                  </a:lnTo>
                  <a:lnTo>
                    <a:pt x="351722" y="1066037"/>
                  </a:lnTo>
                  <a:lnTo>
                    <a:pt x="281377" y="1068034"/>
                  </a:lnTo>
                  <a:lnTo>
                    <a:pt x="211033" y="1070010"/>
                  </a:lnTo>
                  <a:lnTo>
                    <a:pt x="140688" y="1071966"/>
                  </a:lnTo>
                  <a:lnTo>
                    <a:pt x="70344" y="1073901"/>
                  </a:lnTo>
                  <a:lnTo>
                    <a:pt x="0" y="10758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293441" y="4336484"/>
              <a:ext cx="5905975" cy="956910"/>
            </a:xfrm>
            <a:custGeom>
              <a:avLst/>
              <a:pathLst>
                <a:path w="5905975" h="956910">
                  <a:moveTo>
                    <a:pt x="0" y="0"/>
                  </a:moveTo>
                  <a:lnTo>
                    <a:pt x="67382" y="51872"/>
                  </a:lnTo>
                  <a:lnTo>
                    <a:pt x="137727" y="103696"/>
                  </a:lnTo>
                  <a:lnTo>
                    <a:pt x="208071" y="153291"/>
                  </a:lnTo>
                  <a:lnTo>
                    <a:pt x="278416" y="200755"/>
                  </a:lnTo>
                  <a:lnTo>
                    <a:pt x="348760" y="246177"/>
                  </a:lnTo>
                  <a:lnTo>
                    <a:pt x="419105" y="289647"/>
                  </a:lnTo>
                  <a:lnTo>
                    <a:pt x="489449" y="331247"/>
                  </a:lnTo>
                  <a:lnTo>
                    <a:pt x="559794" y="371059"/>
                  </a:lnTo>
                  <a:lnTo>
                    <a:pt x="630138" y="409159"/>
                  </a:lnTo>
                  <a:lnTo>
                    <a:pt x="700483" y="445622"/>
                  </a:lnTo>
                  <a:lnTo>
                    <a:pt x="770827" y="480516"/>
                  </a:lnTo>
                  <a:lnTo>
                    <a:pt x="841172" y="513910"/>
                  </a:lnTo>
                  <a:lnTo>
                    <a:pt x="911516" y="545868"/>
                  </a:lnTo>
                  <a:lnTo>
                    <a:pt x="981861" y="576452"/>
                  </a:lnTo>
                  <a:lnTo>
                    <a:pt x="1052205" y="605722"/>
                  </a:lnTo>
                  <a:lnTo>
                    <a:pt x="1122550" y="633732"/>
                  </a:lnTo>
                  <a:lnTo>
                    <a:pt x="1192894" y="660539"/>
                  </a:lnTo>
                  <a:lnTo>
                    <a:pt x="1263239" y="686193"/>
                  </a:lnTo>
                  <a:lnTo>
                    <a:pt x="1333583" y="710744"/>
                  </a:lnTo>
                  <a:lnTo>
                    <a:pt x="1403928" y="734239"/>
                  </a:lnTo>
                  <a:lnTo>
                    <a:pt x="1474272" y="756724"/>
                  </a:lnTo>
                  <a:lnTo>
                    <a:pt x="1544617" y="778242"/>
                  </a:lnTo>
                  <a:lnTo>
                    <a:pt x="1614961" y="798835"/>
                  </a:lnTo>
                  <a:lnTo>
                    <a:pt x="1685306" y="818543"/>
                  </a:lnTo>
                  <a:lnTo>
                    <a:pt x="1755650" y="837404"/>
                  </a:lnTo>
                  <a:lnTo>
                    <a:pt x="1825995" y="855453"/>
                  </a:lnTo>
                  <a:lnTo>
                    <a:pt x="1896339" y="872726"/>
                  </a:lnTo>
                  <a:lnTo>
                    <a:pt x="1966684" y="889257"/>
                  </a:lnTo>
                  <a:lnTo>
                    <a:pt x="2037028" y="905077"/>
                  </a:lnTo>
                  <a:lnTo>
                    <a:pt x="2107373" y="920217"/>
                  </a:lnTo>
                  <a:lnTo>
                    <a:pt x="2177717" y="934706"/>
                  </a:lnTo>
                  <a:lnTo>
                    <a:pt x="2248062" y="948572"/>
                  </a:lnTo>
                  <a:lnTo>
                    <a:pt x="2318406" y="956910"/>
                  </a:lnTo>
                  <a:lnTo>
                    <a:pt x="2388750" y="953740"/>
                  </a:lnTo>
                  <a:lnTo>
                    <a:pt x="2459095" y="950536"/>
                  </a:lnTo>
                  <a:lnTo>
                    <a:pt x="2529439" y="947298"/>
                  </a:lnTo>
                  <a:lnTo>
                    <a:pt x="2599784" y="944026"/>
                  </a:lnTo>
                  <a:lnTo>
                    <a:pt x="2670128" y="940720"/>
                  </a:lnTo>
                  <a:lnTo>
                    <a:pt x="2740473" y="937378"/>
                  </a:lnTo>
                  <a:lnTo>
                    <a:pt x="2810817" y="934002"/>
                  </a:lnTo>
                  <a:lnTo>
                    <a:pt x="2881162" y="930589"/>
                  </a:lnTo>
                  <a:lnTo>
                    <a:pt x="2951506" y="927141"/>
                  </a:lnTo>
                  <a:lnTo>
                    <a:pt x="3021851" y="923656"/>
                  </a:lnTo>
                  <a:lnTo>
                    <a:pt x="3092195" y="920134"/>
                  </a:lnTo>
                  <a:lnTo>
                    <a:pt x="3162540" y="916576"/>
                  </a:lnTo>
                  <a:lnTo>
                    <a:pt x="3232884" y="912979"/>
                  </a:lnTo>
                  <a:lnTo>
                    <a:pt x="3303229" y="909345"/>
                  </a:lnTo>
                  <a:lnTo>
                    <a:pt x="3373573" y="905672"/>
                  </a:lnTo>
                  <a:lnTo>
                    <a:pt x="3443918" y="901961"/>
                  </a:lnTo>
                  <a:lnTo>
                    <a:pt x="3514262" y="898210"/>
                  </a:lnTo>
                  <a:lnTo>
                    <a:pt x="3584607" y="894420"/>
                  </a:lnTo>
                  <a:lnTo>
                    <a:pt x="3654951" y="890590"/>
                  </a:lnTo>
                  <a:lnTo>
                    <a:pt x="3725296" y="886719"/>
                  </a:lnTo>
                  <a:lnTo>
                    <a:pt x="3795640" y="882808"/>
                  </a:lnTo>
                  <a:lnTo>
                    <a:pt x="3865985" y="878855"/>
                  </a:lnTo>
                  <a:lnTo>
                    <a:pt x="3936329" y="874860"/>
                  </a:lnTo>
                  <a:lnTo>
                    <a:pt x="4006674" y="870823"/>
                  </a:lnTo>
                  <a:lnTo>
                    <a:pt x="4077018" y="866744"/>
                  </a:lnTo>
                  <a:lnTo>
                    <a:pt x="4147363" y="862622"/>
                  </a:lnTo>
                  <a:lnTo>
                    <a:pt x="4217707" y="858456"/>
                  </a:lnTo>
                  <a:lnTo>
                    <a:pt x="4288052" y="854246"/>
                  </a:lnTo>
                  <a:lnTo>
                    <a:pt x="4358396" y="849991"/>
                  </a:lnTo>
                  <a:lnTo>
                    <a:pt x="4428741" y="845692"/>
                  </a:lnTo>
                  <a:lnTo>
                    <a:pt x="4499085" y="841347"/>
                  </a:lnTo>
                  <a:lnTo>
                    <a:pt x="4569430" y="836956"/>
                  </a:lnTo>
                  <a:lnTo>
                    <a:pt x="4639774" y="832520"/>
                  </a:lnTo>
                  <a:lnTo>
                    <a:pt x="4710119" y="828036"/>
                  </a:lnTo>
                  <a:lnTo>
                    <a:pt x="4780463" y="823505"/>
                  </a:lnTo>
                  <a:lnTo>
                    <a:pt x="4850808" y="818926"/>
                  </a:lnTo>
                  <a:lnTo>
                    <a:pt x="4921152" y="814298"/>
                  </a:lnTo>
                  <a:lnTo>
                    <a:pt x="4991497" y="809622"/>
                  </a:lnTo>
                  <a:lnTo>
                    <a:pt x="5061841" y="804897"/>
                  </a:lnTo>
                  <a:lnTo>
                    <a:pt x="5132186" y="800121"/>
                  </a:lnTo>
                  <a:lnTo>
                    <a:pt x="5202530" y="795295"/>
                  </a:lnTo>
                  <a:lnTo>
                    <a:pt x="5272875" y="790418"/>
                  </a:lnTo>
                  <a:lnTo>
                    <a:pt x="5343219" y="785490"/>
                  </a:lnTo>
                  <a:lnTo>
                    <a:pt x="5413564" y="780510"/>
                  </a:lnTo>
                  <a:lnTo>
                    <a:pt x="5483908" y="775477"/>
                  </a:lnTo>
                  <a:lnTo>
                    <a:pt x="5554253" y="770391"/>
                  </a:lnTo>
                  <a:lnTo>
                    <a:pt x="5624597" y="765251"/>
                  </a:lnTo>
                  <a:lnTo>
                    <a:pt x="5694942" y="760057"/>
                  </a:lnTo>
                  <a:lnTo>
                    <a:pt x="5765286" y="754808"/>
                  </a:lnTo>
                  <a:lnTo>
                    <a:pt x="5835631" y="749504"/>
                  </a:lnTo>
                  <a:lnTo>
                    <a:pt x="5905975" y="744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296532"/>
              <a:ext cx="6964104" cy="265751"/>
            </a:xfrm>
            <a:custGeom>
              <a:avLst/>
              <a:pathLst>
                <a:path w="6964104" h="265751">
                  <a:moveTo>
                    <a:pt x="6964104" y="265751"/>
                  </a:moveTo>
                  <a:lnTo>
                    <a:pt x="6893760" y="264340"/>
                  </a:lnTo>
                  <a:lnTo>
                    <a:pt x="6823415" y="262866"/>
                  </a:lnTo>
                  <a:lnTo>
                    <a:pt x="6753071" y="261326"/>
                  </a:lnTo>
                  <a:lnTo>
                    <a:pt x="6682726" y="259716"/>
                  </a:lnTo>
                  <a:lnTo>
                    <a:pt x="6612382" y="258034"/>
                  </a:lnTo>
                  <a:lnTo>
                    <a:pt x="6542037" y="256276"/>
                  </a:lnTo>
                  <a:lnTo>
                    <a:pt x="6471693" y="254440"/>
                  </a:lnTo>
                  <a:lnTo>
                    <a:pt x="6401348" y="252521"/>
                  </a:lnTo>
                  <a:lnTo>
                    <a:pt x="6331004" y="250516"/>
                  </a:lnTo>
                  <a:lnTo>
                    <a:pt x="6260659" y="248420"/>
                  </a:lnTo>
                  <a:lnTo>
                    <a:pt x="6190315" y="246231"/>
                  </a:lnTo>
                  <a:lnTo>
                    <a:pt x="6119970" y="243943"/>
                  </a:lnTo>
                  <a:lnTo>
                    <a:pt x="6049626" y="241553"/>
                  </a:lnTo>
                  <a:lnTo>
                    <a:pt x="5979281" y="239055"/>
                  </a:lnTo>
                  <a:lnTo>
                    <a:pt x="5908937" y="236444"/>
                  </a:lnTo>
                  <a:lnTo>
                    <a:pt x="5838592" y="233717"/>
                  </a:lnTo>
                  <a:lnTo>
                    <a:pt x="5768248" y="230867"/>
                  </a:lnTo>
                  <a:lnTo>
                    <a:pt x="5697903" y="227889"/>
                  </a:lnTo>
                  <a:lnTo>
                    <a:pt x="5627559" y="224777"/>
                  </a:lnTo>
                  <a:lnTo>
                    <a:pt x="5557214" y="221525"/>
                  </a:lnTo>
                  <a:lnTo>
                    <a:pt x="5486870" y="218127"/>
                  </a:lnTo>
                  <a:lnTo>
                    <a:pt x="5416525" y="214577"/>
                  </a:lnTo>
                  <a:lnTo>
                    <a:pt x="5346181" y="210867"/>
                  </a:lnTo>
                  <a:lnTo>
                    <a:pt x="5275836" y="206990"/>
                  </a:lnTo>
                  <a:lnTo>
                    <a:pt x="5205492" y="202940"/>
                  </a:lnTo>
                  <a:lnTo>
                    <a:pt x="5135147" y="198707"/>
                  </a:lnTo>
                  <a:lnTo>
                    <a:pt x="5064803" y="194284"/>
                  </a:lnTo>
                  <a:lnTo>
                    <a:pt x="4994458" y="189662"/>
                  </a:lnTo>
                  <a:lnTo>
                    <a:pt x="4924114" y="184833"/>
                  </a:lnTo>
                  <a:lnTo>
                    <a:pt x="4853769" y="179787"/>
                  </a:lnTo>
                  <a:lnTo>
                    <a:pt x="4783425" y="174514"/>
                  </a:lnTo>
                  <a:lnTo>
                    <a:pt x="4713080" y="169004"/>
                  </a:lnTo>
                  <a:lnTo>
                    <a:pt x="4642736" y="163247"/>
                  </a:lnTo>
                  <a:lnTo>
                    <a:pt x="4572391" y="157230"/>
                  </a:lnTo>
                  <a:lnTo>
                    <a:pt x="4502047" y="150944"/>
                  </a:lnTo>
                  <a:lnTo>
                    <a:pt x="4431702" y="144375"/>
                  </a:lnTo>
                  <a:lnTo>
                    <a:pt x="4361358" y="137511"/>
                  </a:lnTo>
                  <a:lnTo>
                    <a:pt x="4291013" y="130339"/>
                  </a:lnTo>
                  <a:lnTo>
                    <a:pt x="4220669" y="122845"/>
                  </a:lnTo>
                  <a:lnTo>
                    <a:pt x="4150324" y="115013"/>
                  </a:lnTo>
                  <a:lnTo>
                    <a:pt x="4079980" y="106830"/>
                  </a:lnTo>
                  <a:lnTo>
                    <a:pt x="4009635" y="98280"/>
                  </a:lnTo>
                  <a:lnTo>
                    <a:pt x="3939291" y="89345"/>
                  </a:lnTo>
                  <a:lnTo>
                    <a:pt x="3868946" y="80009"/>
                  </a:lnTo>
                  <a:lnTo>
                    <a:pt x="3798602" y="70253"/>
                  </a:lnTo>
                  <a:lnTo>
                    <a:pt x="3728257" y="60059"/>
                  </a:lnTo>
                  <a:lnTo>
                    <a:pt x="3657913" y="49407"/>
                  </a:lnTo>
                  <a:lnTo>
                    <a:pt x="3587569" y="38276"/>
                  </a:lnTo>
                  <a:lnTo>
                    <a:pt x="3517224" y="26646"/>
                  </a:lnTo>
                  <a:lnTo>
                    <a:pt x="3446880" y="14492"/>
                  </a:lnTo>
                  <a:lnTo>
                    <a:pt x="3376535" y="1793"/>
                  </a:lnTo>
                  <a:lnTo>
                    <a:pt x="3306191" y="0"/>
                  </a:lnTo>
                  <a:lnTo>
                    <a:pt x="3235846" y="3104"/>
                  </a:lnTo>
                  <a:lnTo>
                    <a:pt x="3165502" y="6176"/>
                  </a:lnTo>
                  <a:lnTo>
                    <a:pt x="3095157" y="9216"/>
                  </a:lnTo>
                  <a:lnTo>
                    <a:pt x="3024813" y="12225"/>
                  </a:lnTo>
                  <a:lnTo>
                    <a:pt x="2954468" y="15201"/>
                  </a:lnTo>
                  <a:lnTo>
                    <a:pt x="2884124" y="18147"/>
                  </a:lnTo>
                  <a:lnTo>
                    <a:pt x="2813779" y="21062"/>
                  </a:lnTo>
                  <a:lnTo>
                    <a:pt x="2743435" y="23947"/>
                  </a:lnTo>
                  <a:lnTo>
                    <a:pt x="2673090" y="26801"/>
                  </a:lnTo>
                  <a:lnTo>
                    <a:pt x="2602746" y="29626"/>
                  </a:lnTo>
                  <a:lnTo>
                    <a:pt x="2532401" y="32421"/>
                  </a:lnTo>
                  <a:lnTo>
                    <a:pt x="2462057" y="35187"/>
                  </a:lnTo>
                  <a:lnTo>
                    <a:pt x="2391712" y="37923"/>
                  </a:lnTo>
                  <a:lnTo>
                    <a:pt x="2321368" y="40632"/>
                  </a:lnTo>
                  <a:lnTo>
                    <a:pt x="2251023" y="43312"/>
                  </a:lnTo>
                  <a:lnTo>
                    <a:pt x="2180679" y="45964"/>
                  </a:lnTo>
                  <a:lnTo>
                    <a:pt x="2110334" y="48588"/>
                  </a:lnTo>
                  <a:lnTo>
                    <a:pt x="2039990" y="51185"/>
                  </a:lnTo>
                  <a:lnTo>
                    <a:pt x="1969645" y="53755"/>
                  </a:lnTo>
                  <a:lnTo>
                    <a:pt x="1899301" y="56298"/>
                  </a:lnTo>
                  <a:lnTo>
                    <a:pt x="1828956" y="58814"/>
                  </a:lnTo>
                  <a:lnTo>
                    <a:pt x="1758612" y="61304"/>
                  </a:lnTo>
                  <a:lnTo>
                    <a:pt x="1688267" y="63769"/>
                  </a:lnTo>
                  <a:lnTo>
                    <a:pt x="1617923" y="66207"/>
                  </a:lnTo>
                  <a:lnTo>
                    <a:pt x="1547578" y="68620"/>
                  </a:lnTo>
                  <a:lnTo>
                    <a:pt x="1477234" y="71007"/>
                  </a:lnTo>
                  <a:lnTo>
                    <a:pt x="1406889" y="73370"/>
                  </a:lnTo>
                  <a:lnTo>
                    <a:pt x="1336545" y="75708"/>
                  </a:lnTo>
                  <a:lnTo>
                    <a:pt x="1266200" y="78022"/>
                  </a:lnTo>
                  <a:lnTo>
                    <a:pt x="1195856" y="80311"/>
                  </a:lnTo>
                  <a:lnTo>
                    <a:pt x="1125511" y="82577"/>
                  </a:lnTo>
                  <a:lnTo>
                    <a:pt x="1055167" y="84819"/>
                  </a:lnTo>
                  <a:lnTo>
                    <a:pt x="984822" y="87037"/>
                  </a:lnTo>
                  <a:lnTo>
                    <a:pt x="914478" y="89232"/>
                  </a:lnTo>
                  <a:lnTo>
                    <a:pt x="844133" y="91404"/>
                  </a:lnTo>
                  <a:lnTo>
                    <a:pt x="773789" y="93554"/>
                  </a:lnTo>
                  <a:lnTo>
                    <a:pt x="703444" y="95681"/>
                  </a:lnTo>
                  <a:lnTo>
                    <a:pt x="633100" y="97786"/>
                  </a:lnTo>
                  <a:lnTo>
                    <a:pt x="562755" y="99869"/>
                  </a:lnTo>
                  <a:lnTo>
                    <a:pt x="492411" y="101930"/>
                  </a:lnTo>
                  <a:lnTo>
                    <a:pt x="422066" y="103970"/>
                  </a:lnTo>
                  <a:lnTo>
                    <a:pt x="351722" y="105988"/>
                  </a:lnTo>
                  <a:lnTo>
                    <a:pt x="281377" y="107985"/>
                  </a:lnTo>
                  <a:lnTo>
                    <a:pt x="211033" y="109962"/>
                  </a:lnTo>
                  <a:lnTo>
                    <a:pt x="140688" y="111918"/>
                  </a:lnTo>
                  <a:lnTo>
                    <a:pt x="70344" y="113853"/>
                  </a:lnTo>
                  <a:lnTo>
                    <a:pt x="0" y="115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929113"/>
              <a:ext cx="6964104" cy="537643"/>
            </a:xfrm>
            <a:custGeom>
              <a:avLst/>
              <a:pathLst>
                <a:path w="6964104" h="537643">
                  <a:moveTo>
                    <a:pt x="0" y="0"/>
                  </a:moveTo>
                  <a:lnTo>
                    <a:pt x="70344" y="11020"/>
                  </a:lnTo>
                  <a:lnTo>
                    <a:pt x="140688" y="21858"/>
                  </a:lnTo>
                  <a:lnTo>
                    <a:pt x="211033" y="32517"/>
                  </a:lnTo>
                  <a:lnTo>
                    <a:pt x="281377" y="42998"/>
                  </a:lnTo>
                  <a:lnTo>
                    <a:pt x="351722" y="53306"/>
                  </a:lnTo>
                  <a:lnTo>
                    <a:pt x="422066" y="63443"/>
                  </a:lnTo>
                  <a:lnTo>
                    <a:pt x="492411" y="73411"/>
                  </a:lnTo>
                  <a:lnTo>
                    <a:pt x="562755" y="83215"/>
                  </a:lnTo>
                  <a:lnTo>
                    <a:pt x="633100" y="92856"/>
                  </a:lnTo>
                  <a:lnTo>
                    <a:pt x="703444" y="102337"/>
                  </a:lnTo>
                  <a:lnTo>
                    <a:pt x="773789" y="111660"/>
                  </a:lnTo>
                  <a:lnTo>
                    <a:pt x="844133" y="120829"/>
                  </a:lnTo>
                  <a:lnTo>
                    <a:pt x="914478" y="129846"/>
                  </a:lnTo>
                  <a:lnTo>
                    <a:pt x="984822" y="138714"/>
                  </a:lnTo>
                  <a:lnTo>
                    <a:pt x="1055167" y="147434"/>
                  </a:lnTo>
                  <a:lnTo>
                    <a:pt x="1125511" y="156010"/>
                  </a:lnTo>
                  <a:lnTo>
                    <a:pt x="1195856" y="164444"/>
                  </a:lnTo>
                  <a:lnTo>
                    <a:pt x="1266200" y="172738"/>
                  </a:lnTo>
                  <a:lnTo>
                    <a:pt x="1336545" y="180894"/>
                  </a:lnTo>
                  <a:lnTo>
                    <a:pt x="1406889" y="188915"/>
                  </a:lnTo>
                  <a:lnTo>
                    <a:pt x="1477234" y="196803"/>
                  </a:lnTo>
                  <a:lnTo>
                    <a:pt x="1547578" y="204560"/>
                  </a:lnTo>
                  <a:lnTo>
                    <a:pt x="1617923" y="212188"/>
                  </a:lnTo>
                  <a:lnTo>
                    <a:pt x="1688267" y="219690"/>
                  </a:lnTo>
                  <a:lnTo>
                    <a:pt x="1758612" y="227068"/>
                  </a:lnTo>
                  <a:lnTo>
                    <a:pt x="1828956" y="234323"/>
                  </a:lnTo>
                  <a:lnTo>
                    <a:pt x="1899301" y="241458"/>
                  </a:lnTo>
                  <a:lnTo>
                    <a:pt x="1969645" y="248475"/>
                  </a:lnTo>
                  <a:lnTo>
                    <a:pt x="2039990" y="255375"/>
                  </a:lnTo>
                  <a:lnTo>
                    <a:pt x="2110334" y="262161"/>
                  </a:lnTo>
                  <a:lnTo>
                    <a:pt x="2180679" y="268834"/>
                  </a:lnTo>
                  <a:lnTo>
                    <a:pt x="2251023" y="275397"/>
                  </a:lnTo>
                  <a:lnTo>
                    <a:pt x="2321368" y="281851"/>
                  </a:lnTo>
                  <a:lnTo>
                    <a:pt x="2391712" y="288197"/>
                  </a:lnTo>
                  <a:lnTo>
                    <a:pt x="2462057" y="294439"/>
                  </a:lnTo>
                  <a:lnTo>
                    <a:pt x="2532401" y="300577"/>
                  </a:lnTo>
                  <a:lnTo>
                    <a:pt x="2602746" y="306613"/>
                  </a:lnTo>
                  <a:lnTo>
                    <a:pt x="2673090" y="312549"/>
                  </a:lnTo>
                  <a:lnTo>
                    <a:pt x="2743435" y="318387"/>
                  </a:lnTo>
                  <a:lnTo>
                    <a:pt x="2813779" y="324128"/>
                  </a:lnTo>
                  <a:lnTo>
                    <a:pt x="2884124" y="329774"/>
                  </a:lnTo>
                  <a:lnTo>
                    <a:pt x="2954468" y="335326"/>
                  </a:lnTo>
                  <a:lnTo>
                    <a:pt x="3024813" y="340786"/>
                  </a:lnTo>
                  <a:lnTo>
                    <a:pt x="3095157" y="346155"/>
                  </a:lnTo>
                  <a:lnTo>
                    <a:pt x="3165502" y="351435"/>
                  </a:lnTo>
                  <a:lnTo>
                    <a:pt x="3235846" y="356628"/>
                  </a:lnTo>
                  <a:lnTo>
                    <a:pt x="3306191" y="361735"/>
                  </a:lnTo>
                  <a:lnTo>
                    <a:pt x="3376535" y="366757"/>
                  </a:lnTo>
                  <a:lnTo>
                    <a:pt x="3446880" y="371696"/>
                  </a:lnTo>
                  <a:lnTo>
                    <a:pt x="3517224" y="376553"/>
                  </a:lnTo>
                  <a:lnTo>
                    <a:pt x="3587569" y="381329"/>
                  </a:lnTo>
                  <a:lnTo>
                    <a:pt x="3657913" y="386026"/>
                  </a:lnTo>
                  <a:lnTo>
                    <a:pt x="3728257" y="390645"/>
                  </a:lnTo>
                  <a:lnTo>
                    <a:pt x="3798602" y="395188"/>
                  </a:lnTo>
                  <a:lnTo>
                    <a:pt x="3868946" y="399655"/>
                  </a:lnTo>
                  <a:lnTo>
                    <a:pt x="3939291" y="404048"/>
                  </a:lnTo>
                  <a:lnTo>
                    <a:pt x="4009635" y="408369"/>
                  </a:lnTo>
                  <a:lnTo>
                    <a:pt x="4079980" y="412617"/>
                  </a:lnTo>
                  <a:lnTo>
                    <a:pt x="4150324" y="416796"/>
                  </a:lnTo>
                  <a:lnTo>
                    <a:pt x="4220669" y="420905"/>
                  </a:lnTo>
                  <a:lnTo>
                    <a:pt x="4291013" y="424945"/>
                  </a:lnTo>
                  <a:lnTo>
                    <a:pt x="4361358" y="428919"/>
                  </a:lnTo>
                  <a:lnTo>
                    <a:pt x="4431702" y="432827"/>
                  </a:lnTo>
                  <a:lnTo>
                    <a:pt x="4502047" y="436670"/>
                  </a:lnTo>
                  <a:lnTo>
                    <a:pt x="4572391" y="440450"/>
                  </a:lnTo>
                  <a:lnTo>
                    <a:pt x="4642736" y="444166"/>
                  </a:lnTo>
                  <a:lnTo>
                    <a:pt x="4713080" y="447821"/>
                  </a:lnTo>
                  <a:lnTo>
                    <a:pt x="4783425" y="451416"/>
                  </a:lnTo>
                  <a:lnTo>
                    <a:pt x="4853769" y="454951"/>
                  </a:lnTo>
                  <a:lnTo>
                    <a:pt x="4924114" y="458427"/>
                  </a:lnTo>
                  <a:lnTo>
                    <a:pt x="4994458" y="461845"/>
                  </a:lnTo>
                  <a:lnTo>
                    <a:pt x="5064803" y="465207"/>
                  </a:lnTo>
                  <a:lnTo>
                    <a:pt x="5135147" y="468513"/>
                  </a:lnTo>
                  <a:lnTo>
                    <a:pt x="5205492" y="471765"/>
                  </a:lnTo>
                  <a:lnTo>
                    <a:pt x="5275836" y="474962"/>
                  </a:lnTo>
                  <a:lnTo>
                    <a:pt x="5346181" y="478106"/>
                  </a:lnTo>
                  <a:lnTo>
                    <a:pt x="5416525" y="481199"/>
                  </a:lnTo>
                  <a:lnTo>
                    <a:pt x="5486870" y="484240"/>
                  </a:lnTo>
                  <a:lnTo>
                    <a:pt x="5557214" y="487230"/>
                  </a:lnTo>
                  <a:lnTo>
                    <a:pt x="5627559" y="490171"/>
                  </a:lnTo>
                  <a:lnTo>
                    <a:pt x="5697903" y="493063"/>
                  </a:lnTo>
                  <a:lnTo>
                    <a:pt x="5768248" y="495907"/>
                  </a:lnTo>
                  <a:lnTo>
                    <a:pt x="5838592" y="498704"/>
                  </a:lnTo>
                  <a:lnTo>
                    <a:pt x="5908937" y="501455"/>
                  </a:lnTo>
                  <a:lnTo>
                    <a:pt x="5979281" y="504160"/>
                  </a:lnTo>
                  <a:lnTo>
                    <a:pt x="6049626" y="506820"/>
                  </a:lnTo>
                  <a:lnTo>
                    <a:pt x="6119970" y="509436"/>
                  </a:lnTo>
                  <a:lnTo>
                    <a:pt x="6190315" y="512009"/>
                  </a:lnTo>
                  <a:lnTo>
                    <a:pt x="6260659" y="514539"/>
                  </a:lnTo>
                  <a:lnTo>
                    <a:pt x="6331004" y="517027"/>
                  </a:lnTo>
                  <a:lnTo>
                    <a:pt x="6401348" y="519474"/>
                  </a:lnTo>
                  <a:lnTo>
                    <a:pt x="6471693" y="521880"/>
                  </a:lnTo>
                  <a:lnTo>
                    <a:pt x="6542037" y="524246"/>
                  </a:lnTo>
                  <a:lnTo>
                    <a:pt x="6612382" y="526573"/>
                  </a:lnTo>
                  <a:lnTo>
                    <a:pt x="6682726" y="528862"/>
                  </a:lnTo>
                  <a:lnTo>
                    <a:pt x="6753071" y="531112"/>
                  </a:lnTo>
                  <a:lnTo>
                    <a:pt x="6823415" y="533326"/>
                  </a:lnTo>
                  <a:lnTo>
                    <a:pt x="6893760" y="535502"/>
                  </a:lnTo>
                  <a:lnTo>
                    <a:pt x="6964104" y="5376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2026-07-22T07:54:35Z</dcterms:modified>
  <cp:category/>
</cp:coreProperties>
</file>