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235830" cy="3561407"/>
            </a:xfrm>
            <a:custGeom>
              <a:avLst/>
              <a:pathLst>
                <a:path w="7235830" h="3561407">
                  <a:moveTo>
                    <a:pt x="1043093" y="0"/>
                  </a:moveTo>
                  <a:lnTo>
                    <a:pt x="1113747" y="150708"/>
                  </a:lnTo>
                  <a:lnTo>
                    <a:pt x="1187508" y="301275"/>
                  </a:lnTo>
                  <a:lnTo>
                    <a:pt x="1261268" y="445369"/>
                  </a:lnTo>
                  <a:lnTo>
                    <a:pt x="1335028" y="583268"/>
                  </a:lnTo>
                  <a:lnTo>
                    <a:pt x="1408788" y="715238"/>
                  </a:lnTo>
                  <a:lnTo>
                    <a:pt x="1482548" y="841533"/>
                  </a:lnTo>
                  <a:lnTo>
                    <a:pt x="1556308" y="962398"/>
                  </a:lnTo>
                  <a:lnTo>
                    <a:pt x="1630068" y="1078067"/>
                  </a:lnTo>
                  <a:lnTo>
                    <a:pt x="1703828" y="1188762"/>
                  </a:lnTo>
                  <a:lnTo>
                    <a:pt x="1777588" y="1294698"/>
                  </a:lnTo>
                  <a:lnTo>
                    <a:pt x="1851348" y="1396080"/>
                  </a:lnTo>
                  <a:lnTo>
                    <a:pt x="1925108" y="1493102"/>
                  </a:lnTo>
                  <a:lnTo>
                    <a:pt x="1998868" y="1585953"/>
                  </a:lnTo>
                  <a:lnTo>
                    <a:pt x="2072628" y="1674811"/>
                  </a:lnTo>
                  <a:lnTo>
                    <a:pt x="2146388" y="1759849"/>
                  </a:lnTo>
                  <a:lnTo>
                    <a:pt x="2220148" y="1841231"/>
                  </a:lnTo>
                  <a:lnTo>
                    <a:pt x="2293908" y="1919114"/>
                  </a:lnTo>
                  <a:lnTo>
                    <a:pt x="2367668" y="1993648"/>
                  </a:lnTo>
                  <a:lnTo>
                    <a:pt x="2441428" y="2064977"/>
                  </a:lnTo>
                  <a:lnTo>
                    <a:pt x="2515188" y="2133240"/>
                  </a:lnTo>
                  <a:lnTo>
                    <a:pt x="2588948" y="2198568"/>
                  </a:lnTo>
                  <a:lnTo>
                    <a:pt x="2662708" y="2261086"/>
                  </a:lnTo>
                  <a:lnTo>
                    <a:pt x="2736468" y="2320917"/>
                  </a:lnTo>
                  <a:lnTo>
                    <a:pt x="2810228" y="2378176"/>
                  </a:lnTo>
                  <a:lnTo>
                    <a:pt x="2883988" y="2432972"/>
                  </a:lnTo>
                  <a:lnTo>
                    <a:pt x="2957748" y="2485413"/>
                  </a:lnTo>
                  <a:lnTo>
                    <a:pt x="3031508" y="2535598"/>
                  </a:lnTo>
                  <a:lnTo>
                    <a:pt x="3105268" y="2583626"/>
                  </a:lnTo>
                  <a:lnTo>
                    <a:pt x="3179028" y="2629589"/>
                  </a:lnTo>
                  <a:lnTo>
                    <a:pt x="3252788" y="2673576"/>
                  </a:lnTo>
                  <a:lnTo>
                    <a:pt x="3326548" y="2715672"/>
                  </a:lnTo>
                  <a:lnTo>
                    <a:pt x="3400308" y="2755957"/>
                  </a:lnTo>
                  <a:lnTo>
                    <a:pt x="3474068" y="2780184"/>
                  </a:lnTo>
                  <a:lnTo>
                    <a:pt x="3547828" y="2770973"/>
                  </a:lnTo>
                  <a:lnTo>
                    <a:pt x="3621588" y="2761664"/>
                  </a:lnTo>
                  <a:lnTo>
                    <a:pt x="3695348" y="2752257"/>
                  </a:lnTo>
                  <a:lnTo>
                    <a:pt x="3769108" y="2742751"/>
                  </a:lnTo>
                  <a:lnTo>
                    <a:pt x="3842868" y="2733144"/>
                  </a:lnTo>
                  <a:lnTo>
                    <a:pt x="3916628" y="2723436"/>
                  </a:lnTo>
                  <a:lnTo>
                    <a:pt x="3990388" y="2713626"/>
                  </a:lnTo>
                  <a:lnTo>
                    <a:pt x="4064149" y="2703711"/>
                  </a:lnTo>
                  <a:lnTo>
                    <a:pt x="4137909" y="2693693"/>
                  </a:lnTo>
                  <a:lnTo>
                    <a:pt x="4211669" y="2683568"/>
                  </a:lnTo>
                  <a:lnTo>
                    <a:pt x="4285429" y="2673336"/>
                  </a:lnTo>
                  <a:lnTo>
                    <a:pt x="4359189" y="2662997"/>
                  </a:lnTo>
                  <a:lnTo>
                    <a:pt x="4432949" y="2652548"/>
                  </a:lnTo>
                  <a:lnTo>
                    <a:pt x="4506709" y="2641989"/>
                  </a:lnTo>
                  <a:lnTo>
                    <a:pt x="4580469" y="2631319"/>
                  </a:lnTo>
                  <a:lnTo>
                    <a:pt x="4654229" y="2620536"/>
                  </a:lnTo>
                  <a:lnTo>
                    <a:pt x="4727989" y="2609639"/>
                  </a:lnTo>
                  <a:lnTo>
                    <a:pt x="4801749" y="2598626"/>
                  </a:lnTo>
                  <a:lnTo>
                    <a:pt x="4875509" y="2587498"/>
                  </a:lnTo>
                  <a:lnTo>
                    <a:pt x="4949269" y="2576252"/>
                  </a:lnTo>
                  <a:lnTo>
                    <a:pt x="5023029" y="2564888"/>
                  </a:lnTo>
                  <a:lnTo>
                    <a:pt x="5096789" y="2553403"/>
                  </a:lnTo>
                  <a:lnTo>
                    <a:pt x="5170549" y="2541797"/>
                  </a:lnTo>
                  <a:lnTo>
                    <a:pt x="5244309" y="2530069"/>
                  </a:lnTo>
                  <a:lnTo>
                    <a:pt x="5318069" y="2518217"/>
                  </a:lnTo>
                  <a:lnTo>
                    <a:pt x="5391829" y="2506240"/>
                  </a:lnTo>
                  <a:lnTo>
                    <a:pt x="5465589" y="2494136"/>
                  </a:lnTo>
                  <a:lnTo>
                    <a:pt x="5539349" y="2481904"/>
                  </a:lnTo>
                  <a:lnTo>
                    <a:pt x="5613109" y="2469544"/>
                  </a:lnTo>
                  <a:lnTo>
                    <a:pt x="5686869" y="2457053"/>
                  </a:lnTo>
                  <a:lnTo>
                    <a:pt x="5760629" y="2444429"/>
                  </a:lnTo>
                  <a:lnTo>
                    <a:pt x="5834389" y="2431673"/>
                  </a:lnTo>
                  <a:lnTo>
                    <a:pt x="5908149" y="2418782"/>
                  </a:lnTo>
                  <a:lnTo>
                    <a:pt x="5981909" y="2405755"/>
                  </a:lnTo>
                  <a:lnTo>
                    <a:pt x="6055669" y="2392590"/>
                  </a:lnTo>
                  <a:lnTo>
                    <a:pt x="6129429" y="2379287"/>
                  </a:lnTo>
                  <a:lnTo>
                    <a:pt x="6203189" y="2365843"/>
                  </a:lnTo>
                  <a:lnTo>
                    <a:pt x="6276949" y="2352256"/>
                  </a:lnTo>
                  <a:lnTo>
                    <a:pt x="6350709" y="2338527"/>
                  </a:lnTo>
                  <a:lnTo>
                    <a:pt x="6424469" y="2324653"/>
                  </a:lnTo>
                  <a:lnTo>
                    <a:pt x="6498229" y="2310632"/>
                  </a:lnTo>
                  <a:lnTo>
                    <a:pt x="6571989" y="2296463"/>
                  </a:lnTo>
                  <a:lnTo>
                    <a:pt x="6645749" y="2282144"/>
                  </a:lnTo>
                  <a:lnTo>
                    <a:pt x="6719509" y="2267674"/>
                  </a:lnTo>
                  <a:lnTo>
                    <a:pt x="6793269" y="2253052"/>
                  </a:lnTo>
                  <a:lnTo>
                    <a:pt x="6867029" y="2238275"/>
                  </a:lnTo>
                  <a:lnTo>
                    <a:pt x="6940789" y="2223342"/>
                  </a:lnTo>
                  <a:lnTo>
                    <a:pt x="7014550" y="2208251"/>
                  </a:lnTo>
                  <a:lnTo>
                    <a:pt x="7088310" y="2193001"/>
                  </a:lnTo>
                  <a:lnTo>
                    <a:pt x="7162070" y="2177590"/>
                  </a:lnTo>
                  <a:lnTo>
                    <a:pt x="7235830" y="2162017"/>
                  </a:lnTo>
                  <a:lnTo>
                    <a:pt x="7235830" y="3561407"/>
                  </a:lnTo>
                  <a:lnTo>
                    <a:pt x="7162070" y="3557308"/>
                  </a:lnTo>
                  <a:lnTo>
                    <a:pt x="7088310" y="3553025"/>
                  </a:lnTo>
                  <a:lnTo>
                    <a:pt x="7014550" y="3548550"/>
                  </a:lnTo>
                  <a:lnTo>
                    <a:pt x="6940789" y="3543873"/>
                  </a:lnTo>
                  <a:lnTo>
                    <a:pt x="6867029" y="3538986"/>
                  </a:lnTo>
                  <a:lnTo>
                    <a:pt x="6793269" y="3533880"/>
                  </a:lnTo>
                  <a:lnTo>
                    <a:pt x="6719509" y="3528544"/>
                  </a:lnTo>
                  <a:lnTo>
                    <a:pt x="6645749" y="3522969"/>
                  </a:lnTo>
                  <a:lnTo>
                    <a:pt x="6571989" y="3517143"/>
                  </a:lnTo>
                  <a:lnTo>
                    <a:pt x="6498229" y="3511055"/>
                  </a:lnTo>
                  <a:lnTo>
                    <a:pt x="6424469" y="3504694"/>
                  </a:lnTo>
                  <a:lnTo>
                    <a:pt x="6350709" y="3498047"/>
                  </a:lnTo>
                  <a:lnTo>
                    <a:pt x="6276949" y="3491102"/>
                  </a:lnTo>
                  <a:lnTo>
                    <a:pt x="6203189" y="3483844"/>
                  </a:lnTo>
                  <a:lnTo>
                    <a:pt x="6129429" y="3476260"/>
                  </a:lnTo>
                  <a:lnTo>
                    <a:pt x="6055669" y="3468336"/>
                  </a:lnTo>
                  <a:lnTo>
                    <a:pt x="5981909" y="3460056"/>
                  </a:lnTo>
                  <a:lnTo>
                    <a:pt x="5908149" y="3451403"/>
                  </a:lnTo>
                  <a:lnTo>
                    <a:pt x="5834389" y="3442362"/>
                  </a:lnTo>
                  <a:lnTo>
                    <a:pt x="5760629" y="3432915"/>
                  </a:lnTo>
                  <a:lnTo>
                    <a:pt x="5686869" y="3423043"/>
                  </a:lnTo>
                  <a:lnTo>
                    <a:pt x="5613109" y="3412728"/>
                  </a:lnTo>
                  <a:lnTo>
                    <a:pt x="5539349" y="3401949"/>
                  </a:lnTo>
                  <a:lnTo>
                    <a:pt x="5465589" y="3390686"/>
                  </a:lnTo>
                  <a:lnTo>
                    <a:pt x="5391829" y="3378917"/>
                  </a:lnTo>
                  <a:lnTo>
                    <a:pt x="5318069" y="3366619"/>
                  </a:lnTo>
                  <a:lnTo>
                    <a:pt x="5244309" y="3353769"/>
                  </a:lnTo>
                  <a:lnTo>
                    <a:pt x="5170549" y="3340341"/>
                  </a:lnTo>
                  <a:lnTo>
                    <a:pt x="5096789" y="3326310"/>
                  </a:lnTo>
                  <a:lnTo>
                    <a:pt x="5023029" y="3311649"/>
                  </a:lnTo>
                  <a:lnTo>
                    <a:pt x="4949269" y="3296329"/>
                  </a:lnTo>
                  <a:lnTo>
                    <a:pt x="4875509" y="3280321"/>
                  </a:lnTo>
                  <a:lnTo>
                    <a:pt x="4801749" y="3263593"/>
                  </a:lnTo>
                  <a:lnTo>
                    <a:pt x="4727989" y="3246114"/>
                  </a:lnTo>
                  <a:lnTo>
                    <a:pt x="4654229" y="3227850"/>
                  </a:lnTo>
                  <a:lnTo>
                    <a:pt x="4580469" y="3208765"/>
                  </a:lnTo>
                  <a:lnTo>
                    <a:pt x="4506709" y="3188823"/>
                  </a:lnTo>
                  <a:lnTo>
                    <a:pt x="4432949" y="3167985"/>
                  </a:lnTo>
                  <a:lnTo>
                    <a:pt x="4359189" y="3146211"/>
                  </a:lnTo>
                  <a:lnTo>
                    <a:pt x="4285429" y="3123458"/>
                  </a:lnTo>
                  <a:lnTo>
                    <a:pt x="4211669" y="3099683"/>
                  </a:lnTo>
                  <a:lnTo>
                    <a:pt x="4137909" y="3074840"/>
                  </a:lnTo>
                  <a:lnTo>
                    <a:pt x="4064149" y="3048881"/>
                  </a:lnTo>
                  <a:lnTo>
                    <a:pt x="3990388" y="3021756"/>
                  </a:lnTo>
                  <a:lnTo>
                    <a:pt x="3916628" y="2993412"/>
                  </a:lnTo>
                  <a:lnTo>
                    <a:pt x="3842868" y="2963794"/>
                  </a:lnTo>
                  <a:lnTo>
                    <a:pt x="3769108" y="2932846"/>
                  </a:lnTo>
                  <a:lnTo>
                    <a:pt x="3695348" y="2900508"/>
                  </a:lnTo>
                  <a:lnTo>
                    <a:pt x="3621588" y="2866716"/>
                  </a:lnTo>
                  <a:lnTo>
                    <a:pt x="3547828" y="2831407"/>
                  </a:lnTo>
                  <a:lnTo>
                    <a:pt x="3474068" y="2794511"/>
                  </a:lnTo>
                  <a:lnTo>
                    <a:pt x="3400308" y="2789300"/>
                  </a:lnTo>
                  <a:lnTo>
                    <a:pt x="3326548" y="2798319"/>
                  </a:lnTo>
                  <a:lnTo>
                    <a:pt x="3252788" y="2807245"/>
                  </a:lnTo>
                  <a:lnTo>
                    <a:pt x="3179028" y="2816078"/>
                  </a:lnTo>
                  <a:lnTo>
                    <a:pt x="3105268" y="2824818"/>
                  </a:lnTo>
                  <a:lnTo>
                    <a:pt x="3031508" y="2833467"/>
                  </a:lnTo>
                  <a:lnTo>
                    <a:pt x="2957748" y="2842025"/>
                  </a:lnTo>
                  <a:lnTo>
                    <a:pt x="2883988" y="2850494"/>
                  </a:lnTo>
                  <a:lnTo>
                    <a:pt x="2810228" y="2858875"/>
                  </a:lnTo>
                  <a:lnTo>
                    <a:pt x="2736468" y="2867168"/>
                  </a:lnTo>
                  <a:lnTo>
                    <a:pt x="2662708" y="2875374"/>
                  </a:lnTo>
                  <a:lnTo>
                    <a:pt x="2588948" y="2883495"/>
                  </a:lnTo>
                  <a:lnTo>
                    <a:pt x="2515188" y="2891531"/>
                  </a:lnTo>
                  <a:lnTo>
                    <a:pt x="2441428" y="2899483"/>
                  </a:lnTo>
                  <a:lnTo>
                    <a:pt x="2367668" y="2907352"/>
                  </a:lnTo>
                  <a:lnTo>
                    <a:pt x="2293908" y="2915138"/>
                  </a:lnTo>
                  <a:lnTo>
                    <a:pt x="2220148" y="2922843"/>
                  </a:lnTo>
                  <a:lnTo>
                    <a:pt x="2146388" y="2930468"/>
                  </a:lnTo>
                  <a:lnTo>
                    <a:pt x="2072628" y="2938013"/>
                  </a:lnTo>
                  <a:lnTo>
                    <a:pt x="1998868" y="2945480"/>
                  </a:lnTo>
                  <a:lnTo>
                    <a:pt x="1925108" y="2952868"/>
                  </a:lnTo>
                  <a:lnTo>
                    <a:pt x="1851348" y="2960179"/>
                  </a:lnTo>
                  <a:lnTo>
                    <a:pt x="1777588" y="2967413"/>
                  </a:lnTo>
                  <a:lnTo>
                    <a:pt x="1703828" y="2974573"/>
                  </a:lnTo>
                  <a:lnTo>
                    <a:pt x="1630068" y="2981657"/>
                  </a:lnTo>
                  <a:lnTo>
                    <a:pt x="1556308" y="2988667"/>
                  </a:lnTo>
                  <a:lnTo>
                    <a:pt x="1482548" y="2995604"/>
                  </a:lnTo>
                  <a:lnTo>
                    <a:pt x="1408788" y="3002469"/>
                  </a:lnTo>
                  <a:lnTo>
                    <a:pt x="1335028" y="3009262"/>
                  </a:lnTo>
                  <a:lnTo>
                    <a:pt x="1261268" y="3015983"/>
                  </a:lnTo>
                  <a:lnTo>
                    <a:pt x="1187508" y="3022635"/>
                  </a:lnTo>
                  <a:lnTo>
                    <a:pt x="1113747" y="3029217"/>
                  </a:lnTo>
                  <a:lnTo>
                    <a:pt x="1039987" y="3035731"/>
                  </a:lnTo>
                  <a:lnTo>
                    <a:pt x="966227" y="3042176"/>
                  </a:lnTo>
                  <a:lnTo>
                    <a:pt x="892467" y="3048554"/>
                  </a:lnTo>
                  <a:lnTo>
                    <a:pt x="818707" y="3054865"/>
                  </a:lnTo>
                  <a:lnTo>
                    <a:pt x="744947" y="3061111"/>
                  </a:lnTo>
                  <a:lnTo>
                    <a:pt x="671187" y="3067291"/>
                  </a:lnTo>
                  <a:lnTo>
                    <a:pt x="597427" y="3073406"/>
                  </a:lnTo>
                  <a:lnTo>
                    <a:pt x="523667" y="3079458"/>
                  </a:lnTo>
                  <a:lnTo>
                    <a:pt x="449907" y="3085447"/>
                  </a:lnTo>
                  <a:lnTo>
                    <a:pt x="376147" y="3091372"/>
                  </a:lnTo>
                  <a:lnTo>
                    <a:pt x="302387" y="3097236"/>
                  </a:lnTo>
                  <a:lnTo>
                    <a:pt x="228627" y="3103039"/>
                  </a:lnTo>
                  <a:lnTo>
                    <a:pt x="154867" y="3108781"/>
                  </a:lnTo>
                  <a:lnTo>
                    <a:pt x="81107" y="3114463"/>
                  </a:lnTo>
                  <a:lnTo>
                    <a:pt x="7347" y="3120086"/>
                  </a:lnTo>
                  <a:lnTo>
                    <a:pt x="0" y="31206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60611" y="1896563"/>
              <a:ext cx="6192736" cy="2780184"/>
            </a:xfrm>
            <a:custGeom>
              <a:avLst/>
              <a:pathLst>
                <a:path w="6192736" h="2780184">
                  <a:moveTo>
                    <a:pt x="0" y="0"/>
                  </a:moveTo>
                  <a:lnTo>
                    <a:pt x="70654" y="150708"/>
                  </a:lnTo>
                  <a:lnTo>
                    <a:pt x="144414" y="301275"/>
                  </a:lnTo>
                  <a:lnTo>
                    <a:pt x="218174" y="445369"/>
                  </a:lnTo>
                  <a:lnTo>
                    <a:pt x="291934" y="583268"/>
                  </a:lnTo>
                  <a:lnTo>
                    <a:pt x="365694" y="715238"/>
                  </a:lnTo>
                  <a:lnTo>
                    <a:pt x="439454" y="841533"/>
                  </a:lnTo>
                  <a:lnTo>
                    <a:pt x="513214" y="962398"/>
                  </a:lnTo>
                  <a:lnTo>
                    <a:pt x="586974" y="1078067"/>
                  </a:lnTo>
                  <a:lnTo>
                    <a:pt x="660734" y="1188762"/>
                  </a:lnTo>
                  <a:lnTo>
                    <a:pt x="734494" y="1294698"/>
                  </a:lnTo>
                  <a:lnTo>
                    <a:pt x="808254" y="1396080"/>
                  </a:lnTo>
                  <a:lnTo>
                    <a:pt x="882014" y="1493102"/>
                  </a:lnTo>
                  <a:lnTo>
                    <a:pt x="955774" y="1585953"/>
                  </a:lnTo>
                  <a:lnTo>
                    <a:pt x="1029534" y="1674811"/>
                  </a:lnTo>
                  <a:lnTo>
                    <a:pt x="1103294" y="1759849"/>
                  </a:lnTo>
                  <a:lnTo>
                    <a:pt x="1177054" y="1841231"/>
                  </a:lnTo>
                  <a:lnTo>
                    <a:pt x="1250814" y="1919114"/>
                  </a:lnTo>
                  <a:lnTo>
                    <a:pt x="1324574" y="1993648"/>
                  </a:lnTo>
                  <a:lnTo>
                    <a:pt x="1398334" y="2064977"/>
                  </a:lnTo>
                  <a:lnTo>
                    <a:pt x="1472095" y="2133240"/>
                  </a:lnTo>
                  <a:lnTo>
                    <a:pt x="1545855" y="2198568"/>
                  </a:lnTo>
                  <a:lnTo>
                    <a:pt x="1619615" y="2261086"/>
                  </a:lnTo>
                  <a:lnTo>
                    <a:pt x="1693375" y="2320917"/>
                  </a:lnTo>
                  <a:lnTo>
                    <a:pt x="1767135" y="2378176"/>
                  </a:lnTo>
                  <a:lnTo>
                    <a:pt x="1840895" y="2432972"/>
                  </a:lnTo>
                  <a:lnTo>
                    <a:pt x="1914655" y="2485413"/>
                  </a:lnTo>
                  <a:lnTo>
                    <a:pt x="1988415" y="2535598"/>
                  </a:lnTo>
                  <a:lnTo>
                    <a:pt x="2062175" y="2583626"/>
                  </a:lnTo>
                  <a:lnTo>
                    <a:pt x="2135935" y="2629589"/>
                  </a:lnTo>
                  <a:lnTo>
                    <a:pt x="2209695" y="2673576"/>
                  </a:lnTo>
                  <a:lnTo>
                    <a:pt x="2283455" y="2715672"/>
                  </a:lnTo>
                  <a:lnTo>
                    <a:pt x="2357215" y="2755957"/>
                  </a:lnTo>
                  <a:lnTo>
                    <a:pt x="2430975" y="2780184"/>
                  </a:lnTo>
                  <a:lnTo>
                    <a:pt x="2504735" y="2770973"/>
                  </a:lnTo>
                  <a:lnTo>
                    <a:pt x="2578495" y="2761664"/>
                  </a:lnTo>
                  <a:lnTo>
                    <a:pt x="2652255" y="2752257"/>
                  </a:lnTo>
                  <a:lnTo>
                    <a:pt x="2726015" y="2742751"/>
                  </a:lnTo>
                  <a:lnTo>
                    <a:pt x="2799775" y="2733144"/>
                  </a:lnTo>
                  <a:lnTo>
                    <a:pt x="2873535" y="2723436"/>
                  </a:lnTo>
                  <a:lnTo>
                    <a:pt x="2947295" y="2713626"/>
                  </a:lnTo>
                  <a:lnTo>
                    <a:pt x="3021055" y="2703711"/>
                  </a:lnTo>
                  <a:lnTo>
                    <a:pt x="3094815" y="2693693"/>
                  </a:lnTo>
                  <a:lnTo>
                    <a:pt x="3168575" y="2683568"/>
                  </a:lnTo>
                  <a:lnTo>
                    <a:pt x="3242335" y="2673336"/>
                  </a:lnTo>
                  <a:lnTo>
                    <a:pt x="3316095" y="2662997"/>
                  </a:lnTo>
                  <a:lnTo>
                    <a:pt x="3389855" y="2652548"/>
                  </a:lnTo>
                  <a:lnTo>
                    <a:pt x="3463615" y="2641989"/>
                  </a:lnTo>
                  <a:lnTo>
                    <a:pt x="3537375" y="2631319"/>
                  </a:lnTo>
                  <a:lnTo>
                    <a:pt x="3611135" y="2620536"/>
                  </a:lnTo>
                  <a:lnTo>
                    <a:pt x="3684895" y="2609639"/>
                  </a:lnTo>
                  <a:lnTo>
                    <a:pt x="3758655" y="2598626"/>
                  </a:lnTo>
                  <a:lnTo>
                    <a:pt x="3832415" y="2587498"/>
                  </a:lnTo>
                  <a:lnTo>
                    <a:pt x="3906175" y="2576252"/>
                  </a:lnTo>
                  <a:lnTo>
                    <a:pt x="3979935" y="2564888"/>
                  </a:lnTo>
                  <a:lnTo>
                    <a:pt x="4053695" y="2553403"/>
                  </a:lnTo>
                  <a:lnTo>
                    <a:pt x="4127455" y="2541797"/>
                  </a:lnTo>
                  <a:lnTo>
                    <a:pt x="4201215" y="2530069"/>
                  </a:lnTo>
                  <a:lnTo>
                    <a:pt x="4274975" y="2518217"/>
                  </a:lnTo>
                  <a:lnTo>
                    <a:pt x="4348735" y="2506240"/>
                  </a:lnTo>
                  <a:lnTo>
                    <a:pt x="4422496" y="2494136"/>
                  </a:lnTo>
                  <a:lnTo>
                    <a:pt x="4496256" y="2481904"/>
                  </a:lnTo>
                  <a:lnTo>
                    <a:pt x="4570016" y="2469544"/>
                  </a:lnTo>
                  <a:lnTo>
                    <a:pt x="4643776" y="2457053"/>
                  </a:lnTo>
                  <a:lnTo>
                    <a:pt x="4717536" y="2444429"/>
                  </a:lnTo>
                  <a:lnTo>
                    <a:pt x="4791296" y="2431673"/>
                  </a:lnTo>
                  <a:lnTo>
                    <a:pt x="4865056" y="2418782"/>
                  </a:lnTo>
                  <a:lnTo>
                    <a:pt x="4938816" y="2405755"/>
                  </a:lnTo>
                  <a:lnTo>
                    <a:pt x="5012576" y="2392590"/>
                  </a:lnTo>
                  <a:lnTo>
                    <a:pt x="5086336" y="2379287"/>
                  </a:lnTo>
                  <a:lnTo>
                    <a:pt x="5160096" y="2365843"/>
                  </a:lnTo>
                  <a:lnTo>
                    <a:pt x="5233856" y="2352256"/>
                  </a:lnTo>
                  <a:lnTo>
                    <a:pt x="5307616" y="2338527"/>
                  </a:lnTo>
                  <a:lnTo>
                    <a:pt x="5381376" y="2324653"/>
                  </a:lnTo>
                  <a:lnTo>
                    <a:pt x="5455136" y="2310632"/>
                  </a:lnTo>
                  <a:lnTo>
                    <a:pt x="5528896" y="2296463"/>
                  </a:lnTo>
                  <a:lnTo>
                    <a:pt x="5602656" y="2282144"/>
                  </a:lnTo>
                  <a:lnTo>
                    <a:pt x="5676416" y="2267674"/>
                  </a:lnTo>
                  <a:lnTo>
                    <a:pt x="5750176" y="2253052"/>
                  </a:lnTo>
                  <a:lnTo>
                    <a:pt x="5823936" y="2238275"/>
                  </a:lnTo>
                  <a:lnTo>
                    <a:pt x="5897696" y="2223342"/>
                  </a:lnTo>
                  <a:lnTo>
                    <a:pt x="5971456" y="2208251"/>
                  </a:lnTo>
                  <a:lnTo>
                    <a:pt x="6045216" y="2193001"/>
                  </a:lnTo>
                  <a:lnTo>
                    <a:pt x="6118976" y="2177590"/>
                  </a:lnTo>
                  <a:lnTo>
                    <a:pt x="6192736" y="21620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85863"/>
              <a:ext cx="7235830" cy="772107"/>
            </a:xfrm>
            <a:custGeom>
              <a:avLst/>
              <a:pathLst>
                <a:path w="7235830" h="772107">
                  <a:moveTo>
                    <a:pt x="7235830" y="772107"/>
                  </a:moveTo>
                  <a:lnTo>
                    <a:pt x="7162070" y="768008"/>
                  </a:lnTo>
                  <a:lnTo>
                    <a:pt x="7088310" y="763725"/>
                  </a:lnTo>
                  <a:lnTo>
                    <a:pt x="7014550" y="759250"/>
                  </a:lnTo>
                  <a:lnTo>
                    <a:pt x="6940789" y="754573"/>
                  </a:lnTo>
                  <a:lnTo>
                    <a:pt x="6867029" y="749686"/>
                  </a:lnTo>
                  <a:lnTo>
                    <a:pt x="6793269" y="744580"/>
                  </a:lnTo>
                  <a:lnTo>
                    <a:pt x="6719509" y="739244"/>
                  </a:lnTo>
                  <a:lnTo>
                    <a:pt x="6645749" y="733669"/>
                  </a:lnTo>
                  <a:lnTo>
                    <a:pt x="6571989" y="727843"/>
                  </a:lnTo>
                  <a:lnTo>
                    <a:pt x="6498229" y="721755"/>
                  </a:lnTo>
                  <a:lnTo>
                    <a:pt x="6424469" y="715394"/>
                  </a:lnTo>
                  <a:lnTo>
                    <a:pt x="6350709" y="708747"/>
                  </a:lnTo>
                  <a:lnTo>
                    <a:pt x="6276949" y="701802"/>
                  </a:lnTo>
                  <a:lnTo>
                    <a:pt x="6203189" y="694544"/>
                  </a:lnTo>
                  <a:lnTo>
                    <a:pt x="6129429" y="686960"/>
                  </a:lnTo>
                  <a:lnTo>
                    <a:pt x="6055669" y="679036"/>
                  </a:lnTo>
                  <a:lnTo>
                    <a:pt x="5981909" y="670756"/>
                  </a:lnTo>
                  <a:lnTo>
                    <a:pt x="5908149" y="662103"/>
                  </a:lnTo>
                  <a:lnTo>
                    <a:pt x="5834389" y="653062"/>
                  </a:lnTo>
                  <a:lnTo>
                    <a:pt x="5760629" y="643615"/>
                  </a:lnTo>
                  <a:lnTo>
                    <a:pt x="5686869" y="633743"/>
                  </a:lnTo>
                  <a:lnTo>
                    <a:pt x="5613109" y="623428"/>
                  </a:lnTo>
                  <a:lnTo>
                    <a:pt x="5539349" y="612649"/>
                  </a:lnTo>
                  <a:lnTo>
                    <a:pt x="5465589" y="601386"/>
                  </a:lnTo>
                  <a:lnTo>
                    <a:pt x="5391829" y="589617"/>
                  </a:lnTo>
                  <a:lnTo>
                    <a:pt x="5318069" y="577319"/>
                  </a:lnTo>
                  <a:lnTo>
                    <a:pt x="5244309" y="564469"/>
                  </a:lnTo>
                  <a:lnTo>
                    <a:pt x="5170549" y="551041"/>
                  </a:lnTo>
                  <a:lnTo>
                    <a:pt x="5096789" y="537010"/>
                  </a:lnTo>
                  <a:lnTo>
                    <a:pt x="5023029" y="522349"/>
                  </a:lnTo>
                  <a:lnTo>
                    <a:pt x="4949269" y="507029"/>
                  </a:lnTo>
                  <a:lnTo>
                    <a:pt x="4875509" y="491021"/>
                  </a:lnTo>
                  <a:lnTo>
                    <a:pt x="4801749" y="474293"/>
                  </a:lnTo>
                  <a:lnTo>
                    <a:pt x="4727989" y="456814"/>
                  </a:lnTo>
                  <a:lnTo>
                    <a:pt x="4654229" y="438550"/>
                  </a:lnTo>
                  <a:lnTo>
                    <a:pt x="4580469" y="419465"/>
                  </a:lnTo>
                  <a:lnTo>
                    <a:pt x="4506709" y="399523"/>
                  </a:lnTo>
                  <a:lnTo>
                    <a:pt x="4432949" y="378685"/>
                  </a:lnTo>
                  <a:lnTo>
                    <a:pt x="4359189" y="356911"/>
                  </a:lnTo>
                  <a:lnTo>
                    <a:pt x="4285429" y="334158"/>
                  </a:lnTo>
                  <a:lnTo>
                    <a:pt x="4211669" y="310383"/>
                  </a:lnTo>
                  <a:lnTo>
                    <a:pt x="4137909" y="285540"/>
                  </a:lnTo>
                  <a:lnTo>
                    <a:pt x="4064149" y="259581"/>
                  </a:lnTo>
                  <a:lnTo>
                    <a:pt x="3990388" y="232456"/>
                  </a:lnTo>
                  <a:lnTo>
                    <a:pt x="3916628" y="204112"/>
                  </a:lnTo>
                  <a:lnTo>
                    <a:pt x="3842868" y="174494"/>
                  </a:lnTo>
                  <a:lnTo>
                    <a:pt x="3769108" y="143546"/>
                  </a:lnTo>
                  <a:lnTo>
                    <a:pt x="3695348" y="111208"/>
                  </a:lnTo>
                  <a:lnTo>
                    <a:pt x="3621588" y="77416"/>
                  </a:lnTo>
                  <a:lnTo>
                    <a:pt x="3547828" y="42107"/>
                  </a:lnTo>
                  <a:lnTo>
                    <a:pt x="3474068" y="5211"/>
                  </a:lnTo>
                  <a:lnTo>
                    <a:pt x="3400308" y="0"/>
                  </a:lnTo>
                  <a:lnTo>
                    <a:pt x="3326548" y="9019"/>
                  </a:lnTo>
                  <a:lnTo>
                    <a:pt x="3252788" y="17945"/>
                  </a:lnTo>
                  <a:lnTo>
                    <a:pt x="3179028" y="26778"/>
                  </a:lnTo>
                  <a:lnTo>
                    <a:pt x="3105268" y="35518"/>
                  </a:lnTo>
                  <a:lnTo>
                    <a:pt x="3031508" y="44167"/>
                  </a:lnTo>
                  <a:lnTo>
                    <a:pt x="2957748" y="52725"/>
                  </a:lnTo>
                  <a:lnTo>
                    <a:pt x="2883988" y="61194"/>
                  </a:lnTo>
                  <a:lnTo>
                    <a:pt x="2810228" y="69575"/>
                  </a:lnTo>
                  <a:lnTo>
                    <a:pt x="2736468" y="77868"/>
                  </a:lnTo>
                  <a:lnTo>
                    <a:pt x="2662708" y="86074"/>
                  </a:lnTo>
                  <a:lnTo>
                    <a:pt x="2588948" y="94195"/>
                  </a:lnTo>
                  <a:lnTo>
                    <a:pt x="2515188" y="102231"/>
                  </a:lnTo>
                  <a:lnTo>
                    <a:pt x="2441428" y="110183"/>
                  </a:lnTo>
                  <a:lnTo>
                    <a:pt x="2367668" y="118052"/>
                  </a:lnTo>
                  <a:lnTo>
                    <a:pt x="2293908" y="125838"/>
                  </a:lnTo>
                  <a:lnTo>
                    <a:pt x="2220148" y="133543"/>
                  </a:lnTo>
                  <a:lnTo>
                    <a:pt x="2146388" y="141168"/>
                  </a:lnTo>
                  <a:lnTo>
                    <a:pt x="2072628" y="148713"/>
                  </a:lnTo>
                  <a:lnTo>
                    <a:pt x="1998868" y="156180"/>
                  </a:lnTo>
                  <a:lnTo>
                    <a:pt x="1925108" y="163568"/>
                  </a:lnTo>
                  <a:lnTo>
                    <a:pt x="1851348" y="170879"/>
                  </a:lnTo>
                  <a:lnTo>
                    <a:pt x="1777588" y="178113"/>
                  </a:lnTo>
                  <a:lnTo>
                    <a:pt x="1703828" y="185273"/>
                  </a:lnTo>
                  <a:lnTo>
                    <a:pt x="1630068" y="192357"/>
                  </a:lnTo>
                  <a:lnTo>
                    <a:pt x="1556308" y="199367"/>
                  </a:lnTo>
                  <a:lnTo>
                    <a:pt x="1482548" y="206304"/>
                  </a:lnTo>
                  <a:lnTo>
                    <a:pt x="1408788" y="213169"/>
                  </a:lnTo>
                  <a:lnTo>
                    <a:pt x="1335028" y="219962"/>
                  </a:lnTo>
                  <a:lnTo>
                    <a:pt x="1261268" y="226683"/>
                  </a:lnTo>
                  <a:lnTo>
                    <a:pt x="1187508" y="233335"/>
                  </a:lnTo>
                  <a:lnTo>
                    <a:pt x="1113747" y="239917"/>
                  </a:lnTo>
                  <a:lnTo>
                    <a:pt x="1039987" y="246431"/>
                  </a:lnTo>
                  <a:lnTo>
                    <a:pt x="966227" y="252876"/>
                  </a:lnTo>
                  <a:lnTo>
                    <a:pt x="892467" y="259254"/>
                  </a:lnTo>
                  <a:lnTo>
                    <a:pt x="818707" y="265565"/>
                  </a:lnTo>
                  <a:lnTo>
                    <a:pt x="744947" y="271811"/>
                  </a:lnTo>
                  <a:lnTo>
                    <a:pt x="671187" y="277991"/>
                  </a:lnTo>
                  <a:lnTo>
                    <a:pt x="597427" y="284106"/>
                  </a:lnTo>
                  <a:lnTo>
                    <a:pt x="523667" y="290158"/>
                  </a:lnTo>
                  <a:lnTo>
                    <a:pt x="449907" y="296147"/>
                  </a:lnTo>
                  <a:lnTo>
                    <a:pt x="376147" y="302072"/>
                  </a:lnTo>
                  <a:lnTo>
                    <a:pt x="302387" y="307936"/>
                  </a:lnTo>
                  <a:lnTo>
                    <a:pt x="228627" y="313739"/>
                  </a:lnTo>
                  <a:lnTo>
                    <a:pt x="154867" y="319481"/>
                  </a:lnTo>
                  <a:lnTo>
                    <a:pt x="81107" y="325163"/>
                  </a:lnTo>
                  <a:lnTo>
                    <a:pt x="7347" y="330786"/>
                  </a:lnTo>
                  <a:lnTo>
                    <a:pt x="0" y="3313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647202"/>
              <a:ext cx="7235830" cy="1533224"/>
            </a:xfrm>
            <a:custGeom>
              <a:avLst/>
              <a:pathLst>
                <a:path w="7235830" h="1533224">
                  <a:moveTo>
                    <a:pt x="0" y="0"/>
                  </a:moveTo>
                  <a:lnTo>
                    <a:pt x="7347" y="3189"/>
                  </a:lnTo>
                  <a:lnTo>
                    <a:pt x="81107" y="34678"/>
                  </a:lnTo>
                  <a:lnTo>
                    <a:pt x="154867" y="65644"/>
                  </a:lnTo>
                  <a:lnTo>
                    <a:pt x="228627" y="96097"/>
                  </a:lnTo>
                  <a:lnTo>
                    <a:pt x="302387" y="126045"/>
                  </a:lnTo>
                  <a:lnTo>
                    <a:pt x="376147" y="155496"/>
                  </a:lnTo>
                  <a:lnTo>
                    <a:pt x="449907" y="184459"/>
                  </a:lnTo>
                  <a:lnTo>
                    <a:pt x="523667" y="212941"/>
                  </a:lnTo>
                  <a:lnTo>
                    <a:pt x="597427" y="240951"/>
                  </a:lnTo>
                  <a:lnTo>
                    <a:pt x="671187" y="268497"/>
                  </a:lnTo>
                  <a:lnTo>
                    <a:pt x="744947" y="295586"/>
                  </a:lnTo>
                  <a:lnTo>
                    <a:pt x="818707" y="322226"/>
                  </a:lnTo>
                  <a:lnTo>
                    <a:pt x="892467" y="348423"/>
                  </a:lnTo>
                  <a:lnTo>
                    <a:pt x="966227" y="374187"/>
                  </a:lnTo>
                  <a:lnTo>
                    <a:pt x="1039987" y="399523"/>
                  </a:lnTo>
                  <a:lnTo>
                    <a:pt x="1113747" y="424439"/>
                  </a:lnTo>
                  <a:lnTo>
                    <a:pt x="1187508" y="448942"/>
                  </a:lnTo>
                  <a:lnTo>
                    <a:pt x="1261268" y="473038"/>
                  </a:lnTo>
                  <a:lnTo>
                    <a:pt x="1335028" y="496735"/>
                  </a:lnTo>
                  <a:lnTo>
                    <a:pt x="1408788" y="520039"/>
                  </a:lnTo>
                  <a:lnTo>
                    <a:pt x="1482548" y="542957"/>
                  </a:lnTo>
                  <a:lnTo>
                    <a:pt x="1556308" y="565494"/>
                  </a:lnTo>
                  <a:lnTo>
                    <a:pt x="1630068" y="587658"/>
                  </a:lnTo>
                  <a:lnTo>
                    <a:pt x="1703828" y="609454"/>
                  </a:lnTo>
                  <a:lnTo>
                    <a:pt x="1777588" y="630889"/>
                  </a:lnTo>
                  <a:lnTo>
                    <a:pt x="1851348" y="651968"/>
                  </a:lnTo>
                  <a:lnTo>
                    <a:pt x="1925108" y="672698"/>
                  </a:lnTo>
                  <a:lnTo>
                    <a:pt x="1998868" y="693083"/>
                  </a:lnTo>
                  <a:lnTo>
                    <a:pt x="2072628" y="713131"/>
                  </a:lnTo>
                  <a:lnTo>
                    <a:pt x="2146388" y="732847"/>
                  </a:lnTo>
                  <a:lnTo>
                    <a:pt x="2220148" y="752235"/>
                  </a:lnTo>
                  <a:lnTo>
                    <a:pt x="2293908" y="771302"/>
                  </a:lnTo>
                  <a:lnTo>
                    <a:pt x="2367668" y="790053"/>
                  </a:lnTo>
                  <a:lnTo>
                    <a:pt x="2441428" y="808493"/>
                  </a:lnTo>
                  <a:lnTo>
                    <a:pt x="2515188" y="826627"/>
                  </a:lnTo>
                  <a:lnTo>
                    <a:pt x="2588948" y="844460"/>
                  </a:lnTo>
                  <a:lnTo>
                    <a:pt x="2662708" y="861997"/>
                  </a:lnTo>
                  <a:lnTo>
                    <a:pt x="2736468" y="879244"/>
                  </a:lnTo>
                  <a:lnTo>
                    <a:pt x="2810228" y="896205"/>
                  </a:lnTo>
                  <a:lnTo>
                    <a:pt x="2883988" y="912884"/>
                  </a:lnTo>
                  <a:lnTo>
                    <a:pt x="2957748" y="929287"/>
                  </a:lnTo>
                  <a:lnTo>
                    <a:pt x="3031508" y="945418"/>
                  </a:lnTo>
                  <a:lnTo>
                    <a:pt x="3105268" y="961281"/>
                  </a:lnTo>
                  <a:lnTo>
                    <a:pt x="3179028" y="976881"/>
                  </a:lnTo>
                  <a:lnTo>
                    <a:pt x="3252788" y="992223"/>
                  </a:lnTo>
                  <a:lnTo>
                    <a:pt x="3326548" y="1007310"/>
                  </a:lnTo>
                  <a:lnTo>
                    <a:pt x="3400308" y="1022147"/>
                  </a:lnTo>
                  <a:lnTo>
                    <a:pt x="3474068" y="1036738"/>
                  </a:lnTo>
                  <a:lnTo>
                    <a:pt x="3547828" y="1051087"/>
                  </a:lnTo>
                  <a:lnTo>
                    <a:pt x="3621588" y="1065198"/>
                  </a:lnTo>
                  <a:lnTo>
                    <a:pt x="3695348" y="1079075"/>
                  </a:lnTo>
                  <a:lnTo>
                    <a:pt x="3769108" y="1092722"/>
                  </a:lnTo>
                  <a:lnTo>
                    <a:pt x="3842868" y="1106142"/>
                  </a:lnTo>
                  <a:lnTo>
                    <a:pt x="3916628" y="1119340"/>
                  </a:lnTo>
                  <a:lnTo>
                    <a:pt x="3990388" y="1132319"/>
                  </a:lnTo>
                  <a:lnTo>
                    <a:pt x="4064149" y="1145083"/>
                  </a:lnTo>
                  <a:lnTo>
                    <a:pt x="4137909" y="1157635"/>
                  </a:lnTo>
                  <a:lnTo>
                    <a:pt x="4211669" y="1169979"/>
                  </a:lnTo>
                  <a:lnTo>
                    <a:pt x="4285429" y="1182119"/>
                  </a:lnTo>
                  <a:lnTo>
                    <a:pt x="4359189" y="1194057"/>
                  </a:lnTo>
                  <a:lnTo>
                    <a:pt x="4432949" y="1205797"/>
                  </a:lnTo>
                  <a:lnTo>
                    <a:pt x="4506709" y="1217342"/>
                  </a:lnTo>
                  <a:lnTo>
                    <a:pt x="4580469" y="1228696"/>
                  </a:lnTo>
                  <a:lnTo>
                    <a:pt x="4654229" y="1239862"/>
                  </a:lnTo>
                  <a:lnTo>
                    <a:pt x="4727989" y="1250842"/>
                  </a:lnTo>
                  <a:lnTo>
                    <a:pt x="4801749" y="1261641"/>
                  </a:lnTo>
                  <a:lnTo>
                    <a:pt x="4875509" y="1272260"/>
                  </a:lnTo>
                  <a:lnTo>
                    <a:pt x="4949269" y="1282703"/>
                  </a:lnTo>
                  <a:lnTo>
                    <a:pt x="5023029" y="1292973"/>
                  </a:lnTo>
                  <a:lnTo>
                    <a:pt x="5096789" y="1303073"/>
                  </a:lnTo>
                  <a:lnTo>
                    <a:pt x="5170549" y="1313005"/>
                  </a:lnTo>
                  <a:lnTo>
                    <a:pt x="5244309" y="1322773"/>
                  </a:lnTo>
                  <a:lnTo>
                    <a:pt x="5318069" y="1332378"/>
                  </a:lnTo>
                  <a:lnTo>
                    <a:pt x="5391829" y="1341824"/>
                  </a:lnTo>
                  <a:lnTo>
                    <a:pt x="5465589" y="1351114"/>
                  </a:lnTo>
                  <a:lnTo>
                    <a:pt x="5539349" y="1360250"/>
                  </a:lnTo>
                  <a:lnTo>
                    <a:pt x="5613109" y="1369234"/>
                  </a:lnTo>
                  <a:lnTo>
                    <a:pt x="5686869" y="1378069"/>
                  </a:lnTo>
                  <a:lnTo>
                    <a:pt x="5760629" y="1386757"/>
                  </a:lnTo>
                  <a:lnTo>
                    <a:pt x="5834389" y="1395302"/>
                  </a:lnTo>
                  <a:lnTo>
                    <a:pt x="5908149" y="1403704"/>
                  </a:lnTo>
                  <a:lnTo>
                    <a:pt x="5981909" y="1411968"/>
                  </a:lnTo>
                  <a:lnTo>
                    <a:pt x="6055669" y="1420094"/>
                  </a:lnTo>
                  <a:lnTo>
                    <a:pt x="6129429" y="1428086"/>
                  </a:lnTo>
                  <a:lnTo>
                    <a:pt x="6203189" y="1435945"/>
                  </a:lnTo>
                  <a:lnTo>
                    <a:pt x="6276949" y="1443674"/>
                  </a:lnTo>
                  <a:lnTo>
                    <a:pt x="6350709" y="1451274"/>
                  </a:lnTo>
                  <a:lnTo>
                    <a:pt x="6424469" y="1458749"/>
                  </a:lnTo>
                  <a:lnTo>
                    <a:pt x="6498229" y="1466100"/>
                  </a:lnTo>
                  <a:lnTo>
                    <a:pt x="6571989" y="1473328"/>
                  </a:lnTo>
                  <a:lnTo>
                    <a:pt x="6645749" y="1480437"/>
                  </a:lnTo>
                  <a:lnTo>
                    <a:pt x="6719509" y="1487428"/>
                  </a:lnTo>
                  <a:lnTo>
                    <a:pt x="6793269" y="1494303"/>
                  </a:lnTo>
                  <a:lnTo>
                    <a:pt x="6867029" y="1501064"/>
                  </a:lnTo>
                  <a:lnTo>
                    <a:pt x="6940789" y="1507713"/>
                  </a:lnTo>
                  <a:lnTo>
                    <a:pt x="7014550" y="1514252"/>
                  </a:lnTo>
                  <a:lnTo>
                    <a:pt x="7088310" y="1520682"/>
                  </a:lnTo>
                  <a:lnTo>
                    <a:pt x="7162070" y="1527005"/>
                  </a:lnTo>
                  <a:lnTo>
                    <a:pt x="7235830" y="15332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47136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2026-05-21T09:01:17Z</dcterms:modified>
  <cp:category/>
</cp:coreProperties>
</file>