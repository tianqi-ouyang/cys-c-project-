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729"/>
            </a:xfrm>
            <a:custGeom>
              <a:avLst/>
              <a:pathLst>
                <a:path w="7235830" h="3396729">
                  <a:moveTo>
                    <a:pt x="1043093" y="0"/>
                  </a:moveTo>
                  <a:lnTo>
                    <a:pt x="1113747" y="143739"/>
                  </a:lnTo>
                  <a:lnTo>
                    <a:pt x="1187508" y="287345"/>
                  </a:lnTo>
                  <a:lnTo>
                    <a:pt x="1261268" y="424776"/>
                  </a:lnTo>
                  <a:lnTo>
                    <a:pt x="1335028" y="556298"/>
                  </a:lnTo>
                  <a:lnTo>
                    <a:pt x="1408788" y="682165"/>
                  </a:lnTo>
                  <a:lnTo>
                    <a:pt x="1482548" y="802621"/>
                  </a:lnTo>
                  <a:lnTo>
                    <a:pt x="1556308" y="917897"/>
                  </a:lnTo>
                  <a:lnTo>
                    <a:pt x="1630068" y="1028218"/>
                  </a:lnTo>
                  <a:lnTo>
                    <a:pt x="1703828" y="1133795"/>
                  </a:lnTo>
                  <a:lnTo>
                    <a:pt x="1777588" y="1234832"/>
                  </a:lnTo>
                  <a:lnTo>
                    <a:pt x="1851348" y="1331525"/>
                  </a:lnTo>
                  <a:lnTo>
                    <a:pt x="1925108" y="1424061"/>
                  </a:lnTo>
                  <a:lnTo>
                    <a:pt x="1998868" y="1512619"/>
                  </a:lnTo>
                  <a:lnTo>
                    <a:pt x="2072628" y="1597369"/>
                  </a:lnTo>
                  <a:lnTo>
                    <a:pt x="2146388" y="1678474"/>
                  </a:lnTo>
                  <a:lnTo>
                    <a:pt x="2220148" y="1756093"/>
                  </a:lnTo>
                  <a:lnTo>
                    <a:pt x="2293908" y="1830375"/>
                  </a:lnTo>
                  <a:lnTo>
                    <a:pt x="2367668" y="1901462"/>
                  </a:lnTo>
                  <a:lnTo>
                    <a:pt x="2441428" y="1969494"/>
                  </a:lnTo>
                  <a:lnTo>
                    <a:pt x="2515188" y="2034600"/>
                  </a:lnTo>
                  <a:lnTo>
                    <a:pt x="2588948" y="2096907"/>
                  </a:lnTo>
                  <a:lnTo>
                    <a:pt x="2662708" y="2156535"/>
                  </a:lnTo>
                  <a:lnTo>
                    <a:pt x="2736468" y="2213599"/>
                  </a:lnTo>
                  <a:lnTo>
                    <a:pt x="2810228" y="2268210"/>
                  </a:lnTo>
                  <a:lnTo>
                    <a:pt x="2883988" y="2320472"/>
                  </a:lnTo>
                  <a:lnTo>
                    <a:pt x="2957748" y="2370488"/>
                  </a:lnTo>
                  <a:lnTo>
                    <a:pt x="3031508" y="2418353"/>
                  </a:lnTo>
                  <a:lnTo>
                    <a:pt x="3105268" y="2464160"/>
                  </a:lnTo>
                  <a:lnTo>
                    <a:pt x="3179028" y="2507998"/>
                  </a:lnTo>
                  <a:lnTo>
                    <a:pt x="3252788" y="2549951"/>
                  </a:lnTo>
                  <a:lnTo>
                    <a:pt x="3326548" y="2590100"/>
                  </a:lnTo>
                  <a:lnTo>
                    <a:pt x="3400308" y="2628523"/>
                  </a:lnTo>
                  <a:lnTo>
                    <a:pt x="3474068" y="2651630"/>
                  </a:lnTo>
                  <a:lnTo>
                    <a:pt x="3547828" y="2642844"/>
                  </a:lnTo>
                  <a:lnTo>
                    <a:pt x="3621588" y="2633966"/>
                  </a:lnTo>
                  <a:lnTo>
                    <a:pt x="3695348" y="2624994"/>
                  </a:lnTo>
                  <a:lnTo>
                    <a:pt x="3769108" y="2615927"/>
                  </a:lnTo>
                  <a:lnTo>
                    <a:pt x="3842868" y="2606765"/>
                  </a:lnTo>
                  <a:lnTo>
                    <a:pt x="3916628" y="2597505"/>
                  </a:lnTo>
                  <a:lnTo>
                    <a:pt x="3990388" y="2588149"/>
                  </a:lnTo>
                  <a:lnTo>
                    <a:pt x="4064149" y="2578693"/>
                  </a:lnTo>
                  <a:lnTo>
                    <a:pt x="4137909" y="2569137"/>
                  </a:lnTo>
                  <a:lnTo>
                    <a:pt x="4211669" y="2559481"/>
                  </a:lnTo>
                  <a:lnTo>
                    <a:pt x="4285429" y="2549722"/>
                  </a:lnTo>
                  <a:lnTo>
                    <a:pt x="4359189" y="2539861"/>
                  </a:lnTo>
                  <a:lnTo>
                    <a:pt x="4432949" y="2529895"/>
                  </a:lnTo>
                  <a:lnTo>
                    <a:pt x="4506709" y="2519825"/>
                  </a:lnTo>
                  <a:lnTo>
                    <a:pt x="4580469" y="2509647"/>
                  </a:lnTo>
                  <a:lnTo>
                    <a:pt x="4654229" y="2499363"/>
                  </a:lnTo>
                  <a:lnTo>
                    <a:pt x="4727989" y="2488970"/>
                  </a:lnTo>
                  <a:lnTo>
                    <a:pt x="4801749" y="2478467"/>
                  </a:lnTo>
                  <a:lnTo>
                    <a:pt x="4875509" y="2467853"/>
                  </a:lnTo>
                  <a:lnTo>
                    <a:pt x="4949269" y="2457127"/>
                  </a:lnTo>
                  <a:lnTo>
                    <a:pt x="5023029" y="2446288"/>
                  </a:lnTo>
                  <a:lnTo>
                    <a:pt x="5096789" y="2435335"/>
                  </a:lnTo>
                  <a:lnTo>
                    <a:pt x="5170549" y="2424266"/>
                  </a:lnTo>
                  <a:lnTo>
                    <a:pt x="5244309" y="2413080"/>
                  </a:lnTo>
                  <a:lnTo>
                    <a:pt x="5318069" y="2401776"/>
                  </a:lnTo>
                  <a:lnTo>
                    <a:pt x="5391829" y="2390352"/>
                  </a:lnTo>
                  <a:lnTo>
                    <a:pt x="5465589" y="2378808"/>
                  </a:lnTo>
                  <a:lnTo>
                    <a:pt x="5539349" y="2367142"/>
                  </a:lnTo>
                  <a:lnTo>
                    <a:pt x="5613109" y="2355353"/>
                  </a:lnTo>
                  <a:lnTo>
                    <a:pt x="5686869" y="2343439"/>
                  </a:lnTo>
                  <a:lnTo>
                    <a:pt x="5760629" y="2331400"/>
                  </a:lnTo>
                  <a:lnTo>
                    <a:pt x="5834389" y="2319233"/>
                  </a:lnTo>
                  <a:lnTo>
                    <a:pt x="5908149" y="2306938"/>
                  </a:lnTo>
                  <a:lnTo>
                    <a:pt x="5981909" y="2294514"/>
                  </a:lnTo>
                  <a:lnTo>
                    <a:pt x="6055669" y="2281958"/>
                  </a:lnTo>
                  <a:lnTo>
                    <a:pt x="6129429" y="2269269"/>
                  </a:lnTo>
                  <a:lnTo>
                    <a:pt x="6203189" y="2256447"/>
                  </a:lnTo>
                  <a:lnTo>
                    <a:pt x="6276949" y="2243489"/>
                  </a:lnTo>
                  <a:lnTo>
                    <a:pt x="6350709" y="2230394"/>
                  </a:lnTo>
                  <a:lnTo>
                    <a:pt x="6424469" y="2217161"/>
                  </a:lnTo>
                  <a:lnTo>
                    <a:pt x="6498229" y="2203789"/>
                  </a:lnTo>
                  <a:lnTo>
                    <a:pt x="6571989" y="2190275"/>
                  </a:lnTo>
                  <a:lnTo>
                    <a:pt x="6645749" y="2176618"/>
                  </a:lnTo>
                  <a:lnTo>
                    <a:pt x="6719509" y="2162818"/>
                  </a:lnTo>
                  <a:lnTo>
                    <a:pt x="6793269" y="2148871"/>
                  </a:lnTo>
                  <a:lnTo>
                    <a:pt x="6867029" y="2134778"/>
                  </a:lnTo>
                  <a:lnTo>
                    <a:pt x="6940789" y="2120535"/>
                  </a:lnTo>
                  <a:lnTo>
                    <a:pt x="7014550" y="2106143"/>
                  </a:lnTo>
                  <a:lnTo>
                    <a:pt x="7088310" y="2091598"/>
                  </a:lnTo>
                  <a:lnTo>
                    <a:pt x="7162070" y="2076899"/>
                  </a:lnTo>
                  <a:lnTo>
                    <a:pt x="7235830" y="2062046"/>
                  </a:lnTo>
                  <a:lnTo>
                    <a:pt x="7235830" y="3396729"/>
                  </a:lnTo>
                  <a:lnTo>
                    <a:pt x="7162070" y="3392820"/>
                  </a:lnTo>
                  <a:lnTo>
                    <a:pt x="7088310" y="3388735"/>
                  </a:lnTo>
                  <a:lnTo>
                    <a:pt x="7014550" y="3384466"/>
                  </a:lnTo>
                  <a:lnTo>
                    <a:pt x="6940789" y="3380006"/>
                  </a:lnTo>
                  <a:lnTo>
                    <a:pt x="6867029" y="3375345"/>
                  </a:lnTo>
                  <a:lnTo>
                    <a:pt x="6793269" y="3370475"/>
                  </a:lnTo>
                  <a:lnTo>
                    <a:pt x="6719509" y="3365386"/>
                  </a:lnTo>
                  <a:lnTo>
                    <a:pt x="6645749" y="3360068"/>
                  </a:lnTo>
                  <a:lnTo>
                    <a:pt x="6571989" y="3354512"/>
                  </a:lnTo>
                  <a:lnTo>
                    <a:pt x="6498229" y="3348706"/>
                  </a:lnTo>
                  <a:lnTo>
                    <a:pt x="6424469" y="3342639"/>
                  </a:lnTo>
                  <a:lnTo>
                    <a:pt x="6350709" y="3336299"/>
                  </a:lnTo>
                  <a:lnTo>
                    <a:pt x="6276949" y="3329674"/>
                  </a:lnTo>
                  <a:lnTo>
                    <a:pt x="6203189" y="3322752"/>
                  </a:lnTo>
                  <a:lnTo>
                    <a:pt x="6129429" y="3315519"/>
                  </a:lnTo>
                  <a:lnTo>
                    <a:pt x="6055669" y="3307961"/>
                  </a:lnTo>
                  <a:lnTo>
                    <a:pt x="5981909" y="3300064"/>
                  </a:lnTo>
                  <a:lnTo>
                    <a:pt x="5908149" y="3291812"/>
                  </a:lnTo>
                  <a:lnTo>
                    <a:pt x="5834389" y="3283188"/>
                  </a:lnTo>
                  <a:lnTo>
                    <a:pt x="5760629" y="3274178"/>
                  </a:lnTo>
                  <a:lnTo>
                    <a:pt x="5686869" y="3264763"/>
                  </a:lnTo>
                  <a:lnTo>
                    <a:pt x="5613109" y="3254924"/>
                  </a:lnTo>
                  <a:lnTo>
                    <a:pt x="5539349" y="3244644"/>
                  </a:lnTo>
                  <a:lnTo>
                    <a:pt x="5465589" y="3233902"/>
                  </a:lnTo>
                  <a:lnTo>
                    <a:pt x="5391829" y="3222677"/>
                  </a:lnTo>
                  <a:lnTo>
                    <a:pt x="5318069" y="3210948"/>
                  </a:lnTo>
                  <a:lnTo>
                    <a:pt x="5244309" y="3198692"/>
                  </a:lnTo>
                  <a:lnTo>
                    <a:pt x="5170549" y="3185885"/>
                  </a:lnTo>
                  <a:lnTo>
                    <a:pt x="5096789" y="3172503"/>
                  </a:lnTo>
                  <a:lnTo>
                    <a:pt x="5023029" y="3158520"/>
                  </a:lnTo>
                  <a:lnTo>
                    <a:pt x="4949269" y="3143908"/>
                  </a:lnTo>
                  <a:lnTo>
                    <a:pt x="4875509" y="3128640"/>
                  </a:lnTo>
                  <a:lnTo>
                    <a:pt x="4801749" y="3112686"/>
                  </a:lnTo>
                  <a:lnTo>
                    <a:pt x="4727989" y="3096015"/>
                  </a:lnTo>
                  <a:lnTo>
                    <a:pt x="4654229" y="3078596"/>
                  </a:lnTo>
                  <a:lnTo>
                    <a:pt x="4580469" y="3060393"/>
                  </a:lnTo>
                  <a:lnTo>
                    <a:pt x="4506709" y="3041373"/>
                  </a:lnTo>
                  <a:lnTo>
                    <a:pt x="4432949" y="3021499"/>
                  </a:lnTo>
                  <a:lnTo>
                    <a:pt x="4359189" y="3000731"/>
                  </a:lnTo>
                  <a:lnTo>
                    <a:pt x="4285429" y="2979031"/>
                  </a:lnTo>
                  <a:lnTo>
                    <a:pt x="4211669" y="2956355"/>
                  </a:lnTo>
                  <a:lnTo>
                    <a:pt x="4137909" y="2932661"/>
                  </a:lnTo>
                  <a:lnTo>
                    <a:pt x="4064149" y="2907902"/>
                  </a:lnTo>
                  <a:lnTo>
                    <a:pt x="3990388" y="2882031"/>
                  </a:lnTo>
                  <a:lnTo>
                    <a:pt x="3916628" y="2854997"/>
                  </a:lnTo>
                  <a:lnTo>
                    <a:pt x="3842868" y="2826749"/>
                  </a:lnTo>
                  <a:lnTo>
                    <a:pt x="3769108" y="2797232"/>
                  </a:lnTo>
                  <a:lnTo>
                    <a:pt x="3695348" y="2766389"/>
                  </a:lnTo>
                  <a:lnTo>
                    <a:pt x="3621588" y="2734160"/>
                  </a:lnTo>
                  <a:lnTo>
                    <a:pt x="3547828" y="2700484"/>
                  </a:lnTo>
                  <a:lnTo>
                    <a:pt x="3474068" y="2665294"/>
                  </a:lnTo>
                  <a:lnTo>
                    <a:pt x="3400308" y="2660323"/>
                  </a:lnTo>
                  <a:lnTo>
                    <a:pt x="3326548" y="2668926"/>
                  </a:lnTo>
                  <a:lnTo>
                    <a:pt x="3252788" y="2677439"/>
                  </a:lnTo>
                  <a:lnTo>
                    <a:pt x="3179028" y="2685863"/>
                  </a:lnTo>
                  <a:lnTo>
                    <a:pt x="3105268" y="2694199"/>
                  </a:lnTo>
                  <a:lnTo>
                    <a:pt x="3031508" y="2702448"/>
                  </a:lnTo>
                  <a:lnTo>
                    <a:pt x="2957748" y="2710611"/>
                  </a:lnTo>
                  <a:lnTo>
                    <a:pt x="2883988" y="2718689"/>
                  </a:lnTo>
                  <a:lnTo>
                    <a:pt x="2810228" y="2726682"/>
                  </a:lnTo>
                  <a:lnTo>
                    <a:pt x="2736468" y="2734591"/>
                  </a:lnTo>
                  <a:lnTo>
                    <a:pt x="2662708" y="2742418"/>
                  </a:lnTo>
                  <a:lnTo>
                    <a:pt x="2588948" y="2750163"/>
                  </a:lnTo>
                  <a:lnTo>
                    <a:pt x="2515188" y="2757828"/>
                  </a:lnTo>
                  <a:lnTo>
                    <a:pt x="2441428" y="2765412"/>
                  </a:lnTo>
                  <a:lnTo>
                    <a:pt x="2367668" y="2772917"/>
                  </a:lnTo>
                  <a:lnTo>
                    <a:pt x="2293908" y="2780343"/>
                  </a:lnTo>
                  <a:lnTo>
                    <a:pt x="2220148" y="2787692"/>
                  </a:lnTo>
                  <a:lnTo>
                    <a:pt x="2146388" y="2794964"/>
                  </a:lnTo>
                  <a:lnTo>
                    <a:pt x="2072628" y="2802161"/>
                  </a:lnTo>
                  <a:lnTo>
                    <a:pt x="1998868" y="2809282"/>
                  </a:lnTo>
                  <a:lnTo>
                    <a:pt x="1925108" y="2816328"/>
                  </a:lnTo>
                  <a:lnTo>
                    <a:pt x="1851348" y="2823301"/>
                  </a:lnTo>
                  <a:lnTo>
                    <a:pt x="1777588" y="2830201"/>
                  </a:lnTo>
                  <a:lnTo>
                    <a:pt x="1703828" y="2837029"/>
                  </a:lnTo>
                  <a:lnTo>
                    <a:pt x="1630068" y="2843786"/>
                  </a:lnTo>
                  <a:lnTo>
                    <a:pt x="1556308" y="2850472"/>
                  </a:lnTo>
                  <a:lnTo>
                    <a:pt x="1482548" y="2857089"/>
                  </a:lnTo>
                  <a:lnTo>
                    <a:pt x="1408788" y="2863636"/>
                  </a:lnTo>
                  <a:lnTo>
                    <a:pt x="1335028" y="2870114"/>
                  </a:lnTo>
                  <a:lnTo>
                    <a:pt x="1261268" y="2876525"/>
                  </a:lnTo>
                  <a:lnTo>
                    <a:pt x="1187508" y="2882870"/>
                  </a:lnTo>
                  <a:lnTo>
                    <a:pt x="1113747" y="2889147"/>
                  </a:lnTo>
                  <a:lnTo>
                    <a:pt x="1039987" y="2895359"/>
                  </a:lnTo>
                  <a:lnTo>
                    <a:pt x="966227" y="2901507"/>
                  </a:lnTo>
                  <a:lnTo>
                    <a:pt x="892467" y="2907590"/>
                  </a:lnTo>
                  <a:lnTo>
                    <a:pt x="818707" y="2913609"/>
                  </a:lnTo>
                  <a:lnTo>
                    <a:pt x="744947" y="2919566"/>
                  </a:lnTo>
                  <a:lnTo>
                    <a:pt x="671187" y="2925460"/>
                  </a:lnTo>
                  <a:lnTo>
                    <a:pt x="597427" y="2931293"/>
                  </a:lnTo>
                  <a:lnTo>
                    <a:pt x="523667" y="2937065"/>
                  </a:lnTo>
                  <a:lnTo>
                    <a:pt x="449907" y="2942777"/>
                  </a:lnTo>
                  <a:lnTo>
                    <a:pt x="376147" y="2948429"/>
                  </a:lnTo>
                  <a:lnTo>
                    <a:pt x="302387" y="2954021"/>
                  </a:lnTo>
                  <a:lnTo>
                    <a:pt x="228627" y="2959556"/>
                  </a:lnTo>
                  <a:lnTo>
                    <a:pt x="154867" y="2965032"/>
                  </a:lnTo>
                  <a:lnTo>
                    <a:pt x="81107" y="2970452"/>
                  </a:lnTo>
                  <a:lnTo>
                    <a:pt x="7347" y="2975815"/>
                  </a:lnTo>
                  <a:lnTo>
                    <a:pt x="0" y="2976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611" y="2073503"/>
              <a:ext cx="6192736" cy="2651630"/>
            </a:xfrm>
            <a:custGeom>
              <a:avLst/>
              <a:pathLst>
                <a:path w="6192736" h="2651630">
                  <a:moveTo>
                    <a:pt x="0" y="0"/>
                  </a:moveTo>
                  <a:lnTo>
                    <a:pt x="70654" y="143739"/>
                  </a:lnTo>
                  <a:lnTo>
                    <a:pt x="144414" y="287345"/>
                  </a:lnTo>
                  <a:lnTo>
                    <a:pt x="218174" y="424776"/>
                  </a:lnTo>
                  <a:lnTo>
                    <a:pt x="291934" y="556298"/>
                  </a:lnTo>
                  <a:lnTo>
                    <a:pt x="365694" y="682165"/>
                  </a:lnTo>
                  <a:lnTo>
                    <a:pt x="439454" y="802621"/>
                  </a:lnTo>
                  <a:lnTo>
                    <a:pt x="513214" y="917897"/>
                  </a:lnTo>
                  <a:lnTo>
                    <a:pt x="586974" y="1028218"/>
                  </a:lnTo>
                  <a:lnTo>
                    <a:pt x="660734" y="1133795"/>
                  </a:lnTo>
                  <a:lnTo>
                    <a:pt x="734494" y="1234832"/>
                  </a:lnTo>
                  <a:lnTo>
                    <a:pt x="808254" y="1331525"/>
                  </a:lnTo>
                  <a:lnTo>
                    <a:pt x="882014" y="1424061"/>
                  </a:lnTo>
                  <a:lnTo>
                    <a:pt x="955774" y="1512619"/>
                  </a:lnTo>
                  <a:lnTo>
                    <a:pt x="1029534" y="1597369"/>
                  </a:lnTo>
                  <a:lnTo>
                    <a:pt x="1103294" y="1678474"/>
                  </a:lnTo>
                  <a:lnTo>
                    <a:pt x="1177054" y="1756093"/>
                  </a:lnTo>
                  <a:lnTo>
                    <a:pt x="1250814" y="1830375"/>
                  </a:lnTo>
                  <a:lnTo>
                    <a:pt x="1324574" y="1901462"/>
                  </a:lnTo>
                  <a:lnTo>
                    <a:pt x="1398334" y="1969494"/>
                  </a:lnTo>
                  <a:lnTo>
                    <a:pt x="1472095" y="2034600"/>
                  </a:lnTo>
                  <a:lnTo>
                    <a:pt x="1545855" y="2096907"/>
                  </a:lnTo>
                  <a:lnTo>
                    <a:pt x="1619615" y="2156535"/>
                  </a:lnTo>
                  <a:lnTo>
                    <a:pt x="1693375" y="2213599"/>
                  </a:lnTo>
                  <a:lnTo>
                    <a:pt x="1767135" y="2268210"/>
                  </a:lnTo>
                  <a:lnTo>
                    <a:pt x="1840895" y="2320472"/>
                  </a:lnTo>
                  <a:lnTo>
                    <a:pt x="1914655" y="2370488"/>
                  </a:lnTo>
                  <a:lnTo>
                    <a:pt x="1988415" y="2418353"/>
                  </a:lnTo>
                  <a:lnTo>
                    <a:pt x="2062175" y="2464160"/>
                  </a:lnTo>
                  <a:lnTo>
                    <a:pt x="2135935" y="2507998"/>
                  </a:lnTo>
                  <a:lnTo>
                    <a:pt x="2209695" y="2549951"/>
                  </a:lnTo>
                  <a:lnTo>
                    <a:pt x="2283455" y="2590100"/>
                  </a:lnTo>
                  <a:lnTo>
                    <a:pt x="2357215" y="2628523"/>
                  </a:lnTo>
                  <a:lnTo>
                    <a:pt x="2430975" y="2651630"/>
                  </a:lnTo>
                  <a:lnTo>
                    <a:pt x="2504735" y="2642844"/>
                  </a:lnTo>
                  <a:lnTo>
                    <a:pt x="2578495" y="2633966"/>
                  </a:lnTo>
                  <a:lnTo>
                    <a:pt x="2652255" y="2624994"/>
                  </a:lnTo>
                  <a:lnTo>
                    <a:pt x="2726015" y="2615927"/>
                  </a:lnTo>
                  <a:lnTo>
                    <a:pt x="2799775" y="2606765"/>
                  </a:lnTo>
                  <a:lnTo>
                    <a:pt x="2873535" y="2597505"/>
                  </a:lnTo>
                  <a:lnTo>
                    <a:pt x="2947295" y="2588149"/>
                  </a:lnTo>
                  <a:lnTo>
                    <a:pt x="3021055" y="2578693"/>
                  </a:lnTo>
                  <a:lnTo>
                    <a:pt x="3094815" y="2569137"/>
                  </a:lnTo>
                  <a:lnTo>
                    <a:pt x="3168575" y="2559481"/>
                  </a:lnTo>
                  <a:lnTo>
                    <a:pt x="3242335" y="2549722"/>
                  </a:lnTo>
                  <a:lnTo>
                    <a:pt x="3316095" y="2539861"/>
                  </a:lnTo>
                  <a:lnTo>
                    <a:pt x="3389855" y="2529895"/>
                  </a:lnTo>
                  <a:lnTo>
                    <a:pt x="3463615" y="2519825"/>
                  </a:lnTo>
                  <a:lnTo>
                    <a:pt x="3537375" y="2509647"/>
                  </a:lnTo>
                  <a:lnTo>
                    <a:pt x="3611135" y="2499363"/>
                  </a:lnTo>
                  <a:lnTo>
                    <a:pt x="3684895" y="2488970"/>
                  </a:lnTo>
                  <a:lnTo>
                    <a:pt x="3758655" y="2478467"/>
                  </a:lnTo>
                  <a:lnTo>
                    <a:pt x="3832415" y="2467853"/>
                  </a:lnTo>
                  <a:lnTo>
                    <a:pt x="3906175" y="2457127"/>
                  </a:lnTo>
                  <a:lnTo>
                    <a:pt x="3979935" y="2446288"/>
                  </a:lnTo>
                  <a:lnTo>
                    <a:pt x="4053695" y="2435335"/>
                  </a:lnTo>
                  <a:lnTo>
                    <a:pt x="4127455" y="2424266"/>
                  </a:lnTo>
                  <a:lnTo>
                    <a:pt x="4201215" y="2413080"/>
                  </a:lnTo>
                  <a:lnTo>
                    <a:pt x="4274975" y="2401776"/>
                  </a:lnTo>
                  <a:lnTo>
                    <a:pt x="4348735" y="2390352"/>
                  </a:lnTo>
                  <a:lnTo>
                    <a:pt x="4422496" y="2378808"/>
                  </a:lnTo>
                  <a:lnTo>
                    <a:pt x="4496256" y="2367142"/>
                  </a:lnTo>
                  <a:lnTo>
                    <a:pt x="4570016" y="2355353"/>
                  </a:lnTo>
                  <a:lnTo>
                    <a:pt x="4643776" y="2343439"/>
                  </a:lnTo>
                  <a:lnTo>
                    <a:pt x="4717536" y="2331400"/>
                  </a:lnTo>
                  <a:lnTo>
                    <a:pt x="4791296" y="2319233"/>
                  </a:lnTo>
                  <a:lnTo>
                    <a:pt x="4865056" y="2306938"/>
                  </a:lnTo>
                  <a:lnTo>
                    <a:pt x="4938816" y="2294514"/>
                  </a:lnTo>
                  <a:lnTo>
                    <a:pt x="5012576" y="2281958"/>
                  </a:lnTo>
                  <a:lnTo>
                    <a:pt x="5086336" y="2269269"/>
                  </a:lnTo>
                  <a:lnTo>
                    <a:pt x="5160096" y="2256447"/>
                  </a:lnTo>
                  <a:lnTo>
                    <a:pt x="5233856" y="2243489"/>
                  </a:lnTo>
                  <a:lnTo>
                    <a:pt x="5307616" y="2230394"/>
                  </a:lnTo>
                  <a:lnTo>
                    <a:pt x="5381376" y="2217161"/>
                  </a:lnTo>
                  <a:lnTo>
                    <a:pt x="5455136" y="2203789"/>
                  </a:lnTo>
                  <a:lnTo>
                    <a:pt x="5528896" y="2190275"/>
                  </a:lnTo>
                  <a:lnTo>
                    <a:pt x="5602656" y="2176618"/>
                  </a:lnTo>
                  <a:lnTo>
                    <a:pt x="5676416" y="2162818"/>
                  </a:lnTo>
                  <a:lnTo>
                    <a:pt x="5750176" y="2148871"/>
                  </a:lnTo>
                  <a:lnTo>
                    <a:pt x="5823936" y="2134778"/>
                  </a:lnTo>
                  <a:lnTo>
                    <a:pt x="5897696" y="2120535"/>
                  </a:lnTo>
                  <a:lnTo>
                    <a:pt x="5971456" y="2106143"/>
                  </a:lnTo>
                  <a:lnTo>
                    <a:pt x="6045216" y="2091598"/>
                  </a:lnTo>
                  <a:lnTo>
                    <a:pt x="6118976" y="2076899"/>
                  </a:lnTo>
                  <a:lnTo>
                    <a:pt x="6192736" y="2062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3826"/>
              <a:ext cx="7235830" cy="736405"/>
            </a:xfrm>
            <a:custGeom>
              <a:avLst/>
              <a:pathLst>
                <a:path w="7235830" h="736405">
                  <a:moveTo>
                    <a:pt x="7235830" y="736405"/>
                  </a:moveTo>
                  <a:lnTo>
                    <a:pt x="7162070" y="732496"/>
                  </a:lnTo>
                  <a:lnTo>
                    <a:pt x="7088310" y="728411"/>
                  </a:lnTo>
                  <a:lnTo>
                    <a:pt x="7014550" y="724142"/>
                  </a:lnTo>
                  <a:lnTo>
                    <a:pt x="6940789" y="719682"/>
                  </a:lnTo>
                  <a:lnTo>
                    <a:pt x="6867029" y="715021"/>
                  </a:lnTo>
                  <a:lnTo>
                    <a:pt x="6793269" y="710151"/>
                  </a:lnTo>
                  <a:lnTo>
                    <a:pt x="6719509" y="705062"/>
                  </a:lnTo>
                  <a:lnTo>
                    <a:pt x="6645749" y="699744"/>
                  </a:lnTo>
                  <a:lnTo>
                    <a:pt x="6571989" y="694188"/>
                  </a:lnTo>
                  <a:lnTo>
                    <a:pt x="6498229" y="688382"/>
                  </a:lnTo>
                  <a:lnTo>
                    <a:pt x="6424469" y="682315"/>
                  </a:lnTo>
                  <a:lnTo>
                    <a:pt x="6350709" y="675975"/>
                  </a:lnTo>
                  <a:lnTo>
                    <a:pt x="6276949" y="669351"/>
                  </a:lnTo>
                  <a:lnTo>
                    <a:pt x="6203189" y="662429"/>
                  </a:lnTo>
                  <a:lnTo>
                    <a:pt x="6129429" y="655196"/>
                  </a:lnTo>
                  <a:lnTo>
                    <a:pt x="6055669" y="647638"/>
                  </a:lnTo>
                  <a:lnTo>
                    <a:pt x="5981909" y="639740"/>
                  </a:lnTo>
                  <a:lnTo>
                    <a:pt x="5908149" y="631488"/>
                  </a:lnTo>
                  <a:lnTo>
                    <a:pt x="5834389" y="622865"/>
                  </a:lnTo>
                  <a:lnTo>
                    <a:pt x="5760629" y="613854"/>
                  </a:lnTo>
                  <a:lnTo>
                    <a:pt x="5686869" y="604439"/>
                  </a:lnTo>
                  <a:lnTo>
                    <a:pt x="5613109" y="594600"/>
                  </a:lnTo>
                  <a:lnTo>
                    <a:pt x="5539349" y="584320"/>
                  </a:lnTo>
                  <a:lnTo>
                    <a:pt x="5465589" y="573578"/>
                  </a:lnTo>
                  <a:lnTo>
                    <a:pt x="5391829" y="562353"/>
                  </a:lnTo>
                  <a:lnTo>
                    <a:pt x="5318069" y="550624"/>
                  </a:lnTo>
                  <a:lnTo>
                    <a:pt x="5244309" y="538368"/>
                  </a:lnTo>
                  <a:lnTo>
                    <a:pt x="5170549" y="525561"/>
                  </a:lnTo>
                  <a:lnTo>
                    <a:pt x="5096789" y="512179"/>
                  </a:lnTo>
                  <a:lnTo>
                    <a:pt x="5023029" y="498196"/>
                  </a:lnTo>
                  <a:lnTo>
                    <a:pt x="4949269" y="483584"/>
                  </a:lnTo>
                  <a:lnTo>
                    <a:pt x="4875509" y="468316"/>
                  </a:lnTo>
                  <a:lnTo>
                    <a:pt x="4801749" y="452362"/>
                  </a:lnTo>
                  <a:lnTo>
                    <a:pt x="4727989" y="435691"/>
                  </a:lnTo>
                  <a:lnTo>
                    <a:pt x="4654229" y="418272"/>
                  </a:lnTo>
                  <a:lnTo>
                    <a:pt x="4580469" y="400069"/>
                  </a:lnTo>
                  <a:lnTo>
                    <a:pt x="4506709" y="381049"/>
                  </a:lnTo>
                  <a:lnTo>
                    <a:pt x="4432949" y="361175"/>
                  </a:lnTo>
                  <a:lnTo>
                    <a:pt x="4359189" y="340407"/>
                  </a:lnTo>
                  <a:lnTo>
                    <a:pt x="4285429" y="318707"/>
                  </a:lnTo>
                  <a:lnTo>
                    <a:pt x="4211669" y="296031"/>
                  </a:lnTo>
                  <a:lnTo>
                    <a:pt x="4137909" y="272337"/>
                  </a:lnTo>
                  <a:lnTo>
                    <a:pt x="4064149" y="247578"/>
                  </a:lnTo>
                  <a:lnTo>
                    <a:pt x="3990388" y="221707"/>
                  </a:lnTo>
                  <a:lnTo>
                    <a:pt x="3916628" y="194674"/>
                  </a:lnTo>
                  <a:lnTo>
                    <a:pt x="3842868" y="166426"/>
                  </a:lnTo>
                  <a:lnTo>
                    <a:pt x="3769108" y="136909"/>
                  </a:lnTo>
                  <a:lnTo>
                    <a:pt x="3695348" y="106065"/>
                  </a:lnTo>
                  <a:lnTo>
                    <a:pt x="3621588" y="73837"/>
                  </a:lnTo>
                  <a:lnTo>
                    <a:pt x="3547828" y="40160"/>
                  </a:lnTo>
                  <a:lnTo>
                    <a:pt x="3474068" y="4970"/>
                  </a:lnTo>
                  <a:lnTo>
                    <a:pt x="3400308" y="0"/>
                  </a:lnTo>
                  <a:lnTo>
                    <a:pt x="3326548" y="8602"/>
                  </a:lnTo>
                  <a:lnTo>
                    <a:pt x="3252788" y="17115"/>
                  </a:lnTo>
                  <a:lnTo>
                    <a:pt x="3179028" y="25539"/>
                  </a:lnTo>
                  <a:lnTo>
                    <a:pt x="3105268" y="33876"/>
                  </a:lnTo>
                  <a:lnTo>
                    <a:pt x="3031508" y="42124"/>
                  </a:lnTo>
                  <a:lnTo>
                    <a:pt x="2957748" y="50287"/>
                  </a:lnTo>
                  <a:lnTo>
                    <a:pt x="2883988" y="58365"/>
                  </a:lnTo>
                  <a:lnTo>
                    <a:pt x="2810228" y="66358"/>
                  </a:lnTo>
                  <a:lnTo>
                    <a:pt x="2736468" y="74267"/>
                  </a:lnTo>
                  <a:lnTo>
                    <a:pt x="2662708" y="82094"/>
                  </a:lnTo>
                  <a:lnTo>
                    <a:pt x="2588948" y="89840"/>
                  </a:lnTo>
                  <a:lnTo>
                    <a:pt x="2515188" y="97504"/>
                  </a:lnTo>
                  <a:lnTo>
                    <a:pt x="2441428" y="105088"/>
                  </a:lnTo>
                  <a:lnTo>
                    <a:pt x="2367668" y="112593"/>
                  </a:lnTo>
                  <a:lnTo>
                    <a:pt x="2293908" y="120019"/>
                  </a:lnTo>
                  <a:lnTo>
                    <a:pt x="2220148" y="127368"/>
                  </a:lnTo>
                  <a:lnTo>
                    <a:pt x="2146388" y="134641"/>
                  </a:lnTo>
                  <a:lnTo>
                    <a:pt x="2072628" y="141837"/>
                  </a:lnTo>
                  <a:lnTo>
                    <a:pt x="1998868" y="148958"/>
                  </a:lnTo>
                  <a:lnTo>
                    <a:pt x="1925108" y="156004"/>
                  </a:lnTo>
                  <a:lnTo>
                    <a:pt x="1851348" y="162977"/>
                  </a:lnTo>
                  <a:lnTo>
                    <a:pt x="1777588" y="169878"/>
                  </a:lnTo>
                  <a:lnTo>
                    <a:pt x="1703828" y="176706"/>
                  </a:lnTo>
                  <a:lnTo>
                    <a:pt x="1630068" y="183462"/>
                  </a:lnTo>
                  <a:lnTo>
                    <a:pt x="1556308" y="190148"/>
                  </a:lnTo>
                  <a:lnTo>
                    <a:pt x="1482548" y="196765"/>
                  </a:lnTo>
                  <a:lnTo>
                    <a:pt x="1408788" y="203312"/>
                  </a:lnTo>
                  <a:lnTo>
                    <a:pt x="1335028" y="209791"/>
                  </a:lnTo>
                  <a:lnTo>
                    <a:pt x="1261268" y="216202"/>
                  </a:lnTo>
                  <a:lnTo>
                    <a:pt x="1187508" y="222546"/>
                  </a:lnTo>
                  <a:lnTo>
                    <a:pt x="1113747" y="228823"/>
                  </a:lnTo>
                  <a:lnTo>
                    <a:pt x="1039987" y="235036"/>
                  </a:lnTo>
                  <a:lnTo>
                    <a:pt x="966227" y="241183"/>
                  </a:lnTo>
                  <a:lnTo>
                    <a:pt x="892467" y="247266"/>
                  </a:lnTo>
                  <a:lnTo>
                    <a:pt x="818707" y="253286"/>
                  </a:lnTo>
                  <a:lnTo>
                    <a:pt x="744947" y="259242"/>
                  </a:lnTo>
                  <a:lnTo>
                    <a:pt x="671187" y="265137"/>
                  </a:lnTo>
                  <a:lnTo>
                    <a:pt x="597427" y="270969"/>
                  </a:lnTo>
                  <a:lnTo>
                    <a:pt x="523667" y="276741"/>
                  </a:lnTo>
                  <a:lnTo>
                    <a:pt x="449907" y="282453"/>
                  </a:lnTo>
                  <a:lnTo>
                    <a:pt x="376147" y="288105"/>
                  </a:lnTo>
                  <a:lnTo>
                    <a:pt x="302387" y="293698"/>
                  </a:lnTo>
                  <a:lnTo>
                    <a:pt x="228627" y="299232"/>
                  </a:lnTo>
                  <a:lnTo>
                    <a:pt x="154867" y="304709"/>
                  </a:lnTo>
                  <a:lnTo>
                    <a:pt x="81107" y="310128"/>
                  </a:lnTo>
                  <a:lnTo>
                    <a:pt x="7347" y="315491"/>
                  </a:lnTo>
                  <a:lnTo>
                    <a:pt x="0" y="316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43193"/>
              <a:ext cx="7235830" cy="1462328"/>
            </a:xfrm>
            <a:custGeom>
              <a:avLst/>
              <a:pathLst>
                <a:path w="7235830" h="1462328">
                  <a:moveTo>
                    <a:pt x="0" y="0"/>
                  </a:moveTo>
                  <a:lnTo>
                    <a:pt x="7347" y="3042"/>
                  </a:lnTo>
                  <a:lnTo>
                    <a:pt x="81107" y="33074"/>
                  </a:lnTo>
                  <a:lnTo>
                    <a:pt x="154867" y="62609"/>
                  </a:lnTo>
                  <a:lnTo>
                    <a:pt x="228627" y="91653"/>
                  </a:lnTo>
                  <a:lnTo>
                    <a:pt x="302387" y="120216"/>
                  </a:lnTo>
                  <a:lnTo>
                    <a:pt x="376147" y="148306"/>
                  </a:lnTo>
                  <a:lnTo>
                    <a:pt x="449907" y="175929"/>
                  </a:lnTo>
                  <a:lnTo>
                    <a:pt x="523667" y="203095"/>
                  </a:lnTo>
                  <a:lnTo>
                    <a:pt x="597427" y="229810"/>
                  </a:lnTo>
                  <a:lnTo>
                    <a:pt x="671187" y="256082"/>
                  </a:lnTo>
                  <a:lnTo>
                    <a:pt x="744947" y="281918"/>
                  </a:lnTo>
                  <a:lnTo>
                    <a:pt x="818707" y="307326"/>
                  </a:lnTo>
                  <a:lnTo>
                    <a:pt x="892467" y="332312"/>
                  </a:lnTo>
                  <a:lnTo>
                    <a:pt x="966227" y="356885"/>
                  </a:lnTo>
                  <a:lnTo>
                    <a:pt x="1039987" y="381049"/>
                  </a:lnTo>
                  <a:lnTo>
                    <a:pt x="1113747" y="404813"/>
                  </a:lnTo>
                  <a:lnTo>
                    <a:pt x="1187508" y="428183"/>
                  </a:lnTo>
                  <a:lnTo>
                    <a:pt x="1261268" y="451165"/>
                  </a:lnTo>
                  <a:lnTo>
                    <a:pt x="1335028" y="473766"/>
                  </a:lnTo>
                  <a:lnTo>
                    <a:pt x="1408788" y="495993"/>
                  </a:lnTo>
                  <a:lnTo>
                    <a:pt x="1482548" y="517851"/>
                  </a:lnTo>
                  <a:lnTo>
                    <a:pt x="1556308" y="539346"/>
                  </a:lnTo>
                  <a:lnTo>
                    <a:pt x="1630068" y="560485"/>
                  </a:lnTo>
                  <a:lnTo>
                    <a:pt x="1703828" y="581273"/>
                  </a:lnTo>
                  <a:lnTo>
                    <a:pt x="1777588" y="601717"/>
                  </a:lnTo>
                  <a:lnTo>
                    <a:pt x="1851348" y="621821"/>
                  </a:lnTo>
                  <a:lnTo>
                    <a:pt x="1925108" y="641592"/>
                  </a:lnTo>
                  <a:lnTo>
                    <a:pt x="1998868" y="661036"/>
                  </a:lnTo>
                  <a:lnTo>
                    <a:pt x="2072628" y="680156"/>
                  </a:lnTo>
                  <a:lnTo>
                    <a:pt x="2146388" y="698960"/>
                  </a:lnTo>
                  <a:lnTo>
                    <a:pt x="2220148" y="717452"/>
                  </a:lnTo>
                  <a:lnTo>
                    <a:pt x="2293908" y="735637"/>
                  </a:lnTo>
                  <a:lnTo>
                    <a:pt x="2367668" y="753521"/>
                  </a:lnTo>
                  <a:lnTo>
                    <a:pt x="2441428" y="771108"/>
                  </a:lnTo>
                  <a:lnTo>
                    <a:pt x="2515188" y="788404"/>
                  </a:lnTo>
                  <a:lnTo>
                    <a:pt x="2588948" y="805412"/>
                  </a:lnTo>
                  <a:lnTo>
                    <a:pt x="2662708" y="822139"/>
                  </a:lnTo>
                  <a:lnTo>
                    <a:pt x="2736468" y="838588"/>
                  </a:lnTo>
                  <a:lnTo>
                    <a:pt x="2810228" y="854764"/>
                  </a:lnTo>
                  <a:lnTo>
                    <a:pt x="2883988" y="870673"/>
                  </a:lnTo>
                  <a:lnTo>
                    <a:pt x="2957748" y="886317"/>
                  </a:lnTo>
                  <a:lnTo>
                    <a:pt x="3031508" y="901702"/>
                  </a:lnTo>
                  <a:lnTo>
                    <a:pt x="3105268" y="916832"/>
                  </a:lnTo>
                  <a:lnTo>
                    <a:pt x="3179028" y="931711"/>
                  </a:lnTo>
                  <a:lnTo>
                    <a:pt x="3252788" y="946343"/>
                  </a:lnTo>
                  <a:lnTo>
                    <a:pt x="3326548" y="960732"/>
                  </a:lnTo>
                  <a:lnTo>
                    <a:pt x="3400308" y="974883"/>
                  </a:lnTo>
                  <a:lnTo>
                    <a:pt x="3474068" y="988799"/>
                  </a:lnTo>
                  <a:lnTo>
                    <a:pt x="3547828" y="1002485"/>
                  </a:lnTo>
                  <a:lnTo>
                    <a:pt x="3621588" y="1015943"/>
                  </a:lnTo>
                  <a:lnTo>
                    <a:pt x="3695348" y="1029179"/>
                  </a:lnTo>
                  <a:lnTo>
                    <a:pt x="3769108" y="1042195"/>
                  </a:lnTo>
                  <a:lnTo>
                    <a:pt x="3842868" y="1054994"/>
                  </a:lnTo>
                  <a:lnTo>
                    <a:pt x="3916628" y="1067582"/>
                  </a:lnTo>
                  <a:lnTo>
                    <a:pt x="3990388" y="1079961"/>
                  </a:lnTo>
                  <a:lnTo>
                    <a:pt x="4064149" y="1092135"/>
                  </a:lnTo>
                  <a:lnTo>
                    <a:pt x="4137909" y="1104107"/>
                  </a:lnTo>
                  <a:lnTo>
                    <a:pt x="4211669" y="1115880"/>
                  </a:lnTo>
                  <a:lnTo>
                    <a:pt x="4285429" y="1127458"/>
                  </a:lnTo>
                  <a:lnTo>
                    <a:pt x="4359189" y="1138844"/>
                  </a:lnTo>
                  <a:lnTo>
                    <a:pt x="4432949" y="1150041"/>
                  </a:lnTo>
                  <a:lnTo>
                    <a:pt x="4506709" y="1161053"/>
                  </a:lnTo>
                  <a:lnTo>
                    <a:pt x="4580469" y="1171882"/>
                  </a:lnTo>
                  <a:lnTo>
                    <a:pt x="4654229" y="1182531"/>
                  </a:lnTo>
                  <a:lnTo>
                    <a:pt x="4727989" y="1193004"/>
                  </a:lnTo>
                  <a:lnTo>
                    <a:pt x="4801749" y="1203303"/>
                  </a:lnTo>
                  <a:lnTo>
                    <a:pt x="4875509" y="1213431"/>
                  </a:lnTo>
                  <a:lnTo>
                    <a:pt x="4949269" y="1223391"/>
                  </a:lnTo>
                  <a:lnTo>
                    <a:pt x="5023029" y="1233187"/>
                  </a:lnTo>
                  <a:lnTo>
                    <a:pt x="5096789" y="1242819"/>
                  </a:lnTo>
                  <a:lnTo>
                    <a:pt x="5170549" y="1252292"/>
                  </a:lnTo>
                  <a:lnTo>
                    <a:pt x="5244309" y="1261608"/>
                  </a:lnTo>
                  <a:lnTo>
                    <a:pt x="5318069" y="1270769"/>
                  </a:lnTo>
                  <a:lnTo>
                    <a:pt x="5391829" y="1279779"/>
                  </a:lnTo>
                  <a:lnTo>
                    <a:pt x="5465589" y="1288639"/>
                  </a:lnTo>
                  <a:lnTo>
                    <a:pt x="5539349" y="1297352"/>
                  </a:lnTo>
                  <a:lnTo>
                    <a:pt x="5613109" y="1305921"/>
                  </a:lnTo>
                  <a:lnTo>
                    <a:pt x="5686869" y="1314347"/>
                  </a:lnTo>
                  <a:lnTo>
                    <a:pt x="5760629" y="1322634"/>
                  </a:lnTo>
                  <a:lnTo>
                    <a:pt x="5834389" y="1330783"/>
                  </a:lnTo>
                  <a:lnTo>
                    <a:pt x="5908149" y="1338798"/>
                  </a:lnTo>
                  <a:lnTo>
                    <a:pt x="5981909" y="1346679"/>
                  </a:lnTo>
                  <a:lnTo>
                    <a:pt x="6055669" y="1354430"/>
                  </a:lnTo>
                  <a:lnTo>
                    <a:pt x="6129429" y="1362052"/>
                  </a:lnTo>
                  <a:lnTo>
                    <a:pt x="6203189" y="1369547"/>
                  </a:lnTo>
                  <a:lnTo>
                    <a:pt x="6276949" y="1376919"/>
                  </a:lnTo>
                  <a:lnTo>
                    <a:pt x="6350709" y="1384168"/>
                  </a:lnTo>
                  <a:lnTo>
                    <a:pt x="6424469" y="1391297"/>
                  </a:lnTo>
                  <a:lnTo>
                    <a:pt x="6498229" y="1398308"/>
                  </a:lnTo>
                  <a:lnTo>
                    <a:pt x="6571989" y="1405202"/>
                  </a:lnTo>
                  <a:lnTo>
                    <a:pt x="6645749" y="1411982"/>
                  </a:lnTo>
                  <a:lnTo>
                    <a:pt x="6719509" y="1418650"/>
                  </a:lnTo>
                  <a:lnTo>
                    <a:pt x="6793269" y="1425207"/>
                  </a:lnTo>
                  <a:lnTo>
                    <a:pt x="6867029" y="1431655"/>
                  </a:lnTo>
                  <a:lnTo>
                    <a:pt x="6940789" y="1437997"/>
                  </a:lnTo>
                  <a:lnTo>
                    <a:pt x="7014550" y="1444233"/>
                  </a:lnTo>
                  <a:lnTo>
                    <a:pt x="7088310" y="1450366"/>
                  </a:lnTo>
                  <a:lnTo>
                    <a:pt x="7162070" y="1456397"/>
                  </a:lnTo>
                  <a:lnTo>
                    <a:pt x="7235830" y="14623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(0.88-1.70), p = 0.229  |  per IQR decline (Δ = 0.29): 1.80 (0.69-4.69)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2026-06-08T09:51:42Z</dcterms:modified>
  <cp:category/>
</cp:coreProperties>
</file>