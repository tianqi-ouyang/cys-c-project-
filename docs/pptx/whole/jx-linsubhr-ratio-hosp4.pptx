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46589"/>
            </a:xfrm>
            <a:custGeom>
              <a:avLst/>
              <a:pathLst>
                <a:path w="7235830" h="3446589">
                  <a:moveTo>
                    <a:pt x="1703018" y="0"/>
                  </a:moveTo>
                  <a:lnTo>
                    <a:pt x="1703828" y="2384"/>
                  </a:lnTo>
                  <a:lnTo>
                    <a:pt x="1777588" y="206872"/>
                  </a:lnTo>
                  <a:lnTo>
                    <a:pt x="1851348" y="399348"/>
                  </a:lnTo>
                  <a:lnTo>
                    <a:pt x="1925108" y="580519"/>
                  </a:lnTo>
                  <a:lnTo>
                    <a:pt x="1998868" y="751049"/>
                  </a:lnTo>
                  <a:lnTo>
                    <a:pt x="2072628" y="911562"/>
                  </a:lnTo>
                  <a:lnTo>
                    <a:pt x="2146388" y="1062646"/>
                  </a:lnTo>
                  <a:lnTo>
                    <a:pt x="2220148" y="1204857"/>
                  </a:lnTo>
                  <a:lnTo>
                    <a:pt x="2293908" y="1338714"/>
                  </a:lnTo>
                  <a:lnTo>
                    <a:pt x="2367668" y="1464708"/>
                  </a:lnTo>
                  <a:lnTo>
                    <a:pt x="2441428" y="1583302"/>
                  </a:lnTo>
                  <a:lnTo>
                    <a:pt x="2515188" y="1694930"/>
                  </a:lnTo>
                  <a:lnTo>
                    <a:pt x="2588948" y="1800002"/>
                  </a:lnTo>
                  <a:lnTo>
                    <a:pt x="2662708" y="1898901"/>
                  </a:lnTo>
                  <a:lnTo>
                    <a:pt x="2736468" y="1991992"/>
                  </a:lnTo>
                  <a:lnTo>
                    <a:pt x="2810228" y="2079614"/>
                  </a:lnTo>
                  <a:lnTo>
                    <a:pt x="2883988" y="2162090"/>
                  </a:lnTo>
                  <a:lnTo>
                    <a:pt x="2957748" y="2239721"/>
                  </a:lnTo>
                  <a:lnTo>
                    <a:pt x="3031508" y="2312793"/>
                  </a:lnTo>
                  <a:lnTo>
                    <a:pt x="3105268" y="2381572"/>
                  </a:lnTo>
                  <a:lnTo>
                    <a:pt x="3179028" y="2446311"/>
                  </a:lnTo>
                  <a:lnTo>
                    <a:pt x="3252788" y="2507248"/>
                  </a:lnTo>
                  <a:lnTo>
                    <a:pt x="3326548" y="2564606"/>
                  </a:lnTo>
                  <a:lnTo>
                    <a:pt x="3400308" y="2618594"/>
                  </a:lnTo>
                  <a:lnTo>
                    <a:pt x="3474068" y="2655241"/>
                  </a:lnTo>
                  <a:lnTo>
                    <a:pt x="3547828" y="2658386"/>
                  </a:lnTo>
                  <a:lnTo>
                    <a:pt x="3621588" y="2661519"/>
                  </a:lnTo>
                  <a:lnTo>
                    <a:pt x="3695348" y="2664640"/>
                  </a:lnTo>
                  <a:lnTo>
                    <a:pt x="3769108" y="2667749"/>
                  </a:lnTo>
                  <a:lnTo>
                    <a:pt x="3842868" y="2670846"/>
                  </a:lnTo>
                  <a:lnTo>
                    <a:pt x="3916628" y="2673931"/>
                  </a:lnTo>
                  <a:lnTo>
                    <a:pt x="3990388" y="2677005"/>
                  </a:lnTo>
                  <a:lnTo>
                    <a:pt x="4064149" y="2680067"/>
                  </a:lnTo>
                  <a:lnTo>
                    <a:pt x="4137909" y="2683118"/>
                  </a:lnTo>
                  <a:lnTo>
                    <a:pt x="4211669" y="2686157"/>
                  </a:lnTo>
                  <a:lnTo>
                    <a:pt x="4285429" y="2689184"/>
                  </a:lnTo>
                  <a:lnTo>
                    <a:pt x="4359189" y="2692200"/>
                  </a:lnTo>
                  <a:lnTo>
                    <a:pt x="4432949" y="2695204"/>
                  </a:lnTo>
                  <a:lnTo>
                    <a:pt x="4506709" y="2698197"/>
                  </a:lnTo>
                  <a:lnTo>
                    <a:pt x="4580469" y="2701179"/>
                  </a:lnTo>
                  <a:lnTo>
                    <a:pt x="4654229" y="2704149"/>
                  </a:lnTo>
                  <a:lnTo>
                    <a:pt x="4727989" y="2707108"/>
                  </a:lnTo>
                  <a:lnTo>
                    <a:pt x="4801749" y="2710056"/>
                  </a:lnTo>
                  <a:lnTo>
                    <a:pt x="4875509" y="2712993"/>
                  </a:lnTo>
                  <a:lnTo>
                    <a:pt x="4949269" y="2715918"/>
                  </a:lnTo>
                  <a:lnTo>
                    <a:pt x="5023029" y="2718833"/>
                  </a:lnTo>
                  <a:lnTo>
                    <a:pt x="5096789" y="2721736"/>
                  </a:lnTo>
                  <a:lnTo>
                    <a:pt x="5170549" y="2724628"/>
                  </a:lnTo>
                  <a:lnTo>
                    <a:pt x="5244309" y="2727510"/>
                  </a:lnTo>
                  <a:lnTo>
                    <a:pt x="5318069" y="2730380"/>
                  </a:lnTo>
                  <a:lnTo>
                    <a:pt x="5391829" y="2733239"/>
                  </a:lnTo>
                  <a:lnTo>
                    <a:pt x="5465589" y="2736088"/>
                  </a:lnTo>
                  <a:lnTo>
                    <a:pt x="5539349" y="2738926"/>
                  </a:lnTo>
                  <a:lnTo>
                    <a:pt x="5613109" y="2741753"/>
                  </a:lnTo>
                  <a:lnTo>
                    <a:pt x="5686869" y="2744569"/>
                  </a:lnTo>
                  <a:lnTo>
                    <a:pt x="5760629" y="2747375"/>
                  </a:lnTo>
                  <a:lnTo>
                    <a:pt x="5834389" y="2750170"/>
                  </a:lnTo>
                  <a:lnTo>
                    <a:pt x="5908149" y="2752954"/>
                  </a:lnTo>
                  <a:lnTo>
                    <a:pt x="5981909" y="2755728"/>
                  </a:lnTo>
                  <a:lnTo>
                    <a:pt x="6055669" y="2758491"/>
                  </a:lnTo>
                  <a:lnTo>
                    <a:pt x="6129429" y="2761244"/>
                  </a:lnTo>
                  <a:lnTo>
                    <a:pt x="6203189" y="2763987"/>
                  </a:lnTo>
                  <a:lnTo>
                    <a:pt x="6276949" y="2766718"/>
                  </a:lnTo>
                  <a:lnTo>
                    <a:pt x="6350709" y="2769440"/>
                  </a:lnTo>
                  <a:lnTo>
                    <a:pt x="6424469" y="2772151"/>
                  </a:lnTo>
                  <a:lnTo>
                    <a:pt x="6498229" y="2774852"/>
                  </a:lnTo>
                  <a:lnTo>
                    <a:pt x="6571989" y="2777543"/>
                  </a:lnTo>
                  <a:lnTo>
                    <a:pt x="6645749" y="2780223"/>
                  </a:lnTo>
                  <a:lnTo>
                    <a:pt x="6719509" y="2782894"/>
                  </a:lnTo>
                  <a:lnTo>
                    <a:pt x="6793269" y="2785554"/>
                  </a:lnTo>
                  <a:lnTo>
                    <a:pt x="6867029" y="2788204"/>
                  </a:lnTo>
                  <a:lnTo>
                    <a:pt x="6940789" y="2790844"/>
                  </a:lnTo>
                  <a:lnTo>
                    <a:pt x="7014550" y="2793474"/>
                  </a:lnTo>
                  <a:lnTo>
                    <a:pt x="7088310" y="2796094"/>
                  </a:lnTo>
                  <a:lnTo>
                    <a:pt x="7162070" y="2798704"/>
                  </a:lnTo>
                  <a:lnTo>
                    <a:pt x="7235830" y="2801304"/>
                  </a:lnTo>
                  <a:lnTo>
                    <a:pt x="7235830" y="3446589"/>
                  </a:lnTo>
                  <a:lnTo>
                    <a:pt x="7162070" y="3444270"/>
                  </a:lnTo>
                  <a:lnTo>
                    <a:pt x="7088310" y="3441807"/>
                  </a:lnTo>
                  <a:lnTo>
                    <a:pt x="7014550" y="3439190"/>
                  </a:lnTo>
                  <a:lnTo>
                    <a:pt x="6940789" y="3436409"/>
                  </a:lnTo>
                  <a:lnTo>
                    <a:pt x="6867029" y="3433455"/>
                  </a:lnTo>
                  <a:lnTo>
                    <a:pt x="6793269" y="3430317"/>
                  </a:lnTo>
                  <a:lnTo>
                    <a:pt x="6719509" y="3426983"/>
                  </a:lnTo>
                  <a:lnTo>
                    <a:pt x="6645749" y="3423441"/>
                  </a:lnTo>
                  <a:lnTo>
                    <a:pt x="6571989" y="3419677"/>
                  </a:lnTo>
                  <a:lnTo>
                    <a:pt x="6498229" y="3415679"/>
                  </a:lnTo>
                  <a:lnTo>
                    <a:pt x="6424469" y="3411432"/>
                  </a:lnTo>
                  <a:lnTo>
                    <a:pt x="6350709" y="3406919"/>
                  </a:lnTo>
                  <a:lnTo>
                    <a:pt x="6276949" y="3402125"/>
                  </a:lnTo>
                  <a:lnTo>
                    <a:pt x="6203189" y="3397031"/>
                  </a:lnTo>
                  <a:lnTo>
                    <a:pt x="6129429" y="3391620"/>
                  </a:lnTo>
                  <a:lnTo>
                    <a:pt x="6055669" y="3385871"/>
                  </a:lnTo>
                  <a:lnTo>
                    <a:pt x="5981909" y="3379763"/>
                  </a:lnTo>
                  <a:lnTo>
                    <a:pt x="5908149" y="3373274"/>
                  </a:lnTo>
                  <a:lnTo>
                    <a:pt x="5834389" y="3366381"/>
                  </a:lnTo>
                  <a:lnTo>
                    <a:pt x="5760629" y="3359057"/>
                  </a:lnTo>
                  <a:lnTo>
                    <a:pt x="5686869" y="3351275"/>
                  </a:lnTo>
                  <a:lnTo>
                    <a:pt x="5613109" y="3343009"/>
                  </a:lnTo>
                  <a:lnTo>
                    <a:pt x="5539349" y="3334226"/>
                  </a:lnTo>
                  <a:lnTo>
                    <a:pt x="5465589" y="3324896"/>
                  </a:lnTo>
                  <a:lnTo>
                    <a:pt x="5391829" y="3314983"/>
                  </a:lnTo>
                  <a:lnTo>
                    <a:pt x="5318069" y="3304452"/>
                  </a:lnTo>
                  <a:lnTo>
                    <a:pt x="5244309" y="3293263"/>
                  </a:lnTo>
                  <a:lnTo>
                    <a:pt x="5170549" y="3281376"/>
                  </a:lnTo>
                  <a:lnTo>
                    <a:pt x="5096789" y="3268748"/>
                  </a:lnTo>
                  <a:lnTo>
                    <a:pt x="5023029" y="3255331"/>
                  </a:lnTo>
                  <a:lnTo>
                    <a:pt x="4949269" y="3241077"/>
                  </a:lnTo>
                  <a:lnTo>
                    <a:pt x="4875509" y="3225934"/>
                  </a:lnTo>
                  <a:lnTo>
                    <a:pt x="4801749" y="3209845"/>
                  </a:lnTo>
                  <a:lnTo>
                    <a:pt x="4727989" y="3192753"/>
                  </a:lnTo>
                  <a:lnTo>
                    <a:pt x="4654229" y="3174594"/>
                  </a:lnTo>
                  <a:lnTo>
                    <a:pt x="4580469" y="3155302"/>
                  </a:lnTo>
                  <a:lnTo>
                    <a:pt x="4506709" y="3134806"/>
                  </a:lnTo>
                  <a:lnTo>
                    <a:pt x="4432949" y="3113031"/>
                  </a:lnTo>
                  <a:lnTo>
                    <a:pt x="4359189" y="3089897"/>
                  </a:lnTo>
                  <a:lnTo>
                    <a:pt x="4285429" y="3065319"/>
                  </a:lnTo>
                  <a:lnTo>
                    <a:pt x="4211669" y="3039208"/>
                  </a:lnTo>
                  <a:lnTo>
                    <a:pt x="4137909" y="3011468"/>
                  </a:lnTo>
                  <a:lnTo>
                    <a:pt x="4064149" y="2981996"/>
                  </a:lnTo>
                  <a:lnTo>
                    <a:pt x="3990388" y="2950685"/>
                  </a:lnTo>
                  <a:lnTo>
                    <a:pt x="3916628" y="2917420"/>
                  </a:lnTo>
                  <a:lnTo>
                    <a:pt x="3842868" y="2882080"/>
                  </a:lnTo>
                  <a:lnTo>
                    <a:pt x="3769108" y="2844533"/>
                  </a:lnTo>
                  <a:lnTo>
                    <a:pt x="3695348" y="2804644"/>
                  </a:lnTo>
                  <a:lnTo>
                    <a:pt x="3621588" y="2762266"/>
                  </a:lnTo>
                  <a:lnTo>
                    <a:pt x="3547828" y="2717244"/>
                  </a:lnTo>
                  <a:lnTo>
                    <a:pt x="3474068" y="2669411"/>
                  </a:lnTo>
                  <a:lnTo>
                    <a:pt x="3400308" y="2652085"/>
                  </a:lnTo>
                  <a:lnTo>
                    <a:pt x="3326548" y="2648916"/>
                  </a:lnTo>
                  <a:lnTo>
                    <a:pt x="3252788" y="2645735"/>
                  </a:lnTo>
                  <a:lnTo>
                    <a:pt x="3179028" y="2642542"/>
                  </a:lnTo>
                  <a:lnTo>
                    <a:pt x="3105268" y="2639337"/>
                  </a:lnTo>
                  <a:lnTo>
                    <a:pt x="3031508" y="2636120"/>
                  </a:lnTo>
                  <a:lnTo>
                    <a:pt x="2957748" y="2632891"/>
                  </a:lnTo>
                  <a:lnTo>
                    <a:pt x="2883988" y="2629649"/>
                  </a:lnTo>
                  <a:lnTo>
                    <a:pt x="2810228" y="2626395"/>
                  </a:lnTo>
                  <a:lnTo>
                    <a:pt x="2736468" y="2623128"/>
                  </a:lnTo>
                  <a:lnTo>
                    <a:pt x="2662708" y="2619849"/>
                  </a:lnTo>
                  <a:lnTo>
                    <a:pt x="2588948" y="2616557"/>
                  </a:lnTo>
                  <a:lnTo>
                    <a:pt x="2515188" y="2613253"/>
                  </a:lnTo>
                  <a:lnTo>
                    <a:pt x="2441428" y="2609937"/>
                  </a:lnTo>
                  <a:lnTo>
                    <a:pt x="2367668" y="2606607"/>
                  </a:lnTo>
                  <a:lnTo>
                    <a:pt x="2293908" y="2603265"/>
                  </a:lnTo>
                  <a:lnTo>
                    <a:pt x="2220148" y="2599911"/>
                  </a:lnTo>
                  <a:lnTo>
                    <a:pt x="2146388" y="2596543"/>
                  </a:lnTo>
                  <a:lnTo>
                    <a:pt x="2072628" y="2593163"/>
                  </a:lnTo>
                  <a:lnTo>
                    <a:pt x="1998868" y="2589770"/>
                  </a:lnTo>
                  <a:lnTo>
                    <a:pt x="1925108" y="2586364"/>
                  </a:lnTo>
                  <a:lnTo>
                    <a:pt x="1851348" y="2582945"/>
                  </a:lnTo>
                  <a:lnTo>
                    <a:pt x="1777588" y="2579512"/>
                  </a:lnTo>
                  <a:lnTo>
                    <a:pt x="1703828" y="2576067"/>
                  </a:lnTo>
                  <a:lnTo>
                    <a:pt x="1630068" y="2572609"/>
                  </a:lnTo>
                  <a:lnTo>
                    <a:pt x="1556308" y="2569137"/>
                  </a:lnTo>
                  <a:lnTo>
                    <a:pt x="1482548" y="2565653"/>
                  </a:lnTo>
                  <a:lnTo>
                    <a:pt x="1408788" y="2562155"/>
                  </a:lnTo>
                  <a:lnTo>
                    <a:pt x="1335028" y="2558643"/>
                  </a:lnTo>
                  <a:lnTo>
                    <a:pt x="1261268" y="2555119"/>
                  </a:lnTo>
                  <a:lnTo>
                    <a:pt x="1187508" y="2551580"/>
                  </a:lnTo>
                  <a:lnTo>
                    <a:pt x="1113747" y="2548029"/>
                  </a:lnTo>
                  <a:lnTo>
                    <a:pt x="1039987" y="2544464"/>
                  </a:lnTo>
                  <a:lnTo>
                    <a:pt x="966227" y="2540885"/>
                  </a:lnTo>
                  <a:lnTo>
                    <a:pt x="892467" y="2537293"/>
                  </a:lnTo>
                  <a:lnTo>
                    <a:pt x="818707" y="2533686"/>
                  </a:lnTo>
                  <a:lnTo>
                    <a:pt x="744947" y="2530067"/>
                  </a:lnTo>
                  <a:lnTo>
                    <a:pt x="671187" y="2526433"/>
                  </a:lnTo>
                  <a:lnTo>
                    <a:pt x="597427" y="2522786"/>
                  </a:lnTo>
                  <a:lnTo>
                    <a:pt x="523667" y="2519124"/>
                  </a:lnTo>
                  <a:lnTo>
                    <a:pt x="449907" y="2515449"/>
                  </a:lnTo>
                  <a:lnTo>
                    <a:pt x="376147" y="2511760"/>
                  </a:lnTo>
                  <a:lnTo>
                    <a:pt x="302387" y="2508056"/>
                  </a:lnTo>
                  <a:lnTo>
                    <a:pt x="228627" y="2504339"/>
                  </a:lnTo>
                  <a:lnTo>
                    <a:pt x="154867" y="2500607"/>
                  </a:lnTo>
                  <a:lnTo>
                    <a:pt x="81107" y="2496861"/>
                  </a:lnTo>
                  <a:lnTo>
                    <a:pt x="7347" y="2493101"/>
                  </a:lnTo>
                  <a:lnTo>
                    <a:pt x="0" y="24927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20536" y="2073503"/>
              <a:ext cx="5532811" cy="2801304"/>
            </a:xfrm>
            <a:custGeom>
              <a:avLst/>
              <a:pathLst>
                <a:path w="5532811" h="2801304">
                  <a:moveTo>
                    <a:pt x="0" y="0"/>
                  </a:moveTo>
                  <a:lnTo>
                    <a:pt x="809" y="2384"/>
                  </a:lnTo>
                  <a:lnTo>
                    <a:pt x="74569" y="206872"/>
                  </a:lnTo>
                  <a:lnTo>
                    <a:pt x="148329" y="399348"/>
                  </a:lnTo>
                  <a:lnTo>
                    <a:pt x="222089" y="580519"/>
                  </a:lnTo>
                  <a:lnTo>
                    <a:pt x="295849" y="751049"/>
                  </a:lnTo>
                  <a:lnTo>
                    <a:pt x="369609" y="911562"/>
                  </a:lnTo>
                  <a:lnTo>
                    <a:pt x="443369" y="1062646"/>
                  </a:lnTo>
                  <a:lnTo>
                    <a:pt x="517129" y="1204857"/>
                  </a:lnTo>
                  <a:lnTo>
                    <a:pt x="590889" y="1338714"/>
                  </a:lnTo>
                  <a:lnTo>
                    <a:pt x="664649" y="1464708"/>
                  </a:lnTo>
                  <a:lnTo>
                    <a:pt x="738409" y="1583302"/>
                  </a:lnTo>
                  <a:lnTo>
                    <a:pt x="812169" y="1694930"/>
                  </a:lnTo>
                  <a:lnTo>
                    <a:pt x="885929" y="1800002"/>
                  </a:lnTo>
                  <a:lnTo>
                    <a:pt x="959689" y="1898901"/>
                  </a:lnTo>
                  <a:lnTo>
                    <a:pt x="1033449" y="1991992"/>
                  </a:lnTo>
                  <a:lnTo>
                    <a:pt x="1107209" y="2079614"/>
                  </a:lnTo>
                  <a:lnTo>
                    <a:pt x="1180969" y="2162090"/>
                  </a:lnTo>
                  <a:lnTo>
                    <a:pt x="1254729" y="2239721"/>
                  </a:lnTo>
                  <a:lnTo>
                    <a:pt x="1328489" y="2312793"/>
                  </a:lnTo>
                  <a:lnTo>
                    <a:pt x="1402249" y="2381572"/>
                  </a:lnTo>
                  <a:lnTo>
                    <a:pt x="1476010" y="2446311"/>
                  </a:lnTo>
                  <a:lnTo>
                    <a:pt x="1549770" y="2507248"/>
                  </a:lnTo>
                  <a:lnTo>
                    <a:pt x="1623530" y="2564606"/>
                  </a:lnTo>
                  <a:lnTo>
                    <a:pt x="1697290" y="2618594"/>
                  </a:lnTo>
                  <a:lnTo>
                    <a:pt x="1771050" y="2655241"/>
                  </a:lnTo>
                  <a:lnTo>
                    <a:pt x="1844810" y="2658386"/>
                  </a:lnTo>
                  <a:lnTo>
                    <a:pt x="1918570" y="2661519"/>
                  </a:lnTo>
                  <a:lnTo>
                    <a:pt x="1992330" y="2664640"/>
                  </a:lnTo>
                  <a:lnTo>
                    <a:pt x="2066090" y="2667749"/>
                  </a:lnTo>
                  <a:lnTo>
                    <a:pt x="2139850" y="2670846"/>
                  </a:lnTo>
                  <a:lnTo>
                    <a:pt x="2213610" y="2673931"/>
                  </a:lnTo>
                  <a:lnTo>
                    <a:pt x="2287370" y="2677005"/>
                  </a:lnTo>
                  <a:lnTo>
                    <a:pt x="2361130" y="2680067"/>
                  </a:lnTo>
                  <a:lnTo>
                    <a:pt x="2434890" y="2683118"/>
                  </a:lnTo>
                  <a:lnTo>
                    <a:pt x="2508650" y="2686157"/>
                  </a:lnTo>
                  <a:lnTo>
                    <a:pt x="2582410" y="2689184"/>
                  </a:lnTo>
                  <a:lnTo>
                    <a:pt x="2656170" y="2692200"/>
                  </a:lnTo>
                  <a:lnTo>
                    <a:pt x="2729930" y="2695204"/>
                  </a:lnTo>
                  <a:lnTo>
                    <a:pt x="2803690" y="2698197"/>
                  </a:lnTo>
                  <a:lnTo>
                    <a:pt x="2877450" y="2701179"/>
                  </a:lnTo>
                  <a:lnTo>
                    <a:pt x="2951210" y="2704149"/>
                  </a:lnTo>
                  <a:lnTo>
                    <a:pt x="3024970" y="2707108"/>
                  </a:lnTo>
                  <a:lnTo>
                    <a:pt x="3098730" y="2710056"/>
                  </a:lnTo>
                  <a:lnTo>
                    <a:pt x="3172490" y="2712993"/>
                  </a:lnTo>
                  <a:lnTo>
                    <a:pt x="3246250" y="2715918"/>
                  </a:lnTo>
                  <a:lnTo>
                    <a:pt x="3320010" y="2718833"/>
                  </a:lnTo>
                  <a:lnTo>
                    <a:pt x="3393770" y="2721736"/>
                  </a:lnTo>
                  <a:lnTo>
                    <a:pt x="3467530" y="2724628"/>
                  </a:lnTo>
                  <a:lnTo>
                    <a:pt x="3541290" y="2727510"/>
                  </a:lnTo>
                  <a:lnTo>
                    <a:pt x="3615050" y="2730380"/>
                  </a:lnTo>
                  <a:lnTo>
                    <a:pt x="3688810" y="2733239"/>
                  </a:lnTo>
                  <a:lnTo>
                    <a:pt x="3762570" y="2736088"/>
                  </a:lnTo>
                  <a:lnTo>
                    <a:pt x="3836330" y="2738926"/>
                  </a:lnTo>
                  <a:lnTo>
                    <a:pt x="3910090" y="2741753"/>
                  </a:lnTo>
                  <a:lnTo>
                    <a:pt x="3983850" y="2744569"/>
                  </a:lnTo>
                  <a:lnTo>
                    <a:pt x="4057610" y="2747375"/>
                  </a:lnTo>
                  <a:lnTo>
                    <a:pt x="4131370" y="2750170"/>
                  </a:lnTo>
                  <a:lnTo>
                    <a:pt x="4205130" y="2752954"/>
                  </a:lnTo>
                  <a:lnTo>
                    <a:pt x="4278890" y="2755728"/>
                  </a:lnTo>
                  <a:lnTo>
                    <a:pt x="4352651" y="2758491"/>
                  </a:lnTo>
                  <a:lnTo>
                    <a:pt x="4426411" y="2761244"/>
                  </a:lnTo>
                  <a:lnTo>
                    <a:pt x="4500171" y="2763987"/>
                  </a:lnTo>
                  <a:lnTo>
                    <a:pt x="4573931" y="2766718"/>
                  </a:lnTo>
                  <a:lnTo>
                    <a:pt x="4647691" y="2769440"/>
                  </a:lnTo>
                  <a:lnTo>
                    <a:pt x="4721451" y="2772151"/>
                  </a:lnTo>
                  <a:lnTo>
                    <a:pt x="4795211" y="2774852"/>
                  </a:lnTo>
                  <a:lnTo>
                    <a:pt x="4868971" y="2777543"/>
                  </a:lnTo>
                  <a:lnTo>
                    <a:pt x="4942731" y="2780223"/>
                  </a:lnTo>
                  <a:lnTo>
                    <a:pt x="5016491" y="2782894"/>
                  </a:lnTo>
                  <a:lnTo>
                    <a:pt x="5090251" y="2785554"/>
                  </a:lnTo>
                  <a:lnTo>
                    <a:pt x="5164011" y="2788204"/>
                  </a:lnTo>
                  <a:lnTo>
                    <a:pt x="5237771" y="2790844"/>
                  </a:lnTo>
                  <a:lnTo>
                    <a:pt x="5311531" y="2793474"/>
                  </a:lnTo>
                  <a:lnTo>
                    <a:pt x="5385291" y="2796094"/>
                  </a:lnTo>
                  <a:lnTo>
                    <a:pt x="5459051" y="2798704"/>
                  </a:lnTo>
                  <a:lnTo>
                    <a:pt x="5532811" y="28013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66228"/>
              <a:ext cx="7235830" cy="953863"/>
            </a:xfrm>
            <a:custGeom>
              <a:avLst/>
              <a:pathLst>
                <a:path w="7235830" h="953863">
                  <a:moveTo>
                    <a:pt x="7235830" y="953863"/>
                  </a:moveTo>
                  <a:lnTo>
                    <a:pt x="7162070" y="951545"/>
                  </a:lnTo>
                  <a:lnTo>
                    <a:pt x="7088310" y="949081"/>
                  </a:lnTo>
                  <a:lnTo>
                    <a:pt x="7014550" y="946464"/>
                  </a:lnTo>
                  <a:lnTo>
                    <a:pt x="6940789" y="943684"/>
                  </a:lnTo>
                  <a:lnTo>
                    <a:pt x="6867029" y="940730"/>
                  </a:lnTo>
                  <a:lnTo>
                    <a:pt x="6793269" y="937591"/>
                  </a:lnTo>
                  <a:lnTo>
                    <a:pt x="6719509" y="934257"/>
                  </a:lnTo>
                  <a:lnTo>
                    <a:pt x="6645749" y="930715"/>
                  </a:lnTo>
                  <a:lnTo>
                    <a:pt x="6571989" y="926952"/>
                  </a:lnTo>
                  <a:lnTo>
                    <a:pt x="6498229" y="922954"/>
                  </a:lnTo>
                  <a:lnTo>
                    <a:pt x="6424469" y="918706"/>
                  </a:lnTo>
                  <a:lnTo>
                    <a:pt x="6350709" y="914193"/>
                  </a:lnTo>
                  <a:lnTo>
                    <a:pt x="6276949" y="909399"/>
                  </a:lnTo>
                  <a:lnTo>
                    <a:pt x="6203189" y="904306"/>
                  </a:lnTo>
                  <a:lnTo>
                    <a:pt x="6129429" y="898894"/>
                  </a:lnTo>
                  <a:lnTo>
                    <a:pt x="6055669" y="893145"/>
                  </a:lnTo>
                  <a:lnTo>
                    <a:pt x="5981909" y="887037"/>
                  </a:lnTo>
                  <a:lnTo>
                    <a:pt x="5908149" y="880549"/>
                  </a:lnTo>
                  <a:lnTo>
                    <a:pt x="5834389" y="873655"/>
                  </a:lnTo>
                  <a:lnTo>
                    <a:pt x="5760629" y="866331"/>
                  </a:lnTo>
                  <a:lnTo>
                    <a:pt x="5686869" y="858550"/>
                  </a:lnTo>
                  <a:lnTo>
                    <a:pt x="5613109" y="850283"/>
                  </a:lnTo>
                  <a:lnTo>
                    <a:pt x="5539349" y="841501"/>
                  </a:lnTo>
                  <a:lnTo>
                    <a:pt x="5465589" y="832170"/>
                  </a:lnTo>
                  <a:lnTo>
                    <a:pt x="5391829" y="822257"/>
                  </a:lnTo>
                  <a:lnTo>
                    <a:pt x="5318069" y="811726"/>
                  </a:lnTo>
                  <a:lnTo>
                    <a:pt x="5244309" y="800537"/>
                  </a:lnTo>
                  <a:lnTo>
                    <a:pt x="5170549" y="788650"/>
                  </a:lnTo>
                  <a:lnTo>
                    <a:pt x="5096789" y="776022"/>
                  </a:lnTo>
                  <a:lnTo>
                    <a:pt x="5023029" y="762605"/>
                  </a:lnTo>
                  <a:lnTo>
                    <a:pt x="4949269" y="748351"/>
                  </a:lnTo>
                  <a:lnTo>
                    <a:pt x="4875509" y="733208"/>
                  </a:lnTo>
                  <a:lnTo>
                    <a:pt x="4801749" y="717120"/>
                  </a:lnTo>
                  <a:lnTo>
                    <a:pt x="4727989" y="700027"/>
                  </a:lnTo>
                  <a:lnTo>
                    <a:pt x="4654229" y="681868"/>
                  </a:lnTo>
                  <a:lnTo>
                    <a:pt x="4580469" y="662576"/>
                  </a:lnTo>
                  <a:lnTo>
                    <a:pt x="4506709" y="642080"/>
                  </a:lnTo>
                  <a:lnTo>
                    <a:pt x="4432949" y="620305"/>
                  </a:lnTo>
                  <a:lnTo>
                    <a:pt x="4359189" y="597171"/>
                  </a:lnTo>
                  <a:lnTo>
                    <a:pt x="4285429" y="572594"/>
                  </a:lnTo>
                  <a:lnTo>
                    <a:pt x="4211669" y="546482"/>
                  </a:lnTo>
                  <a:lnTo>
                    <a:pt x="4137909" y="518742"/>
                  </a:lnTo>
                  <a:lnTo>
                    <a:pt x="4064149" y="489270"/>
                  </a:lnTo>
                  <a:lnTo>
                    <a:pt x="3990388" y="457959"/>
                  </a:lnTo>
                  <a:lnTo>
                    <a:pt x="3916628" y="424694"/>
                  </a:lnTo>
                  <a:lnTo>
                    <a:pt x="3842868" y="389354"/>
                  </a:lnTo>
                  <a:lnTo>
                    <a:pt x="3769108" y="351808"/>
                  </a:lnTo>
                  <a:lnTo>
                    <a:pt x="3695348" y="311919"/>
                  </a:lnTo>
                  <a:lnTo>
                    <a:pt x="3621588" y="269540"/>
                  </a:lnTo>
                  <a:lnTo>
                    <a:pt x="3547828" y="224518"/>
                  </a:lnTo>
                  <a:lnTo>
                    <a:pt x="3474068" y="176685"/>
                  </a:lnTo>
                  <a:lnTo>
                    <a:pt x="3400308" y="159359"/>
                  </a:lnTo>
                  <a:lnTo>
                    <a:pt x="3326548" y="156190"/>
                  </a:lnTo>
                  <a:lnTo>
                    <a:pt x="3252788" y="153010"/>
                  </a:lnTo>
                  <a:lnTo>
                    <a:pt x="3179028" y="149817"/>
                  </a:lnTo>
                  <a:lnTo>
                    <a:pt x="3105268" y="146612"/>
                  </a:lnTo>
                  <a:lnTo>
                    <a:pt x="3031508" y="143394"/>
                  </a:lnTo>
                  <a:lnTo>
                    <a:pt x="2957748" y="140165"/>
                  </a:lnTo>
                  <a:lnTo>
                    <a:pt x="2883988" y="136923"/>
                  </a:lnTo>
                  <a:lnTo>
                    <a:pt x="2810228" y="133669"/>
                  </a:lnTo>
                  <a:lnTo>
                    <a:pt x="2736468" y="130402"/>
                  </a:lnTo>
                  <a:lnTo>
                    <a:pt x="2662708" y="127123"/>
                  </a:lnTo>
                  <a:lnTo>
                    <a:pt x="2588948" y="123832"/>
                  </a:lnTo>
                  <a:lnTo>
                    <a:pt x="2515188" y="120528"/>
                  </a:lnTo>
                  <a:lnTo>
                    <a:pt x="2441428" y="117211"/>
                  </a:lnTo>
                  <a:lnTo>
                    <a:pt x="2367668" y="113882"/>
                  </a:lnTo>
                  <a:lnTo>
                    <a:pt x="2293908" y="110540"/>
                  </a:lnTo>
                  <a:lnTo>
                    <a:pt x="2220148" y="107185"/>
                  </a:lnTo>
                  <a:lnTo>
                    <a:pt x="2146388" y="103817"/>
                  </a:lnTo>
                  <a:lnTo>
                    <a:pt x="2072628" y="100437"/>
                  </a:lnTo>
                  <a:lnTo>
                    <a:pt x="1998868" y="97044"/>
                  </a:lnTo>
                  <a:lnTo>
                    <a:pt x="1925108" y="93638"/>
                  </a:lnTo>
                  <a:lnTo>
                    <a:pt x="1851348" y="90219"/>
                  </a:lnTo>
                  <a:lnTo>
                    <a:pt x="1777588" y="86787"/>
                  </a:lnTo>
                  <a:lnTo>
                    <a:pt x="1703828" y="83341"/>
                  </a:lnTo>
                  <a:lnTo>
                    <a:pt x="1630068" y="79883"/>
                  </a:lnTo>
                  <a:lnTo>
                    <a:pt x="1556308" y="76412"/>
                  </a:lnTo>
                  <a:lnTo>
                    <a:pt x="1482548" y="72927"/>
                  </a:lnTo>
                  <a:lnTo>
                    <a:pt x="1408788" y="69429"/>
                  </a:lnTo>
                  <a:lnTo>
                    <a:pt x="1335028" y="65917"/>
                  </a:lnTo>
                  <a:lnTo>
                    <a:pt x="1261268" y="62393"/>
                  </a:lnTo>
                  <a:lnTo>
                    <a:pt x="1187508" y="58855"/>
                  </a:lnTo>
                  <a:lnTo>
                    <a:pt x="1113747" y="55303"/>
                  </a:lnTo>
                  <a:lnTo>
                    <a:pt x="1039987" y="51738"/>
                  </a:lnTo>
                  <a:lnTo>
                    <a:pt x="966227" y="48159"/>
                  </a:lnTo>
                  <a:lnTo>
                    <a:pt x="892467" y="44567"/>
                  </a:lnTo>
                  <a:lnTo>
                    <a:pt x="818707" y="40961"/>
                  </a:lnTo>
                  <a:lnTo>
                    <a:pt x="744947" y="37341"/>
                  </a:lnTo>
                  <a:lnTo>
                    <a:pt x="671187" y="33707"/>
                  </a:lnTo>
                  <a:lnTo>
                    <a:pt x="597427" y="30060"/>
                  </a:lnTo>
                  <a:lnTo>
                    <a:pt x="523667" y="26398"/>
                  </a:lnTo>
                  <a:lnTo>
                    <a:pt x="449907" y="22723"/>
                  </a:lnTo>
                  <a:lnTo>
                    <a:pt x="376147" y="19034"/>
                  </a:lnTo>
                  <a:lnTo>
                    <a:pt x="302387" y="15331"/>
                  </a:lnTo>
                  <a:lnTo>
                    <a:pt x="228627" y="11613"/>
                  </a:lnTo>
                  <a:lnTo>
                    <a:pt x="154867" y="7881"/>
                  </a:lnTo>
                  <a:lnTo>
                    <a:pt x="81107" y="4136"/>
                  </a:lnTo>
                  <a:lnTo>
                    <a:pt x="7347" y="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78677" y="2073503"/>
              <a:ext cx="7074670" cy="3324506"/>
            </a:xfrm>
            <a:custGeom>
              <a:avLst/>
              <a:pathLst>
                <a:path w="7074670" h="3324506">
                  <a:moveTo>
                    <a:pt x="0" y="0"/>
                  </a:moveTo>
                  <a:lnTo>
                    <a:pt x="67467" y="101147"/>
                  </a:lnTo>
                  <a:lnTo>
                    <a:pt x="141227" y="208228"/>
                  </a:lnTo>
                  <a:lnTo>
                    <a:pt x="214987" y="311919"/>
                  </a:lnTo>
                  <a:lnTo>
                    <a:pt x="288747" y="412327"/>
                  </a:lnTo>
                  <a:lnTo>
                    <a:pt x="362507" y="509557"/>
                  </a:lnTo>
                  <a:lnTo>
                    <a:pt x="436267" y="603709"/>
                  </a:lnTo>
                  <a:lnTo>
                    <a:pt x="510027" y="694881"/>
                  </a:lnTo>
                  <a:lnTo>
                    <a:pt x="583787" y="783166"/>
                  </a:lnTo>
                  <a:lnTo>
                    <a:pt x="657547" y="868656"/>
                  </a:lnTo>
                  <a:lnTo>
                    <a:pt x="731307" y="951441"/>
                  </a:lnTo>
                  <a:lnTo>
                    <a:pt x="805067" y="1031604"/>
                  </a:lnTo>
                  <a:lnTo>
                    <a:pt x="878827" y="1109230"/>
                  </a:lnTo>
                  <a:lnTo>
                    <a:pt x="952587" y="1184398"/>
                  </a:lnTo>
                  <a:lnTo>
                    <a:pt x="1026347" y="1257187"/>
                  </a:lnTo>
                  <a:lnTo>
                    <a:pt x="1100108" y="1327672"/>
                  </a:lnTo>
                  <a:lnTo>
                    <a:pt x="1173868" y="1395925"/>
                  </a:lnTo>
                  <a:lnTo>
                    <a:pt x="1247628" y="1462018"/>
                  </a:lnTo>
                  <a:lnTo>
                    <a:pt x="1321388" y="1526019"/>
                  </a:lnTo>
                  <a:lnTo>
                    <a:pt x="1395148" y="1587993"/>
                  </a:lnTo>
                  <a:lnTo>
                    <a:pt x="1468908" y="1648006"/>
                  </a:lnTo>
                  <a:lnTo>
                    <a:pt x="1542668" y="1706119"/>
                  </a:lnTo>
                  <a:lnTo>
                    <a:pt x="1616428" y="1762392"/>
                  </a:lnTo>
                  <a:lnTo>
                    <a:pt x="1690188" y="1816884"/>
                  </a:lnTo>
                  <a:lnTo>
                    <a:pt x="1763948" y="1869650"/>
                  </a:lnTo>
                  <a:lnTo>
                    <a:pt x="1837708" y="1920747"/>
                  </a:lnTo>
                  <a:lnTo>
                    <a:pt x="1911468" y="1970226"/>
                  </a:lnTo>
                  <a:lnTo>
                    <a:pt x="1985228" y="2018138"/>
                  </a:lnTo>
                  <a:lnTo>
                    <a:pt x="2058988" y="2064534"/>
                  </a:lnTo>
                  <a:lnTo>
                    <a:pt x="2132748" y="2109461"/>
                  </a:lnTo>
                  <a:lnTo>
                    <a:pt x="2206508" y="2152966"/>
                  </a:lnTo>
                  <a:lnTo>
                    <a:pt x="2280268" y="2195093"/>
                  </a:lnTo>
                  <a:lnTo>
                    <a:pt x="2354028" y="2235888"/>
                  </a:lnTo>
                  <a:lnTo>
                    <a:pt x="2427788" y="2275390"/>
                  </a:lnTo>
                  <a:lnTo>
                    <a:pt x="2501548" y="2313642"/>
                  </a:lnTo>
                  <a:lnTo>
                    <a:pt x="2575308" y="2350684"/>
                  </a:lnTo>
                  <a:lnTo>
                    <a:pt x="2649068" y="2386552"/>
                  </a:lnTo>
                  <a:lnTo>
                    <a:pt x="2722828" y="2421285"/>
                  </a:lnTo>
                  <a:lnTo>
                    <a:pt x="2796588" y="2454919"/>
                  </a:lnTo>
                  <a:lnTo>
                    <a:pt x="2870348" y="2487488"/>
                  </a:lnTo>
                  <a:lnTo>
                    <a:pt x="2944108" y="2519026"/>
                  </a:lnTo>
                  <a:lnTo>
                    <a:pt x="3017868" y="2549565"/>
                  </a:lnTo>
                  <a:lnTo>
                    <a:pt x="3091628" y="2579138"/>
                  </a:lnTo>
                  <a:lnTo>
                    <a:pt x="3165388" y="2607775"/>
                  </a:lnTo>
                  <a:lnTo>
                    <a:pt x="3239148" y="2635505"/>
                  </a:lnTo>
                  <a:lnTo>
                    <a:pt x="3312908" y="2662357"/>
                  </a:lnTo>
                  <a:lnTo>
                    <a:pt x="3386668" y="2688359"/>
                  </a:lnTo>
                  <a:lnTo>
                    <a:pt x="3460428" y="2713538"/>
                  </a:lnTo>
                  <a:lnTo>
                    <a:pt x="3534188" y="2737920"/>
                  </a:lnTo>
                  <a:lnTo>
                    <a:pt x="3607948" y="2761530"/>
                  </a:lnTo>
                  <a:lnTo>
                    <a:pt x="3681708" y="2784393"/>
                  </a:lnTo>
                  <a:lnTo>
                    <a:pt x="3755468" y="2806532"/>
                  </a:lnTo>
                  <a:lnTo>
                    <a:pt x="3829228" y="2827970"/>
                  </a:lnTo>
                  <a:lnTo>
                    <a:pt x="3902988" y="2848730"/>
                  </a:lnTo>
                  <a:lnTo>
                    <a:pt x="3976748" y="2868832"/>
                  </a:lnTo>
                  <a:lnTo>
                    <a:pt x="4050509" y="2888298"/>
                  </a:lnTo>
                  <a:lnTo>
                    <a:pt x="4124269" y="2907148"/>
                  </a:lnTo>
                  <a:lnTo>
                    <a:pt x="4198029" y="2925401"/>
                  </a:lnTo>
                  <a:lnTo>
                    <a:pt x="4271789" y="2943076"/>
                  </a:lnTo>
                  <a:lnTo>
                    <a:pt x="4345549" y="2960191"/>
                  </a:lnTo>
                  <a:lnTo>
                    <a:pt x="4419309" y="2976765"/>
                  </a:lnTo>
                  <a:lnTo>
                    <a:pt x="4493069" y="2992814"/>
                  </a:lnTo>
                  <a:lnTo>
                    <a:pt x="4566829" y="3008355"/>
                  </a:lnTo>
                  <a:lnTo>
                    <a:pt x="4640589" y="3023405"/>
                  </a:lnTo>
                  <a:lnTo>
                    <a:pt x="4714349" y="3037977"/>
                  </a:lnTo>
                  <a:lnTo>
                    <a:pt x="4788109" y="3052089"/>
                  </a:lnTo>
                  <a:lnTo>
                    <a:pt x="4861869" y="3065753"/>
                  </a:lnTo>
                  <a:lnTo>
                    <a:pt x="4935629" y="3078986"/>
                  </a:lnTo>
                  <a:lnTo>
                    <a:pt x="5009389" y="3091799"/>
                  </a:lnTo>
                  <a:lnTo>
                    <a:pt x="5083149" y="3104206"/>
                  </a:lnTo>
                  <a:lnTo>
                    <a:pt x="5156909" y="3116221"/>
                  </a:lnTo>
                  <a:lnTo>
                    <a:pt x="5230669" y="3127856"/>
                  </a:lnTo>
                  <a:lnTo>
                    <a:pt x="5304429" y="3139122"/>
                  </a:lnTo>
                  <a:lnTo>
                    <a:pt x="5378189" y="3150032"/>
                  </a:lnTo>
                  <a:lnTo>
                    <a:pt x="5451949" y="3160596"/>
                  </a:lnTo>
                  <a:lnTo>
                    <a:pt x="5525709" y="3170825"/>
                  </a:lnTo>
                  <a:lnTo>
                    <a:pt x="5599469" y="3180731"/>
                  </a:lnTo>
                  <a:lnTo>
                    <a:pt x="5673229" y="3190324"/>
                  </a:lnTo>
                  <a:lnTo>
                    <a:pt x="5746989" y="3199612"/>
                  </a:lnTo>
                  <a:lnTo>
                    <a:pt x="5820749" y="3208607"/>
                  </a:lnTo>
                  <a:lnTo>
                    <a:pt x="5894509" y="3217317"/>
                  </a:lnTo>
                  <a:lnTo>
                    <a:pt x="5968269" y="3225751"/>
                  </a:lnTo>
                  <a:lnTo>
                    <a:pt x="6042029" y="3233918"/>
                  </a:lnTo>
                  <a:lnTo>
                    <a:pt x="6115789" y="3241827"/>
                  </a:lnTo>
                  <a:lnTo>
                    <a:pt x="6189549" y="3249485"/>
                  </a:lnTo>
                  <a:lnTo>
                    <a:pt x="6263309" y="3256901"/>
                  </a:lnTo>
                  <a:lnTo>
                    <a:pt x="6337069" y="3264082"/>
                  </a:lnTo>
                  <a:lnTo>
                    <a:pt x="6410829" y="3271036"/>
                  </a:lnTo>
                  <a:lnTo>
                    <a:pt x="6484589" y="3277770"/>
                  </a:lnTo>
                  <a:lnTo>
                    <a:pt x="6558349" y="3284290"/>
                  </a:lnTo>
                  <a:lnTo>
                    <a:pt x="6632109" y="3290604"/>
                  </a:lnTo>
                  <a:lnTo>
                    <a:pt x="6705869" y="3296718"/>
                  </a:lnTo>
                  <a:lnTo>
                    <a:pt x="6779629" y="3302639"/>
                  </a:lnTo>
                  <a:lnTo>
                    <a:pt x="6853389" y="3308372"/>
                  </a:lnTo>
                  <a:lnTo>
                    <a:pt x="6927150" y="3313924"/>
                  </a:lnTo>
                  <a:lnTo>
                    <a:pt x="7000910" y="3319300"/>
                  </a:lnTo>
                  <a:lnTo>
                    <a:pt x="7074670" y="33245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1.47 (1.05-2.07), p = 0.026  |  per IQR decline (Δ = 0.29): 3.10 (1.14-8.41)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2026-06-08T10:27:24Z</dcterms:modified>
  <cp:category/>
</cp:coreProperties>
</file>