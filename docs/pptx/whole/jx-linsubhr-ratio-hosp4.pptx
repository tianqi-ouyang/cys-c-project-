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46589"/>
            </a:xfrm>
            <a:custGeom>
              <a:avLst/>
              <a:pathLst>
                <a:path w="7090630" h="3446589">
                  <a:moveTo>
                    <a:pt x="1718154" y="0"/>
                  </a:moveTo>
                  <a:lnTo>
                    <a:pt x="1718940" y="2384"/>
                  </a:lnTo>
                  <a:lnTo>
                    <a:pt x="1790563" y="206872"/>
                  </a:lnTo>
                  <a:lnTo>
                    <a:pt x="1862185" y="399348"/>
                  </a:lnTo>
                  <a:lnTo>
                    <a:pt x="1933808" y="580519"/>
                  </a:lnTo>
                  <a:lnTo>
                    <a:pt x="2005430" y="751049"/>
                  </a:lnTo>
                  <a:lnTo>
                    <a:pt x="2077053" y="911562"/>
                  </a:lnTo>
                  <a:lnTo>
                    <a:pt x="2148675" y="1062646"/>
                  </a:lnTo>
                  <a:lnTo>
                    <a:pt x="2220298" y="1204857"/>
                  </a:lnTo>
                  <a:lnTo>
                    <a:pt x="2291920" y="1338714"/>
                  </a:lnTo>
                  <a:lnTo>
                    <a:pt x="2363543" y="1464708"/>
                  </a:lnTo>
                  <a:lnTo>
                    <a:pt x="2435165" y="1583302"/>
                  </a:lnTo>
                  <a:lnTo>
                    <a:pt x="2506788" y="1694930"/>
                  </a:lnTo>
                  <a:lnTo>
                    <a:pt x="2578410" y="1800002"/>
                  </a:lnTo>
                  <a:lnTo>
                    <a:pt x="2650033" y="1898901"/>
                  </a:lnTo>
                  <a:lnTo>
                    <a:pt x="2721655" y="1991992"/>
                  </a:lnTo>
                  <a:lnTo>
                    <a:pt x="2793278" y="2079614"/>
                  </a:lnTo>
                  <a:lnTo>
                    <a:pt x="2864901" y="2162090"/>
                  </a:lnTo>
                  <a:lnTo>
                    <a:pt x="2936523" y="2239721"/>
                  </a:lnTo>
                  <a:lnTo>
                    <a:pt x="3008146" y="2312793"/>
                  </a:lnTo>
                  <a:lnTo>
                    <a:pt x="3079768" y="2381572"/>
                  </a:lnTo>
                  <a:lnTo>
                    <a:pt x="3151391" y="2446311"/>
                  </a:lnTo>
                  <a:lnTo>
                    <a:pt x="3223013" y="2507248"/>
                  </a:lnTo>
                  <a:lnTo>
                    <a:pt x="3294636" y="2564606"/>
                  </a:lnTo>
                  <a:lnTo>
                    <a:pt x="3366258" y="2618594"/>
                  </a:lnTo>
                  <a:lnTo>
                    <a:pt x="3437881" y="2655241"/>
                  </a:lnTo>
                  <a:lnTo>
                    <a:pt x="3509503" y="2658386"/>
                  </a:lnTo>
                  <a:lnTo>
                    <a:pt x="3581126" y="2661519"/>
                  </a:lnTo>
                  <a:lnTo>
                    <a:pt x="3652748" y="2664640"/>
                  </a:lnTo>
                  <a:lnTo>
                    <a:pt x="3724371" y="2667749"/>
                  </a:lnTo>
                  <a:lnTo>
                    <a:pt x="3795993" y="2670846"/>
                  </a:lnTo>
                  <a:lnTo>
                    <a:pt x="3867616" y="2673931"/>
                  </a:lnTo>
                  <a:lnTo>
                    <a:pt x="3939238" y="2677005"/>
                  </a:lnTo>
                  <a:lnTo>
                    <a:pt x="4010861" y="2680067"/>
                  </a:lnTo>
                  <a:lnTo>
                    <a:pt x="4082483" y="2683118"/>
                  </a:lnTo>
                  <a:lnTo>
                    <a:pt x="4154106" y="2686157"/>
                  </a:lnTo>
                  <a:lnTo>
                    <a:pt x="4225729" y="2689184"/>
                  </a:lnTo>
                  <a:lnTo>
                    <a:pt x="4297351" y="2692200"/>
                  </a:lnTo>
                  <a:lnTo>
                    <a:pt x="4368974" y="2695204"/>
                  </a:lnTo>
                  <a:lnTo>
                    <a:pt x="4440596" y="2698197"/>
                  </a:lnTo>
                  <a:lnTo>
                    <a:pt x="4512219" y="2701179"/>
                  </a:lnTo>
                  <a:lnTo>
                    <a:pt x="4583841" y="2704149"/>
                  </a:lnTo>
                  <a:lnTo>
                    <a:pt x="4655464" y="2707108"/>
                  </a:lnTo>
                  <a:lnTo>
                    <a:pt x="4727086" y="2710056"/>
                  </a:lnTo>
                  <a:lnTo>
                    <a:pt x="4798709" y="2712993"/>
                  </a:lnTo>
                  <a:lnTo>
                    <a:pt x="4870331" y="2715918"/>
                  </a:lnTo>
                  <a:lnTo>
                    <a:pt x="4941954" y="2718833"/>
                  </a:lnTo>
                  <a:lnTo>
                    <a:pt x="5013576" y="2721736"/>
                  </a:lnTo>
                  <a:lnTo>
                    <a:pt x="5085199" y="2724628"/>
                  </a:lnTo>
                  <a:lnTo>
                    <a:pt x="5156821" y="2727510"/>
                  </a:lnTo>
                  <a:lnTo>
                    <a:pt x="5228444" y="2730380"/>
                  </a:lnTo>
                  <a:lnTo>
                    <a:pt x="5300066" y="2733239"/>
                  </a:lnTo>
                  <a:lnTo>
                    <a:pt x="5371689" y="2736088"/>
                  </a:lnTo>
                  <a:lnTo>
                    <a:pt x="5443311" y="2738926"/>
                  </a:lnTo>
                  <a:lnTo>
                    <a:pt x="5514934" y="2741753"/>
                  </a:lnTo>
                  <a:lnTo>
                    <a:pt x="5586557" y="2744569"/>
                  </a:lnTo>
                  <a:lnTo>
                    <a:pt x="5658179" y="2747375"/>
                  </a:lnTo>
                  <a:lnTo>
                    <a:pt x="5729802" y="2750170"/>
                  </a:lnTo>
                  <a:lnTo>
                    <a:pt x="5801424" y="2752954"/>
                  </a:lnTo>
                  <a:lnTo>
                    <a:pt x="5873047" y="2755728"/>
                  </a:lnTo>
                  <a:lnTo>
                    <a:pt x="5944669" y="2758491"/>
                  </a:lnTo>
                  <a:lnTo>
                    <a:pt x="6016292" y="2761244"/>
                  </a:lnTo>
                  <a:lnTo>
                    <a:pt x="6087914" y="2763987"/>
                  </a:lnTo>
                  <a:lnTo>
                    <a:pt x="6159537" y="2766718"/>
                  </a:lnTo>
                  <a:lnTo>
                    <a:pt x="6231159" y="2769440"/>
                  </a:lnTo>
                  <a:lnTo>
                    <a:pt x="6302782" y="2772151"/>
                  </a:lnTo>
                  <a:lnTo>
                    <a:pt x="6374404" y="2774852"/>
                  </a:lnTo>
                  <a:lnTo>
                    <a:pt x="6446027" y="2777543"/>
                  </a:lnTo>
                  <a:lnTo>
                    <a:pt x="6517649" y="2780223"/>
                  </a:lnTo>
                  <a:lnTo>
                    <a:pt x="6589272" y="2782894"/>
                  </a:lnTo>
                  <a:lnTo>
                    <a:pt x="6660894" y="2785554"/>
                  </a:lnTo>
                  <a:lnTo>
                    <a:pt x="6732517" y="2788204"/>
                  </a:lnTo>
                  <a:lnTo>
                    <a:pt x="6804139" y="2790844"/>
                  </a:lnTo>
                  <a:lnTo>
                    <a:pt x="6875762" y="2793474"/>
                  </a:lnTo>
                  <a:lnTo>
                    <a:pt x="6947385" y="2796094"/>
                  </a:lnTo>
                  <a:lnTo>
                    <a:pt x="7019007" y="2798704"/>
                  </a:lnTo>
                  <a:lnTo>
                    <a:pt x="7090630" y="2801304"/>
                  </a:lnTo>
                  <a:lnTo>
                    <a:pt x="7090630" y="3446589"/>
                  </a:lnTo>
                  <a:lnTo>
                    <a:pt x="7019007" y="3444270"/>
                  </a:lnTo>
                  <a:lnTo>
                    <a:pt x="6947385" y="3441807"/>
                  </a:lnTo>
                  <a:lnTo>
                    <a:pt x="6875762" y="3439190"/>
                  </a:lnTo>
                  <a:lnTo>
                    <a:pt x="6804139" y="3436409"/>
                  </a:lnTo>
                  <a:lnTo>
                    <a:pt x="6732517" y="3433455"/>
                  </a:lnTo>
                  <a:lnTo>
                    <a:pt x="6660894" y="3430317"/>
                  </a:lnTo>
                  <a:lnTo>
                    <a:pt x="6589272" y="3426983"/>
                  </a:lnTo>
                  <a:lnTo>
                    <a:pt x="6517649" y="3423441"/>
                  </a:lnTo>
                  <a:lnTo>
                    <a:pt x="6446027" y="3419677"/>
                  </a:lnTo>
                  <a:lnTo>
                    <a:pt x="6374404" y="3415679"/>
                  </a:lnTo>
                  <a:lnTo>
                    <a:pt x="6302782" y="3411432"/>
                  </a:lnTo>
                  <a:lnTo>
                    <a:pt x="6231159" y="3406919"/>
                  </a:lnTo>
                  <a:lnTo>
                    <a:pt x="6159537" y="3402125"/>
                  </a:lnTo>
                  <a:lnTo>
                    <a:pt x="6087914" y="3397031"/>
                  </a:lnTo>
                  <a:lnTo>
                    <a:pt x="6016292" y="3391620"/>
                  </a:lnTo>
                  <a:lnTo>
                    <a:pt x="5944669" y="3385871"/>
                  </a:lnTo>
                  <a:lnTo>
                    <a:pt x="5873047" y="3379763"/>
                  </a:lnTo>
                  <a:lnTo>
                    <a:pt x="5801424" y="3373274"/>
                  </a:lnTo>
                  <a:lnTo>
                    <a:pt x="5729802" y="3366381"/>
                  </a:lnTo>
                  <a:lnTo>
                    <a:pt x="5658179" y="3359057"/>
                  </a:lnTo>
                  <a:lnTo>
                    <a:pt x="5586557" y="3351275"/>
                  </a:lnTo>
                  <a:lnTo>
                    <a:pt x="5514934" y="3343009"/>
                  </a:lnTo>
                  <a:lnTo>
                    <a:pt x="5443311" y="3334226"/>
                  </a:lnTo>
                  <a:lnTo>
                    <a:pt x="5371689" y="3324896"/>
                  </a:lnTo>
                  <a:lnTo>
                    <a:pt x="5300066" y="3314983"/>
                  </a:lnTo>
                  <a:lnTo>
                    <a:pt x="5228444" y="3304452"/>
                  </a:lnTo>
                  <a:lnTo>
                    <a:pt x="5156821" y="3293263"/>
                  </a:lnTo>
                  <a:lnTo>
                    <a:pt x="5085199" y="3281376"/>
                  </a:lnTo>
                  <a:lnTo>
                    <a:pt x="5013576" y="3268748"/>
                  </a:lnTo>
                  <a:lnTo>
                    <a:pt x="4941954" y="3255331"/>
                  </a:lnTo>
                  <a:lnTo>
                    <a:pt x="4870331" y="3241077"/>
                  </a:lnTo>
                  <a:lnTo>
                    <a:pt x="4798709" y="3225934"/>
                  </a:lnTo>
                  <a:lnTo>
                    <a:pt x="4727086" y="3209845"/>
                  </a:lnTo>
                  <a:lnTo>
                    <a:pt x="4655464" y="3192753"/>
                  </a:lnTo>
                  <a:lnTo>
                    <a:pt x="4583841" y="3174594"/>
                  </a:lnTo>
                  <a:lnTo>
                    <a:pt x="4512219" y="3155302"/>
                  </a:lnTo>
                  <a:lnTo>
                    <a:pt x="4440596" y="3134806"/>
                  </a:lnTo>
                  <a:lnTo>
                    <a:pt x="4368974" y="3113031"/>
                  </a:lnTo>
                  <a:lnTo>
                    <a:pt x="4297351" y="3089897"/>
                  </a:lnTo>
                  <a:lnTo>
                    <a:pt x="4225729" y="3065319"/>
                  </a:lnTo>
                  <a:lnTo>
                    <a:pt x="4154106" y="3039208"/>
                  </a:lnTo>
                  <a:lnTo>
                    <a:pt x="4082483" y="3011468"/>
                  </a:lnTo>
                  <a:lnTo>
                    <a:pt x="4010861" y="2981996"/>
                  </a:lnTo>
                  <a:lnTo>
                    <a:pt x="3939238" y="2950685"/>
                  </a:lnTo>
                  <a:lnTo>
                    <a:pt x="3867616" y="2917420"/>
                  </a:lnTo>
                  <a:lnTo>
                    <a:pt x="3795993" y="2882080"/>
                  </a:lnTo>
                  <a:lnTo>
                    <a:pt x="3724371" y="2844533"/>
                  </a:lnTo>
                  <a:lnTo>
                    <a:pt x="3652748" y="2804644"/>
                  </a:lnTo>
                  <a:lnTo>
                    <a:pt x="3581126" y="2762266"/>
                  </a:lnTo>
                  <a:lnTo>
                    <a:pt x="3509503" y="2717244"/>
                  </a:lnTo>
                  <a:lnTo>
                    <a:pt x="3437881" y="2669411"/>
                  </a:lnTo>
                  <a:lnTo>
                    <a:pt x="3366258" y="2652085"/>
                  </a:lnTo>
                  <a:lnTo>
                    <a:pt x="3294636" y="2648916"/>
                  </a:lnTo>
                  <a:lnTo>
                    <a:pt x="3223013" y="2645735"/>
                  </a:lnTo>
                  <a:lnTo>
                    <a:pt x="3151391" y="2642542"/>
                  </a:lnTo>
                  <a:lnTo>
                    <a:pt x="3079768" y="2639337"/>
                  </a:lnTo>
                  <a:lnTo>
                    <a:pt x="3008146" y="2636120"/>
                  </a:lnTo>
                  <a:lnTo>
                    <a:pt x="2936523" y="2632891"/>
                  </a:lnTo>
                  <a:lnTo>
                    <a:pt x="2864901" y="2629649"/>
                  </a:lnTo>
                  <a:lnTo>
                    <a:pt x="2793278" y="2626395"/>
                  </a:lnTo>
                  <a:lnTo>
                    <a:pt x="2721655" y="2623128"/>
                  </a:lnTo>
                  <a:lnTo>
                    <a:pt x="2650033" y="2619849"/>
                  </a:lnTo>
                  <a:lnTo>
                    <a:pt x="2578410" y="2616557"/>
                  </a:lnTo>
                  <a:lnTo>
                    <a:pt x="2506788" y="2613253"/>
                  </a:lnTo>
                  <a:lnTo>
                    <a:pt x="2435165" y="2609937"/>
                  </a:lnTo>
                  <a:lnTo>
                    <a:pt x="2363543" y="2606607"/>
                  </a:lnTo>
                  <a:lnTo>
                    <a:pt x="2291920" y="2603265"/>
                  </a:lnTo>
                  <a:lnTo>
                    <a:pt x="2220298" y="2599911"/>
                  </a:lnTo>
                  <a:lnTo>
                    <a:pt x="2148675" y="2596543"/>
                  </a:lnTo>
                  <a:lnTo>
                    <a:pt x="2077053" y="2593163"/>
                  </a:lnTo>
                  <a:lnTo>
                    <a:pt x="2005430" y="2589770"/>
                  </a:lnTo>
                  <a:lnTo>
                    <a:pt x="1933808" y="2586364"/>
                  </a:lnTo>
                  <a:lnTo>
                    <a:pt x="1862185" y="2582945"/>
                  </a:lnTo>
                  <a:lnTo>
                    <a:pt x="1790563" y="2579512"/>
                  </a:lnTo>
                  <a:lnTo>
                    <a:pt x="1718940" y="2576067"/>
                  </a:lnTo>
                  <a:lnTo>
                    <a:pt x="1647318" y="2572609"/>
                  </a:lnTo>
                  <a:lnTo>
                    <a:pt x="1575695" y="2569137"/>
                  </a:lnTo>
                  <a:lnTo>
                    <a:pt x="1504073" y="2565653"/>
                  </a:lnTo>
                  <a:lnTo>
                    <a:pt x="1432450" y="2562155"/>
                  </a:lnTo>
                  <a:lnTo>
                    <a:pt x="1360827" y="2558643"/>
                  </a:lnTo>
                  <a:lnTo>
                    <a:pt x="1289205" y="2555119"/>
                  </a:lnTo>
                  <a:lnTo>
                    <a:pt x="1217582" y="2551580"/>
                  </a:lnTo>
                  <a:lnTo>
                    <a:pt x="1145960" y="2548029"/>
                  </a:lnTo>
                  <a:lnTo>
                    <a:pt x="1074337" y="2544464"/>
                  </a:lnTo>
                  <a:lnTo>
                    <a:pt x="1002715" y="2540885"/>
                  </a:lnTo>
                  <a:lnTo>
                    <a:pt x="931092" y="2537293"/>
                  </a:lnTo>
                  <a:lnTo>
                    <a:pt x="859470" y="2533686"/>
                  </a:lnTo>
                  <a:lnTo>
                    <a:pt x="787847" y="2530067"/>
                  </a:lnTo>
                  <a:lnTo>
                    <a:pt x="716225" y="2526433"/>
                  </a:lnTo>
                  <a:lnTo>
                    <a:pt x="644602" y="2522786"/>
                  </a:lnTo>
                  <a:lnTo>
                    <a:pt x="572980" y="2519124"/>
                  </a:lnTo>
                  <a:lnTo>
                    <a:pt x="501357" y="2515449"/>
                  </a:lnTo>
                  <a:lnTo>
                    <a:pt x="429735" y="2511760"/>
                  </a:lnTo>
                  <a:lnTo>
                    <a:pt x="358112" y="2508056"/>
                  </a:lnTo>
                  <a:lnTo>
                    <a:pt x="286490" y="2504339"/>
                  </a:lnTo>
                  <a:lnTo>
                    <a:pt x="214867" y="2500607"/>
                  </a:lnTo>
                  <a:lnTo>
                    <a:pt x="143245" y="2496861"/>
                  </a:lnTo>
                  <a:lnTo>
                    <a:pt x="71622" y="2493101"/>
                  </a:lnTo>
                  <a:lnTo>
                    <a:pt x="0" y="248932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890203" y="2073503"/>
              <a:ext cx="5372475" cy="2801304"/>
            </a:xfrm>
            <a:custGeom>
              <a:avLst/>
              <a:pathLst>
                <a:path w="5372475" h="2801304">
                  <a:moveTo>
                    <a:pt x="0" y="0"/>
                  </a:moveTo>
                  <a:lnTo>
                    <a:pt x="786" y="2384"/>
                  </a:lnTo>
                  <a:lnTo>
                    <a:pt x="72408" y="206872"/>
                  </a:lnTo>
                  <a:lnTo>
                    <a:pt x="144031" y="399348"/>
                  </a:lnTo>
                  <a:lnTo>
                    <a:pt x="215653" y="580519"/>
                  </a:lnTo>
                  <a:lnTo>
                    <a:pt x="287276" y="751049"/>
                  </a:lnTo>
                  <a:lnTo>
                    <a:pt x="358898" y="911562"/>
                  </a:lnTo>
                  <a:lnTo>
                    <a:pt x="430521" y="1062646"/>
                  </a:lnTo>
                  <a:lnTo>
                    <a:pt x="502143" y="1204857"/>
                  </a:lnTo>
                  <a:lnTo>
                    <a:pt x="573766" y="1338714"/>
                  </a:lnTo>
                  <a:lnTo>
                    <a:pt x="645388" y="1464708"/>
                  </a:lnTo>
                  <a:lnTo>
                    <a:pt x="717011" y="1583302"/>
                  </a:lnTo>
                  <a:lnTo>
                    <a:pt x="788633" y="1694930"/>
                  </a:lnTo>
                  <a:lnTo>
                    <a:pt x="860256" y="1800002"/>
                  </a:lnTo>
                  <a:lnTo>
                    <a:pt x="931878" y="1898901"/>
                  </a:lnTo>
                  <a:lnTo>
                    <a:pt x="1003501" y="1991992"/>
                  </a:lnTo>
                  <a:lnTo>
                    <a:pt x="1075123" y="2079614"/>
                  </a:lnTo>
                  <a:lnTo>
                    <a:pt x="1146746" y="2162090"/>
                  </a:lnTo>
                  <a:lnTo>
                    <a:pt x="1218369" y="2239721"/>
                  </a:lnTo>
                  <a:lnTo>
                    <a:pt x="1289991" y="2312793"/>
                  </a:lnTo>
                  <a:lnTo>
                    <a:pt x="1361614" y="2381572"/>
                  </a:lnTo>
                  <a:lnTo>
                    <a:pt x="1433236" y="2446311"/>
                  </a:lnTo>
                  <a:lnTo>
                    <a:pt x="1504859" y="2507248"/>
                  </a:lnTo>
                  <a:lnTo>
                    <a:pt x="1576481" y="2564606"/>
                  </a:lnTo>
                  <a:lnTo>
                    <a:pt x="1648104" y="2618594"/>
                  </a:lnTo>
                  <a:lnTo>
                    <a:pt x="1719726" y="2655241"/>
                  </a:lnTo>
                  <a:lnTo>
                    <a:pt x="1791349" y="2658386"/>
                  </a:lnTo>
                  <a:lnTo>
                    <a:pt x="1862971" y="2661519"/>
                  </a:lnTo>
                  <a:lnTo>
                    <a:pt x="1934594" y="2664640"/>
                  </a:lnTo>
                  <a:lnTo>
                    <a:pt x="2006216" y="2667749"/>
                  </a:lnTo>
                  <a:lnTo>
                    <a:pt x="2077839" y="2670846"/>
                  </a:lnTo>
                  <a:lnTo>
                    <a:pt x="2149461" y="2673931"/>
                  </a:lnTo>
                  <a:lnTo>
                    <a:pt x="2221084" y="2677005"/>
                  </a:lnTo>
                  <a:lnTo>
                    <a:pt x="2292706" y="2680067"/>
                  </a:lnTo>
                  <a:lnTo>
                    <a:pt x="2364329" y="2683118"/>
                  </a:lnTo>
                  <a:lnTo>
                    <a:pt x="2435951" y="2686157"/>
                  </a:lnTo>
                  <a:lnTo>
                    <a:pt x="2507574" y="2689184"/>
                  </a:lnTo>
                  <a:lnTo>
                    <a:pt x="2579197" y="2692200"/>
                  </a:lnTo>
                  <a:lnTo>
                    <a:pt x="2650819" y="2695204"/>
                  </a:lnTo>
                  <a:lnTo>
                    <a:pt x="2722442" y="2698197"/>
                  </a:lnTo>
                  <a:lnTo>
                    <a:pt x="2794064" y="2701179"/>
                  </a:lnTo>
                  <a:lnTo>
                    <a:pt x="2865687" y="2704149"/>
                  </a:lnTo>
                  <a:lnTo>
                    <a:pt x="2937309" y="2707108"/>
                  </a:lnTo>
                  <a:lnTo>
                    <a:pt x="3008932" y="2710056"/>
                  </a:lnTo>
                  <a:lnTo>
                    <a:pt x="3080554" y="2712993"/>
                  </a:lnTo>
                  <a:lnTo>
                    <a:pt x="3152177" y="2715918"/>
                  </a:lnTo>
                  <a:lnTo>
                    <a:pt x="3223799" y="2718833"/>
                  </a:lnTo>
                  <a:lnTo>
                    <a:pt x="3295422" y="2721736"/>
                  </a:lnTo>
                  <a:lnTo>
                    <a:pt x="3367044" y="2724628"/>
                  </a:lnTo>
                  <a:lnTo>
                    <a:pt x="3438667" y="2727510"/>
                  </a:lnTo>
                  <a:lnTo>
                    <a:pt x="3510289" y="2730380"/>
                  </a:lnTo>
                  <a:lnTo>
                    <a:pt x="3581912" y="2733239"/>
                  </a:lnTo>
                  <a:lnTo>
                    <a:pt x="3653534" y="2736088"/>
                  </a:lnTo>
                  <a:lnTo>
                    <a:pt x="3725157" y="2738926"/>
                  </a:lnTo>
                  <a:lnTo>
                    <a:pt x="3796779" y="2741753"/>
                  </a:lnTo>
                  <a:lnTo>
                    <a:pt x="3868402" y="2744569"/>
                  </a:lnTo>
                  <a:lnTo>
                    <a:pt x="3940024" y="2747375"/>
                  </a:lnTo>
                  <a:lnTo>
                    <a:pt x="4011647" y="2750170"/>
                  </a:lnTo>
                  <a:lnTo>
                    <a:pt x="4083270" y="2752954"/>
                  </a:lnTo>
                  <a:lnTo>
                    <a:pt x="4154892" y="2755728"/>
                  </a:lnTo>
                  <a:lnTo>
                    <a:pt x="4226515" y="2758491"/>
                  </a:lnTo>
                  <a:lnTo>
                    <a:pt x="4298137" y="2761244"/>
                  </a:lnTo>
                  <a:lnTo>
                    <a:pt x="4369760" y="2763987"/>
                  </a:lnTo>
                  <a:lnTo>
                    <a:pt x="4441382" y="2766718"/>
                  </a:lnTo>
                  <a:lnTo>
                    <a:pt x="4513005" y="2769440"/>
                  </a:lnTo>
                  <a:lnTo>
                    <a:pt x="4584627" y="2772151"/>
                  </a:lnTo>
                  <a:lnTo>
                    <a:pt x="4656250" y="2774852"/>
                  </a:lnTo>
                  <a:lnTo>
                    <a:pt x="4727872" y="2777543"/>
                  </a:lnTo>
                  <a:lnTo>
                    <a:pt x="4799495" y="2780223"/>
                  </a:lnTo>
                  <a:lnTo>
                    <a:pt x="4871117" y="2782894"/>
                  </a:lnTo>
                  <a:lnTo>
                    <a:pt x="4942740" y="2785554"/>
                  </a:lnTo>
                  <a:lnTo>
                    <a:pt x="5014362" y="2788204"/>
                  </a:lnTo>
                  <a:lnTo>
                    <a:pt x="5085985" y="2790844"/>
                  </a:lnTo>
                  <a:lnTo>
                    <a:pt x="5157607" y="2793474"/>
                  </a:lnTo>
                  <a:lnTo>
                    <a:pt x="5229230" y="2796094"/>
                  </a:lnTo>
                  <a:lnTo>
                    <a:pt x="5300852" y="2798704"/>
                  </a:lnTo>
                  <a:lnTo>
                    <a:pt x="5372475" y="28013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62830"/>
              <a:ext cx="7090630" cy="957262"/>
            </a:xfrm>
            <a:custGeom>
              <a:avLst/>
              <a:pathLst>
                <a:path w="7090630" h="957262">
                  <a:moveTo>
                    <a:pt x="7090630" y="957262"/>
                  </a:moveTo>
                  <a:lnTo>
                    <a:pt x="7019007" y="954943"/>
                  </a:lnTo>
                  <a:lnTo>
                    <a:pt x="6947385" y="952480"/>
                  </a:lnTo>
                  <a:lnTo>
                    <a:pt x="6875762" y="949863"/>
                  </a:lnTo>
                  <a:lnTo>
                    <a:pt x="6804139" y="947082"/>
                  </a:lnTo>
                  <a:lnTo>
                    <a:pt x="6732517" y="944128"/>
                  </a:lnTo>
                  <a:lnTo>
                    <a:pt x="6660894" y="940990"/>
                  </a:lnTo>
                  <a:lnTo>
                    <a:pt x="6589272" y="937656"/>
                  </a:lnTo>
                  <a:lnTo>
                    <a:pt x="6517649" y="934113"/>
                  </a:lnTo>
                  <a:lnTo>
                    <a:pt x="6446027" y="930350"/>
                  </a:lnTo>
                  <a:lnTo>
                    <a:pt x="6374404" y="926352"/>
                  </a:lnTo>
                  <a:lnTo>
                    <a:pt x="6302782" y="922104"/>
                  </a:lnTo>
                  <a:lnTo>
                    <a:pt x="6231159" y="917592"/>
                  </a:lnTo>
                  <a:lnTo>
                    <a:pt x="6159537" y="912797"/>
                  </a:lnTo>
                  <a:lnTo>
                    <a:pt x="6087914" y="907704"/>
                  </a:lnTo>
                  <a:lnTo>
                    <a:pt x="6016292" y="902293"/>
                  </a:lnTo>
                  <a:lnTo>
                    <a:pt x="5944669" y="896544"/>
                  </a:lnTo>
                  <a:lnTo>
                    <a:pt x="5873047" y="890436"/>
                  </a:lnTo>
                  <a:lnTo>
                    <a:pt x="5801424" y="883947"/>
                  </a:lnTo>
                  <a:lnTo>
                    <a:pt x="5729802" y="877053"/>
                  </a:lnTo>
                  <a:lnTo>
                    <a:pt x="5658179" y="869729"/>
                  </a:lnTo>
                  <a:lnTo>
                    <a:pt x="5586557" y="861948"/>
                  </a:lnTo>
                  <a:lnTo>
                    <a:pt x="5514934" y="853681"/>
                  </a:lnTo>
                  <a:lnTo>
                    <a:pt x="5443311" y="844899"/>
                  </a:lnTo>
                  <a:lnTo>
                    <a:pt x="5371689" y="835568"/>
                  </a:lnTo>
                  <a:lnTo>
                    <a:pt x="5300066" y="825656"/>
                  </a:lnTo>
                  <a:lnTo>
                    <a:pt x="5228444" y="815124"/>
                  </a:lnTo>
                  <a:lnTo>
                    <a:pt x="5156821" y="803936"/>
                  </a:lnTo>
                  <a:lnTo>
                    <a:pt x="5085199" y="792049"/>
                  </a:lnTo>
                  <a:lnTo>
                    <a:pt x="5013576" y="779420"/>
                  </a:lnTo>
                  <a:lnTo>
                    <a:pt x="4941954" y="766004"/>
                  </a:lnTo>
                  <a:lnTo>
                    <a:pt x="4870331" y="751750"/>
                  </a:lnTo>
                  <a:lnTo>
                    <a:pt x="4798709" y="736606"/>
                  </a:lnTo>
                  <a:lnTo>
                    <a:pt x="4727086" y="720518"/>
                  </a:lnTo>
                  <a:lnTo>
                    <a:pt x="4655464" y="703426"/>
                  </a:lnTo>
                  <a:lnTo>
                    <a:pt x="4583841" y="685267"/>
                  </a:lnTo>
                  <a:lnTo>
                    <a:pt x="4512219" y="665975"/>
                  </a:lnTo>
                  <a:lnTo>
                    <a:pt x="4440596" y="645479"/>
                  </a:lnTo>
                  <a:lnTo>
                    <a:pt x="4368974" y="623704"/>
                  </a:lnTo>
                  <a:lnTo>
                    <a:pt x="4297351" y="600570"/>
                  </a:lnTo>
                  <a:lnTo>
                    <a:pt x="4225729" y="575992"/>
                  </a:lnTo>
                  <a:lnTo>
                    <a:pt x="4154106" y="549881"/>
                  </a:lnTo>
                  <a:lnTo>
                    <a:pt x="4082483" y="522140"/>
                  </a:lnTo>
                  <a:lnTo>
                    <a:pt x="4010861" y="492668"/>
                  </a:lnTo>
                  <a:lnTo>
                    <a:pt x="3939238" y="461358"/>
                  </a:lnTo>
                  <a:lnTo>
                    <a:pt x="3867616" y="428093"/>
                  </a:lnTo>
                  <a:lnTo>
                    <a:pt x="3795993" y="392752"/>
                  </a:lnTo>
                  <a:lnTo>
                    <a:pt x="3724371" y="355206"/>
                  </a:lnTo>
                  <a:lnTo>
                    <a:pt x="3652748" y="315317"/>
                  </a:lnTo>
                  <a:lnTo>
                    <a:pt x="3581126" y="272939"/>
                  </a:lnTo>
                  <a:lnTo>
                    <a:pt x="3509503" y="227916"/>
                  </a:lnTo>
                  <a:lnTo>
                    <a:pt x="3437881" y="180084"/>
                  </a:lnTo>
                  <a:lnTo>
                    <a:pt x="3366258" y="162757"/>
                  </a:lnTo>
                  <a:lnTo>
                    <a:pt x="3294636" y="159589"/>
                  </a:lnTo>
                  <a:lnTo>
                    <a:pt x="3223013" y="156408"/>
                  </a:lnTo>
                  <a:lnTo>
                    <a:pt x="3151391" y="153215"/>
                  </a:lnTo>
                  <a:lnTo>
                    <a:pt x="3079768" y="150010"/>
                  </a:lnTo>
                  <a:lnTo>
                    <a:pt x="3008146" y="146793"/>
                  </a:lnTo>
                  <a:lnTo>
                    <a:pt x="2936523" y="143563"/>
                  </a:lnTo>
                  <a:lnTo>
                    <a:pt x="2864901" y="140321"/>
                  </a:lnTo>
                  <a:lnTo>
                    <a:pt x="2793278" y="137067"/>
                  </a:lnTo>
                  <a:lnTo>
                    <a:pt x="2721655" y="133801"/>
                  </a:lnTo>
                  <a:lnTo>
                    <a:pt x="2650033" y="130522"/>
                  </a:lnTo>
                  <a:lnTo>
                    <a:pt x="2578410" y="127230"/>
                  </a:lnTo>
                  <a:lnTo>
                    <a:pt x="2506788" y="123926"/>
                  </a:lnTo>
                  <a:lnTo>
                    <a:pt x="2435165" y="120609"/>
                  </a:lnTo>
                  <a:lnTo>
                    <a:pt x="2363543" y="117280"/>
                  </a:lnTo>
                  <a:lnTo>
                    <a:pt x="2291920" y="113938"/>
                  </a:lnTo>
                  <a:lnTo>
                    <a:pt x="2220298" y="110583"/>
                  </a:lnTo>
                  <a:lnTo>
                    <a:pt x="2148675" y="107216"/>
                  </a:lnTo>
                  <a:lnTo>
                    <a:pt x="2077053" y="103836"/>
                  </a:lnTo>
                  <a:lnTo>
                    <a:pt x="2005430" y="100442"/>
                  </a:lnTo>
                  <a:lnTo>
                    <a:pt x="1933808" y="97036"/>
                  </a:lnTo>
                  <a:lnTo>
                    <a:pt x="1862185" y="93617"/>
                  </a:lnTo>
                  <a:lnTo>
                    <a:pt x="1790563" y="90185"/>
                  </a:lnTo>
                  <a:lnTo>
                    <a:pt x="1718940" y="86740"/>
                  </a:lnTo>
                  <a:lnTo>
                    <a:pt x="1647318" y="83282"/>
                  </a:lnTo>
                  <a:lnTo>
                    <a:pt x="1575695" y="79810"/>
                  </a:lnTo>
                  <a:lnTo>
                    <a:pt x="1504073" y="76325"/>
                  </a:lnTo>
                  <a:lnTo>
                    <a:pt x="1432450" y="72827"/>
                  </a:lnTo>
                  <a:lnTo>
                    <a:pt x="1360827" y="69316"/>
                  </a:lnTo>
                  <a:lnTo>
                    <a:pt x="1289205" y="65791"/>
                  </a:lnTo>
                  <a:lnTo>
                    <a:pt x="1217582" y="62253"/>
                  </a:lnTo>
                  <a:lnTo>
                    <a:pt x="1145960" y="58701"/>
                  </a:lnTo>
                  <a:lnTo>
                    <a:pt x="1074337" y="55136"/>
                  </a:lnTo>
                  <a:lnTo>
                    <a:pt x="1002715" y="51558"/>
                  </a:lnTo>
                  <a:lnTo>
                    <a:pt x="931092" y="47965"/>
                  </a:lnTo>
                  <a:lnTo>
                    <a:pt x="859470" y="44359"/>
                  </a:lnTo>
                  <a:lnTo>
                    <a:pt x="787847" y="40739"/>
                  </a:lnTo>
                  <a:lnTo>
                    <a:pt x="716225" y="37106"/>
                  </a:lnTo>
                  <a:lnTo>
                    <a:pt x="644602" y="33458"/>
                  </a:lnTo>
                  <a:lnTo>
                    <a:pt x="572980" y="29797"/>
                  </a:lnTo>
                  <a:lnTo>
                    <a:pt x="501357" y="26122"/>
                  </a:lnTo>
                  <a:lnTo>
                    <a:pt x="429735" y="22432"/>
                  </a:lnTo>
                  <a:lnTo>
                    <a:pt x="358112" y="18729"/>
                  </a:lnTo>
                  <a:lnTo>
                    <a:pt x="286490" y="15012"/>
                  </a:lnTo>
                  <a:lnTo>
                    <a:pt x="214867" y="11280"/>
                  </a:lnTo>
                  <a:lnTo>
                    <a:pt x="143245" y="7534"/>
                  </a:lnTo>
                  <a:lnTo>
                    <a:pt x="71622" y="37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93026" y="2073503"/>
              <a:ext cx="6869652" cy="3324506"/>
            </a:xfrm>
            <a:custGeom>
              <a:avLst/>
              <a:pathLst>
                <a:path w="6869652" h="3324506">
                  <a:moveTo>
                    <a:pt x="0" y="0"/>
                  </a:moveTo>
                  <a:lnTo>
                    <a:pt x="65512" y="101147"/>
                  </a:lnTo>
                  <a:lnTo>
                    <a:pt x="137135" y="208228"/>
                  </a:lnTo>
                  <a:lnTo>
                    <a:pt x="208757" y="311919"/>
                  </a:lnTo>
                  <a:lnTo>
                    <a:pt x="280380" y="412327"/>
                  </a:lnTo>
                  <a:lnTo>
                    <a:pt x="352002" y="509557"/>
                  </a:lnTo>
                  <a:lnTo>
                    <a:pt x="423625" y="603709"/>
                  </a:lnTo>
                  <a:lnTo>
                    <a:pt x="495247" y="694881"/>
                  </a:lnTo>
                  <a:lnTo>
                    <a:pt x="566870" y="783166"/>
                  </a:lnTo>
                  <a:lnTo>
                    <a:pt x="638492" y="868656"/>
                  </a:lnTo>
                  <a:lnTo>
                    <a:pt x="710115" y="951441"/>
                  </a:lnTo>
                  <a:lnTo>
                    <a:pt x="781737" y="1031604"/>
                  </a:lnTo>
                  <a:lnTo>
                    <a:pt x="853360" y="1109230"/>
                  </a:lnTo>
                  <a:lnTo>
                    <a:pt x="924982" y="1184398"/>
                  </a:lnTo>
                  <a:lnTo>
                    <a:pt x="996605" y="1257187"/>
                  </a:lnTo>
                  <a:lnTo>
                    <a:pt x="1068227" y="1327672"/>
                  </a:lnTo>
                  <a:lnTo>
                    <a:pt x="1139850" y="1395925"/>
                  </a:lnTo>
                  <a:lnTo>
                    <a:pt x="1211472" y="1462018"/>
                  </a:lnTo>
                  <a:lnTo>
                    <a:pt x="1283095" y="1526019"/>
                  </a:lnTo>
                  <a:lnTo>
                    <a:pt x="1354717" y="1587993"/>
                  </a:lnTo>
                  <a:lnTo>
                    <a:pt x="1426340" y="1648006"/>
                  </a:lnTo>
                  <a:lnTo>
                    <a:pt x="1497963" y="1706119"/>
                  </a:lnTo>
                  <a:lnTo>
                    <a:pt x="1569585" y="1762392"/>
                  </a:lnTo>
                  <a:lnTo>
                    <a:pt x="1641208" y="1816884"/>
                  </a:lnTo>
                  <a:lnTo>
                    <a:pt x="1712830" y="1869650"/>
                  </a:lnTo>
                  <a:lnTo>
                    <a:pt x="1784453" y="1920747"/>
                  </a:lnTo>
                  <a:lnTo>
                    <a:pt x="1856075" y="1970226"/>
                  </a:lnTo>
                  <a:lnTo>
                    <a:pt x="1927698" y="2018138"/>
                  </a:lnTo>
                  <a:lnTo>
                    <a:pt x="1999320" y="2064534"/>
                  </a:lnTo>
                  <a:lnTo>
                    <a:pt x="2070943" y="2109461"/>
                  </a:lnTo>
                  <a:lnTo>
                    <a:pt x="2142565" y="2152966"/>
                  </a:lnTo>
                  <a:lnTo>
                    <a:pt x="2214188" y="2195093"/>
                  </a:lnTo>
                  <a:lnTo>
                    <a:pt x="2285810" y="2235888"/>
                  </a:lnTo>
                  <a:lnTo>
                    <a:pt x="2357433" y="2275390"/>
                  </a:lnTo>
                  <a:lnTo>
                    <a:pt x="2429055" y="2313642"/>
                  </a:lnTo>
                  <a:lnTo>
                    <a:pt x="2500678" y="2350684"/>
                  </a:lnTo>
                  <a:lnTo>
                    <a:pt x="2572300" y="2386552"/>
                  </a:lnTo>
                  <a:lnTo>
                    <a:pt x="2643923" y="2421285"/>
                  </a:lnTo>
                  <a:lnTo>
                    <a:pt x="2715545" y="2454919"/>
                  </a:lnTo>
                  <a:lnTo>
                    <a:pt x="2787168" y="2487488"/>
                  </a:lnTo>
                  <a:lnTo>
                    <a:pt x="2858791" y="2519026"/>
                  </a:lnTo>
                  <a:lnTo>
                    <a:pt x="2930413" y="2549565"/>
                  </a:lnTo>
                  <a:lnTo>
                    <a:pt x="3002036" y="2579138"/>
                  </a:lnTo>
                  <a:lnTo>
                    <a:pt x="3073658" y="2607775"/>
                  </a:lnTo>
                  <a:lnTo>
                    <a:pt x="3145281" y="2635505"/>
                  </a:lnTo>
                  <a:lnTo>
                    <a:pt x="3216903" y="2662357"/>
                  </a:lnTo>
                  <a:lnTo>
                    <a:pt x="3288526" y="2688359"/>
                  </a:lnTo>
                  <a:lnTo>
                    <a:pt x="3360148" y="2713538"/>
                  </a:lnTo>
                  <a:lnTo>
                    <a:pt x="3431771" y="2737920"/>
                  </a:lnTo>
                  <a:lnTo>
                    <a:pt x="3503393" y="2761530"/>
                  </a:lnTo>
                  <a:lnTo>
                    <a:pt x="3575016" y="2784393"/>
                  </a:lnTo>
                  <a:lnTo>
                    <a:pt x="3646638" y="2806532"/>
                  </a:lnTo>
                  <a:lnTo>
                    <a:pt x="3718261" y="2827970"/>
                  </a:lnTo>
                  <a:lnTo>
                    <a:pt x="3789883" y="2848730"/>
                  </a:lnTo>
                  <a:lnTo>
                    <a:pt x="3861506" y="2868832"/>
                  </a:lnTo>
                  <a:lnTo>
                    <a:pt x="3933128" y="2888298"/>
                  </a:lnTo>
                  <a:lnTo>
                    <a:pt x="4004751" y="2907148"/>
                  </a:lnTo>
                  <a:lnTo>
                    <a:pt x="4076373" y="2925401"/>
                  </a:lnTo>
                  <a:lnTo>
                    <a:pt x="4147996" y="2943076"/>
                  </a:lnTo>
                  <a:lnTo>
                    <a:pt x="4219619" y="2960191"/>
                  </a:lnTo>
                  <a:lnTo>
                    <a:pt x="4291241" y="2976765"/>
                  </a:lnTo>
                  <a:lnTo>
                    <a:pt x="4362864" y="2992814"/>
                  </a:lnTo>
                  <a:lnTo>
                    <a:pt x="4434486" y="3008355"/>
                  </a:lnTo>
                  <a:lnTo>
                    <a:pt x="4506109" y="3023405"/>
                  </a:lnTo>
                  <a:lnTo>
                    <a:pt x="4577731" y="3037977"/>
                  </a:lnTo>
                  <a:lnTo>
                    <a:pt x="4649354" y="3052089"/>
                  </a:lnTo>
                  <a:lnTo>
                    <a:pt x="4720976" y="3065753"/>
                  </a:lnTo>
                  <a:lnTo>
                    <a:pt x="4792599" y="3078986"/>
                  </a:lnTo>
                  <a:lnTo>
                    <a:pt x="4864221" y="3091799"/>
                  </a:lnTo>
                  <a:lnTo>
                    <a:pt x="4935844" y="3104206"/>
                  </a:lnTo>
                  <a:lnTo>
                    <a:pt x="5007466" y="3116221"/>
                  </a:lnTo>
                  <a:lnTo>
                    <a:pt x="5079089" y="3127856"/>
                  </a:lnTo>
                  <a:lnTo>
                    <a:pt x="5150711" y="3139122"/>
                  </a:lnTo>
                  <a:lnTo>
                    <a:pt x="5222334" y="3150032"/>
                  </a:lnTo>
                  <a:lnTo>
                    <a:pt x="5293956" y="3160596"/>
                  </a:lnTo>
                  <a:lnTo>
                    <a:pt x="5365579" y="3170825"/>
                  </a:lnTo>
                  <a:lnTo>
                    <a:pt x="5437201" y="3180731"/>
                  </a:lnTo>
                  <a:lnTo>
                    <a:pt x="5508824" y="3190324"/>
                  </a:lnTo>
                  <a:lnTo>
                    <a:pt x="5580447" y="3199612"/>
                  </a:lnTo>
                  <a:lnTo>
                    <a:pt x="5652069" y="3208607"/>
                  </a:lnTo>
                  <a:lnTo>
                    <a:pt x="5723692" y="3217317"/>
                  </a:lnTo>
                  <a:lnTo>
                    <a:pt x="5795314" y="3225751"/>
                  </a:lnTo>
                  <a:lnTo>
                    <a:pt x="5866937" y="3233918"/>
                  </a:lnTo>
                  <a:lnTo>
                    <a:pt x="5938559" y="3241827"/>
                  </a:lnTo>
                  <a:lnTo>
                    <a:pt x="6010182" y="3249485"/>
                  </a:lnTo>
                  <a:lnTo>
                    <a:pt x="6081804" y="3256901"/>
                  </a:lnTo>
                  <a:lnTo>
                    <a:pt x="6153427" y="3264082"/>
                  </a:lnTo>
                  <a:lnTo>
                    <a:pt x="6225049" y="3271036"/>
                  </a:lnTo>
                  <a:lnTo>
                    <a:pt x="6296672" y="3277770"/>
                  </a:lnTo>
                  <a:lnTo>
                    <a:pt x="6368294" y="3284290"/>
                  </a:lnTo>
                  <a:lnTo>
                    <a:pt x="6439917" y="3290604"/>
                  </a:lnTo>
                  <a:lnTo>
                    <a:pt x="6511539" y="3296718"/>
                  </a:lnTo>
                  <a:lnTo>
                    <a:pt x="6583162" y="3302639"/>
                  </a:lnTo>
                  <a:lnTo>
                    <a:pt x="6654784" y="3308372"/>
                  </a:lnTo>
                  <a:lnTo>
                    <a:pt x="6726407" y="3313924"/>
                  </a:lnTo>
                  <a:lnTo>
                    <a:pt x="6798029" y="3319300"/>
                  </a:lnTo>
                  <a:lnTo>
                    <a:pt x="6869652" y="332450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1.47 (1.05-2.07), p = 0.026  |  per IQR decline (Δ = 29.3 %): 3.10 (1.14-8.41)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8435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2026-09-28T16:57:40Z</dcterms:modified>
  <cp:category/>
</cp:coreProperties>
</file>