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235830" cy="3613685"/>
            </a:xfrm>
            <a:custGeom>
              <a:avLst/>
              <a:pathLst>
                <a:path w="7235830" h="3613685">
                  <a:moveTo>
                    <a:pt x="1703018" y="0"/>
                  </a:moveTo>
                  <a:lnTo>
                    <a:pt x="1703828" y="2499"/>
                  </a:lnTo>
                  <a:lnTo>
                    <a:pt x="1777588" y="216901"/>
                  </a:lnTo>
                  <a:lnTo>
                    <a:pt x="1851348" y="418709"/>
                  </a:lnTo>
                  <a:lnTo>
                    <a:pt x="1925108" y="608664"/>
                  </a:lnTo>
                  <a:lnTo>
                    <a:pt x="1998868" y="787461"/>
                  </a:lnTo>
                  <a:lnTo>
                    <a:pt x="2072628" y="955755"/>
                  </a:lnTo>
                  <a:lnTo>
                    <a:pt x="2146388" y="1114165"/>
                  </a:lnTo>
                  <a:lnTo>
                    <a:pt x="2220148" y="1263270"/>
                  </a:lnTo>
                  <a:lnTo>
                    <a:pt x="2293908" y="1403616"/>
                  </a:lnTo>
                  <a:lnTo>
                    <a:pt x="2367668" y="1535720"/>
                  </a:lnTo>
                  <a:lnTo>
                    <a:pt x="2441428" y="1660063"/>
                  </a:lnTo>
                  <a:lnTo>
                    <a:pt x="2515188" y="1777103"/>
                  </a:lnTo>
                  <a:lnTo>
                    <a:pt x="2588948" y="1887268"/>
                  </a:lnTo>
                  <a:lnTo>
                    <a:pt x="2662708" y="1990963"/>
                  </a:lnTo>
                  <a:lnTo>
                    <a:pt x="2736468" y="2088566"/>
                  </a:lnTo>
                  <a:lnTo>
                    <a:pt x="2810228" y="2180437"/>
                  </a:lnTo>
                  <a:lnTo>
                    <a:pt x="2883988" y="2266911"/>
                  </a:lnTo>
                  <a:lnTo>
                    <a:pt x="2957748" y="2348306"/>
                  </a:lnTo>
                  <a:lnTo>
                    <a:pt x="3031508" y="2424920"/>
                  </a:lnTo>
                  <a:lnTo>
                    <a:pt x="3105268" y="2497034"/>
                  </a:lnTo>
                  <a:lnTo>
                    <a:pt x="3179028" y="2564912"/>
                  </a:lnTo>
                  <a:lnTo>
                    <a:pt x="3252788" y="2628803"/>
                  </a:lnTo>
                  <a:lnTo>
                    <a:pt x="3326548" y="2688941"/>
                  </a:lnTo>
                  <a:lnTo>
                    <a:pt x="3400308" y="2745547"/>
                  </a:lnTo>
                  <a:lnTo>
                    <a:pt x="3474068" y="2783971"/>
                  </a:lnTo>
                  <a:lnTo>
                    <a:pt x="3547828" y="2787268"/>
                  </a:lnTo>
                  <a:lnTo>
                    <a:pt x="3621588" y="2790553"/>
                  </a:lnTo>
                  <a:lnTo>
                    <a:pt x="3695348" y="2793825"/>
                  </a:lnTo>
                  <a:lnTo>
                    <a:pt x="3769108" y="2797085"/>
                  </a:lnTo>
                  <a:lnTo>
                    <a:pt x="3842868" y="2800332"/>
                  </a:lnTo>
                  <a:lnTo>
                    <a:pt x="3916628" y="2803567"/>
                  </a:lnTo>
                  <a:lnTo>
                    <a:pt x="3990388" y="2806790"/>
                  </a:lnTo>
                  <a:lnTo>
                    <a:pt x="4064149" y="2810001"/>
                  </a:lnTo>
                  <a:lnTo>
                    <a:pt x="4137909" y="2813199"/>
                  </a:lnTo>
                  <a:lnTo>
                    <a:pt x="4211669" y="2816385"/>
                  </a:lnTo>
                  <a:lnTo>
                    <a:pt x="4285429" y="2819559"/>
                  </a:lnTo>
                  <a:lnTo>
                    <a:pt x="4359189" y="2822721"/>
                  </a:lnTo>
                  <a:lnTo>
                    <a:pt x="4432949" y="2825872"/>
                  </a:lnTo>
                  <a:lnTo>
                    <a:pt x="4506709" y="2829010"/>
                  </a:lnTo>
                  <a:lnTo>
                    <a:pt x="4580469" y="2832136"/>
                  </a:lnTo>
                  <a:lnTo>
                    <a:pt x="4654229" y="2835250"/>
                  </a:lnTo>
                  <a:lnTo>
                    <a:pt x="4727989" y="2838353"/>
                  </a:lnTo>
                  <a:lnTo>
                    <a:pt x="4801749" y="2841443"/>
                  </a:lnTo>
                  <a:lnTo>
                    <a:pt x="4875509" y="2844522"/>
                  </a:lnTo>
                  <a:lnTo>
                    <a:pt x="4949269" y="2847590"/>
                  </a:lnTo>
                  <a:lnTo>
                    <a:pt x="5023029" y="2850645"/>
                  </a:lnTo>
                  <a:lnTo>
                    <a:pt x="5096789" y="2853690"/>
                  </a:lnTo>
                  <a:lnTo>
                    <a:pt x="5170549" y="2856722"/>
                  </a:lnTo>
                  <a:lnTo>
                    <a:pt x="5244309" y="2859743"/>
                  </a:lnTo>
                  <a:lnTo>
                    <a:pt x="5318069" y="2862753"/>
                  </a:lnTo>
                  <a:lnTo>
                    <a:pt x="5391829" y="2865751"/>
                  </a:lnTo>
                  <a:lnTo>
                    <a:pt x="5465589" y="2868737"/>
                  </a:lnTo>
                  <a:lnTo>
                    <a:pt x="5539349" y="2871713"/>
                  </a:lnTo>
                  <a:lnTo>
                    <a:pt x="5613109" y="2874677"/>
                  </a:lnTo>
                  <a:lnTo>
                    <a:pt x="5686869" y="2877630"/>
                  </a:lnTo>
                  <a:lnTo>
                    <a:pt x="5760629" y="2880572"/>
                  </a:lnTo>
                  <a:lnTo>
                    <a:pt x="5834389" y="2883502"/>
                  </a:lnTo>
                  <a:lnTo>
                    <a:pt x="5908149" y="2886421"/>
                  </a:lnTo>
                  <a:lnTo>
                    <a:pt x="5981909" y="2889330"/>
                  </a:lnTo>
                  <a:lnTo>
                    <a:pt x="6055669" y="2892227"/>
                  </a:lnTo>
                  <a:lnTo>
                    <a:pt x="6129429" y="2895113"/>
                  </a:lnTo>
                  <a:lnTo>
                    <a:pt x="6203189" y="2897988"/>
                  </a:lnTo>
                  <a:lnTo>
                    <a:pt x="6276949" y="2900853"/>
                  </a:lnTo>
                  <a:lnTo>
                    <a:pt x="6350709" y="2903706"/>
                  </a:lnTo>
                  <a:lnTo>
                    <a:pt x="6424469" y="2906549"/>
                  </a:lnTo>
                  <a:lnTo>
                    <a:pt x="6498229" y="2909381"/>
                  </a:lnTo>
                  <a:lnTo>
                    <a:pt x="6571989" y="2912202"/>
                  </a:lnTo>
                  <a:lnTo>
                    <a:pt x="6645749" y="2915013"/>
                  </a:lnTo>
                  <a:lnTo>
                    <a:pt x="6719509" y="2917812"/>
                  </a:lnTo>
                  <a:lnTo>
                    <a:pt x="6793269" y="2920601"/>
                  </a:lnTo>
                  <a:lnTo>
                    <a:pt x="6867029" y="2923380"/>
                  </a:lnTo>
                  <a:lnTo>
                    <a:pt x="6940789" y="2926148"/>
                  </a:lnTo>
                  <a:lnTo>
                    <a:pt x="7014550" y="2928905"/>
                  </a:lnTo>
                  <a:lnTo>
                    <a:pt x="7088310" y="2931653"/>
                  </a:lnTo>
                  <a:lnTo>
                    <a:pt x="7162070" y="2934389"/>
                  </a:lnTo>
                  <a:lnTo>
                    <a:pt x="7235830" y="2937115"/>
                  </a:lnTo>
                  <a:lnTo>
                    <a:pt x="7235830" y="3613685"/>
                  </a:lnTo>
                  <a:lnTo>
                    <a:pt x="7162070" y="3611254"/>
                  </a:lnTo>
                  <a:lnTo>
                    <a:pt x="7088310" y="3608671"/>
                  </a:lnTo>
                  <a:lnTo>
                    <a:pt x="7014550" y="3605927"/>
                  </a:lnTo>
                  <a:lnTo>
                    <a:pt x="6940789" y="3603011"/>
                  </a:lnTo>
                  <a:lnTo>
                    <a:pt x="6867029" y="3599914"/>
                  </a:lnTo>
                  <a:lnTo>
                    <a:pt x="6793269" y="3596624"/>
                  </a:lnTo>
                  <a:lnTo>
                    <a:pt x="6719509" y="3593128"/>
                  </a:lnTo>
                  <a:lnTo>
                    <a:pt x="6645749" y="3589414"/>
                  </a:lnTo>
                  <a:lnTo>
                    <a:pt x="6571989" y="3585468"/>
                  </a:lnTo>
                  <a:lnTo>
                    <a:pt x="6498229" y="3581276"/>
                  </a:lnTo>
                  <a:lnTo>
                    <a:pt x="6424469" y="3576823"/>
                  </a:lnTo>
                  <a:lnTo>
                    <a:pt x="6350709" y="3572091"/>
                  </a:lnTo>
                  <a:lnTo>
                    <a:pt x="6276949" y="3567065"/>
                  </a:lnTo>
                  <a:lnTo>
                    <a:pt x="6203189" y="3561724"/>
                  </a:lnTo>
                  <a:lnTo>
                    <a:pt x="6129429" y="3556050"/>
                  </a:lnTo>
                  <a:lnTo>
                    <a:pt x="6055669" y="3550023"/>
                  </a:lnTo>
                  <a:lnTo>
                    <a:pt x="5981909" y="3543619"/>
                  </a:lnTo>
                  <a:lnTo>
                    <a:pt x="5908149" y="3536815"/>
                  </a:lnTo>
                  <a:lnTo>
                    <a:pt x="5834389" y="3529587"/>
                  </a:lnTo>
                  <a:lnTo>
                    <a:pt x="5760629" y="3521908"/>
                  </a:lnTo>
                  <a:lnTo>
                    <a:pt x="5686869" y="3513750"/>
                  </a:lnTo>
                  <a:lnTo>
                    <a:pt x="5613109" y="3505083"/>
                  </a:lnTo>
                  <a:lnTo>
                    <a:pt x="5539349" y="3495874"/>
                  </a:lnTo>
                  <a:lnTo>
                    <a:pt x="5465589" y="3486091"/>
                  </a:lnTo>
                  <a:lnTo>
                    <a:pt x="5391829" y="3475698"/>
                  </a:lnTo>
                  <a:lnTo>
                    <a:pt x="5318069" y="3464656"/>
                  </a:lnTo>
                  <a:lnTo>
                    <a:pt x="5244309" y="3452925"/>
                  </a:lnTo>
                  <a:lnTo>
                    <a:pt x="5170549" y="3440462"/>
                  </a:lnTo>
                  <a:lnTo>
                    <a:pt x="5096789" y="3427221"/>
                  </a:lnTo>
                  <a:lnTo>
                    <a:pt x="5023029" y="3413154"/>
                  </a:lnTo>
                  <a:lnTo>
                    <a:pt x="4949269" y="3398209"/>
                  </a:lnTo>
                  <a:lnTo>
                    <a:pt x="4875509" y="3382332"/>
                  </a:lnTo>
                  <a:lnTo>
                    <a:pt x="4801749" y="3365463"/>
                  </a:lnTo>
                  <a:lnTo>
                    <a:pt x="4727989" y="3347542"/>
                  </a:lnTo>
                  <a:lnTo>
                    <a:pt x="4654229" y="3328503"/>
                  </a:lnTo>
                  <a:lnTo>
                    <a:pt x="4580469" y="3308275"/>
                  </a:lnTo>
                  <a:lnTo>
                    <a:pt x="4506709" y="3286786"/>
                  </a:lnTo>
                  <a:lnTo>
                    <a:pt x="4432949" y="3263955"/>
                  </a:lnTo>
                  <a:lnTo>
                    <a:pt x="4359189" y="3239700"/>
                  </a:lnTo>
                  <a:lnTo>
                    <a:pt x="4285429" y="3213930"/>
                  </a:lnTo>
                  <a:lnTo>
                    <a:pt x="4211669" y="3186553"/>
                  </a:lnTo>
                  <a:lnTo>
                    <a:pt x="4137909" y="3157468"/>
                  </a:lnTo>
                  <a:lnTo>
                    <a:pt x="4064149" y="3126567"/>
                  </a:lnTo>
                  <a:lnTo>
                    <a:pt x="3990388" y="3093738"/>
                  </a:lnTo>
                  <a:lnTo>
                    <a:pt x="3916628" y="3058861"/>
                  </a:lnTo>
                  <a:lnTo>
                    <a:pt x="3842868" y="3021807"/>
                  </a:lnTo>
                  <a:lnTo>
                    <a:pt x="3769108" y="2982440"/>
                  </a:lnTo>
                  <a:lnTo>
                    <a:pt x="3695348" y="2940618"/>
                  </a:lnTo>
                  <a:lnTo>
                    <a:pt x="3621588" y="2896185"/>
                  </a:lnTo>
                  <a:lnTo>
                    <a:pt x="3547828" y="2848979"/>
                  </a:lnTo>
                  <a:lnTo>
                    <a:pt x="3474068" y="2798828"/>
                  </a:lnTo>
                  <a:lnTo>
                    <a:pt x="3400308" y="2780662"/>
                  </a:lnTo>
                  <a:lnTo>
                    <a:pt x="3326548" y="2777339"/>
                  </a:lnTo>
                  <a:lnTo>
                    <a:pt x="3252788" y="2774004"/>
                  </a:lnTo>
                  <a:lnTo>
                    <a:pt x="3179028" y="2770657"/>
                  </a:lnTo>
                  <a:lnTo>
                    <a:pt x="3105268" y="2767296"/>
                  </a:lnTo>
                  <a:lnTo>
                    <a:pt x="3031508" y="2763923"/>
                  </a:lnTo>
                  <a:lnTo>
                    <a:pt x="2957748" y="2760537"/>
                  </a:lnTo>
                  <a:lnTo>
                    <a:pt x="2883988" y="2757138"/>
                  </a:lnTo>
                  <a:lnTo>
                    <a:pt x="2810228" y="2753726"/>
                  </a:lnTo>
                  <a:lnTo>
                    <a:pt x="2736468" y="2750301"/>
                  </a:lnTo>
                  <a:lnTo>
                    <a:pt x="2662708" y="2746863"/>
                  </a:lnTo>
                  <a:lnTo>
                    <a:pt x="2588948" y="2743412"/>
                  </a:lnTo>
                  <a:lnTo>
                    <a:pt x="2515188" y="2739948"/>
                  </a:lnTo>
                  <a:lnTo>
                    <a:pt x="2441428" y="2736470"/>
                  </a:lnTo>
                  <a:lnTo>
                    <a:pt x="2367668" y="2732979"/>
                  </a:lnTo>
                  <a:lnTo>
                    <a:pt x="2293908" y="2729475"/>
                  </a:lnTo>
                  <a:lnTo>
                    <a:pt x="2220148" y="2725958"/>
                  </a:lnTo>
                  <a:lnTo>
                    <a:pt x="2146388" y="2722427"/>
                  </a:lnTo>
                  <a:lnTo>
                    <a:pt x="2072628" y="2718883"/>
                  </a:lnTo>
                  <a:lnTo>
                    <a:pt x="1998868" y="2715325"/>
                  </a:lnTo>
                  <a:lnTo>
                    <a:pt x="1925108" y="2711754"/>
                  </a:lnTo>
                  <a:lnTo>
                    <a:pt x="1851348" y="2708169"/>
                  </a:lnTo>
                  <a:lnTo>
                    <a:pt x="1777588" y="2704571"/>
                  </a:lnTo>
                  <a:lnTo>
                    <a:pt x="1703828" y="2700959"/>
                  </a:lnTo>
                  <a:lnTo>
                    <a:pt x="1630068" y="2697333"/>
                  </a:lnTo>
                  <a:lnTo>
                    <a:pt x="1556308" y="2693693"/>
                  </a:lnTo>
                  <a:lnTo>
                    <a:pt x="1482548" y="2690039"/>
                  </a:lnTo>
                  <a:lnTo>
                    <a:pt x="1408788" y="2686371"/>
                  </a:lnTo>
                  <a:lnTo>
                    <a:pt x="1335028" y="2682690"/>
                  </a:lnTo>
                  <a:lnTo>
                    <a:pt x="1261268" y="2678994"/>
                  </a:lnTo>
                  <a:lnTo>
                    <a:pt x="1187508" y="2675285"/>
                  </a:lnTo>
                  <a:lnTo>
                    <a:pt x="1113747" y="2671561"/>
                  </a:lnTo>
                  <a:lnTo>
                    <a:pt x="1039987" y="2667823"/>
                  </a:lnTo>
                  <a:lnTo>
                    <a:pt x="966227" y="2664071"/>
                  </a:lnTo>
                  <a:lnTo>
                    <a:pt x="892467" y="2660304"/>
                  </a:lnTo>
                  <a:lnTo>
                    <a:pt x="818707" y="2656523"/>
                  </a:lnTo>
                  <a:lnTo>
                    <a:pt x="744947" y="2652728"/>
                  </a:lnTo>
                  <a:lnTo>
                    <a:pt x="671187" y="2648918"/>
                  </a:lnTo>
                  <a:lnTo>
                    <a:pt x="597427" y="2645094"/>
                  </a:lnTo>
                  <a:lnTo>
                    <a:pt x="523667" y="2641255"/>
                  </a:lnTo>
                  <a:lnTo>
                    <a:pt x="449907" y="2637401"/>
                  </a:lnTo>
                  <a:lnTo>
                    <a:pt x="376147" y="2633533"/>
                  </a:lnTo>
                  <a:lnTo>
                    <a:pt x="302387" y="2629650"/>
                  </a:lnTo>
                  <a:lnTo>
                    <a:pt x="228627" y="2625753"/>
                  </a:lnTo>
                  <a:lnTo>
                    <a:pt x="154867" y="2621840"/>
                  </a:lnTo>
                  <a:lnTo>
                    <a:pt x="81107" y="2617913"/>
                  </a:lnTo>
                  <a:lnTo>
                    <a:pt x="7347" y="2613970"/>
                  </a:lnTo>
                  <a:lnTo>
                    <a:pt x="0" y="261357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20536" y="1896563"/>
              <a:ext cx="5532811" cy="2937115"/>
            </a:xfrm>
            <a:custGeom>
              <a:avLst/>
              <a:pathLst>
                <a:path w="5532811" h="2937115">
                  <a:moveTo>
                    <a:pt x="0" y="0"/>
                  </a:moveTo>
                  <a:lnTo>
                    <a:pt x="809" y="2499"/>
                  </a:lnTo>
                  <a:lnTo>
                    <a:pt x="74569" y="216901"/>
                  </a:lnTo>
                  <a:lnTo>
                    <a:pt x="148329" y="418709"/>
                  </a:lnTo>
                  <a:lnTo>
                    <a:pt x="222089" y="608664"/>
                  </a:lnTo>
                  <a:lnTo>
                    <a:pt x="295849" y="787461"/>
                  </a:lnTo>
                  <a:lnTo>
                    <a:pt x="369609" y="955755"/>
                  </a:lnTo>
                  <a:lnTo>
                    <a:pt x="443369" y="1114165"/>
                  </a:lnTo>
                  <a:lnTo>
                    <a:pt x="517129" y="1263270"/>
                  </a:lnTo>
                  <a:lnTo>
                    <a:pt x="590889" y="1403616"/>
                  </a:lnTo>
                  <a:lnTo>
                    <a:pt x="664649" y="1535720"/>
                  </a:lnTo>
                  <a:lnTo>
                    <a:pt x="738409" y="1660063"/>
                  </a:lnTo>
                  <a:lnTo>
                    <a:pt x="812169" y="1777103"/>
                  </a:lnTo>
                  <a:lnTo>
                    <a:pt x="885929" y="1887268"/>
                  </a:lnTo>
                  <a:lnTo>
                    <a:pt x="959689" y="1990963"/>
                  </a:lnTo>
                  <a:lnTo>
                    <a:pt x="1033449" y="2088566"/>
                  </a:lnTo>
                  <a:lnTo>
                    <a:pt x="1107209" y="2180437"/>
                  </a:lnTo>
                  <a:lnTo>
                    <a:pt x="1180969" y="2266911"/>
                  </a:lnTo>
                  <a:lnTo>
                    <a:pt x="1254729" y="2348306"/>
                  </a:lnTo>
                  <a:lnTo>
                    <a:pt x="1328489" y="2424920"/>
                  </a:lnTo>
                  <a:lnTo>
                    <a:pt x="1402249" y="2497034"/>
                  </a:lnTo>
                  <a:lnTo>
                    <a:pt x="1476010" y="2564912"/>
                  </a:lnTo>
                  <a:lnTo>
                    <a:pt x="1549770" y="2628803"/>
                  </a:lnTo>
                  <a:lnTo>
                    <a:pt x="1623530" y="2688941"/>
                  </a:lnTo>
                  <a:lnTo>
                    <a:pt x="1697290" y="2745547"/>
                  </a:lnTo>
                  <a:lnTo>
                    <a:pt x="1771050" y="2783971"/>
                  </a:lnTo>
                  <a:lnTo>
                    <a:pt x="1844810" y="2787268"/>
                  </a:lnTo>
                  <a:lnTo>
                    <a:pt x="1918570" y="2790553"/>
                  </a:lnTo>
                  <a:lnTo>
                    <a:pt x="1992330" y="2793825"/>
                  </a:lnTo>
                  <a:lnTo>
                    <a:pt x="2066090" y="2797085"/>
                  </a:lnTo>
                  <a:lnTo>
                    <a:pt x="2139850" y="2800332"/>
                  </a:lnTo>
                  <a:lnTo>
                    <a:pt x="2213610" y="2803567"/>
                  </a:lnTo>
                  <a:lnTo>
                    <a:pt x="2287370" y="2806790"/>
                  </a:lnTo>
                  <a:lnTo>
                    <a:pt x="2361130" y="2810001"/>
                  </a:lnTo>
                  <a:lnTo>
                    <a:pt x="2434890" y="2813199"/>
                  </a:lnTo>
                  <a:lnTo>
                    <a:pt x="2508650" y="2816385"/>
                  </a:lnTo>
                  <a:lnTo>
                    <a:pt x="2582410" y="2819559"/>
                  </a:lnTo>
                  <a:lnTo>
                    <a:pt x="2656170" y="2822721"/>
                  </a:lnTo>
                  <a:lnTo>
                    <a:pt x="2729930" y="2825872"/>
                  </a:lnTo>
                  <a:lnTo>
                    <a:pt x="2803690" y="2829010"/>
                  </a:lnTo>
                  <a:lnTo>
                    <a:pt x="2877450" y="2832136"/>
                  </a:lnTo>
                  <a:lnTo>
                    <a:pt x="2951210" y="2835250"/>
                  </a:lnTo>
                  <a:lnTo>
                    <a:pt x="3024970" y="2838353"/>
                  </a:lnTo>
                  <a:lnTo>
                    <a:pt x="3098730" y="2841443"/>
                  </a:lnTo>
                  <a:lnTo>
                    <a:pt x="3172490" y="2844522"/>
                  </a:lnTo>
                  <a:lnTo>
                    <a:pt x="3246250" y="2847590"/>
                  </a:lnTo>
                  <a:lnTo>
                    <a:pt x="3320010" y="2850645"/>
                  </a:lnTo>
                  <a:lnTo>
                    <a:pt x="3393770" y="2853690"/>
                  </a:lnTo>
                  <a:lnTo>
                    <a:pt x="3467530" y="2856722"/>
                  </a:lnTo>
                  <a:lnTo>
                    <a:pt x="3541290" y="2859743"/>
                  </a:lnTo>
                  <a:lnTo>
                    <a:pt x="3615050" y="2862753"/>
                  </a:lnTo>
                  <a:lnTo>
                    <a:pt x="3688810" y="2865751"/>
                  </a:lnTo>
                  <a:lnTo>
                    <a:pt x="3762570" y="2868737"/>
                  </a:lnTo>
                  <a:lnTo>
                    <a:pt x="3836330" y="2871713"/>
                  </a:lnTo>
                  <a:lnTo>
                    <a:pt x="3910090" y="2874677"/>
                  </a:lnTo>
                  <a:lnTo>
                    <a:pt x="3983850" y="2877630"/>
                  </a:lnTo>
                  <a:lnTo>
                    <a:pt x="4057610" y="2880572"/>
                  </a:lnTo>
                  <a:lnTo>
                    <a:pt x="4131370" y="2883502"/>
                  </a:lnTo>
                  <a:lnTo>
                    <a:pt x="4205130" y="2886421"/>
                  </a:lnTo>
                  <a:lnTo>
                    <a:pt x="4278890" y="2889330"/>
                  </a:lnTo>
                  <a:lnTo>
                    <a:pt x="4352651" y="2892227"/>
                  </a:lnTo>
                  <a:lnTo>
                    <a:pt x="4426411" y="2895113"/>
                  </a:lnTo>
                  <a:lnTo>
                    <a:pt x="4500171" y="2897988"/>
                  </a:lnTo>
                  <a:lnTo>
                    <a:pt x="4573931" y="2900853"/>
                  </a:lnTo>
                  <a:lnTo>
                    <a:pt x="4647691" y="2903706"/>
                  </a:lnTo>
                  <a:lnTo>
                    <a:pt x="4721451" y="2906549"/>
                  </a:lnTo>
                  <a:lnTo>
                    <a:pt x="4795211" y="2909381"/>
                  </a:lnTo>
                  <a:lnTo>
                    <a:pt x="4868971" y="2912202"/>
                  </a:lnTo>
                  <a:lnTo>
                    <a:pt x="4942731" y="2915013"/>
                  </a:lnTo>
                  <a:lnTo>
                    <a:pt x="5016491" y="2917812"/>
                  </a:lnTo>
                  <a:lnTo>
                    <a:pt x="5090251" y="2920601"/>
                  </a:lnTo>
                  <a:lnTo>
                    <a:pt x="5164011" y="2923380"/>
                  </a:lnTo>
                  <a:lnTo>
                    <a:pt x="5237771" y="2926148"/>
                  </a:lnTo>
                  <a:lnTo>
                    <a:pt x="5311531" y="2928905"/>
                  </a:lnTo>
                  <a:lnTo>
                    <a:pt x="5385291" y="2931653"/>
                  </a:lnTo>
                  <a:lnTo>
                    <a:pt x="5459051" y="2934389"/>
                  </a:lnTo>
                  <a:lnTo>
                    <a:pt x="5532811" y="29371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510140"/>
              <a:ext cx="7235830" cy="1000108"/>
            </a:xfrm>
            <a:custGeom>
              <a:avLst/>
              <a:pathLst>
                <a:path w="7235830" h="1000108">
                  <a:moveTo>
                    <a:pt x="7235830" y="1000108"/>
                  </a:moveTo>
                  <a:lnTo>
                    <a:pt x="7162070" y="997677"/>
                  </a:lnTo>
                  <a:lnTo>
                    <a:pt x="7088310" y="995094"/>
                  </a:lnTo>
                  <a:lnTo>
                    <a:pt x="7014550" y="992350"/>
                  </a:lnTo>
                  <a:lnTo>
                    <a:pt x="6940789" y="989435"/>
                  </a:lnTo>
                  <a:lnTo>
                    <a:pt x="6867029" y="986338"/>
                  </a:lnTo>
                  <a:lnTo>
                    <a:pt x="6793269" y="983047"/>
                  </a:lnTo>
                  <a:lnTo>
                    <a:pt x="6719509" y="979551"/>
                  </a:lnTo>
                  <a:lnTo>
                    <a:pt x="6645749" y="975837"/>
                  </a:lnTo>
                  <a:lnTo>
                    <a:pt x="6571989" y="971892"/>
                  </a:lnTo>
                  <a:lnTo>
                    <a:pt x="6498229" y="967700"/>
                  </a:lnTo>
                  <a:lnTo>
                    <a:pt x="6424469" y="963246"/>
                  </a:lnTo>
                  <a:lnTo>
                    <a:pt x="6350709" y="958515"/>
                  </a:lnTo>
                  <a:lnTo>
                    <a:pt x="6276949" y="953488"/>
                  </a:lnTo>
                  <a:lnTo>
                    <a:pt x="6203189" y="948148"/>
                  </a:lnTo>
                  <a:lnTo>
                    <a:pt x="6129429" y="942474"/>
                  </a:lnTo>
                  <a:lnTo>
                    <a:pt x="6055669" y="936446"/>
                  </a:lnTo>
                  <a:lnTo>
                    <a:pt x="5981909" y="930042"/>
                  </a:lnTo>
                  <a:lnTo>
                    <a:pt x="5908149" y="923239"/>
                  </a:lnTo>
                  <a:lnTo>
                    <a:pt x="5834389" y="916011"/>
                  </a:lnTo>
                  <a:lnTo>
                    <a:pt x="5760629" y="908332"/>
                  </a:lnTo>
                  <a:lnTo>
                    <a:pt x="5686869" y="900173"/>
                  </a:lnTo>
                  <a:lnTo>
                    <a:pt x="5613109" y="891506"/>
                  </a:lnTo>
                  <a:lnTo>
                    <a:pt x="5539349" y="882298"/>
                  </a:lnTo>
                  <a:lnTo>
                    <a:pt x="5465589" y="872515"/>
                  </a:lnTo>
                  <a:lnTo>
                    <a:pt x="5391829" y="862121"/>
                  </a:lnTo>
                  <a:lnTo>
                    <a:pt x="5318069" y="851079"/>
                  </a:lnTo>
                  <a:lnTo>
                    <a:pt x="5244309" y="839348"/>
                  </a:lnTo>
                  <a:lnTo>
                    <a:pt x="5170549" y="826885"/>
                  </a:lnTo>
                  <a:lnTo>
                    <a:pt x="5096789" y="813644"/>
                  </a:lnTo>
                  <a:lnTo>
                    <a:pt x="5023029" y="799577"/>
                  </a:lnTo>
                  <a:lnTo>
                    <a:pt x="4949269" y="784632"/>
                  </a:lnTo>
                  <a:lnTo>
                    <a:pt x="4875509" y="768755"/>
                  </a:lnTo>
                  <a:lnTo>
                    <a:pt x="4801749" y="751887"/>
                  </a:lnTo>
                  <a:lnTo>
                    <a:pt x="4727989" y="733966"/>
                  </a:lnTo>
                  <a:lnTo>
                    <a:pt x="4654229" y="714926"/>
                  </a:lnTo>
                  <a:lnTo>
                    <a:pt x="4580469" y="694699"/>
                  </a:lnTo>
                  <a:lnTo>
                    <a:pt x="4506709" y="673209"/>
                  </a:lnTo>
                  <a:lnTo>
                    <a:pt x="4432949" y="650378"/>
                  </a:lnTo>
                  <a:lnTo>
                    <a:pt x="4359189" y="626123"/>
                  </a:lnTo>
                  <a:lnTo>
                    <a:pt x="4285429" y="600354"/>
                  </a:lnTo>
                  <a:lnTo>
                    <a:pt x="4211669" y="572977"/>
                  </a:lnTo>
                  <a:lnTo>
                    <a:pt x="4137909" y="543891"/>
                  </a:lnTo>
                  <a:lnTo>
                    <a:pt x="4064149" y="512991"/>
                  </a:lnTo>
                  <a:lnTo>
                    <a:pt x="3990388" y="480162"/>
                  </a:lnTo>
                  <a:lnTo>
                    <a:pt x="3916628" y="445284"/>
                  </a:lnTo>
                  <a:lnTo>
                    <a:pt x="3842868" y="408230"/>
                  </a:lnTo>
                  <a:lnTo>
                    <a:pt x="3769108" y="368864"/>
                  </a:lnTo>
                  <a:lnTo>
                    <a:pt x="3695348" y="327041"/>
                  </a:lnTo>
                  <a:lnTo>
                    <a:pt x="3621588" y="282608"/>
                  </a:lnTo>
                  <a:lnTo>
                    <a:pt x="3547828" y="235403"/>
                  </a:lnTo>
                  <a:lnTo>
                    <a:pt x="3474068" y="185251"/>
                  </a:lnTo>
                  <a:lnTo>
                    <a:pt x="3400308" y="167085"/>
                  </a:lnTo>
                  <a:lnTo>
                    <a:pt x="3326548" y="163763"/>
                  </a:lnTo>
                  <a:lnTo>
                    <a:pt x="3252788" y="160428"/>
                  </a:lnTo>
                  <a:lnTo>
                    <a:pt x="3179028" y="157080"/>
                  </a:lnTo>
                  <a:lnTo>
                    <a:pt x="3105268" y="153720"/>
                  </a:lnTo>
                  <a:lnTo>
                    <a:pt x="3031508" y="150346"/>
                  </a:lnTo>
                  <a:lnTo>
                    <a:pt x="2957748" y="146960"/>
                  </a:lnTo>
                  <a:lnTo>
                    <a:pt x="2883988" y="143561"/>
                  </a:lnTo>
                  <a:lnTo>
                    <a:pt x="2810228" y="140149"/>
                  </a:lnTo>
                  <a:lnTo>
                    <a:pt x="2736468" y="136724"/>
                  </a:lnTo>
                  <a:lnTo>
                    <a:pt x="2662708" y="133286"/>
                  </a:lnTo>
                  <a:lnTo>
                    <a:pt x="2588948" y="129835"/>
                  </a:lnTo>
                  <a:lnTo>
                    <a:pt x="2515188" y="126371"/>
                  </a:lnTo>
                  <a:lnTo>
                    <a:pt x="2441428" y="122894"/>
                  </a:lnTo>
                  <a:lnTo>
                    <a:pt x="2367668" y="119403"/>
                  </a:lnTo>
                  <a:lnTo>
                    <a:pt x="2293908" y="115899"/>
                  </a:lnTo>
                  <a:lnTo>
                    <a:pt x="2220148" y="112381"/>
                  </a:lnTo>
                  <a:lnTo>
                    <a:pt x="2146388" y="108851"/>
                  </a:lnTo>
                  <a:lnTo>
                    <a:pt x="2072628" y="105307"/>
                  </a:lnTo>
                  <a:lnTo>
                    <a:pt x="1998868" y="101749"/>
                  </a:lnTo>
                  <a:lnTo>
                    <a:pt x="1925108" y="98178"/>
                  </a:lnTo>
                  <a:lnTo>
                    <a:pt x="1851348" y="94593"/>
                  </a:lnTo>
                  <a:lnTo>
                    <a:pt x="1777588" y="90994"/>
                  </a:lnTo>
                  <a:lnTo>
                    <a:pt x="1703828" y="87382"/>
                  </a:lnTo>
                  <a:lnTo>
                    <a:pt x="1630068" y="83756"/>
                  </a:lnTo>
                  <a:lnTo>
                    <a:pt x="1556308" y="80116"/>
                  </a:lnTo>
                  <a:lnTo>
                    <a:pt x="1482548" y="76462"/>
                  </a:lnTo>
                  <a:lnTo>
                    <a:pt x="1408788" y="72795"/>
                  </a:lnTo>
                  <a:lnTo>
                    <a:pt x="1335028" y="69113"/>
                  </a:lnTo>
                  <a:lnTo>
                    <a:pt x="1261268" y="65418"/>
                  </a:lnTo>
                  <a:lnTo>
                    <a:pt x="1187508" y="61708"/>
                  </a:lnTo>
                  <a:lnTo>
                    <a:pt x="1113747" y="57984"/>
                  </a:lnTo>
                  <a:lnTo>
                    <a:pt x="1039987" y="54246"/>
                  </a:lnTo>
                  <a:lnTo>
                    <a:pt x="966227" y="50494"/>
                  </a:lnTo>
                  <a:lnTo>
                    <a:pt x="892467" y="46727"/>
                  </a:lnTo>
                  <a:lnTo>
                    <a:pt x="818707" y="42946"/>
                  </a:lnTo>
                  <a:lnTo>
                    <a:pt x="744947" y="39151"/>
                  </a:lnTo>
                  <a:lnTo>
                    <a:pt x="671187" y="35341"/>
                  </a:lnTo>
                  <a:lnTo>
                    <a:pt x="597427" y="31517"/>
                  </a:lnTo>
                  <a:lnTo>
                    <a:pt x="523667" y="27678"/>
                  </a:lnTo>
                  <a:lnTo>
                    <a:pt x="449907" y="23825"/>
                  </a:lnTo>
                  <a:lnTo>
                    <a:pt x="376147" y="19957"/>
                  </a:lnTo>
                  <a:lnTo>
                    <a:pt x="302387" y="16074"/>
                  </a:lnTo>
                  <a:lnTo>
                    <a:pt x="228627" y="12176"/>
                  </a:lnTo>
                  <a:lnTo>
                    <a:pt x="154867" y="8264"/>
                  </a:lnTo>
                  <a:lnTo>
                    <a:pt x="81107" y="4336"/>
                  </a:lnTo>
                  <a:lnTo>
                    <a:pt x="7347" y="39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78677" y="1896563"/>
              <a:ext cx="7074670" cy="3485682"/>
            </a:xfrm>
            <a:custGeom>
              <a:avLst/>
              <a:pathLst>
                <a:path w="7074670" h="3485682">
                  <a:moveTo>
                    <a:pt x="0" y="0"/>
                  </a:moveTo>
                  <a:lnTo>
                    <a:pt x="67467" y="106051"/>
                  </a:lnTo>
                  <a:lnTo>
                    <a:pt x="141227" y="218323"/>
                  </a:lnTo>
                  <a:lnTo>
                    <a:pt x="214987" y="327041"/>
                  </a:lnTo>
                  <a:lnTo>
                    <a:pt x="288747" y="432318"/>
                  </a:lnTo>
                  <a:lnTo>
                    <a:pt x="362507" y="534261"/>
                  </a:lnTo>
                  <a:lnTo>
                    <a:pt x="436267" y="632978"/>
                  </a:lnTo>
                  <a:lnTo>
                    <a:pt x="510027" y="728569"/>
                  </a:lnTo>
                  <a:lnTo>
                    <a:pt x="583787" y="821135"/>
                  </a:lnTo>
                  <a:lnTo>
                    <a:pt x="657547" y="910770"/>
                  </a:lnTo>
                  <a:lnTo>
                    <a:pt x="731307" y="997568"/>
                  </a:lnTo>
                  <a:lnTo>
                    <a:pt x="805067" y="1081618"/>
                  </a:lnTo>
                  <a:lnTo>
                    <a:pt x="878827" y="1163007"/>
                  </a:lnTo>
                  <a:lnTo>
                    <a:pt x="952587" y="1241820"/>
                  </a:lnTo>
                  <a:lnTo>
                    <a:pt x="1026347" y="1318138"/>
                  </a:lnTo>
                  <a:lnTo>
                    <a:pt x="1100108" y="1392039"/>
                  </a:lnTo>
                  <a:lnTo>
                    <a:pt x="1173868" y="1463602"/>
                  </a:lnTo>
                  <a:lnTo>
                    <a:pt x="1247628" y="1532899"/>
                  </a:lnTo>
                  <a:lnTo>
                    <a:pt x="1321388" y="1600002"/>
                  </a:lnTo>
                  <a:lnTo>
                    <a:pt x="1395148" y="1664981"/>
                  </a:lnTo>
                  <a:lnTo>
                    <a:pt x="1468908" y="1727903"/>
                  </a:lnTo>
                  <a:lnTo>
                    <a:pt x="1542668" y="1788834"/>
                  </a:lnTo>
                  <a:lnTo>
                    <a:pt x="1616428" y="1847835"/>
                  </a:lnTo>
                  <a:lnTo>
                    <a:pt x="1690188" y="1904969"/>
                  </a:lnTo>
                  <a:lnTo>
                    <a:pt x="1763948" y="1960294"/>
                  </a:lnTo>
                  <a:lnTo>
                    <a:pt x="1837708" y="2013867"/>
                  </a:lnTo>
                  <a:lnTo>
                    <a:pt x="1911468" y="2065745"/>
                  </a:lnTo>
                  <a:lnTo>
                    <a:pt x="1985228" y="2115980"/>
                  </a:lnTo>
                  <a:lnTo>
                    <a:pt x="2058988" y="2164625"/>
                  </a:lnTo>
                  <a:lnTo>
                    <a:pt x="2132748" y="2211731"/>
                  </a:lnTo>
                  <a:lnTo>
                    <a:pt x="2206508" y="2257345"/>
                  </a:lnTo>
                  <a:lnTo>
                    <a:pt x="2280268" y="2301515"/>
                  </a:lnTo>
                  <a:lnTo>
                    <a:pt x="2354028" y="2344286"/>
                  </a:lnTo>
                  <a:lnTo>
                    <a:pt x="2427788" y="2385704"/>
                  </a:lnTo>
                  <a:lnTo>
                    <a:pt x="2501548" y="2425811"/>
                  </a:lnTo>
                  <a:lnTo>
                    <a:pt x="2575308" y="2464648"/>
                  </a:lnTo>
                  <a:lnTo>
                    <a:pt x="2649068" y="2502256"/>
                  </a:lnTo>
                  <a:lnTo>
                    <a:pt x="2722828" y="2538673"/>
                  </a:lnTo>
                  <a:lnTo>
                    <a:pt x="2796588" y="2573937"/>
                  </a:lnTo>
                  <a:lnTo>
                    <a:pt x="2870348" y="2608085"/>
                  </a:lnTo>
                  <a:lnTo>
                    <a:pt x="2944108" y="2641152"/>
                  </a:lnTo>
                  <a:lnTo>
                    <a:pt x="3017868" y="2673172"/>
                  </a:lnTo>
                  <a:lnTo>
                    <a:pt x="3091628" y="2704178"/>
                  </a:lnTo>
                  <a:lnTo>
                    <a:pt x="3165388" y="2734203"/>
                  </a:lnTo>
                  <a:lnTo>
                    <a:pt x="3239148" y="2763278"/>
                  </a:lnTo>
                  <a:lnTo>
                    <a:pt x="3312908" y="2791432"/>
                  </a:lnTo>
                  <a:lnTo>
                    <a:pt x="3386668" y="2818694"/>
                  </a:lnTo>
                  <a:lnTo>
                    <a:pt x="3460428" y="2845094"/>
                  </a:lnTo>
                  <a:lnTo>
                    <a:pt x="3534188" y="2870658"/>
                  </a:lnTo>
                  <a:lnTo>
                    <a:pt x="3607948" y="2895413"/>
                  </a:lnTo>
                  <a:lnTo>
                    <a:pt x="3681708" y="2919384"/>
                  </a:lnTo>
                  <a:lnTo>
                    <a:pt x="3755468" y="2942597"/>
                  </a:lnTo>
                  <a:lnTo>
                    <a:pt x="3829228" y="2965074"/>
                  </a:lnTo>
                  <a:lnTo>
                    <a:pt x="3902988" y="2986840"/>
                  </a:lnTo>
                  <a:lnTo>
                    <a:pt x="3976748" y="3007917"/>
                  </a:lnTo>
                  <a:lnTo>
                    <a:pt x="4050509" y="3028326"/>
                  </a:lnTo>
                  <a:lnTo>
                    <a:pt x="4124269" y="3048090"/>
                  </a:lnTo>
                  <a:lnTo>
                    <a:pt x="4198029" y="3067228"/>
                  </a:lnTo>
                  <a:lnTo>
                    <a:pt x="4271789" y="3085760"/>
                  </a:lnTo>
                  <a:lnTo>
                    <a:pt x="4345549" y="3103706"/>
                  </a:lnTo>
                  <a:lnTo>
                    <a:pt x="4419309" y="3121083"/>
                  </a:lnTo>
                  <a:lnTo>
                    <a:pt x="4493069" y="3137910"/>
                  </a:lnTo>
                  <a:lnTo>
                    <a:pt x="4566829" y="3154205"/>
                  </a:lnTo>
                  <a:lnTo>
                    <a:pt x="4640589" y="3169983"/>
                  </a:lnTo>
                  <a:lnTo>
                    <a:pt x="4714349" y="3185263"/>
                  </a:lnTo>
                  <a:lnTo>
                    <a:pt x="4788109" y="3200058"/>
                  </a:lnTo>
                  <a:lnTo>
                    <a:pt x="4861869" y="3214385"/>
                  </a:lnTo>
                  <a:lnTo>
                    <a:pt x="4935629" y="3228259"/>
                  </a:lnTo>
                  <a:lnTo>
                    <a:pt x="5009389" y="3241694"/>
                  </a:lnTo>
                  <a:lnTo>
                    <a:pt x="5083149" y="3254703"/>
                  </a:lnTo>
                  <a:lnTo>
                    <a:pt x="5156909" y="3267300"/>
                  </a:lnTo>
                  <a:lnTo>
                    <a:pt x="5230669" y="3279499"/>
                  </a:lnTo>
                  <a:lnTo>
                    <a:pt x="5304429" y="3291311"/>
                  </a:lnTo>
                  <a:lnTo>
                    <a:pt x="5378189" y="3302749"/>
                  </a:lnTo>
                  <a:lnTo>
                    <a:pt x="5451949" y="3313826"/>
                  </a:lnTo>
                  <a:lnTo>
                    <a:pt x="5525709" y="3324552"/>
                  </a:lnTo>
                  <a:lnTo>
                    <a:pt x="5599469" y="3334938"/>
                  </a:lnTo>
                  <a:lnTo>
                    <a:pt x="5673229" y="3344995"/>
                  </a:lnTo>
                  <a:lnTo>
                    <a:pt x="5746989" y="3354734"/>
                  </a:lnTo>
                  <a:lnTo>
                    <a:pt x="5820749" y="3364165"/>
                  </a:lnTo>
                  <a:lnTo>
                    <a:pt x="5894509" y="3373297"/>
                  </a:lnTo>
                  <a:lnTo>
                    <a:pt x="5968269" y="3382140"/>
                  </a:lnTo>
                  <a:lnTo>
                    <a:pt x="6042029" y="3390703"/>
                  </a:lnTo>
                  <a:lnTo>
                    <a:pt x="6115789" y="3398995"/>
                  </a:lnTo>
                  <a:lnTo>
                    <a:pt x="6189549" y="3407025"/>
                  </a:lnTo>
                  <a:lnTo>
                    <a:pt x="6263309" y="3414800"/>
                  </a:lnTo>
                  <a:lnTo>
                    <a:pt x="6337069" y="3422329"/>
                  </a:lnTo>
                  <a:lnTo>
                    <a:pt x="6410829" y="3429620"/>
                  </a:lnTo>
                  <a:lnTo>
                    <a:pt x="6484589" y="3436680"/>
                  </a:lnTo>
                  <a:lnTo>
                    <a:pt x="6558349" y="3443517"/>
                  </a:lnTo>
                  <a:lnTo>
                    <a:pt x="6632109" y="3450137"/>
                  </a:lnTo>
                  <a:lnTo>
                    <a:pt x="6705869" y="3456548"/>
                  </a:lnTo>
                  <a:lnTo>
                    <a:pt x="6779629" y="3462756"/>
                  </a:lnTo>
                  <a:lnTo>
                    <a:pt x="6853389" y="3468767"/>
                  </a:lnTo>
                  <a:lnTo>
                    <a:pt x="6927150" y="3474588"/>
                  </a:lnTo>
                  <a:lnTo>
                    <a:pt x="7000910" y="3480224"/>
                  </a:lnTo>
                  <a:lnTo>
                    <a:pt x="7074670" y="34856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8435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2026-05-21T09:01:16Z</dcterms:modified>
  <cp:category/>
</cp:coreProperties>
</file>