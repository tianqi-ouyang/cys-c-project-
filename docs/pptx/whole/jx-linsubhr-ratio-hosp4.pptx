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3793"/>
            </a:xfrm>
            <a:custGeom>
              <a:avLst/>
              <a:pathLst>
                <a:path w="6964104" h="1243793">
                  <a:moveTo>
                    <a:pt x="1687495" y="0"/>
                  </a:moveTo>
                  <a:lnTo>
                    <a:pt x="1688267" y="860"/>
                  </a:lnTo>
                  <a:lnTo>
                    <a:pt x="1758612" y="74655"/>
                  </a:lnTo>
                  <a:lnTo>
                    <a:pt x="1828956" y="144115"/>
                  </a:lnTo>
                  <a:lnTo>
                    <a:pt x="1899301" y="209495"/>
                  </a:lnTo>
                  <a:lnTo>
                    <a:pt x="1969645" y="271036"/>
                  </a:lnTo>
                  <a:lnTo>
                    <a:pt x="2039990" y="328961"/>
                  </a:lnTo>
                  <a:lnTo>
                    <a:pt x="2110334" y="383484"/>
                  </a:lnTo>
                  <a:lnTo>
                    <a:pt x="2180679" y="434804"/>
                  </a:lnTo>
                  <a:lnTo>
                    <a:pt x="2251023" y="483110"/>
                  </a:lnTo>
                  <a:lnTo>
                    <a:pt x="2321368" y="528578"/>
                  </a:lnTo>
                  <a:lnTo>
                    <a:pt x="2391712" y="571376"/>
                  </a:lnTo>
                  <a:lnTo>
                    <a:pt x="2462057" y="611660"/>
                  </a:lnTo>
                  <a:lnTo>
                    <a:pt x="2532401" y="649578"/>
                  </a:lnTo>
                  <a:lnTo>
                    <a:pt x="2602746" y="685268"/>
                  </a:lnTo>
                  <a:lnTo>
                    <a:pt x="2673090" y="718863"/>
                  </a:lnTo>
                  <a:lnTo>
                    <a:pt x="2743435" y="750484"/>
                  </a:lnTo>
                  <a:lnTo>
                    <a:pt x="2813779" y="780247"/>
                  </a:lnTo>
                  <a:lnTo>
                    <a:pt x="2884124" y="808262"/>
                  </a:lnTo>
                  <a:lnTo>
                    <a:pt x="2954468" y="834632"/>
                  </a:lnTo>
                  <a:lnTo>
                    <a:pt x="3024813" y="859453"/>
                  </a:lnTo>
                  <a:lnTo>
                    <a:pt x="3095157" y="882816"/>
                  </a:lnTo>
                  <a:lnTo>
                    <a:pt x="3165502" y="904807"/>
                  </a:lnTo>
                  <a:lnTo>
                    <a:pt x="3235846" y="925506"/>
                  </a:lnTo>
                  <a:lnTo>
                    <a:pt x="3306191" y="944989"/>
                  </a:lnTo>
                  <a:lnTo>
                    <a:pt x="3376535" y="958214"/>
                  </a:lnTo>
                  <a:lnTo>
                    <a:pt x="3446880" y="959349"/>
                  </a:lnTo>
                  <a:lnTo>
                    <a:pt x="3517224" y="960479"/>
                  </a:lnTo>
                  <a:lnTo>
                    <a:pt x="3587569" y="961605"/>
                  </a:lnTo>
                  <a:lnTo>
                    <a:pt x="3657913" y="962727"/>
                  </a:lnTo>
                  <a:lnTo>
                    <a:pt x="3728257" y="963845"/>
                  </a:lnTo>
                  <a:lnTo>
                    <a:pt x="3798602" y="964959"/>
                  </a:lnTo>
                  <a:lnTo>
                    <a:pt x="3868946" y="966068"/>
                  </a:lnTo>
                  <a:lnTo>
                    <a:pt x="3939291" y="967173"/>
                  </a:lnTo>
                  <a:lnTo>
                    <a:pt x="4009635" y="968274"/>
                  </a:lnTo>
                  <a:lnTo>
                    <a:pt x="4079980" y="969370"/>
                  </a:lnTo>
                  <a:lnTo>
                    <a:pt x="4150324" y="970463"/>
                  </a:lnTo>
                  <a:lnTo>
                    <a:pt x="4220669" y="971551"/>
                  </a:lnTo>
                  <a:lnTo>
                    <a:pt x="4291013" y="972635"/>
                  </a:lnTo>
                  <a:lnTo>
                    <a:pt x="4361358" y="973716"/>
                  </a:lnTo>
                  <a:lnTo>
                    <a:pt x="4431702" y="974792"/>
                  </a:lnTo>
                  <a:lnTo>
                    <a:pt x="4502047" y="975864"/>
                  </a:lnTo>
                  <a:lnTo>
                    <a:pt x="4572391" y="976931"/>
                  </a:lnTo>
                  <a:lnTo>
                    <a:pt x="4642736" y="977995"/>
                  </a:lnTo>
                  <a:lnTo>
                    <a:pt x="4713080" y="979055"/>
                  </a:lnTo>
                  <a:lnTo>
                    <a:pt x="4783425" y="980111"/>
                  </a:lnTo>
                  <a:lnTo>
                    <a:pt x="4853769" y="981162"/>
                  </a:lnTo>
                  <a:lnTo>
                    <a:pt x="4924114" y="982210"/>
                  </a:lnTo>
                  <a:lnTo>
                    <a:pt x="4994458" y="983254"/>
                  </a:lnTo>
                  <a:lnTo>
                    <a:pt x="5064803" y="984294"/>
                  </a:lnTo>
                  <a:lnTo>
                    <a:pt x="5135147" y="985330"/>
                  </a:lnTo>
                  <a:lnTo>
                    <a:pt x="5205492" y="986361"/>
                  </a:lnTo>
                  <a:lnTo>
                    <a:pt x="5275836" y="987390"/>
                  </a:lnTo>
                  <a:lnTo>
                    <a:pt x="5346181" y="988414"/>
                  </a:lnTo>
                  <a:lnTo>
                    <a:pt x="5416525" y="989434"/>
                  </a:lnTo>
                  <a:lnTo>
                    <a:pt x="5486870" y="990450"/>
                  </a:lnTo>
                  <a:lnTo>
                    <a:pt x="5557214" y="991463"/>
                  </a:lnTo>
                  <a:lnTo>
                    <a:pt x="5627559" y="992471"/>
                  </a:lnTo>
                  <a:lnTo>
                    <a:pt x="5697903" y="993476"/>
                  </a:lnTo>
                  <a:lnTo>
                    <a:pt x="5768248" y="994477"/>
                  </a:lnTo>
                  <a:lnTo>
                    <a:pt x="5838592" y="995474"/>
                  </a:lnTo>
                  <a:lnTo>
                    <a:pt x="5908937" y="996468"/>
                  </a:lnTo>
                  <a:lnTo>
                    <a:pt x="5979281" y="997457"/>
                  </a:lnTo>
                  <a:lnTo>
                    <a:pt x="6049626" y="998443"/>
                  </a:lnTo>
                  <a:lnTo>
                    <a:pt x="6119970" y="999425"/>
                  </a:lnTo>
                  <a:lnTo>
                    <a:pt x="6190315" y="1000404"/>
                  </a:lnTo>
                  <a:lnTo>
                    <a:pt x="6260659" y="1001379"/>
                  </a:lnTo>
                  <a:lnTo>
                    <a:pt x="6331004" y="1002350"/>
                  </a:lnTo>
                  <a:lnTo>
                    <a:pt x="6401348" y="1003317"/>
                  </a:lnTo>
                  <a:lnTo>
                    <a:pt x="6471693" y="1004281"/>
                  </a:lnTo>
                  <a:lnTo>
                    <a:pt x="6542037" y="1005241"/>
                  </a:lnTo>
                  <a:lnTo>
                    <a:pt x="6612382" y="1006197"/>
                  </a:lnTo>
                  <a:lnTo>
                    <a:pt x="6682726" y="1007150"/>
                  </a:lnTo>
                  <a:lnTo>
                    <a:pt x="6753071" y="1008099"/>
                  </a:lnTo>
                  <a:lnTo>
                    <a:pt x="6823415" y="1009044"/>
                  </a:lnTo>
                  <a:lnTo>
                    <a:pt x="6893760" y="1009986"/>
                  </a:lnTo>
                  <a:lnTo>
                    <a:pt x="6964104" y="1010924"/>
                  </a:lnTo>
                  <a:lnTo>
                    <a:pt x="6964104" y="1243793"/>
                  </a:lnTo>
                  <a:lnTo>
                    <a:pt x="6893760" y="1242956"/>
                  </a:lnTo>
                  <a:lnTo>
                    <a:pt x="6823415" y="1242067"/>
                  </a:lnTo>
                  <a:lnTo>
                    <a:pt x="6753071" y="1241122"/>
                  </a:lnTo>
                  <a:lnTo>
                    <a:pt x="6682726" y="1240119"/>
                  </a:lnTo>
                  <a:lnTo>
                    <a:pt x="6612382" y="1239053"/>
                  </a:lnTo>
                  <a:lnTo>
                    <a:pt x="6542037" y="1237920"/>
                  </a:lnTo>
                  <a:lnTo>
                    <a:pt x="6471693" y="1236717"/>
                  </a:lnTo>
                  <a:lnTo>
                    <a:pt x="6401348" y="1235439"/>
                  </a:lnTo>
                  <a:lnTo>
                    <a:pt x="6331004" y="1234081"/>
                  </a:lnTo>
                  <a:lnTo>
                    <a:pt x="6260659" y="1232638"/>
                  </a:lnTo>
                  <a:lnTo>
                    <a:pt x="6190315" y="1231105"/>
                  </a:lnTo>
                  <a:lnTo>
                    <a:pt x="6119970" y="1229477"/>
                  </a:lnTo>
                  <a:lnTo>
                    <a:pt x="6049626" y="1227746"/>
                  </a:lnTo>
                  <a:lnTo>
                    <a:pt x="5979281" y="1225908"/>
                  </a:lnTo>
                  <a:lnTo>
                    <a:pt x="5908937" y="1223956"/>
                  </a:lnTo>
                  <a:lnTo>
                    <a:pt x="5838592" y="1221881"/>
                  </a:lnTo>
                  <a:lnTo>
                    <a:pt x="5768248" y="1219677"/>
                  </a:lnTo>
                  <a:lnTo>
                    <a:pt x="5697903" y="1217335"/>
                  </a:lnTo>
                  <a:lnTo>
                    <a:pt x="5627559" y="1214847"/>
                  </a:lnTo>
                  <a:lnTo>
                    <a:pt x="5557214" y="1212204"/>
                  </a:lnTo>
                  <a:lnTo>
                    <a:pt x="5486870" y="1209396"/>
                  </a:lnTo>
                  <a:lnTo>
                    <a:pt x="5416525" y="1206413"/>
                  </a:lnTo>
                  <a:lnTo>
                    <a:pt x="5346181" y="1203244"/>
                  </a:lnTo>
                  <a:lnTo>
                    <a:pt x="5275836" y="1199876"/>
                  </a:lnTo>
                  <a:lnTo>
                    <a:pt x="5205492" y="1196299"/>
                  </a:lnTo>
                  <a:lnTo>
                    <a:pt x="5135147" y="1192499"/>
                  </a:lnTo>
                  <a:lnTo>
                    <a:pt x="5064803" y="1188461"/>
                  </a:lnTo>
                  <a:lnTo>
                    <a:pt x="4994458" y="1184171"/>
                  </a:lnTo>
                  <a:lnTo>
                    <a:pt x="4924114" y="1179614"/>
                  </a:lnTo>
                  <a:lnTo>
                    <a:pt x="4853769" y="1174772"/>
                  </a:lnTo>
                  <a:lnTo>
                    <a:pt x="4783425" y="1169628"/>
                  </a:lnTo>
                  <a:lnTo>
                    <a:pt x="4713080" y="1164163"/>
                  </a:lnTo>
                  <a:lnTo>
                    <a:pt x="4642736" y="1158357"/>
                  </a:lnTo>
                  <a:lnTo>
                    <a:pt x="4572391" y="1152189"/>
                  </a:lnTo>
                  <a:lnTo>
                    <a:pt x="4502047" y="1145636"/>
                  </a:lnTo>
                  <a:lnTo>
                    <a:pt x="4431702" y="1138674"/>
                  </a:lnTo>
                  <a:lnTo>
                    <a:pt x="4361358" y="1131277"/>
                  </a:lnTo>
                  <a:lnTo>
                    <a:pt x="4291013" y="1123419"/>
                  </a:lnTo>
                  <a:lnTo>
                    <a:pt x="4220669" y="1115071"/>
                  </a:lnTo>
                  <a:lnTo>
                    <a:pt x="4150324" y="1106201"/>
                  </a:lnTo>
                  <a:lnTo>
                    <a:pt x="4079980" y="1096778"/>
                  </a:lnTo>
                  <a:lnTo>
                    <a:pt x="4009635" y="1086767"/>
                  </a:lnTo>
                  <a:lnTo>
                    <a:pt x="3939291" y="1076132"/>
                  </a:lnTo>
                  <a:lnTo>
                    <a:pt x="3868946" y="1064832"/>
                  </a:lnTo>
                  <a:lnTo>
                    <a:pt x="3798602" y="1052828"/>
                  </a:lnTo>
                  <a:lnTo>
                    <a:pt x="3728257" y="1040074"/>
                  </a:lnTo>
                  <a:lnTo>
                    <a:pt x="3657913" y="1026525"/>
                  </a:lnTo>
                  <a:lnTo>
                    <a:pt x="3587569" y="1012130"/>
                  </a:lnTo>
                  <a:lnTo>
                    <a:pt x="3517224" y="996837"/>
                  </a:lnTo>
                  <a:lnTo>
                    <a:pt x="3446880" y="980589"/>
                  </a:lnTo>
                  <a:lnTo>
                    <a:pt x="3376535" y="963327"/>
                  </a:lnTo>
                  <a:lnTo>
                    <a:pt x="3306191" y="957075"/>
                  </a:lnTo>
                  <a:lnTo>
                    <a:pt x="3235846" y="955931"/>
                  </a:lnTo>
                  <a:lnTo>
                    <a:pt x="3165502" y="954783"/>
                  </a:lnTo>
                  <a:lnTo>
                    <a:pt x="3095157" y="953631"/>
                  </a:lnTo>
                  <a:lnTo>
                    <a:pt x="3024813" y="952474"/>
                  </a:lnTo>
                  <a:lnTo>
                    <a:pt x="2954468" y="951313"/>
                  </a:lnTo>
                  <a:lnTo>
                    <a:pt x="2884124" y="950148"/>
                  </a:lnTo>
                  <a:lnTo>
                    <a:pt x="2813779" y="948978"/>
                  </a:lnTo>
                  <a:lnTo>
                    <a:pt x="2743435" y="947804"/>
                  </a:lnTo>
                  <a:lnTo>
                    <a:pt x="2673090" y="946625"/>
                  </a:lnTo>
                  <a:lnTo>
                    <a:pt x="2602746" y="945442"/>
                  </a:lnTo>
                  <a:lnTo>
                    <a:pt x="2532401" y="944254"/>
                  </a:lnTo>
                  <a:lnTo>
                    <a:pt x="2462057" y="943061"/>
                  </a:lnTo>
                  <a:lnTo>
                    <a:pt x="2391712" y="941864"/>
                  </a:lnTo>
                  <a:lnTo>
                    <a:pt x="2321368" y="940663"/>
                  </a:lnTo>
                  <a:lnTo>
                    <a:pt x="2251023" y="939457"/>
                  </a:lnTo>
                  <a:lnTo>
                    <a:pt x="2180679" y="938246"/>
                  </a:lnTo>
                  <a:lnTo>
                    <a:pt x="2110334" y="937031"/>
                  </a:lnTo>
                  <a:lnTo>
                    <a:pt x="2039990" y="935811"/>
                  </a:lnTo>
                  <a:lnTo>
                    <a:pt x="1969645" y="934587"/>
                  </a:lnTo>
                  <a:lnTo>
                    <a:pt x="1899301" y="933357"/>
                  </a:lnTo>
                  <a:lnTo>
                    <a:pt x="1828956" y="932124"/>
                  </a:lnTo>
                  <a:lnTo>
                    <a:pt x="1758612" y="930885"/>
                  </a:lnTo>
                  <a:lnTo>
                    <a:pt x="1688267" y="929642"/>
                  </a:lnTo>
                  <a:lnTo>
                    <a:pt x="1617923" y="928394"/>
                  </a:lnTo>
                  <a:lnTo>
                    <a:pt x="1547578" y="927141"/>
                  </a:lnTo>
                  <a:lnTo>
                    <a:pt x="1477234" y="925883"/>
                  </a:lnTo>
                  <a:lnTo>
                    <a:pt x="1406889" y="924621"/>
                  </a:lnTo>
                  <a:lnTo>
                    <a:pt x="1336545" y="923354"/>
                  </a:lnTo>
                  <a:lnTo>
                    <a:pt x="1266200" y="922082"/>
                  </a:lnTo>
                  <a:lnTo>
                    <a:pt x="1195856" y="920805"/>
                  </a:lnTo>
                  <a:lnTo>
                    <a:pt x="1125511" y="919523"/>
                  </a:lnTo>
                  <a:lnTo>
                    <a:pt x="1055167" y="918237"/>
                  </a:lnTo>
                  <a:lnTo>
                    <a:pt x="984822" y="916945"/>
                  </a:lnTo>
                  <a:lnTo>
                    <a:pt x="914478" y="915649"/>
                  </a:lnTo>
                  <a:lnTo>
                    <a:pt x="844133" y="914348"/>
                  </a:lnTo>
                  <a:lnTo>
                    <a:pt x="773789" y="913041"/>
                  </a:lnTo>
                  <a:lnTo>
                    <a:pt x="703444" y="911730"/>
                  </a:lnTo>
                  <a:lnTo>
                    <a:pt x="633100" y="910414"/>
                  </a:lnTo>
                  <a:lnTo>
                    <a:pt x="562755" y="909092"/>
                  </a:lnTo>
                  <a:lnTo>
                    <a:pt x="492411" y="907766"/>
                  </a:lnTo>
                  <a:lnTo>
                    <a:pt x="422066" y="906435"/>
                  </a:lnTo>
                  <a:lnTo>
                    <a:pt x="351722" y="905098"/>
                  </a:lnTo>
                  <a:lnTo>
                    <a:pt x="281377" y="903757"/>
                  </a:lnTo>
                  <a:lnTo>
                    <a:pt x="211033" y="902410"/>
                  </a:lnTo>
                  <a:lnTo>
                    <a:pt x="140688" y="901058"/>
                  </a:lnTo>
                  <a:lnTo>
                    <a:pt x="70344" y="899701"/>
                  </a:lnTo>
                  <a:lnTo>
                    <a:pt x="0" y="8983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22807" y="2143092"/>
              <a:ext cx="5276608" cy="1010924"/>
            </a:xfrm>
            <a:custGeom>
              <a:avLst/>
              <a:pathLst>
                <a:path w="5276608" h="1010924">
                  <a:moveTo>
                    <a:pt x="0" y="0"/>
                  </a:moveTo>
                  <a:lnTo>
                    <a:pt x="772" y="860"/>
                  </a:lnTo>
                  <a:lnTo>
                    <a:pt x="71116" y="74655"/>
                  </a:lnTo>
                  <a:lnTo>
                    <a:pt x="141461" y="144115"/>
                  </a:lnTo>
                  <a:lnTo>
                    <a:pt x="211805" y="209495"/>
                  </a:lnTo>
                  <a:lnTo>
                    <a:pt x="282149" y="271036"/>
                  </a:lnTo>
                  <a:lnTo>
                    <a:pt x="352494" y="328961"/>
                  </a:lnTo>
                  <a:lnTo>
                    <a:pt x="422838" y="383484"/>
                  </a:lnTo>
                  <a:lnTo>
                    <a:pt x="493183" y="434804"/>
                  </a:lnTo>
                  <a:lnTo>
                    <a:pt x="563527" y="483110"/>
                  </a:lnTo>
                  <a:lnTo>
                    <a:pt x="633872" y="528578"/>
                  </a:lnTo>
                  <a:lnTo>
                    <a:pt x="704216" y="571376"/>
                  </a:lnTo>
                  <a:lnTo>
                    <a:pt x="774561" y="611660"/>
                  </a:lnTo>
                  <a:lnTo>
                    <a:pt x="844905" y="649578"/>
                  </a:lnTo>
                  <a:lnTo>
                    <a:pt x="915250" y="685268"/>
                  </a:lnTo>
                  <a:lnTo>
                    <a:pt x="985594" y="718863"/>
                  </a:lnTo>
                  <a:lnTo>
                    <a:pt x="1055939" y="750484"/>
                  </a:lnTo>
                  <a:lnTo>
                    <a:pt x="1126283" y="780247"/>
                  </a:lnTo>
                  <a:lnTo>
                    <a:pt x="1196628" y="808262"/>
                  </a:lnTo>
                  <a:lnTo>
                    <a:pt x="1266972" y="834632"/>
                  </a:lnTo>
                  <a:lnTo>
                    <a:pt x="1337317" y="859453"/>
                  </a:lnTo>
                  <a:lnTo>
                    <a:pt x="1407661" y="882816"/>
                  </a:lnTo>
                  <a:lnTo>
                    <a:pt x="1478006" y="904807"/>
                  </a:lnTo>
                  <a:lnTo>
                    <a:pt x="1548350" y="925506"/>
                  </a:lnTo>
                  <a:lnTo>
                    <a:pt x="1618695" y="944989"/>
                  </a:lnTo>
                  <a:lnTo>
                    <a:pt x="1689039" y="958214"/>
                  </a:lnTo>
                  <a:lnTo>
                    <a:pt x="1759384" y="959349"/>
                  </a:lnTo>
                  <a:lnTo>
                    <a:pt x="1829728" y="960479"/>
                  </a:lnTo>
                  <a:lnTo>
                    <a:pt x="1900073" y="961605"/>
                  </a:lnTo>
                  <a:lnTo>
                    <a:pt x="1970417" y="962727"/>
                  </a:lnTo>
                  <a:lnTo>
                    <a:pt x="2040762" y="963845"/>
                  </a:lnTo>
                  <a:lnTo>
                    <a:pt x="2111106" y="964959"/>
                  </a:lnTo>
                  <a:lnTo>
                    <a:pt x="2181451" y="966068"/>
                  </a:lnTo>
                  <a:lnTo>
                    <a:pt x="2251795" y="967173"/>
                  </a:lnTo>
                  <a:lnTo>
                    <a:pt x="2322140" y="968274"/>
                  </a:lnTo>
                  <a:lnTo>
                    <a:pt x="2392484" y="969370"/>
                  </a:lnTo>
                  <a:lnTo>
                    <a:pt x="2462829" y="970463"/>
                  </a:lnTo>
                  <a:lnTo>
                    <a:pt x="2533173" y="971551"/>
                  </a:lnTo>
                  <a:lnTo>
                    <a:pt x="2603518" y="972635"/>
                  </a:lnTo>
                  <a:lnTo>
                    <a:pt x="2673862" y="973716"/>
                  </a:lnTo>
                  <a:lnTo>
                    <a:pt x="2744207" y="974792"/>
                  </a:lnTo>
                  <a:lnTo>
                    <a:pt x="2814551" y="975864"/>
                  </a:lnTo>
                  <a:lnTo>
                    <a:pt x="2884896" y="976931"/>
                  </a:lnTo>
                  <a:lnTo>
                    <a:pt x="2955240" y="977995"/>
                  </a:lnTo>
                  <a:lnTo>
                    <a:pt x="3025585" y="979055"/>
                  </a:lnTo>
                  <a:lnTo>
                    <a:pt x="3095929" y="980111"/>
                  </a:lnTo>
                  <a:lnTo>
                    <a:pt x="3166274" y="981162"/>
                  </a:lnTo>
                  <a:lnTo>
                    <a:pt x="3236618" y="982210"/>
                  </a:lnTo>
                  <a:lnTo>
                    <a:pt x="3306963" y="983254"/>
                  </a:lnTo>
                  <a:lnTo>
                    <a:pt x="3377307" y="984294"/>
                  </a:lnTo>
                  <a:lnTo>
                    <a:pt x="3447652" y="985330"/>
                  </a:lnTo>
                  <a:lnTo>
                    <a:pt x="3517996" y="986361"/>
                  </a:lnTo>
                  <a:lnTo>
                    <a:pt x="3588341" y="987390"/>
                  </a:lnTo>
                  <a:lnTo>
                    <a:pt x="3658685" y="988414"/>
                  </a:lnTo>
                  <a:lnTo>
                    <a:pt x="3729030" y="989434"/>
                  </a:lnTo>
                  <a:lnTo>
                    <a:pt x="3799374" y="990450"/>
                  </a:lnTo>
                  <a:lnTo>
                    <a:pt x="3869719" y="991463"/>
                  </a:lnTo>
                  <a:lnTo>
                    <a:pt x="3940063" y="992471"/>
                  </a:lnTo>
                  <a:lnTo>
                    <a:pt x="4010407" y="993476"/>
                  </a:lnTo>
                  <a:lnTo>
                    <a:pt x="4080752" y="994477"/>
                  </a:lnTo>
                  <a:lnTo>
                    <a:pt x="4151096" y="995474"/>
                  </a:lnTo>
                  <a:lnTo>
                    <a:pt x="4221441" y="996468"/>
                  </a:lnTo>
                  <a:lnTo>
                    <a:pt x="4291785" y="997457"/>
                  </a:lnTo>
                  <a:lnTo>
                    <a:pt x="4362130" y="998443"/>
                  </a:lnTo>
                  <a:lnTo>
                    <a:pt x="4432474" y="999425"/>
                  </a:lnTo>
                  <a:lnTo>
                    <a:pt x="4502819" y="1000404"/>
                  </a:lnTo>
                  <a:lnTo>
                    <a:pt x="4573163" y="1001379"/>
                  </a:lnTo>
                  <a:lnTo>
                    <a:pt x="4643508" y="1002350"/>
                  </a:lnTo>
                  <a:lnTo>
                    <a:pt x="4713852" y="1003317"/>
                  </a:lnTo>
                  <a:lnTo>
                    <a:pt x="4784197" y="1004281"/>
                  </a:lnTo>
                  <a:lnTo>
                    <a:pt x="4854541" y="1005241"/>
                  </a:lnTo>
                  <a:lnTo>
                    <a:pt x="4924886" y="1006197"/>
                  </a:lnTo>
                  <a:lnTo>
                    <a:pt x="4995230" y="1007150"/>
                  </a:lnTo>
                  <a:lnTo>
                    <a:pt x="5065575" y="1008099"/>
                  </a:lnTo>
                  <a:lnTo>
                    <a:pt x="5135919" y="1009044"/>
                  </a:lnTo>
                  <a:lnTo>
                    <a:pt x="5206264" y="1009986"/>
                  </a:lnTo>
                  <a:lnTo>
                    <a:pt x="5276608" y="10109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41431"/>
              <a:ext cx="6964104" cy="345453"/>
            </a:xfrm>
            <a:custGeom>
              <a:avLst/>
              <a:pathLst>
                <a:path w="6964104" h="345453">
                  <a:moveTo>
                    <a:pt x="6964104" y="345453"/>
                  </a:moveTo>
                  <a:lnTo>
                    <a:pt x="6893760" y="344616"/>
                  </a:lnTo>
                  <a:lnTo>
                    <a:pt x="6823415" y="343727"/>
                  </a:lnTo>
                  <a:lnTo>
                    <a:pt x="6753071" y="342783"/>
                  </a:lnTo>
                  <a:lnTo>
                    <a:pt x="6682726" y="341779"/>
                  </a:lnTo>
                  <a:lnTo>
                    <a:pt x="6612382" y="340713"/>
                  </a:lnTo>
                  <a:lnTo>
                    <a:pt x="6542037" y="339581"/>
                  </a:lnTo>
                  <a:lnTo>
                    <a:pt x="6471693" y="338378"/>
                  </a:lnTo>
                  <a:lnTo>
                    <a:pt x="6401348" y="337099"/>
                  </a:lnTo>
                  <a:lnTo>
                    <a:pt x="6331004" y="335741"/>
                  </a:lnTo>
                  <a:lnTo>
                    <a:pt x="6260659" y="334298"/>
                  </a:lnTo>
                  <a:lnTo>
                    <a:pt x="6190315" y="332765"/>
                  </a:lnTo>
                  <a:lnTo>
                    <a:pt x="6119970" y="331137"/>
                  </a:lnTo>
                  <a:lnTo>
                    <a:pt x="6049626" y="329407"/>
                  </a:lnTo>
                  <a:lnTo>
                    <a:pt x="5979281" y="327569"/>
                  </a:lnTo>
                  <a:lnTo>
                    <a:pt x="5908937" y="325616"/>
                  </a:lnTo>
                  <a:lnTo>
                    <a:pt x="5838592" y="323541"/>
                  </a:lnTo>
                  <a:lnTo>
                    <a:pt x="5768248" y="321337"/>
                  </a:lnTo>
                  <a:lnTo>
                    <a:pt x="5697903" y="318995"/>
                  </a:lnTo>
                  <a:lnTo>
                    <a:pt x="5627559" y="316508"/>
                  </a:lnTo>
                  <a:lnTo>
                    <a:pt x="5557214" y="313864"/>
                  </a:lnTo>
                  <a:lnTo>
                    <a:pt x="5486870" y="311056"/>
                  </a:lnTo>
                  <a:lnTo>
                    <a:pt x="5416525" y="308073"/>
                  </a:lnTo>
                  <a:lnTo>
                    <a:pt x="5346181" y="304904"/>
                  </a:lnTo>
                  <a:lnTo>
                    <a:pt x="5275836" y="301537"/>
                  </a:lnTo>
                  <a:lnTo>
                    <a:pt x="5205492" y="297959"/>
                  </a:lnTo>
                  <a:lnTo>
                    <a:pt x="5135147" y="294159"/>
                  </a:lnTo>
                  <a:lnTo>
                    <a:pt x="5064803" y="290121"/>
                  </a:lnTo>
                  <a:lnTo>
                    <a:pt x="4994458" y="285831"/>
                  </a:lnTo>
                  <a:lnTo>
                    <a:pt x="4924114" y="281274"/>
                  </a:lnTo>
                  <a:lnTo>
                    <a:pt x="4853769" y="276432"/>
                  </a:lnTo>
                  <a:lnTo>
                    <a:pt x="4783425" y="271288"/>
                  </a:lnTo>
                  <a:lnTo>
                    <a:pt x="4713080" y="265824"/>
                  </a:lnTo>
                  <a:lnTo>
                    <a:pt x="4642736" y="260018"/>
                  </a:lnTo>
                  <a:lnTo>
                    <a:pt x="4572391" y="253849"/>
                  </a:lnTo>
                  <a:lnTo>
                    <a:pt x="4502047" y="247296"/>
                  </a:lnTo>
                  <a:lnTo>
                    <a:pt x="4431702" y="240334"/>
                  </a:lnTo>
                  <a:lnTo>
                    <a:pt x="4361358" y="232938"/>
                  </a:lnTo>
                  <a:lnTo>
                    <a:pt x="4291013" y="225080"/>
                  </a:lnTo>
                  <a:lnTo>
                    <a:pt x="4220669" y="216731"/>
                  </a:lnTo>
                  <a:lnTo>
                    <a:pt x="4150324" y="207862"/>
                  </a:lnTo>
                  <a:lnTo>
                    <a:pt x="4079980" y="198439"/>
                  </a:lnTo>
                  <a:lnTo>
                    <a:pt x="4009635" y="188428"/>
                  </a:lnTo>
                  <a:lnTo>
                    <a:pt x="3939291" y="177792"/>
                  </a:lnTo>
                  <a:lnTo>
                    <a:pt x="3868946" y="166493"/>
                  </a:lnTo>
                  <a:lnTo>
                    <a:pt x="3798602" y="154488"/>
                  </a:lnTo>
                  <a:lnTo>
                    <a:pt x="3728257" y="141735"/>
                  </a:lnTo>
                  <a:lnTo>
                    <a:pt x="3657913" y="128185"/>
                  </a:lnTo>
                  <a:lnTo>
                    <a:pt x="3587569" y="113790"/>
                  </a:lnTo>
                  <a:lnTo>
                    <a:pt x="3517224" y="98497"/>
                  </a:lnTo>
                  <a:lnTo>
                    <a:pt x="3446880" y="82249"/>
                  </a:lnTo>
                  <a:lnTo>
                    <a:pt x="3376535" y="64988"/>
                  </a:lnTo>
                  <a:lnTo>
                    <a:pt x="3306191" y="58735"/>
                  </a:lnTo>
                  <a:lnTo>
                    <a:pt x="3235846" y="57592"/>
                  </a:lnTo>
                  <a:lnTo>
                    <a:pt x="3165502" y="56444"/>
                  </a:lnTo>
                  <a:lnTo>
                    <a:pt x="3095157" y="55291"/>
                  </a:lnTo>
                  <a:lnTo>
                    <a:pt x="3024813" y="54135"/>
                  </a:lnTo>
                  <a:lnTo>
                    <a:pt x="2954468" y="52974"/>
                  </a:lnTo>
                  <a:lnTo>
                    <a:pt x="2884124" y="51808"/>
                  </a:lnTo>
                  <a:lnTo>
                    <a:pt x="2813779" y="50638"/>
                  </a:lnTo>
                  <a:lnTo>
                    <a:pt x="2743435" y="49464"/>
                  </a:lnTo>
                  <a:lnTo>
                    <a:pt x="2673090" y="48285"/>
                  </a:lnTo>
                  <a:lnTo>
                    <a:pt x="2602746" y="47102"/>
                  </a:lnTo>
                  <a:lnTo>
                    <a:pt x="2532401" y="45914"/>
                  </a:lnTo>
                  <a:lnTo>
                    <a:pt x="2462057" y="44722"/>
                  </a:lnTo>
                  <a:lnTo>
                    <a:pt x="2391712" y="43525"/>
                  </a:lnTo>
                  <a:lnTo>
                    <a:pt x="2321368" y="42323"/>
                  </a:lnTo>
                  <a:lnTo>
                    <a:pt x="2251023" y="41117"/>
                  </a:lnTo>
                  <a:lnTo>
                    <a:pt x="2180679" y="39907"/>
                  </a:lnTo>
                  <a:lnTo>
                    <a:pt x="2110334" y="38691"/>
                  </a:lnTo>
                  <a:lnTo>
                    <a:pt x="2039990" y="37472"/>
                  </a:lnTo>
                  <a:lnTo>
                    <a:pt x="1969645" y="36247"/>
                  </a:lnTo>
                  <a:lnTo>
                    <a:pt x="1899301" y="35018"/>
                  </a:lnTo>
                  <a:lnTo>
                    <a:pt x="1828956" y="33784"/>
                  </a:lnTo>
                  <a:lnTo>
                    <a:pt x="1758612" y="32545"/>
                  </a:lnTo>
                  <a:lnTo>
                    <a:pt x="1688267" y="31302"/>
                  </a:lnTo>
                  <a:lnTo>
                    <a:pt x="1617923" y="30054"/>
                  </a:lnTo>
                  <a:lnTo>
                    <a:pt x="1547578" y="28801"/>
                  </a:lnTo>
                  <a:lnTo>
                    <a:pt x="1477234" y="27544"/>
                  </a:lnTo>
                  <a:lnTo>
                    <a:pt x="1406889" y="26281"/>
                  </a:lnTo>
                  <a:lnTo>
                    <a:pt x="1336545" y="25014"/>
                  </a:lnTo>
                  <a:lnTo>
                    <a:pt x="1266200" y="23742"/>
                  </a:lnTo>
                  <a:lnTo>
                    <a:pt x="1195856" y="22465"/>
                  </a:lnTo>
                  <a:lnTo>
                    <a:pt x="1125511" y="21184"/>
                  </a:lnTo>
                  <a:lnTo>
                    <a:pt x="1055167" y="19897"/>
                  </a:lnTo>
                  <a:lnTo>
                    <a:pt x="984822" y="18606"/>
                  </a:lnTo>
                  <a:lnTo>
                    <a:pt x="914478" y="17309"/>
                  </a:lnTo>
                  <a:lnTo>
                    <a:pt x="844133" y="16008"/>
                  </a:lnTo>
                  <a:lnTo>
                    <a:pt x="773789" y="14702"/>
                  </a:lnTo>
                  <a:lnTo>
                    <a:pt x="703444" y="13390"/>
                  </a:lnTo>
                  <a:lnTo>
                    <a:pt x="633100" y="12074"/>
                  </a:lnTo>
                  <a:lnTo>
                    <a:pt x="562755" y="10753"/>
                  </a:lnTo>
                  <a:lnTo>
                    <a:pt x="492411" y="9426"/>
                  </a:lnTo>
                  <a:lnTo>
                    <a:pt x="422066" y="8095"/>
                  </a:lnTo>
                  <a:lnTo>
                    <a:pt x="351722" y="6759"/>
                  </a:lnTo>
                  <a:lnTo>
                    <a:pt x="281377" y="5417"/>
                  </a:lnTo>
                  <a:lnTo>
                    <a:pt x="211033" y="4070"/>
                  </a:lnTo>
                  <a:lnTo>
                    <a:pt x="140688" y="2719"/>
                  </a:lnTo>
                  <a:lnTo>
                    <a:pt x="70344" y="1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52346" y="2143092"/>
              <a:ext cx="6747070" cy="1199736"/>
            </a:xfrm>
            <a:custGeom>
              <a:avLst/>
              <a:pathLst>
                <a:path w="6747070" h="1199736">
                  <a:moveTo>
                    <a:pt x="0" y="0"/>
                  </a:moveTo>
                  <a:lnTo>
                    <a:pt x="64343" y="36501"/>
                  </a:lnTo>
                  <a:lnTo>
                    <a:pt x="134687" y="75144"/>
                  </a:lnTo>
                  <a:lnTo>
                    <a:pt x="205032" y="112564"/>
                  </a:lnTo>
                  <a:lnTo>
                    <a:pt x="275376" y="148799"/>
                  </a:lnTo>
                  <a:lnTo>
                    <a:pt x="345721" y="183887"/>
                  </a:lnTo>
                  <a:lnTo>
                    <a:pt x="416065" y="217864"/>
                  </a:lnTo>
                  <a:lnTo>
                    <a:pt x="486410" y="250766"/>
                  </a:lnTo>
                  <a:lnTo>
                    <a:pt x="556754" y="282626"/>
                  </a:lnTo>
                  <a:lnTo>
                    <a:pt x="627099" y="313477"/>
                  </a:lnTo>
                  <a:lnTo>
                    <a:pt x="697443" y="343352"/>
                  </a:lnTo>
                  <a:lnTo>
                    <a:pt x="767788" y="372281"/>
                  </a:lnTo>
                  <a:lnTo>
                    <a:pt x="838132" y="400295"/>
                  </a:lnTo>
                  <a:lnTo>
                    <a:pt x="908477" y="427421"/>
                  </a:lnTo>
                  <a:lnTo>
                    <a:pt x="978821" y="453689"/>
                  </a:lnTo>
                  <a:lnTo>
                    <a:pt x="1049166" y="479125"/>
                  </a:lnTo>
                  <a:lnTo>
                    <a:pt x="1119510" y="503756"/>
                  </a:lnTo>
                  <a:lnTo>
                    <a:pt x="1189855" y="527608"/>
                  </a:lnTo>
                  <a:lnTo>
                    <a:pt x="1260199" y="550704"/>
                  </a:lnTo>
                  <a:lnTo>
                    <a:pt x="1330544" y="573069"/>
                  </a:lnTo>
                  <a:lnTo>
                    <a:pt x="1400888" y="594726"/>
                  </a:lnTo>
                  <a:lnTo>
                    <a:pt x="1471233" y="615698"/>
                  </a:lnTo>
                  <a:lnTo>
                    <a:pt x="1541577" y="636005"/>
                  </a:lnTo>
                  <a:lnTo>
                    <a:pt x="1611922" y="655670"/>
                  </a:lnTo>
                  <a:lnTo>
                    <a:pt x="1682266" y="674713"/>
                  </a:lnTo>
                  <a:lnTo>
                    <a:pt x="1752611" y="693152"/>
                  </a:lnTo>
                  <a:lnTo>
                    <a:pt x="1822955" y="711008"/>
                  </a:lnTo>
                  <a:lnTo>
                    <a:pt x="1893300" y="728298"/>
                  </a:lnTo>
                  <a:lnTo>
                    <a:pt x="1963644" y="745041"/>
                  </a:lnTo>
                  <a:lnTo>
                    <a:pt x="2033989" y="761255"/>
                  </a:lnTo>
                  <a:lnTo>
                    <a:pt x="2104333" y="776954"/>
                  </a:lnTo>
                  <a:lnTo>
                    <a:pt x="2174678" y="792157"/>
                  </a:lnTo>
                  <a:lnTo>
                    <a:pt x="2245022" y="806879"/>
                  </a:lnTo>
                  <a:lnTo>
                    <a:pt x="2315367" y="821134"/>
                  </a:lnTo>
                  <a:lnTo>
                    <a:pt x="2385711" y="834939"/>
                  </a:lnTo>
                  <a:lnTo>
                    <a:pt x="2456056" y="848306"/>
                  </a:lnTo>
                  <a:lnTo>
                    <a:pt x="2526400" y="861250"/>
                  </a:lnTo>
                  <a:lnTo>
                    <a:pt x="2596745" y="873785"/>
                  </a:lnTo>
                  <a:lnTo>
                    <a:pt x="2667089" y="885922"/>
                  </a:lnTo>
                  <a:lnTo>
                    <a:pt x="2737434" y="897676"/>
                  </a:lnTo>
                  <a:lnTo>
                    <a:pt x="2807778" y="909057"/>
                  </a:lnTo>
                  <a:lnTo>
                    <a:pt x="2878123" y="920078"/>
                  </a:lnTo>
                  <a:lnTo>
                    <a:pt x="2948467" y="930750"/>
                  </a:lnTo>
                  <a:lnTo>
                    <a:pt x="3018812" y="941084"/>
                  </a:lnTo>
                  <a:lnTo>
                    <a:pt x="3089156" y="951091"/>
                  </a:lnTo>
                  <a:lnTo>
                    <a:pt x="3159501" y="960782"/>
                  </a:lnTo>
                  <a:lnTo>
                    <a:pt x="3229845" y="970165"/>
                  </a:lnTo>
                  <a:lnTo>
                    <a:pt x="3300190" y="979252"/>
                  </a:lnTo>
                  <a:lnTo>
                    <a:pt x="3370534" y="988051"/>
                  </a:lnTo>
                  <a:lnTo>
                    <a:pt x="3440879" y="996571"/>
                  </a:lnTo>
                  <a:lnTo>
                    <a:pt x="3511223" y="1004822"/>
                  </a:lnTo>
                  <a:lnTo>
                    <a:pt x="3581568" y="1012811"/>
                  </a:lnTo>
                  <a:lnTo>
                    <a:pt x="3651912" y="1020548"/>
                  </a:lnTo>
                  <a:lnTo>
                    <a:pt x="3722257" y="1028039"/>
                  </a:lnTo>
                  <a:lnTo>
                    <a:pt x="3792601" y="1035294"/>
                  </a:lnTo>
                  <a:lnTo>
                    <a:pt x="3862945" y="1042318"/>
                  </a:lnTo>
                  <a:lnTo>
                    <a:pt x="3933290" y="1049121"/>
                  </a:lnTo>
                  <a:lnTo>
                    <a:pt x="4003634" y="1055708"/>
                  </a:lnTo>
                  <a:lnTo>
                    <a:pt x="4073979" y="1062086"/>
                  </a:lnTo>
                  <a:lnTo>
                    <a:pt x="4144323" y="1068263"/>
                  </a:lnTo>
                  <a:lnTo>
                    <a:pt x="4214668" y="1074244"/>
                  </a:lnTo>
                  <a:lnTo>
                    <a:pt x="4285012" y="1080036"/>
                  </a:lnTo>
                  <a:lnTo>
                    <a:pt x="4355357" y="1085644"/>
                  </a:lnTo>
                  <a:lnTo>
                    <a:pt x="4425701" y="1091075"/>
                  </a:lnTo>
                  <a:lnTo>
                    <a:pt x="4496046" y="1096334"/>
                  </a:lnTo>
                  <a:lnTo>
                    <a:pt x="4566390" y="1101427"/>
                  </a:lnTo>
                  <a:lnTo>
                    <a:pt x="4636735" y="1106358"/>
                  </a:lnTo>
                  <a:lnTo>
                    <a:pt x="4707079" y="1111133"/>
                  </a:lnTo>
                  <a:lnTo>
                    <a:pt x="4777424" y="1115757"/>
                  </a:lnTo>
                  <a:lnTo>
                    <a:pt x="4847768" y="1120235"/>
                  </a:lnTo>
                  <a:lnTo>
                    <a:pt x="4918113" y="1124571"/>
                  </a:lnTo>
                  <a:lnTo>
                    <a:pt x="4988457" y="1128769"/>
                  </a:lnTo>
                  <a:lnTo>
                    <a:pt x="5058802" y="1132835"/>
                  </a:lnTo>
                  <a:lnTo>
                    <a:pt x="5129146" y="1136772"/>
                  </a:lnTo>
                  <a:lnTo>
                    <a:pt x="5199491" y="1140584"/>
                  </a:lnTo>
                  <a:lnTo>
                    <a:pt x="5269835" y="1144276"/>
                  </a:lnTo>
                  <a:lnTo>
                    <a:pt x="5340180" y="1147851"/>
                  </a:lnTo>
                  <a:lnTo>
                    <a:pt x="5410524" y="1151312"/>
                  </a:lnTo>
                  <a:lnTo>
                    <a:pt x="5480869" y="1154665"/>
                  </a:lnTo>
                  <a:lnTo>
                    <a:pt x="5551213" y="1157910"/>
                  </a:lnTo>
                  <a:lnTo>
                    <a:pt x="5621558" y="1161054"/>
                  </a:lnTo>
                  <a:lnTo>
                    <a:pt x="5691902" y="1164097"/>
                  </a:lnTo>
                  <a:lnTo>
                    <a:pt x="5762247" y="1167045"/>
                  </a:lnTo>
                  <a:lnTo>
                    <a:pt x="5832591" y="1169899"/>
                  </a:lnTo>
                  <a:lnTo>
                    <a:pt x="5902936" y="1172662"/>
                  </a:lnTo>
                  <a:lnTo>
                    <a:pt x="5973280" y="1175339"/>
                  </a:lnTo>
                  <a:lnTo>
                    <a:pt x="6043625" y="1177930"/>
                  </a:lnTo>
                  <a:lnTo>
                    <a:pt x="6113969" y="1180440"/>
                  </a:lnTo>
                  <a:lnTo>
                    <a:pt x="6184314" y="1182870"/>
                  </a:lnTo>
                  <a:lnTo>
                    <a:pt x="6254658" y="1185223"/>
                  </a:lnTo>
                  <a:lnTo>
                    <a:pt x="6325003" y="1187501"/>
                  </a:lnTo>
                  <a:lnTo>
                    <a:pt x="6395347" y="1189708"/>
                  </a:lnTo>
                  <a:lnTo>
                    <a:pt x="6465692" y="1191844"/>
                  </a:lnTo>
                  <a:lnTo>
                    <a:pt x="6536036" y="1193913"/>
                  </a:lnTo>
                  <a:lnTo>
                    <a:pt x="6606381" y="1195917"/>
                  </a:lnTo>
                  <a:lnTo>
                    <a:pt x="6676725" y="1197857"/>
                  </a:lnTo>
                  <a:lnTo>
                    <a:pt x="6747070" y="1199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43793"/>
            </a:xfrm>
            <a:custGeom>
              <a:avLst/>
              <a:pathLst>
                <a:path w="6964104" h="1243793">
                  <a:moveTo>
                    <a:pt x="1687495" y="0"/>
                  </a:moveTo>
                  <a:lnTo>
                    <a:pt x="1688267" y="860"/>
                  </a:lnTo>
                  <a:lnTo>
                    <a:pt x="1758612" y="74655"/>
                  </a:lnTo>
                  <a:lnTo>
                    <a:pt x="1828956" y="144115"/>
                  </a:lnTo>
                  <a:lnTo>
                    <a:pt x="1899301" y="209495"/>
                  </a:lnTo>
                  <a:lnTo>
                    <a:pt x="1969645" y="271036"/>
                  </a:lnTo>
                  <a:lnTo>
                    <a:pt x="2039990" y="328961"/>
                  </a:lnTo>
                  <a:lnTo>
                    <a:pt x="2110334" y="383484"/>
                  </a:lnTo>
                  <a:lnTo>
                    <a:pt x="2180679" y="434804"/>
                  </a:lnTo>
                  <a:lnTo>
                    <a:pt x="2251023" y="483110"/>
                  </a:lnTo>
                  <a:lnTo>
                    <a:pt x="2321368" y="528578"/>
                  </a:lnTo>
                  <a:lnTo>
                    <a:pt x="2391712" y="571376"/>
                  </a:lnTo>
                  <a:lnTo>
                    <a:pt x="2462057" y="611660"/>
                  </a:lnTo>
                  <a:lnTo>
                    <a:pt x="2532401" y="649578"/>
                  </a:lnTo>
                  <a:lnTo>
                    <a:pt x="2602746" y="685268"/>
                  </a:lnTo>
                  <a:lnTo>
                    <a:pt x="2673090" y="718863"/>
                  </a:lnTo>
                  <a:lnTo>
                    <a:pt x="2743435" y="750484"/>
                  </a:lnTo>
                  <a:lnTo>
                    <a:pt x="2813779" y="780247"/>
                  </a:lnTo>
                  <a:lnTo>
                    <a:pt x="2884124" y="808262"/>
                  </a:lnTo>
                  <a:lnTo>
                    <a:pt x="2954468" y="834632"/>
                  </a:lnTo>
                  <a:lnTo>
                    <a:pt x="3024813" y="859453"/>
                  </a:lnTo>
                  <a:lnTo>
                    <a:pt x="3095157" y="882816"/>
                  </a:lnTo>
                  <a:lnTo>
                    <a:pt x="3165502" y="904807"/>
                  </a:lnTo>
                  <a:lnTo>
                    <a:pt x="3235846" y="925506"/>
                  </a:lnTo>
                  <a:lnTo>
                    <a:pt x="3306191" y="944989"/>
                  </a:lnTo>
                  <a:lnTo>
                    <a:pt x="3376535" y="958214"/>
                  </a:lnTo>
                  <a:lnTo>
                    <a:pt x="3446880" y="959349"/>
                  </a:lnTo>
                  <a:lnTo>
                    <a:pt x="3517224" y="960479"/>
                  </a:lnTo>
                  <a:lnTo>
                    <a:pt x="3587569" y="961605"/>
                  </a:lnTo>
                  <a:lnTo>
                    <a:pt x="3657913" y="962727"/>
                  </a:lnTo>
                  <a:lnTo>
                    <a:pt x="3728257" y="963845"/>
                  </a:lnTo>
                  <a:lnTo>
                    <a:pt x="3798602" y="964959"/>
                  </a:lnTo>
                  <a:lnTo>
                    <a:pt x="3868946" y="966068"/>
                  </a:lnTo>
                  <a:lnTo>
                    <a:pt x="3939291" y="967173"/>
                  </a:lnTo>
                  <a:lnTo>
                    <a:pt x="4009635" y="968274"/>
                  </a:lnTo>
                  <a:lnTo>
                    <a:pt x="4079980" y="969370"/>
                  </a:lnTo>
                  <a:lnTo>
                    <a:pt x="4150324" y="970463"/>
                  </a:lnTo>
                  <a:lnTo>
                    <a:pt x="4220669" y="971551"/>
                  </a:lnTo>
                  <a:lnTo>
                    <a:pt x="4291013" y="972635"/>
                  </a:lnTo>
                  <a:lnTo>
                    <a:pt x="4361358" y="973716"/>
                  </a:lnTo>
                  <a:lnTo>
                    <a:pt x="4431702" y="974792"/>
                  </a:lnTo>
                  <a:lnTo>
                    <a:pt x="4502047" y="975864"/>
                  </a:lnTo>
                  <a:lnTo>
                    <a:pt x="4572391" y="976931"/>
                  </a:lnTo>
                  <a:lnTo>
                    <a:pt x="4642736" y="977995"/>
                  </a:lnTo>
                  <a:lnTo>
                    <a:pt x="4713080" y="979055"/>
                  </a:lnTo>
                  <a:lnTo>
                    <a:pt x="4783425" y="980111"/>
                  </a:lnTo>
                  <a:lnTo>
                    <a:pt x="4853769" y="981162"/>
                  </a:lnTo>
                  <a:lnTo>
                    <a:pt x="4924114" y="982210"/>
                  </a:lnTo>
                  <a:lnTo>
                    <a:pt x="4994458" y="983254"/>
                  </a:lnTo>
                  <a:lnTo>
                    <a:pt x="5064803" y="984294"/>
                  </a:lnTo>
                  <a:lnTo>
                    <a:pt x="5135147" y="985330"/>
                  </a:lnTo>
                  <a:lnTo>
                    <a:pt x="5205492" y="986361"/>
                  </a:lnTo>
                  <a:lnTo>
                    <a:pt x="5275836" y="987390"/>
                  </a:lnTo>
                  <a:lnTo>
                    <a:pt x="5346181" y="988414"/>
                  </a:lnTo>
                  <a:lnTo>
                    <a:pt x="5416525" y="989434"/>
                  </a:lnTo>
                  <a:lnTo>
                    <a:pt x="5486870" y="990450"/>
                  </a:lnTo>
                  <a:lnTo>
                    <a:pt x="5557214" y="991463"/>
                  </a:lnTo>
                  <a:lnTo>
                    <a:pt x="5627559" y="992471"/>
                  </a:lnTo>
                  <a:lnTo>
                    <a:pt x="5697903" y="993476"/>
                  </a:lnTo>
                  <a:lnTo>
                    <a:pt x="5768248" y="994477"/>
                  </a:lnTo>
                  <a:lnTo>
                    <a:pt x="5838592" y="995474"/>
                  </a:lnTo>
                  <a:lnTo>
                    <a:pt x="5908937" y="996468"/>
                  </a:lnTo>
                  <a:lnTo>
                    <a:pt x="5979281" y="997457"/>
                  </a:lnTo>
                  <a:lnTo>
                    <a:pt x="6049626" y="998443"/>
                  </a:lnTo>
                  <a:lnTo>
                    <a:pt x="6119970" y="999425"/>
                  </a:lnTo>
                  <a:lnTo>
                    <a:pt x="6190315" y="1000404"/>
                  </a:lnTo>
                  <a:lnTo>
                    <a:pt x="6260659" y="1001379"/>
                  </a:lnTo>
                  <a:lnTo>
                    <a:pt x="6331004" y="1002350"/>
                  </a:lnTo>
                  <a:lnTo>
                    <a:pt x="6401348" y="1003317"/>
                  </a:lnTo>
                  <a:lnTo>
                    <a:pt x="6471693" y="1004281"/>
                  </a:lnTo>
                  <a:lnTo>
                    <a:pt x="6542037" y="1005241"/>
                  </a:lnTo>
                  <a:lnTo>
                    <a:pt x="6612382" y="1006197"/>
                  </a:lnTo>
                  <a:lnTo>
                    <a:pt x="6682726" y="1007150"/>
                  </a:lnTo>
                  <a:lnTo>
                    <a:pt x="6753071" y="1008099"/>
                  </a:lnTo>
                  <a:lnTo>
                    <a:pt x="6823415" y="1009044"/>
                  </a:lnTo>
                  <a:lnTo>
                    <a:pt x="6893760" y="1009986"/>
                  </a:lnTo>
                  <a:lnTo>
                    <a:pt x="6964104" y="1010924"/>
                  </a:lnTo>
                  <a:lnTo>
                    <a:pt x="6964104" y="1243793"/>
                  </a:lnTo>
                  <a:lnTo>
                    <a:pt x="6893760" y="1242956"/>
                  </a:lnTo>
                  <a:lnTo>
                    <a:pt x="6823415" y="1242067"/>
                  </a:lnTo>
                  <a:lnTo>
                    <a:pt x="6753071" y="1241122"/>
                  </a:lnTo>
                  <a:lnTo>
                    <a:pt x="6682726" y="1240119"/>
                  </a:lnTo>
                  <a:lnTo>
                    <a:pt x="6612382" y="1239053"/>
                  </a:lnTo>
                  <a:lnTo>
                    <a:pt x="6542037" y="1237920"/>
                  </a:lnTo>
                  <a:lnTo>
                    <a:pt x="6471693" y="1236717"/>
                  </a:lnTo>
                  <a:lnTo>
                    <a:pt x="6401348" y="1235439"/>
                  </a:lnTo>
                  <a:lnTo>
                    <a:pt x="6331004" y="1234081"/>
                  </a:lnTo>
                  <a:lnTo>
                    <a:pt x="6260659" y="1232638"/>
                  </a:lnTo>
                  <a:lnTo>
                    <a:pt x="6190315" y="1231105"/>
                  </a:lnTo>
                  <a:lnTo>
                    <a:pt x="6119970" y="1229477"/>
                  </a:lnTo>
                  <a:lnTo>
                    <a:pt x="6049626" y="1227746"/>
                  </a:lnTo>
                  <a:lnTo>
                    <a:pt x="5979281" y="1225908"/>
                  </a:lnTo>
                  <a:lnTo>
                    <a:pt x="5908937" y="1223956"/>
                  </a:lnTo>
                  <a:lnTo>
                    <a:pt x="5838592" y="1221881"/>
                  </a:lnTo>
                  <a:lnTo>
                    <a:pt x="5768248" y="1219677"/>
                  </a:lnTo>
                  <a:lnTo>
                    <a:pt x="5697903" y="1217335"/>
                  </a:lnTo>
                  <a:lnTo>
                    <a:pt x="5627559" y="1214847"/>
                  </a:lnTo>
                  <a:lnTo>
                    <a:pt x="5557214" y="1212204"/>
                  </a:lnTo>
                  <a:lnTo>
                    <a:pt x="5486870" y="1209396"/>
                  </a:lnTo>
                  <a:lnTo>
                    <a:pt x="5416525" y="1206413"/>
                  </a:lnTo>
                  <a:lnTo>
                    <a:pt x="5346181" y="1203244"/>
                  </a:lnTo>
                  <a:lnTo>
                    <a:pt x="5275836" y="1199876"/>
                  </a:lnTo>
                  <a:lnTo>
                    <a:pt x="5205492" y="1196299"/>
                  </a:lnTo>
                  <a:lnTo>
                    <a:pt x="5135147" y="1192499"/>
                  </a:lnTo>
                  <a:lnTo>
                    <a:pt x="5064803" y="1188461"/>
                  </a:lnTo>
                  <a:lnTo>
                    <a:pt x="4994458" y="1184171"/>
                  </a:lnTo>
                  <a:lnTo>
                    <a:pt x="4924114" y="1179614"/>
                  </a:lnTo>
                  <a:lnTo>
                    <a:pt x="4853769" y="1174772"/>
                  </a:lnTo>
                  <a:lnTo>
                    <a:pt x="4783425" y="1169628"/>
                  </a:lnTo>
                  <a:lnTo>
                    <a:pt x="4713080" y="1164163"/>
                  </a:lnTo>
                  <a:lnTo>
                    <a:pt x="4642736" y="1158357"/>
                  </a:lnTo>
                  <a:lnTo>
                    <a:pt x="4572391" y="1152189"/>
                  </a:lnTo>
                  <a:lnTo>
                    <a:pt x="4502047" y="1145636"/>
                  </a:lnTo>
                  <a:lnTo>
                    <a:pt x="4431702" y="1138674"/>
                  </a:lnTo>
                  <a:lnTo>
                    <a:pt x="4361358" y="1131277"/>
                  </a:lnTo>
                  <a:lnTo>
                    <a:pt x="4291013" y="1123419"/>
                  </a:lnTo>
                  <a:lnTo>
                    <a:pt x="4220669" y="1115071"/>
                  </a:lnTo>
                  <a:lnTo>
                    <a:pt x="4150324" y="1106201"/>
                  </a:lnTo>
                  <a:lnTo>
                    <a:pt x="4079980" y="1096778"/>
                  </a:lnTo>
                  <a:lnTo>
                    <a:pt x="4009635" y="1086767"/>
                  </a:lnTo>
                  <a:lnTo>
                    <a:pt x="3939291" y="1076132"/>
                  </a:lnTo>
                  <a:lnTo>
                    <a:pt x="3868946" y="1064832"/>
                  </a:lnTo>
                  <a:lnTo>
                    <a:pt x="3798602" y="1052828"/>
                  </a:lnTo>
                  <a:lnTo>
                    <a:pt x="3728257" y="1040074"/>
                  </a:lnTo>
                  <a:lnTo>
                    <a:pt x="3657913" y="1026525"/>
                  </a:lnTo>
                  <a:lnTo>
                    <a:pt x="3587569" y="1012130"/>
                  </a:lnTo>
                  <a:lnTo>
                    <a:pt x="3517224" y="996837"/>
                  </a:lnTo>
                  <a:lnTo>
                    <a:pt x="3446880" y="980589"/>
                  </a:lnTo>
                  <a:lnTo>
                    <a:pt x="3376535" y="963327"/>
                  </a:lnTo>
                  <a:lnTo>
                    <a:pt x="3306191" y="957075"/>
                  </a:lnTo>
                  <a:lnTo>
                    <a:pt x="3235846" y="955931"/>
                  </a:lnTo>
                  <a:lnTo>
                    <a:pt x="3165502" y="954783"/>
                  </a:lnTo>
                  <a:lnTo>
                    <a:pt x="3095157" y="953631"/>
                  </a:lnTo>
                  <a:lnTo>
                    <a:pt x="3024813" y="952474"/>
                  </a:lnTo>
                  <a:lnTo>
                    <a:pt x="2954468" y="951313"/>
                  </a:lnTo>
                  <a:lnTo>
                    <a:pt x="2884124" y="950148"/>
                  </a:lnTo>
                  <a:lnTo>
                    <a:pt x="2813779" y="948978"/>
                  </a:lnTo>
                  <a:lnTo>
                    <a:pt x="2743435" y="947804"/>
                  </a:lnTo>
                  <a:lnTo>
                    <a:pt x="2673090" y="946625"/>
                  </a:lnTo>
                  <a:lnTo>
                    <a:pt x="2602746" y="945442"/>
                  </a:lnTo>
                  <a:lnTo>
                    <a:pt x="2532401" y="944254"/>
                  </a:lnTo>
                  <a:lnTo>
                    <a:pt x="2462057" y="943061"/>
                  </a:lnTo>
                  <a:lnTo>
                    <a:pt x="2391712" y="941864"/>
                  </a:lnTo>
                  <a:lnTo>
                    <a:pt x="2321368" y="940663"/>
                  </a:lnTo>
                  <a:lnTo>
                    <a:pt x="2251023" y="939457"/>
                  </a:lnTo>
                  <a:lnTo>
                    <a:pt x="2180679" y="938246"/>
                  </a:lnTo>
                  <a:lnTo>
                    <a:pt x="2110334" y="937031"/>
                  </a:lnTo>
                  <a:lnTo>
                    <a:pt x="2039990" y="935811"/>
                  </a:lnTo>
                  <a:lnTo>
                    <a:pt x="1969645" y="934587"/>
                  </a:lnTo>
                  <a:lnTo>
                    <a:pt x="1899301" y="933357"/>
                  </a:lnTo>
                  <a:lnTo>
                    <a:pt x="1828956" y="932124"/>
                  </a:lnTo>
                  <a:lnTo>
                    <a:pt x="1758612" y="930885"/>
                  </a:lnTo>
                  <a:lnTo>
                    <a:pt x="1688267" y="929642"/>
                  </a:lnTo>
                  <a:lnTo>
                    <a:pt x="1617923" y="928394"/>
                  </a:lnTo>
                  <a:lnTo>
                    <a:pt x="1547578" y="927141"/>
                  </a:lnTo>
                  <a:lnTo>
                    <a:pt x="1477234" y="925883"/>
                  </a:lnTo>
                  <a:lnTo>
                    <a:pt x="1406889" y="924621"/>
                  </a:lnTo>
                  <a:lnTo>
                    <a:pt x="1336545" y="923354"/>
                  </a:lnTo>
                  <a:lnTo>
                    <a:pt x="1266200" y="922082"/>
                  </a:lnTo>
                  <a:lnTo>
                    <a:pt x="1195856" y="920805"/>
                  </a:lnTo>
                  <a:lnTo>
                    <a:pt x="1125511" y="919523"/>
                  </a:lnTo>
                  <a:lnTo>
                    <a:pt x="1055167" y="918237"/>
                  </a:lnTo>
                  <a:lnTo>
                    <a:pt x="984822" y="916945"/>
                  </a:lnTo>
                  <a:lnTo>
                    <a:pt x="914478" y="915649"/>
                  </a:lnTo>
                  <a:lnTo>
                    <a:pt x="844133" y="914348"/>
                  </a:lnTo>
                  <a:lnTo>
                    <a:pt x="773789" y="913041"/>
                  </a:lnTo>
                  <a:lnTo>
                    <a:pt x="703444" y="911730"/>
                  </a:lnTo>
                  <a:lnTo>
                    <a:pt x="633100" y="910414"/>
                  </a:lnTo>
                  <a:lnTo>
                    <a:pt x="562755" y="909092"/>
                  </a:lnTo>
                  <a:lnTo>
                    <a:pt x="492411" y="907766"/>
                  </a:lnTo>
                  <a:lnTo>
                    <a:pt x="422066" y="906435"/>
                  </a:lnTo>
                  <a:lnTo>
                    <a:pt x="351722" y="905098"/>
                  </a:lnTo>
                  <a:lnTo>
                    <a:pt x="281377" y="903757"/>
                  </a:lnTo>
                  <a:lnTo>
                    <a:pt x="211033" y="902410"/>
                  </a:lnTo>
                  <a:lnTo>
                    <a:pt x="140688" y="901058"/>
                  </a:lnTo>
                  <a:lnTo>
                    <a:pt x="70344" y="899701"/>
                  </a:lnTo>
                  <a:lnTo>
                    <a:pt x="0" y="8983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922807" y="4336484"/>
              <a:ext cx="5276608" cy="1010924"/>
            </a:xfrm>
            <a:custGeom>
              <a:avLst/>
              <a:pathLst>
                <a:path w="5276608" h="1010924">
                  <a:moveTo>
                    <a:pt x="0" y="0"/>
                  </a:moveTo>
                  <a:lnTo>
                    <a:pt x="772" y="860"/>
                  </a:lnTo>
                  <a:lnTo>
                    <a:pt x="71116" y="74655"/>
                  </a:lnTo>
                  <a:lnTo>
                    <a:pt x="141461" y="144115"/>
                  </a:lnTo>
                  <a:lnTo>
                    <a:pt x="211805" y="209495"/>
                  </a:lnTo>
                  <a:lnTo>
                    <a:pt x="282149" y="271036"/>
                  </a:lnTo>
                  <a:lnTo>
                    <a:pt x="352494" y="328961"/>
                  </a:lnTo>
                  <a:lnTo>
                    <a:pt x="422838" y="383484"/>
                  </a:lnTo>
                  <a:lnTo>
                    <a:pt x="493183" y="434804"/>
                  </a:lnTo>
                  <a:lnTo>
                    <a:pt x="563527" y="483110"/>
                  </a:lnTo>
                  <a:lnTo>
                    <a:pt x="633872" y="528578"/>
                  </a:lnTo>
                  <a:lnTo>
                    <a:pt x="704216" y="571376"/>
                  </a:lnTo>
                  <a:lnTo>
                    <a:pt x="774561" y="611660"/>
                  </a:lnTo>
                  <a:lnTo>
                    <a:pt x="844905" y="649578"/>
                  </a:lnTo>
                  <a:lnTo>
                    <a:pt x="915250" y="685268"/>
                  </a:lnTo>
                  <a:lnTo>
                    <a:pt x="985594" y="718863"/>
                  </a:lnTo>
                  <a:lnTo>
                    <a:pt x="1055939" y="750484"/>
                  </a:lnTo>
                  <a:lnTo>
                    <a:pt x="1126283" y="780247"/>
                  </a:lnTo>
                  <a:lnTo>
                    <a:pt x="1196628" y="808262"/>
                  </a:lnTo>
                  <a:lnTo>
                    <a:pt x="1266972" y="834632"/>
                  </a:lnTo>
                  <a:lnTo>
                    <a:pt x="1337317" y="859453"/>
                  </a:lnTo>
                  <a:lnTo>
                    <a:pt x="1407661" y="882816"/>
                  </a:lnTo>
                  <a:lnTo>
                    <a:pt x="1478006" y="904807"/>
                  </a:lnTo>
                  <a:lnTo>
                    <a:pt x="1548350" y="925506"/>
                  </a:lnTo>
                  <a:lnTo>
                    <a:pt x="1618695" y="944989"/>
                  </a:lnTo>
                  <a:lnTo>
                    <a:pt x="1689039" y="958214"/>
                  </a:lnTo>
                  <a:lnTo>
                    <a:pt x="1759384" y="959349"/>
                  </a:lnTo>
                  <a:lnTo>
                    <a:pt x="1829728" y="960479"/>
                  </a:lnTo>
                  <a:lnTo>
                    <a:pt x="1900073" y="961605"/>
                  </a:lnTo>
                  <a:lnTo>
                    <a:pt x="1970417" y="962727"/>
                  </a:lnTo>
                  <a:lnTo>
                    <a:pt x="2040762" y="963845"/>
                  </a:lnTo>
                  <a:lnTo>
                    <a:pt x="2111106" y="964959"/>
                  </a:lnTo>
                  <a:lnTo>
                    <a:pt x="2181451" y="966068"/>
                  </a:lnTo>
                  <a:lnTo>
                    <a:pt x="2251795" y="967173"/>
                  </a:lnTo>
                  <a:lnTo>
                    <a:pt x="2322140" y="968274"/>
                  </a:lnTo>
                  <a:lnTo>
                    <a:pt x="2392484" y="969370"/>
                  </a:lnTo>
                  <a:lnTo>
                    <a:pt x="2462829" y="970463"/>
                  </a:lnTo>
                  <a:lnTo>
                    <a:pt x="2533173" y="971551"/>
                  </a:lnTo>
                  <a:lnTo>
                    <a:pt x="2603518" y="972635"/>
                  </a:lnTo>
                  <a:lnTo>
                    <a:pt x="2673862" y="973716"/>
                  </a:lnTo>
                  <a:lnTo>
                    <a:pt x="2744207" y="974792"/>
                  </a:lnTo>
                  <a:lnTo>
                    <a:pt x="2814551" y="975864"/>
                  </a:lnTo>
                  <a:lnTo>
                    <a:pt x="2884896" y="976931"/>
                  </a:lnTo>
                  <a:lnTo>
                    <a:pt x="2955240" y="977995"/>
                  </a:lnTo>
                  <a:lnTo>
                    <a:pt x="3025585" y="979055"/>
                  </a:lnTo>
                  <a:lnTo>
                    <a:pt x="3095929" y="980111"/>
                  </a:lnTo>
                  <a:lnTo>
                    <a:pt x="3166274" y="981162"/>
                  </a:lnTo>
                  <a:lnTo>
                    <a:pt x="3236618" y="982210"/>
                  </a:lnTo>
                  <a:lnTo>
                    <a:pt x="3306963" y="983254"/>
                  </a:lnTo>
                  <a:lnTo>
                    <a:pt x="3377307" y="984294"/>
                  </a:lnTo>
                  <a:lnTo>
                    <a:pt x="3447652" y="985330"/>
                  </a:lnTo>
                  <a:lnTo>
                    <a:pt x="3517996" y="986361"/>
                  </a:lnTo>
                  <a:lnTo>
                    <a:pt x="3588341" y="987390"/>
                  </a:lnTo>
                  <a:lnTo>
                    <a:pt x="3658685" y="988414"/>
                  </a:lnTo>
                  <a:lnTo>
                    <a:pt x="3729030" y="989434"/>
                  </a:lnTo>
                  <a:lnTo>
                    <a:pt x="3799374" y="990450"/>
                  </a:lnTo>
                  <a:lnTo>
                    <a:pt x="3869719" y="991463"/>
                  </a:lnTo>
                  <a:lnTo>
                    <a:pt x="3940063" y="992471"/>
                  </a:lnTo>
                  <a:lnTo>
                    <a:pt x="4010407" y="993476"/>
                  </a:lnTo>
                  <a:lnTo>
                    <a:pt x="4080752" y="994477"/>
                  </a:lnTo>
                  <a:lnTo>
                    <a:pt x="4151096" y="995474"/>
                  </a:lnTo>
                  <a:lnTo>
                    <a:pt x="4221441" y="996468"/>
                  </a:lnTo>
                  <a:lnTo>
                    <a:pt x="4291785" y="997457"/>
                  </a:lnTo>
                  <a:lnTo>
                    <a:pt x="4362130" y="998443"/>
                  </a:lnTo>
                  <a:lnTo>
                    <a:pt x="4432474" y="999425"/>
                  </a:lnTo>
                  <a:lnTo>
                    <a:pt x="4502819" y="1000404"/>
                  </a:lnTo>
                  <a:lnTo>
                    <a:pt x="4573163" y="1001379"/>
                  </a:lnTo>
                  <a:lnTo>
                    <a:pt x="4643508" y="1002350"/>
                  </a:lnTo>
                  <a:lnTo>
                    <a:pt x="4713852" y="1003317"/>
                  </a:lnTo>
                  <a:lnTo>
                    <a:pt x="4784197" y="1004281"/>
                  </a:lnTo>
                  <a:lnTo>
                    <a:pt x="4854541" y="1005241"/>
                  </a:lnTo>
                  <a:lnTo>
                    <a:pt x="4924886" y="1006197"/>
                  </a:lnTo>
                  <a:lnTo>
                    <a:pt x="4995230" y="1007150"/>
                  </a:lnTo>
                  <a:lnTo>
                    <a:pt x="5065575" y="1008099"/>
                  </a:lnTo>
                  <a:lnTo>
                    <a:pt x="5135919" y="1009044"/>
                  </a:lnTo>
                  <a:lnTo>
                    <a:pt x="5206264" y="1009986"/>
                  </a:lnTo>
                  <a:lnTo>
                    <a:pt x="5276608" y="10109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234824"/>
              <a:ext cx="6964104" cy="345453"/>
            </a:xfrm>
            <a:custGeom>
              <a:avLst/>
              <a:pathLst>
                <a:path w="6964104" h="345453">
                  <a:moveTo>
                    <a:pt x="6964104" y="345453"/>
                  </a:moveTo>
                  <a:lnTo>
                    <a:pt x="6893760" y="344616"/>
                  </a:lnTo>
                  <a:lnTo>
                    <a:pt x="6823415" y="343727"/>
                  </a:lnTo>
                  <a:lnTo>
                    <a:pt x="6753071" y="342783"/>
                  </a:lnTo>
                  <a:lnTo>
                    <a:pt x="6682726" y="341779"/>
                  </a:lnTo>
                  <a:lnTo>
                    <a:pt x="6612382" y="340713"/>
                  </a:lnTo>
                  <a:lnTo>
                    <a:pt x="6542037" y="339581"/>
                  </a:lnTo>
                  <a:lnTo>
                    <a:pt x="6471693" y="338378"/>
                  </a:lnTo>
                  <a:lnTo>
                    <a:pt x="6401348" y="337099"/>
                  </a:lnTo>
                  <a:lnTo>
                    <a:pt x="6331004" y="335741"/>
                  </a:lnTo>
                  <a:lnTo>
                    <a:pt x="6260659" y="334298"/>
                  </a:lnTo>
                  <a:lnTo>
                    <a:pt x="6190315" y="332765"/>
                  </a:lnTo>
                  <a:lnTo>
                    <a:pt x="6119970" y="331137"/>
                  </a:lnTo>
                  <a:lnTo>
                    <a:pt x="6049626" y="329407"/>
                  </a:lnTo>
                  <a:lnTo>
                    <a:pt x="5979281" y="327569"/>
                  </a:lnTo>
                  <a:lnTo>
                    <a:pt x="5908937" y="325616"/>
                  </a:lnTo>
                  <a:lnTo>
                    <a:pt x="5838592" y="323541"/>
                  </a:lnTo>
                  <a:lnTo>
                    <a:pt x="5768248" y="321337"/>
                  </a:lnTo>
                  <a:lnTo>
                    <a:pt x="5697903" y="318995"/>
                  </a:lnTo>
                  <a:lnTo>
                    <a:pt x="5627559" y="316508"/>
                  </a:lnTo>
                  <a:lnTo>
                    <a:pt x="5557214" y="313864"/>
                  </a:lnTo>
                  <a:lnTo>
                    <a:pt x="5486870" y="311056"/>
                  </a:lnTo>
                  <a:lnTo>
                    <a:pt x="5416525" y="308073"/>
                  </a:lnTo>
                  <a:lnTo>
                    <a:pt x="5346181" y="304904"/>
                  </a:lnTo>
                  <a:lnTo>
                    <a:pt x="5275836" y="301537"/>
                  </a:lnTo>
                  <a:lnTo>
                    <a:pt x="5205492" y="297959"/>
                  </a:lnTo>
                  <a:lnTo>
                    <a:pt x="5135147" y="294159"/>
                  </a:lnTo>
                  <a:lnTo>
                    <a:pt x="5064803" y="290121"/>
                  </a:lnTo>
                  <a:lnTo>
                    <a:pt x="4994458" y="285831"/>
                  </a:lnTo>
                  <a:lnTo>
                    <a:pt x="4924114" y="281274"/>
                  </a:lnTo>
                  <a:lnTo>
                    <a:pt x="4853769" y="276432"/>
                  </a:lnTo>
                  <a:lnTo>
                    <a:pt x="4783425" y="271288"/>
                  </a:lnTo>
                  <a:lnTo>
                    <a:pt x="4713080" y="265824"/>
                  </a:lnTo>
                  <a:lnTo>
                    <a:pt x="4642736" y="260018"/>
                  </a:lnTo>
                  <a:lnTo>
                    <a:pt x="4572391" y="253849"/>
                  </a:lnTo>
                  <a:lnTo>
                    <a:pt x="4502047" y="247296"/>
                  </a:lnTo>
                  <a:lnTo>
                    <a:pt x="4431702" y="240334"/>
                  </a:lnTo>
                  <a:lnTo>
                    <a:pt x="4361358" y="232938"/>
                  </a:lnTo>
                  <a:lnTo>
                    <a:pt x="4291013" y="225080"/>
                  </a:lnTo>
                  <a:lnTo>
                    <a:pt x="4220669" y="216731"/>
                  </a:lnTo>
                  <a:lnTo>
                    <a:pt x="4150324" y="207862"/>
                  </a:lnTo>
                  <a:lnTo>
                    <a:pt x="4079980" y="198439"/>
                  </a:lnTo>
                  <a:lnTo>
                    <a:pt x="4009635" y="188428"/>
                  </a:lnTo>
                  <a:lnTo>
                    <a:pt x="3939291" y="177792"/>
                  </a:lnTo>
                  <a:lnTo>
                    <a:pt x="3868946" y="166493"/>
                  </a:lnTo>
                  <a:lnTo>
                    <a:pt x="3798602" y="154488"/>
                  </a:lnTo>
                  <a:lnTo>
                    <a:pt x="3728257" y="141735"/>
                  </a:lnTo>
                  <a:lnTo>
                    <a:pt x="3657913" y="128185"/>
                  </a:lnTo>
                  <a:lnTo>
                    <a:pt x="3587569" y="113790"/>
                  </a:lnTo>
                  <a:lnTo>
                    <a:pt x="3517224" y="98497"/>
                  </a:lnTo>
                  <a:lnTo>
                    <a:pt x="3446880" y="82249"/>
                  </a:lnTo>
                  <a:lnTo>
                    <a:pt x="3376535" y="64988"/>
                  </a:lnTo>
                  <a:lnTo>
                    <a:pt x="3306191" y="58735"/>
                  </a:lnTo>
                  <a:lnTo>
                    <a:pt x="3235846" y="57592"/>
                  </a:lnTo>
                  <a:lnTo>
                    <a:pt x="3165502" y="56444"/>
                  </a:lnTo>
                  <a:lnTo>
                    <a:pt x="3095157" y="55291"/>
                  </a:lnTo>
                  <a:lnTo>
                    <a:pt x="3024813" y="54135"/>
                  </a:lnTo>
                  <a:lnTo>
                    <a:pt x="2954468" y="52974"/>
                  </a:lnTo>
                  <a:lnTo>
                    <a:pt x="2884124" y="51808"/>
                  </a:lnTo>
                  <a:lnTo>
                    <a:pt x="2813779" y="50638"/>
                  </a:lnTo>
                  <a:lnTo>
                    <a:pt x="2743435" y="49464"/>
                  </a:lnTo>
                  <a:lnTo>
                    <a:pt x="2673090" y="48285"/>
                  </a:lnTo>
                  <a:lnTo>
                    <a:pt x="2602746" y="47102"/>
                  </a:lnTo>
                  <a:lnTo>
                    <a:pt x="2532401" y="45914"/>
                  </a:lnTo>
                  <a:lnTo>
                    <a:pt x="2462057" y="44722"/>
                  </a:lnTo>
                  <a:lnTo>
                    <a:pt x="2391712" y="43525"/>
                  </a:lnTo>
                  <a:lnTo>
                    <a:pt x="2321368" y="42323"/>
                  </a:lnTo>
                  <a:lnTo>
                    <a:pt x="2251023" y="41117"/>
                  </a:lnTo>
                  <a:lnTo>
                    <a:pt x="2180679" y="39907"/>
                  </a:lnTo>
                  <a:lnTo>
                    <a:pt x="2110334" y="38691"/>
                  </a:lnTo>
                  <a:lnTo>
                    <a:pt x="2039990" y="37472"/>
                  </a:lnTo>
                  <a:lnTo>
                    <a:pt x="1969645" y="36247"/>
                  </a:lnTo>
                  <a:lnTo>
                    <a:pt x="1899301" y="35018"/>
                  </a:lnTo>
                  <a:lnTo>
                    <a:pt x="1828956" y="33784"/>
                  </a:lnTo>
                  <a:lnTo>
                    <a:pt x="1758612" y="32545"/>
                  </a:lnTo>
                  <a:lnTo>
                    <a:pt x="1688267" y="31302"/>
                  </a:lnTo>
                  <a:lnTo>
                    <a:pt x="1617923" y="30054"/>
                  </a:lnTo>
                  <a:lnTo>
                    <a:pt x="1547578" y="28801"/>
                  </a:lnTo>
                  <a:lnTo>
                    <a:pt x="1477234" y="27544"/>
                  </a:lnTo>
                  <a:lnTo>
                    <a:pt x="1406889" y="26281"/>
                  </a:lnTo>
                  <a:lnTo>
                    <a:pt x="1336545" y="25014"/>
                  </a:lnTo>
                  <a:lnTo>
                    <a:pt x="1266200" y="23742"/>
                  </a:lnTo>
                  <a:lnTo>
                    <a:pt x="1195856" y="22465"/>
                  </a:lnTo>
                  <a:lnTo>
                    <a:pt x="1125511" y="21184"/>
                  </a:lnTo>
                  <a:lnTo>
                    <a:pt x="1055167" y="19897"/>
                  </a:lnTo>
                  <a:lnTo>
                    <a:pt x="984822" y="18606"/>
                  </a:lnTo>
                  <a:lnTo>
                    <a:pt x="914478" y="17309"/>
                  </a:lnTo>
                  <a:lnTo>
                    <a:pt x="844133" y="16008"/>
                  </a:lnTo>
                  <a:lnTo>
                    <a:pt x="773789" y="14702"/>
                  </a:lnTo>
                  <a:lnTo>
                    <a:pt x="703444" y="13390"/>
                  </a:lnTo>
                  <a:lnTo>
                    <a:pt x="633100" y="12074"/>
                  </a:lnTo>
                  <a:lnTo>
                    <a:pt x="562755" y="10753"/>
                  </a:lnTo>
                  <a:lnTo>
                    <a:pt x="492411" y="9426"/>
                  </a:lnTo>
                  <a:lnTo>
                    <a:pt x="422066" y="8095"/>
                  </a:lnTo>
                  <a:lnTo>
                    <a:pt x="351722" y="6759"/>
                  </a:lnTo>
                  <a:lnTo>
                    <a:pt x="281377" y="5417"/>
                  </a:lnTo>
                  <a:lnTo>
                    <a:pt x="211033" y="4070"/>
                  </a:lnTo>
                  <a:lnTo>
                    <a:pt x="140688" y="2719"/>
                  </a:lnTo>
                  <a:lnTo>
                    <a:pt x="70344" y="1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452346" y="4336484"/>
              <a:ext cx="6747070" cy="1199736"/>
            </a:xfrm>
            <a:custGeom>
              <a:avLst/>
              <a:pathLst>
                <a:path w="6747070" h="1199736">
                  <a:moveTo>
                    <a:pt x="0" y="0"/>
                  </a:moveTo>
                  <a:lnTo>
                    <a:pt x="64343" y="36501"/>
                  </a:lnTo>
                  <a:lnTo>
                    <a:pt x="134687" y="75144"/>
                  </a:lnTo>
                  <a:lnTo>
                    <a:pt x="205032" y="112564"/>
                  </a:lnTo>
                  <a:lnTo>
                    <a:pt x="275376" y="148799"/>
                  </a:lnTo>
                  <a:lnTo>
                    <a:pt x="345721" y="183887"/>
                  </a:lnTo>
                  <a:lnTo>
                    <a:pt x="416065" y="217864"/>
                  </a:lnTo>
                  <a:lnTo>
                    <a:pt x="486410" y="250766"/>
                  </a:lnTo>
                  <a:lnTo>
                    <a:pt x="556754" y="282626"/>
                  </a:lnTo>
                  <a:lnTo>
                    <a:pt x="627099" y="313477"/>
                  </a:lnTo>
                  <a:lnTo>
                    <a:pt x="697443" y="343352"/>
                  </a:lnTo>
                  <a:lnTo>
                    <a:pt x="767788" y="372281"/>
                  </a:lnTo>
                  <a:lnTo>
                    <a:pt x="838132" y="400295"/>
                  </a:lnTo>
                  <a:lnTo>
                    <a:pt x="908477" y="427421"/>
                  </a:lnTo>
                  <a:lnTo>
                    <a:pt x="978821" y="453689"/>
                  </a:lnTo>
                  <a:lnTo>
                    <a:pt x="1049166" y="479125"/>
                  </a:lnTo>
                  <a:lnTo>
                    <a:pt x="1119510" y="503756"/>
                  </a:lnTo>
                  <a:lnTo>
                    <a:pt x="1189855" y="527608"/>
                  </a:lnTo>
                  <a:lnTo>
                    <a:pt x="1260199" y="550704"/>
                  </a:lnTo>
                  <a:lnTo>
                    <a:pt x="1330544" y="573069"/>
                  </a:lnTo>
                  <a:lnTo>
                    <a:pt x="1400888" y="594726"/>
                  </a:lnTo>
                  <a:lnTo>
                    <a:pt x="1471233" y="615698"/>
                  </a:lnTo>
                  <a:lnTo>
                    <a:pt x="1541577" y="636005"/>
                  </a:lnTo>
                  <a:lnTo>
                    <a:pt x="1611922" y="655670"/>
                  </a:lnTo>
                  <a:lnTo>
                    <a:pt x="1682266" y="674713"/>
                  </a:lnTo>
                  <a:lnTo>
                    <a:pt x="1752611" y="693152"/>
                  </a:lnTo>
                  <a:lnTo>
                    <a:pt x="1822955" y="711008"/>
                  </a:lnTo>
                  <a:lnTo>
                    <a:pt x="1893300" y="728298"/>
                  </a:lnTo>
                  <a:lnTo>
                    <a:pt x="1963644" y="745041"/>
                  </a:lnTo>
                  <a:lnTo>
                    <a:pt x="2033989" y="761255"/>
                  </a:lnTo>
                  <a:lnTo>
                    <a:pt x="2104333" y="776954"/>
                  </a:lnTo>
                  <a:lnTo>
                    <a:pt x="2174678" y="792157"/>
                  </a:lnTo>
                  <a:lnTo>
                    <a:pt x="2245022" y="806879"/>
                  </a:lnTo>
                  <a:lnTo>
                    <a:pt x="2315367" y="821134"/>
                  </a:lnTo>
                  <a:lnTo>
                    <a:pt x="2385711" y="834939"/>
                  </a:lnTo>
                  <a:lnTo>
                    <a:pt x="2456056" y="848306"/>
                  </a:lnTo>
                  <a:lnTo>
                    <a:pt x="2526400" y="861250"/>
                  </a:lnTo>
                  <a:lnTo>
                    <a:pt x="2596745" y="873785"/>
                  </a:lnTo>
                  <a:lnTo>
                    <a:pt x="2667089" y="885922"/>
                  </a:lnTo>
                  <a:lnTo>
                    <a:pt x="2737434" y="897676"/>
                  </a:lnTo>
                  <a:lnTo>
                    <a:pt x="2807778" y="909057"/>
                  </a:lnTo>
                  <a:lnTo>
                    <a:pt x="2878123" y="920078"/>
                  </a:lnTo>
                  <a:lnTo>
                    <a:pt x="2948467" y="930750"/>
                  </a:lnTo>
                  <a:lnTo>
                    <a:pt x="3018812" y="941084"/>
                  </a:lnTo>
                  <a:lnTo>
                    <a:pt x="3089156" y="951091"/>
                  </a:lnTo>
                  <a:lnTo>
                    <a:pt x="3159501" y="960782"/>
                  </a:lnTo>
                  <a:lnTo>
                    <a:pt x="3229845" y="970165"/>
                  </a:lnTo>
                  <a:lnTo>
                    <a:pt x="3300190" y="979252"/>
                  </a:lnTo>
                  <a:lnTo>
                    <a:pt x="3370534" y="988051"/>
                  </a:lnTo>
                  <a:lnTo>
                    <a:pt x="3440879" y="996571"/>
                  </a:lnTo>
                  <a:lnTo>
                    <a:pt x="3511223" y="1004822"/>
                  </a:lnTo>
                  <a:lnTo>
                    <a:pt x="3581568" y="1012811"/>
                  </a:lnTo>
                  <a:lnTo>
                    <a:pt x="3651912" y="1020548"/>
                  </a:lnTo>
                  <a:lnTo>
                    <a:pt x="3722257" y="1028039"/>
                  </a:lnTo>
                  <a:lnTo>
                    <a:pt x="3792601" y="1035294"/>
                  </a:lnTo>
                  <a:lnTo>
                    <a:pt x="3862945" y="1042318"/>
                  </a:lnTo>
                  <a:lnTo>
                    <a:pt x="3933290" y="1049121"/>
                  </a:lnTo>
                  <a:lnTo>
                    <a:pt x="4003634" y="1055708"/>
                  </a:lnTo>
                  <a:lnTo>
                    <a:pt x="4073979" y="1062086"/>
                  </a:lnTo>
                  <a:lnTo>
                    <a:pt x="4144323" y="1068263"/>
                  </a:lnTo>
                  <a:lnTo>
                    <a:pt x="4214668" y="1074244"/>
                  </a:lnTo>
                  <a:lnTo>
                    <a:pt x="4285012" y="1080036"/>
                  </a:lnTo>
                  <a:lnTo>
                    <a:pt x="4355357" y="1085644"/>
                  </a:lnTo>
                  <a:lnTo>
                    <a:pt x="4425701" y="1091075"/>
                  </a:lnTo>
                  <a:lnTo>
                    <a:pt x="4496046" y="1096334"/>
                  </a:lnTo>
                  <a:lnTo>
                    <a:pt x="4566390" y="1101427"/>
                  </a:lnTo>
                  <a:lnTo>
                    <a:pt x="4636735" y="1106358"/>
                  </a:lnTo>
                  <a:lnTo>
                    <a:pt x="4707079" y="1111133"/>
                  </a:lnTo>
                  <a:lnTo>
                    <a:pt x="4777424" y="1115757"/>
                  </a:lnTo>
                  <a:lnTo>
                    <a:pt x="4847768" y="1120235"/>
                  </a:lnTo>
                  <a:lnTo>
                    <a:pt x="4918113" y="1124571"/>
                  </a:lnTo>
                  <a:lnTo>
                    <a:pt x="4988457" y="1128769"/>
                  </a:lnTo>
                  <a:lnTo>
                    <a:pt x="5058802" y="1132835"/>
                  </a:lnTo>
                  <a:lnTo>
                    <a:pt x="5129146" y="1136772"/>
                  </a:lnTo>
                  <a:lnTo>
                    <a:pt x="5199491" y="1140584"/>
                  </a:lnTo>
                  <a:lnTo>
                    <a:pt x="5269835" y="1144276"/>
                  </a:lnTo>
                  <a:lnTo>
                    <a:pt x="5340180" y="1147851"/>
                  </a:lnTo>
                  <a:lnTo>
                    <a:pt x="5410524" y="1151312"/>
                  </a:lnTo>
                  <a:lnTo>
                    <a:pt x="5480869" y="1154665"/>
                  </a:lnTo>
                  <a:lnTo>
                    <a:pt x="5551213" y="1157910"/>
                  </a:lnTo>
                  <a:lnTo>
                    <a:pt x="5621558" y="1161054"/>
                  </a:lnTo>
                  <a:lnTo>
                    <a:pt x="5691902" y="1164097"/>
                  </a:lnTo>
                  <a:lnTo>
                    <a:pt x="5762247" y="1167045"/>
                  </a:lnTo>
                  <a:lnTo>
                    <a:pt x="5832591" y="1169899"/>
                  </a:lnTo>
                  <a:lnTo>
                    <a:pt x="5902936" y="1172662"/>
                  </a:lnTo>
                  <a:lnTo>
                    <a:pt x="5973280" y="1175339"/>
                  </a:lnTo>
                  <a:lnTo>
                    <a:pt x="6043625" y="1177930"/>
                  </a:lnTo>
                  <a:lnTo>
                    <a:pt x="6113969" y="1180440"/>
                  </a:lnTo>
                  <a:lnTo>
                    <a:pt x="6184314" y="1182870"/>
                  </a:lnTo>
                  <a:lnTo>
                    <a:pt x="6254658" y="1185223"/>
                  </a:lnTo>
                  <a:lnTo>
                    <a:pt x="6325003" y="1187501"/>
                  </a:lnTo>
                  <a:lnTo>
                    <a:pt x="6395347" y="1189708"/>
                  </a:lnTo>
                  <a:lnTo>
                    <a:pt x="6465692" y="1191844"/>
                  </a:lnTo>
                  <a:lnTo>
                    <a:pt x="6536036" y="1193913"/>
                  </a:lnTo>
                  <a:lnTo>
                    <a:pt x="6606381" y="1195917"/>
                  </a:lnTo>
                  <a:lnTo>
                    <a:pt x="6676725" y="1197857"/>
                  </a:lnTo>
                  <a:lnTo>
                    <a:pt x="6747070" y="1199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2026-07-22T07:54:34Z</dcterms:modified>
  <cp:category/>
</cp:coreProperties>
</file>