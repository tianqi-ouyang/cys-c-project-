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143092"/>
              <a:ext cx="6964104" cy="1222444"/>
            </a:xfrm>
            <a:custGeom>
              <a:avLst/>
              <a:pathLst>
                <a:path w="6964104" h="1222444">
                  <a:moveTo>
                    <a:pt x="324554" y="0"/>
                  </a:moveTo>
                  <a:lnTo>
                    <a:pt x="351722" y="18535"/>
                  </a:lnTo>
                  <a:lnTo>
                    <a:pt x="422066" y="64739"/>
                  </a:lnTo>
                  <a:lnTo>
                    <a:pt x="492411" y="109220"/>
                  </a:lnTo>
                  <a:lnTo>
                    <a:pt x="562755" y="152041"/>
                  </a:lnTo>
                  <a:lnTo>
                    <a:pt x="633100" y="193265"/>
                  </a:lnTo>
                  <a:lnTo>
                    <a:pt x="703444" y="232951"/>
                  </a:lnTo>
                  <a:lnTo>
                    <a:pt x="773789" y="271157"/>
                  </a:lnTo>
                  <a:lnTo>
                    <a:pt x="844133" y="307938"/>
                  </a:lnTo>
                  <a:lnTo>
                    <a:pt x="914478" y="343347"/>
                  </a:lnTo>
                  <a:lnTo>
                    <a:pt x="984822" y="377435"/>
                  </a:lnTo>
                  <a:lnTo>
                    <a:pt x="1055167" y="410251"/>
                  </a:lnTo>
                  <a:lnTo>
                    <a:pt x="1125511" y="441843"/>
                  </a:lnTo>
                  <a:lnTo>
                    <a:pt x="1195856" y="472257"/>
                  </a:lnTo>
                  <a:lnTo>
                    <a:pt x="1266200" y="501537"/>
                  </a:lnTo>
                  <a:lnTo>
                    <a:pt x="1336545" y="529724"/>
                  </a:lnTo>
                  <a:lnTo>
                    <a:pt x="1406889" y="556860"/>
                  </a:lnTo>
                  <a:lnTo>
                    <a:pt x="1477234" y="582984"/>
                  </a:lnTo>
                  <a:lnTo>
                    <a:pt x="1547578" y="608133"/>
                  </a:lnTo>
                  <a:lnTo>
                    <a:pt x="1617923" y="632344"/>
                  </a:lnTo>
                  <a:lnTo>
                    <a:pt x="1688267" y="655652"/>
                  </a:lnTo>
                  <a:lnTo>
                    <a:pt x="1758612" y="678091"/>
                  </a:lnTo>
                  <a:lnTo>
                    <a:pt x="1828956" y="699692"/>
                  </a:lnTo>
                  <a:lnTo>
                    <a:pt x="1899301" y="720488"/>
                  </a:lnTo>
                  <a:lnTo>
                    <a:pt x="1969645" y="740508"/>
                  </a:lnTo>
                  <a:lnTo>
                    <a:pt x="2039990" y="759782"/>
                  </a:lnTo>
                  <a:lnTo>
                    <a:pt x="2110334" y="778336"/>
                  </a:lnTo>
                  <a:lnTo>
                    <a:pt x="2180679" y="796198"/>
                  </a:lnTo>
                  <a:lnTo>
                    <a:pt x="2251023" y="813394"/>
                  </a:lnTo>
                  <a:lnTo>
                    <a:pt x="2321368" y="829949"/>
                  </a:lnTo>
                  <a:lnTo>
                    <a:pt x="2391712" y="845886"/>
                  </a:lnTo>
                  <a:lnTo>
                    <a:pt x="2462057" y="861229"/>
                  </a:lnTo>
                  <a:lnTo>
                    <a:pt x="2532401" y="875999"/>
                  </a:lnTo>
                  <a:lnTo>
                    <a:pt x="2602746" y="890218"/>
                  </a:lnTo>
                  <a:lnTo>
                    <a:pt x="2673090" y="903907"/>
                  </a:lnTo>
                  <a:lnTo>
                    <a:pt x="2743435" y="917086"/>
                  </a:lnTo>
                  <a:lnTo>
                    <a:pt x="2813779" y="929772"/>
                  </a:lnTo>
                  <a:lnTo>
                    <a:pt x="2884124" y="941986"/>
                  </a:lnTo>
                  <a:lnTo>
                    <a:pt x="2954468" y="953744"/>
                  </a:lnTo>
                  <a:lnTo>
                    <a:pt x="3024813" y="958501"/>
                  </a:lnTo>
                  <a:lnTo>
                    <a:pt x="3095157" y="959487"/>
                  </a:lnTo>
                  <a:lnTo>
                    <a:pt x="3165502" y="960469"/>
                  </a:lnTo>
                  <a:lnTo>
                    <a:pt x="3235846" y="961449"/>
                  </a:lnTo>
                  <a:lnTo>
                    <a:pt x="3306191" y="962425"/>
                  </a:lnTo>
                  <a:lnTo>
                    <a:pt x="3376535" y="963398"/>
                  </a:lnTo>
                  <a:lnTo>
                    <a:pt x="3446880" y="964368"/>
                  </a:lnTo>
                  <a:lnTo>
                    <a:pt x="3517224" y="965334"/>
                  </a:lnTo>
                  <a:lnTo>
                    <a:pt x="3587569" y="966298"/>
                  </a:lnTo>
                  <a:lnTo>
                    <a:pt x="3657913" y="967258"/>
                  </a:lnTo>
                  <a:lnTo>
                    <a:pt x="3728257" y="968215"/>
                  </a:lnTo>
                  <a:lnTo>
                    <a:pt x="3798602" y="969169"/>
                  </a:lnTo>
                  <a:lnTo>
                    <a:pt x="3868946" y="970120"/>
                  </a:lnTo>
                  <a:lnTo>
                    <a:pt x="3939291" y="971067"/>
                  </a:lnTo>
                  <a:lnTo>
                    <a:pt x="4009635" y="972012"/>
                  </a:lnTo>
                  <a:lnTo>
                    <a:pt x="4079980" y="972953"/>
                  </a:lnTo>
                  <a:lnTo>
                    <a:pt x="4150324" y="973891"/>
                  </a:lnTo>
                  <a:lnTo>
                    <a:pt x="4220669" y="974826"/>
                  </a:lnTo>
                  <a:lnTo>
                    <a:pt x="4291013" y="975758"/>
                  </a:lnTo>
                  <a:lnTo>
                    <a:pt x="4361358" y="976687"/>
                  </a:lnTo>
                  <a:lnTo>
                    <a:pt x="4431702" y="977613"/>
                  </a:lnTo>
                  <a:lnTo>
                    <a:pt x="4502047" y="978536"/>
                  </a:lnTo>
                  <a:lnTo>
                    <a:pt x="4572391" y="979456"/>
                  </a:lnTo>
                  <a:lnTo>
                    <a:pt x="4642736" y="980373"/>
                  </a:lnTo>
                  <a:lnTo>
                    <a:pt x="4713080" y="981286"/>
                  </a:lnTo>
                  <a:lnTo>
                    <a:pt x="4783425" y="982197"/>
                  </a:lnTo>
                  <a:lnTo>
                    <a:pt x="4853769" y="983105"/>
                  </a:lnTo>
                  <a:lnTo>
                    <a:pt x="4924114" y="984010"/>
                  </a:lnTo>
                  <a:lnTo>
                    <a:pt x="4994458" y="984911"/>
                  </a:lnTo>
                  <a:lnTo>
                    <a:pt x="5064803" y="985810"/>
                  </a:lnTo>
                  <a:lnTo>
                    <a:pt x="5135147" y="986706"/>
                  </a:lnTo>
                  <a:lnTo>
                    <a:pt x="5205492" y="987599"/>
                  </a:lnTo>
                  <a:lnTo>
                    <a:pt x="5275836" y="988489"/>
                  </a:lnTo>
                  <a:lnTo>
                    <a:pt x="5346181" y="989376"/>
                  </a:lnTo>
                  <a:lnTo>
                    <a:pt x="5416525" y="990260"/>
                  </a:lnTo>
                  <a:lnTo>
                    <a:pt x="5486870" y="991141"/>
                  </a:lnTo>
                  <a:lnTo>
                    <a:pt x="5557214" y="992019"/>
                  </a:lnTo>
                  <a:lnTo>
                    <a:pt x="5627559" y="992894"/>
                  </a:lnTo>
                  <a:lnTo>
                    <a:pt x="5697903" y="993767"/>
                  </a:lnTo>
                  <a:lnTo>
                    <a:pt x="5768248" y="994636"/>
                  </a:lnTo>
                  <a:lnTo>
                    <a:pt x="5838592" y="995503"/>
                  </a:lnTo>
                  <a:lnTo>
                    <a:pt x="5908937" y="996367"/>
                  </a:lnTo>
                  <a:lnTo>
                    <a:pt x="5979281" y="997228"/>
                  </a:lnTo>
                  <a:lnTo>
                    <a:pt x="6049626" y="998086"/>
                  </a:lnTo>
                  <a:lnTo>
                    <a:pt x="6119970" y="998941"/>
                  </a:lnTo>
                  <a:lnTo>
                    <a:pt x="6190315" y="999794"/>
                  </a:lnTo>
                  <a:lnTo>
                    <a:pt x="6260659" y="1000643"/>
                  </a:lnTo>
                  <a:lnTo>
                    <a:pt x="6331004" y="1001490"/>
                  </a:lnTo>
                  <a:lnTo>
                    <a:pt x="6401348" y="1002334"/>
                  </a:lnTo>
                  <a:lnTo>
                    <a:pt x="6471693" y="1003175"/>
                  </a:lnTo>
                  <a:lnTo>
                    <a:pt x="6542037" y="1004014"/>
                  </a:lnTo>
                  <a:lnTo>
                    <a:pt x="6612382" y="1004850"/>
                  </a:lnTo>
                  <a:lnTo>
                    <a:pt x="6682726" y="1005683"/>
                  </a:lnTo>
                  <a:lnTo>
                    <a:pt x="6753071" y="1006513"/>
                  </a:lnTo>
                  <a:lnTo>
                    <a:pt x="6823415" y="1007340"/>
                  </a:lnTo>
                  <a:lnTo>
                    <a:pt x="6893760" y="1008165"/>
                  </a:lnTo>
                  <a:lnTo>
                    <a:pt x="6964104" y="1008987"/>
                  </a:lnTo>
                  <a:lnTo>
                    <a:pt x="6964104" y="1222444"/>
                  </a:lnTo>
                  <a:lnTo>
                    <a:pt x="6893760" y="1221097"/>
                  </a:lnTo>
                  <a:lnTo>
                    <a:pt x="6823415" y="1219699"/>
                  </a:lnTo>
                  <a:lnTo>
                    <a:pt x="6753071" y="1218245"/>
                  </a:lnTo>
                  <a:lnTo>
                    <a:pt x="6682726" y="1216736"/>
                  </a:lnTo>
                  <a:lnTo>
                    <a:pt x="6612382" y="1215168"/>
                  </a:lnTo>
                  <a:lnTo>
                    <a:pt x="6542037" y="1213539"/>
                  </a:lnTo>
                  <a:lnTo>
                    <a:pt x="6471693" y="1211848"/>
                  </a:lnTo>
                  <a:lnTo>
                    <a:pt x="6401348" y="1210090"/>
                  </a:lnTo>
                  <a:lnTo>
                    <a:pt x="6331004" y="1208265"/>
                  </a:lnTo>
                  <a:lnTo>
                    <a:pt x="6260659" y="1206369"/>
                  </a:lnTo>
                  <a:lnTo>
                    <a:pt x="6190315" y="1204399"/>
                  </a:lnTo>
                  <a:lnTo>
                    <a:pt x="6119970" y="1202353"/>
                  </a:lnTo>
                  <a:lnTo>
                    <a:pt x="6049626" y="1200228"/>
                  </a:lnTo>
                  <a:lnTo>
                    <a:pt x="5979281" y="1198020"/>
                  </a:lnTo>
                  <a:lnTo>
                    <a:pt x="5908937" y="1195727"/>
                  </a:lnTo>
                  <a:lnTo>
                    <a:pt x="5838592" y="1193345"/>
                  </a:lnTo>
                  <a:lnTo>
                    <a:pt x="5768248" y="1190871"/>
                  </a:lnTo>
                  <a:lnTo>
                    <a:pt x="5697903" y="1188301"/>
                  </a:lnTo>
                  <a:lnTo>
                    <a:pt x="5627559" y="1185632"/>
                  </a:lnTo>
                  <a:lnTo>
                    <a:pt x="5557214" y="1182858"/>
                  </a:lnTo>
                  <a:lnTo>
                    <a:pt x="5486870" y="1179978"/>
                  </a:lnTo>
                  <a:lnTo>
                    <a:pt x="5416525" y="1176986"/>
                  </a:lnTo>
                  <a:lnTo>
                    <a:pt x="5346181" y="1173878"/>
                  </a:lnTo>
                  <a:lnTo>
                    <a:pt x="5275836" y="1170649"/>
                  </a:lnTo>
                  <a:lnTo>
                    <a:pt x="5205492" y="1167295"/>
                  </a:lnTo>
                  <a:lnTo>
                    <a:pt x="5135147" y="1163812"/>
                  </a:lnTo>
                  <a:lnTo>
                    <a:pt x="5064803" y="1160193"/>
                  </a:lnTo>
                  <a:lnTo>
                    <a:pt x="4994458" y="1156435"/>
                  </a:lnTo>
                  <a:lnTo>
                    <a:pt x="4924114" y="1152530"/>
                  </a:lnTo>
                  <a:lnTo>
                    <a:pt x="4853769" y="1148475"/>
                  </a:lnTo>
                  <a:lnTo>
                    <a:pt x="4783425" y="1144262"/>
                  </a:lnTo>
                  <a:lnTo>
                    <a:pt x="4713080" y="1139886"/>
                  </a:lnTo>
                  <a:lnTo>
                    <a:pt x="4642736" y="1135340"/>
                  </a:lnTo>
                  <a:lnTo>
                    <a:pt x="4572391" y="1130618"/>
                  </a:lnTo>
                  <a:lnTo>
                    <a:pt x="4502047" y="1125714"/>
                  </a:lnTo>
                  <a:lnTo>
                    <a:pt x="4431702" y="1120619"/>
                  </a:lnTo>
                  <a:lnTo>
                    <a:pt x="4361358" y="1115327"/>
                  </a:lnTo>
                  <a:lnTo>
                    <a:pt x="4291013" y="1109830"/>
                  </a:lnTo>
                  <a:lnTo>
                    <a:pt x="4220669" y="1104119"/>
                  </a:lnTo>
                  <a:lnTo>
                    <a:pt x="4150324" y="1098188"/>
                  </a:lnTo>
                  <a:lnTo>
                    <a:pt x="4079980" y="1092027"/>
                  </a:lnTo>
                  <a:lnTo>
                    <a:pt x="4009635" y="1085627"/>
                  </a:lnTo>
                  <a:lnTo>
                    <a:pt x="3939291" y="1078979"/>
                  </a:lnTo>
                  <a:lnTo>
                    <a:pt x="3868946" y="1072073"/>
                  </a:lnTo>
                  <a:lnTo>
                    <a:pt x="3798602" y="1064900"/>
                  </a:lnTo>
                  <a:lnTo>
                    <a:pt x="3728257" y="1057449"/>
                  </a:lnTo>
                  <a:lnTo>
                    <a:pt x="3657913" y="1049709"/>
                  </a:lnTo>
                  <a:lnTo>
                    <a:pt x="3587569" y="1041670"/>
                  </a:lnTo>
                  <a:lnTo>
                    <a:pt x="3517224" y="1033319"/>
                  </a:lnTo>
                  <a:lnTo>
                    <a:pt x="3446880" y="1024644"/>
                  </a:lnTo>
                  <a:lnTo>
                    <a:pt x="3376535" y="1015633"/>
                  </a:lnTo>
                  <a:lnTo>
                    <a:pt x="3306191" y="1006273"/>
                  </a:lnTo>
                  <a:lnTo>
                    <a:pt x="3235846" y="996551"/>
                  </a:lnTo>
                  <a:lnTo>
                    <a:pt x="3165502" y="986451"/>
                  </a:lnTo>
                  <a:lnTo>
                    <a:pt x="3095157" y="975960"/>
                  </a:lnTo>
                  <a:lnTo>
                    <a:pt x="3024813" y="965063"/>
                  </a:lnTo>
                  <a:lnTo>
                    <a:pt x="2954468" y="957511"/>
                  </a:lnTo>
                  <a:lnTo>
                    <a:pt x="2884124" y="956519"/>
                  </a:lnTo>
                  <a:lnTo>
                    <a:pt x="2813779" y="955523"/>
                  </a:lnTo>
                  <a:lnTo>
                    <a:pt x="2743435" y="954524"/>
                  </a:lnTo>
                  <a:lnTo>
                    <a:pt x="2673090" y="953522"/>
                  </a:lnTo>
                  <a:lnTo>
                    <a:pt x="2602746" y="952516"/>
                  </a:lnTo>
                  <a:lnTo>
                    <a:pt x="2532401" y="951507"/>
                  </a:lnTo>
                  <a:lnTo>
                    <a:pt x="2462057" y="950495"/>
                  </a:lnTo>
                  <a:lnTo>
                    <a:pt x="2391712" y="949479"/>
                  </a:lnTo>
                  <a:lnTo>
                    <a:pt x="2321368" y="948460"/>
                  </a:lnTo>
                  <a:lnTo>
                    <a:pt x="2251023" y="947437"/>
                  </a:lnTo>
                  <a:lnTo>
                    <a:pt x="2180679" y="946412"/>
                  </a:lnTo>
                  <a:lnTo>
                    <a:pt x="2110334" y="945382"/>
                  </a:lnTo>
                  <a:lnTo>
                    <a:pt x="2039990" y="944350"/>
                  </a:lnTo>
                  <a:lnTo>
                    <a:pt x="1969645" y="943314"/>
                  </a:lnTo>
                  <a:lnTo>
                    <a:pt x="1899301" y="942274"/>
                  </a:lnTo>
                  <a:lnTo>
                    <a:pt x="1828956" y="941231"/>
                  </a:lnTo>
                  <a:lnTo>
                    <a:pt x="1758612" y="940185"/>
                  </a:lnTo>
                  <a:lnTo>
                    <a:pt x="1688267" y="939135"/>
                  </a:lnTo>
                  <a:lnTo>
                    <a:pt x="1617923" y="938082"/>
                  </a:lnTo>
                  <a:lnTo>
                    <a:pt x="1547578" y="937025"/>
                  </a:lnTo>
                  <a:lnTo>
                    <a:pt x="1477234" y="935964"/>
                  </a:lnTo>
                  <a:lnTo>
                    <a:pt x="1406889" y="934901"/>
                  </a:lnTo>
                  <a:lnTo>
                    <a:pt x="1336545" y="933833"/>
                  </a:lnTo>
                  <a:lnTo>
                    <a:pt x="1266200" y="932762"/>
                  </a:lnTo>
                  <a:lnTo>
                    <a:pt x="1195856" y="931688"/>
                  </a:lnTo>
                  <a:lnTo>
                    <a:pt x="1125511" y="930610"/>
                  </a:lnTo>
                  <a:lnTo>
                    <a:pt x="1055167" y="929528"/>
                  </a:lnTo>
                  <a:lnTo>
                    <a:pt x="984822" y="928443"/>
                  </a:lnTo>
                  <a:lnTo>
                    <a:pt x="914478" y="927354"/>
                  </a:lnTo>
                  <a:lnTo>
                    <a:pt x="844133" y="926262"/>
                  </a:lnTo>
                  <a:lnTo>
                    <a:pt x="773789" y="925166"/>
                  </a:lnTo>
                  <a:lnTo>
                    <a:pt x="703444" y="924066"/>
                  </a:lnTo>
                  <a:lnTo>
                    <a:pt x="633100" y="922963"/>
                  </a:lnTo>
                  <a:lnTo>
                    <a:pt x="562755" y="921856"/>
                  </a:lnTo>
                  <a:lnTo>
                    <a:pt x="492411" y="920746"/>
                  </a:lnTo>
                  <a:lnTo>
                    <a:pt x="422066" y="919631"/>
                  </a:lnTo>
                  <a:lnTo>
                    <a:pt x="351722" y="918514"/>
                  </a:lnTo>
                  <a:lnTo>
                    <a:pt x="281377" y="917392"/>
                  </a:lnTo>
                  <a:lnTo>
                    <a:pt x="211033" y="916267"/>
                  </a:lnTo>
                  <a:lnTo>
                    <a:pt x="140688" y="915137"/>
                  </a:lnTo>
                  <a:lnTo>
                    <a:pt x="70344" y="914005"/>
                  </a:lnTo>
                  <a:lnTo>
                    <a:pt x="0" y="91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559866" y="2143092"/>
              <a:ext cx="6639550" cy="1008987"/>
            </a:xfrm>
            <a:custGeom>
              <a:avLst/>
              <a:pathLst>
                <a:path w="6639550" h="1008987">
                  <a:moveTo>
                    <a:pt x="0" y="0"/>
                  </a:moveTo>
                  <a:lnTo>
                    <a:pt x="27167" y="18535"/>
                  </a:lnTo>
                  <a:lnTo>
                    <a:pt x="97512" y="64739"/>
                  </a:lnTo>
                  <a:lnTo>
                    <a:pt x="167856" y="109220"/>
                  </a:lnTo>
                  <a:lnTo>
                    <a:pt x="238201" y="152041"/>
                  </a:lnTo>
                  <a:lnTo>
                    <a:pt x="308545" y="193265"/>
                  </a:lnTo>
                  <a:lnTo>
                    <a:pt x="378890" y="232951"/>
                  </a:lnTo>
                  <a:lnTo>
                    <a:pt x="449234" y="271157"/>
                  </a:lnTo>
                  <a:lnTo>
                    <a:pt x="519579" y="307938"/>
                  </a:lnTo>
                  <a:lnTo>
                    <a:pt x="589923" y="343347"/>
                  </a:lnTo>
                  <a:lnTo>
                    <a:pt x="660268" y="377435"/>
                  </a:lnTo>
                  <a:lnTo>
                    <a:pt x="730612" y="410251"/>
                  </a:lnTo>
                  <a:lnTo>
                    <a:pt x="800957" y="441843"/>
                  </a:lnTo>
                  <a:lnTo>
                    <a:pt x="871301" y="472257"/>
                  </a:lnTo>
                  <a:lnTo>
                    <a:pt x="941646" y="501537"/>
                  </a:lnTo>
                  <a:lnTo>
                    <a:pt x="1011990" y="529724"/>
                  </a:lnTo>
                  <a:lnTo>
                    <a:pt x="1082335" y="556860"/>
                  </a:lnTo>
                  <a:lnTo>
                    <a:pt x="1152679" y="582984"/>
                  </a:lnTo>
                  <a:lnTo>
                    <a:pt x="1223024" y="608133"/>
                  </a:lnTo>
                  <a:lnTo>
                    <a:pt x="1293368" y="632344"/>
                  </a:lnTo>
                  <a:lnTo>
                    <a:pt x="1363713" y="655652"/>
                  </a:lnTo>
                  <a:lnTo>
                    <a:pt x="1434057" y="678091"/>
                  </a:lnTo>
                  <a:lnTo>
                    <a:pt x="1504402" y="699692"/>
                  </a:lnTo>
                  <a:lnTo>
                    <a:pt x="1574746" y="720488"/>
                  </a:lnTo>
                  <a:lnTo>
                    <a:pt x="1645091" y="740508"/>
                  </a:lnTo>
                  <a:lnTo>
                    <a:pt x="1715435" y="759782"/>
                  </a:lnTo>
                  <a:lnTo>
                    <a:pt x="1785780" y="778336"/>
                  </a:lnTo>
                  <a:lnTo>
                    <a:pt x="1856124" y="796198"/>
                  </a:lnTo>
                  <a:lnTo>
                    <a:pt x="1926469" y="813394"/>
                  </a:lnTo>
                  <a:lnTo>
                    <a:pt x="1996813" y="829949"/>
                  </a:lnTo>
                  <a:lnTo>
                    <a:pt x="2067158" y="845886"/>
                  </a:lnTo>
                  <a:lnTo>
                    <a:pt x="2137502" y="861229"/>
                  </a:lnTo>
                  <a:lnTo>
                    <a:pt x="2207847" y="875999"/>
                  </a:lnTo>
                  <a:lnTo>
                    <a:pt x="2278191" y="890218"/>
                  </a:lnTo>
                  <a:lnTo>
                    <a:pt x="2348536" y="903907"/>
                  </a:lnTo>
                  <a:lnTo>
                    <a:pt x="2418880" y="917086"/>
                  </a:lnTo>
                  <a:lnTo>
                    <a:pt x="2489225" y="929772"/>
                  </a:lnTo>
                  <a:lnTo>
                    <a:pt x="2559569" y="941986"/>
                  </a:lnTo>
                  <a:lnTo>
                    <a:pt x="2629914" y="953744"/>
                  </a:lnTo>
                  <a:lnTo>
                    <a:pt x="2700258" y="958501"/>
                  </a:lnTo>
                  <a:lnTo>
                    <a:pt x="2770603" y="959487"/>
                  </a:lnTo>
                  <a:lnTo>
                    <a:pt x="2840947" y="960469"/>
                  </a:lnTo>
                  <a:lnTo>
                    <a:pt x="2911292" y="961449"/>
                  </a:lnTo>
                  <a:lnTo>
                    <a:pt x="2981636" y="962425"/>
                  </a:lnTo>
                  <a:lnTo>
                    <a:pt x="3051981" y="963398"/>
                  </a:lnTo>
                  <a:lnTo>
                    <a:pt x="3122325" y="964368"/>
                  </a:lnTo>
                  <a:lnTo>
                    <a:pt x="3192670" y="965334"/>
                  </a:lnTo>
                  <a:lnTo>
                    <a:pt x="3263014" y="966298"/>
                  </a:lnTo>
                  <a:lnTo>
                    <a:pt x="3333359" y="967258"/>
                  </a:lnTo>
                  <a:lnTo>
                    <a:pt x="3403703" y="968215"/>
                  </a:lnTo>
                  <a:lnTo>
                    <a:pt x="3474048" y="969169"/>
                  </a:lnTo>
                  <a:lnTo>
                    <a:pt x="3544392" y="970120"/>
                  </a:lnTo>
                  <a:lnTo>
                    <a:pt x="3614737" y="971067"/>
                  </a:lnTo>
                  <a:lnTo>
                    <a:pt x="3685081" y="972012"/>
                  </a:lnTo>
                  <a:lnTo>
                    <a:pt x="3755425" y="972953"/>
                  </a:lnTo>
                  <a:lnTo>
                    <a:pt x="3825770" y="973891"/>
                  </a:lnTo>
                  <a:lnTo>
                    <a:pt x="3896114" y="974826"/>
                  </a:lnTo>
                  <a:lnTo>
                    <a:pt x="3966459" y="975758"/>
                  </a:lnTo>
                  <a:lnTo>
                    <a:pt x="4036803" y="976687"/>
                  </a:lnTo>
                  <a:lnTo>
                    <a:pt x="4107148" y="977613"/>
                  </a:lnTo>
                  <a:lnTo>
                    <a:pt x="4177492" y="978536"/>
                  </a:lnTo>
                  <a:lnTo>
                    <a:pt x="4247837" y="979456"/>
                  </a:lnTo>
                  <a:lnTo>
                    <a:pt x="4318181" y="980373"/>
                  </a:lnTo>
                  <a:lnTo>
                    <a:pt x="4388526" y="981286"/>
                  </a:lnTo>
                  <a:lnTo>
                    <a:pt x="4458870" y="982197"/>
                  </a:lnTo>
                  <a:lnTo>
                    <a:pt x="4529215" y="983105"/>
                  </a:lnTo>
                  <a:lnTo>
                    <a:pt x="4599559" y="984010"/>
                  </a:lnTo>
                  <a:lnTo>
                    <a:pt x="4669904" y="984911"/>
                  </a:lnTo>
                  <a:lnTo>
                    <a:pt x="4740248" y="985810"/>
                  </a:lnTo>
                  <a:lnTo>
                    <a:pt x="4810593" y="986706"/>
                  </a:lnTo>
                  <a:lnTo>
                    <a:pt x="4880937" y="987599"/>
                  </a:lnTo>
                  <a:lnTo>
                    <a:pt x="4951282" y="988489"/>
                  </a:lnTo>
                  <a:lnTo>
                    <a:pt x="5021626" y="989376"/>
                  </a:lnTo>
                  <a:lnTo>
                    <a:pt x="5091971" y="990260"/>
                  </a:lnTo>
                  <a:lnTo>
                    <a:pt x="5162315" y="991141"/>
                  </a:lnTo>
                  <a:lnTo>
                    <a:pt x="5232660" y="992019"/>
                  </a:lnTo>
                  <a:lnTo>
                    <a:pt x="5303004" y="992894"/>
                  </a:lnTo>
                  <a:lnTo>
                    <a:pt x="5373349" y="993767"/>
                  </a:lnTo>
                  <a:lnTo>
                    <a:pt x="5443693" y="994636"/>
                  </a:lnTo>
                  <a:lnTo>
                    <a:pt x="5514038" y="995503"/>
                  </a:lnTo>
                  <a:lnTo>
                    <a:pt x="5584382" y="996367"/>
                  </a:lnTo>
                  <a:lnTo>
                    <a:pt x="5654727" y="997228"/>
                  </a:lnTo>
                  <a:lnTo>
                    <a:pt x="5725071" y="998086"/>
                  </a:lnTo>
                  <a:lnTo>
                    <a:pt x="5795416" y="998941"/>
                  </a:lnTo>
                  <a:lnTo>
                    <a:pt x="5865760" y="999794"/>
                  </a:lnTo>
                  <a:lnTo>
                    <a:pt x="5936105" y="1000643"/>
                  </a:lnTo>
                  <a:lnTo>
                    <a:pt x="6006449" y="1001490"/>
                  </a:lnTo>
                  <a:lnTo>
                    <a:pt x="6076794" y="1002334"/>
                  </a:lnTo>
                  <a:lnTo>
                    <a:pt x="6147138" y="1003175"/>
                  </a:lnTo>
                  <a:lnTo>
                    <a:pt x="6217483" y="1004014"/>
                  </a:lnTo>
                  <a:lnTo>
                    <a:pt x="6287827" y="1004850"/>
                  </a:lnTo>
                  <a:lnTo>
                    <a:pt x="6358172" y="1005683"/>
                  </a:lnTo>
                  <a:lnTo>
                    <a:pt x="6428516" y="1006513"/>
                  </a:lnTo>
                  <a:lnTo>
                    <a:pt x="6498861" y="1007340"/>
                  </a:lnTo>
                  <a:lnTo>
                    <a:pt x="6569205" y="1008165"/>
                  </a:lnTo>
                  <a:lnTo>
                    <a:pt x="6639550" y="100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55960"/>
              <a:ext cx="6964104" cy="309576"/>
            </a:xfrm>
            <a:custGeom>
              <a:avLst/>
              <a:pathLst>
                <a:path w="6964104" h="309576">
                  <a:moveTo>
                    <a:pt x="6964104" y="309576"/>
                  </a:moveTo>
                  <a:lnTo>
                    <a:pt x="6893760" y="308229"/>
                  </a:lnTo>
                  <a:lnTo>
                    <a:pt x="6823415" y="306830"/>
                  </a:lnTo>
                  <a:lnTo>
                    <a:pt x="6753071" y="305377"/>
                  </a:lnTo>
                  <a:lnTo>
                    <a:pt x="6682726" y="303867"/>
                  </a:lnTo>
                  <a:lnTo>
                    <a:pt x="6612382" y="302299"/>
                  </a:lnTo>
                  <a:lnTo>
                    <a:pt x="6542037" y="300671"/>
                  </a:lnTo>
                  <a:lnTo>
                    <a:pt x="6471693" y="298979"/>
                  </a:lnTo>
                  <a:lnTo>
                    <a:pt x="6401348" y="297222"/>
                  </a:lnTo>
                  <a:lnTo>
                    <a:pt x="6331004" y="295396"/>
                  </a:lnTo>
                  <a:lnTo>
                    <a:pt x="6260659" y="293500"/>
                  </a:lnTo>
                  <a:lnTo>
                    <a:pt x="6190315" y="291531"/>
                  </a:lnTo>
                  <a:lnTo>
                    <a:pt x="6119970" y="289485"/>
                  </a:lnTo>
                  <a:lnTo>
                    <a:pt x="6049626" y="287359"/>
                  </a:lnTo>
                  <a:lnTo>
                    <a:pt x="5979281" y="285152"/>
                  </a:lnTo>
                  <a:lnTo>
                    <a:pt x="5908937" y="282859"/>
                  </a:lnTo>
                  <a:lnTo>
                    <a:pt x="5838592" y="280477"/>
                  </a:lnTo>
                  <a:lnTo>
                    <a:pt x="5768248" y="278003"/>
                  </a:lnTo>
                  <a:lnTo>
                    <a:pt x="5697903" y="275433"/>
                  </a:lnTo>
                  <a:lnTo>
                    <a:pt x="5627559" y="272763"/>
                  </a:lnTo>
                  <a:lnTo>
                    <a:pt x="5557214" y="269990"/>
                  </a:lnTo>
                  <a:lnTo>
                    <a:pt x="5486870" y="267109"/>
                  </a:lnTo>
                  <a:lnTo>
                    <a:pt x="5416525" y="264117"/>
                  </a:lnTo>
                  <a:lnTo>
                    <a:pt x="5346181" y="261009"/>
                  </a:lnTo>
                  <a:lnTo>
                    <a:pt x="5275836" y="257780"/>
                  </a:lnTo>
                  <a:lnTo>
                    <a:pt x="5205492" y="254427"/>
                  </a:lnTo>
                  <a:lnTo>
                    <a:pt x="5135147" y="250943"/>
                  </a:lnTo>
                  <a:lnTo>
                    <a:pt x="5064803" y="247325"/>
                  </a:lnTo>
                  <a:lnTo>
                    <a:pt x="4994458" y="243566"/>
                  </a:lnTo>
                  <a:lnTo>
                    <a:pt x="4924114" y="239662"/>
                  </a:lnTo>
                  <a:lnTo>
                    <a:pt x="4853769" y="235606"/>
                  </a:lnTo>
                  <a:lnTo>
                    <a:pt x="4783425" y="231393"/>
                  </a:lnTo>
                  <a:lnTo>
                    <a:pt x="4713080" y="227017"/>
                  </a:lnTo>
                  <a:lnTo>
                    <a:pt x="4642736" y="222471"/>
                  </a:lnTo>
                  <a:lnTo>
                    <a:pt x="4572391" y="217750"/>
                  </a:lnTo>
                  <a:lnTo>
                    <a:pt x="4502047" y="212845"/>
                  </a:lnTo>
                  <a:lnTo>
                    <a:pt x="4431702" y="207750"/>
                  </a:lnTo>
                  <a:lnTo>
                    <a:pt x="4361358" y="202458"/>
                  </a:lnTo>
                  <a:lnTo>
                    <a:pt x="4291013" y="196961"/>
                  </a:lnTo>
                  <a:lnTo>
                    <a:pt x="4220669" y="191251"/>
                  </a:lnTo>
                  <a:lnTo>
                    <a:pt x="4150324" y="185319"/>
                  </a:lnTo>
                  <a:lnTo>
                    <a:pt x="4079980" y="179158"/>
                  </a:lnTo>
                  <a:lnTo>
                    <a:pt x="4009635" y="172758"/>
                  </a:lnTo>
                  <a:lnTo>
                    <a:pt x="3939291" y="166110"/>
                  </a:lnTo>
                  <a:lnTo>
                    <a:pt x="3868946" y="159205"/>
                  </a:lnTo>
                  <a:lnTo>
                    <a:pt x="3798602" y="152032"/>
                  </a:lnTo>
                  <a:lnTo>
                    <a:pt x="3728257" y="144581"/>
                  </a:lnTo>
                  <a:lnTo>
                    <a:pt x="3657913" y="136841"/>
                  </a:lnTo>
                  <a:lnTo>
                    <a:pt x="3587569" y="128801"/>
                  </a:lnTo>
                  <a:lnTo>
                    <a:pt x="3517224" y="120450"/>
                  </a:lnTo>
                  <a:lnTo>
                    <a:pt x="3446880" y="111775"/>
                  </a:lnTo>
                  <a:lnTo>
                    <a:pt x="3376535" y="102765"/>
                  </a:lnTo>
                  <a:lnTo>
                    <a:pt x="3306191" y="93405"/>
                  </a:lnTo>
                  <a:lnTo>
                    <a:pt x="3235846" y="83682"/>
                  </a:lnTo>
                  <a:lnTo>
                    <a:pt x="3165502" y="73583"/>
                  </a:lnTo>
                  <a:lnTo>
                    <a:pt x="3095157" y="63092"/>
                  </a:lnTo>
                  <a:lnTo>
                    <a:pt x="3024813" y="52195"/>
                  </a:lnTo>
                  <a:lnTo>
                    <a:pt x="2954468" y="44643"/>
                  </a:lnTo>
                  <a:lnTo>
                    <a:pt x="2884124" y="43650"/>
                  </a:lnTo>
                  <a:lnTo>
                    <a:pt x="2813779" y="42655"/>
                  </a:lnTo>
                  <a:lnTo>
                    <a:pt x="2743435" y="41656"/>
                  </a:lnTo>
                  <a:lnTo>
                    <a:pt x="2673090" y="40653"/>
                  </a:lnTo>
                  <a:lnTo>
                    <a:pt x="2602746" y="39647"/>
                  </a:lnTo>
                  <a:lnTo>
                    <a:pt x="2532401" y="38638"/>
                  </a:lnTo>
                  <a:lnTo>
                    <a:pt x="2462057" y="37626"/>
                  </a:lnTo>
                  <a:lnTo>
                    <a:pt x="2391712" y="36610"/>
                  </a:lnTo>
                  <a:lnTo>
                    <a:pt x="2321368" y="35591"/>
                  </a:lnTo>
                  <a:lnTo>
                    <a:pt x="2251023" y="34569"/>
                  </a:lnTo>
                  <a:lnTo>
                    <a:pt x="2180679" y="33543"/>
                  </a:lnTo>
                  <a:lnTo>
                    <a:pt x="2110334" y="32514"/>
                  </a:lnTo>
                  <a:lnTo>
                    <a:pt x="2039990" y="31481"/>
                  </a:lnTo>
                  <a:lnTo>
                    <a:pt x="1969645" y="30445"/>
                  </a:lnTo>
                  <a:lnTo>
                    <a:pt x="1899301" y="29405"/>
                  </a:lnTo>
                  <a:lnTo>
                    <a:pt x="1828956" y="28363"/>
                  </a:lnTo>
                  <a:lnTo>
                    <a:pt x="1758612" y="27316"/>
                  </a:lnTo>
                  <a:lnTo>
                    <a:pt x="1688267" y="26266"/>
                  </a:lnTo>
                  <a:lnTo>
                    <a:pt x="1617923" y="25213"/>
                  </a:lnTo>
                  <a:lnTo>
                    <a:pt x="1547578" y="24156"/>
                  </a:lnTo>
                  <a:lnTo>
                    <a:pt x="1477234" y="23096"/>
                  </a:lnTo>
                  <a:lnTo>
                    <a:pt x="1406889" y="22032"/>
                  </a:lnTo>
                  <a:lnTo>
                    <a:pt x="1336545" y="20965"/>
                  </a:lnTo>
                  <a:lnTo>
                    <a:pt x="1266200" y="19894"/>
                  </a:lnTo>
                  <a:lnTo>
                    <a:pt x="1195856" y="18819"/>
                  </a:lnTo>
                  <a:lnTo>
                    <a:pt x="1125511" y="17741"/>
                  </a:lnTo>
                  <a:lnTo>
                    <a:pt x="1055167" y="16660"/>
                  </a:lnTo>
                  <a:lnTo>
                    <a:pt x="984822" y="15574"/>
                  </a:lnTo>
                  <a:lnTo>
                    <a:pt x="914478" y="14486"/>
                  </a:lnTo>
                  <a:lnTo>
                    <a:pt x="844133" y="13393"/>
                  </a:lnTo>
                  <a:lnTo>
                    <a:pt x="773789" y="12297"/>
                  </a:lnTo>
                  <a:lnTo>
                    <a:pt x="703444" y="11198"/>
                  </a:lnTo>
                  <a:lnTo>
                    <a:pt x="633100" y="10095"/>
                  </a:lnTo>
                  <a:lnTo>
                    <a:pt x="562755" y="8988"/>
                  </a:lnTo>
                  <a:lnTo>
                    <a:pt x="492411" y="7877"/>
                  </a:lnTo>
                  <a:lnTo>
                    <a:pt x="422066" y="6763"/>
                  </a:lnTo>
                  <a:lnTo>
                    <a:pt x="351722" y="5645"/>
                  </a:lnTo>
                  <a:lnTo>
                    <a:pt x="281377" y="4523"/>
                  </a:lnTo>
                  <a:lnTo>
                    <a:pt x="211033" y="3398"/>
                  </a:lnTo>
                  <a:lnTo>
                    <a:pt x="140688" y="2269"/>
                  </a:lnTo>
                  <a:lnTo>
                    <a:pt x="70344" y="11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682101"/>
              <a:ext cx="6964104" cy="625309"/>
            </a:xfrm>
            <a:custGeom>
              <a:avLst/>
              <a:pathLst>
                <a:path w="6964104" h="625309">
                  <a:moveTo>
                    <a:pt x="0" y="0"/>
                  </a:moveTo>
                  <a:lnTo>
                    <a:pt x="70344" y="14685"/>
                  </a:lnTo>
                  <a:lnTo>
                    <a:pt x="140688" y="29071"/>
                  </a:lnTo>
                  <a:lnTo>
                    <a:pt x="211033" y="43163"/>
                  </a:lnTo>
                  <a:lnTo>
                    <a:pt x="281377" y="56966"/>
                  </a:lnTo>
                  <a:lnTo>
                    <a:pt x="351722" y="70487"/>
                  </a:lnTo>
                  <a:lnTo>
                    <a:pt x="422066" y="83732"/>
                  </a:lnTo>
                  <a:lnTo>
                    <a:pt x="492411" y="96706"/>
                  </a:lnTo>
                  <a:lnTo>
                    <a:pt x="562755" y="109414"/>
                  </a:lnTo>
                  <a:lnTo>
                    <a:pt x="633100" y="121863"/>
                  </a:lnTo>
                  <a:lnTo>
                    <a:pt x="703444" y="134057"/>
                  </a:lnTo>
                  <a:lnTo>
                    <a:pt x="773789" y="146002"/>
                  </a:lnTo>
                  <a:lnTo>
                    <a:pt x="844133" y="157702"/>
                  </a:lnTo>
                  <a:lnTo>
                    <a:pt x="914478" y="169163"/>
                  </a:lnTo>
                  <a:lnTo>
                    <a:pt x="984822" y="180390"/>
                  </a:lnTo>
                  <a:lnTo>
                    <a:pt x="1055167" y="191387"/>
                  </a:lnTo>
                  <a:lnTo>
                    <a:pt x="1125511" y="202160"/>
                  </a:lnTo>
                  <a:lnTo>
                    <a:pt x="1195856" y="212712"/>
                  </a:lnTo>
                  <a:lnTo>
                    <a:pt x="1266200" y="223048"/>
                  </a:lnTo>
                  <a:lnTo>
                    <a:pt x="1336545" y="233173"/>
                  </a:lnTo>
                  <a:lnTo>
                    <a:pt x="1406889" y="243091"/>
                  </a:lnTo>
                  <a:lnTo>
                    <a:pt x="1477234" y="252806"/>
                  </a:lnTo>
                  <a:lnTo>
                    <a:pt x="1547578" y="262323"/>
                  </a:lnTo>
                  <a:lnTo>
                    <a:pt x="1617923" y="271645"/>
                  </a:lnTo>
                  <a:lnTo>
                    <a:pt x="1688267" y="280776"/>
                  </a:lnTo>
                  <a:lnTo>
                    <a:pt x="1758612" y="289720"/>
                  </a:lnTo>
                  <a:lnTo>
                    <a:pt x="1828956" y="298482"/>
                  </a:lnTo>
                  <a:lnTo>
                    <a:pt x="1899301" y="307064"/>
                  </a:lnTo>
                  <a:lnTo>
                    <a:pt x="1969645" y="315471"/>
                  </a:lnTo>
                  <a:lnTo>
                    <a:pt x="2039990" y="323706"/>
                  </a:lnTo>
                  <a:lnTo>
                    <a:pt x="2110334" y="331773"/>
                  </a:lnTo>
                  <a:lnTo>
                    <a:pt x="2180679" y="339675"/>
                  </a:lnTo>
                  <a:lnTo>
                    <a:pt x="2251023" y="347415"/>
                  </a:lnTo>
                  <a:lnTo>
                    <a:pt x="2321368" y="354997"/>
                  </a:lnTo>
                  <a:lnTo>
                    <a:pt x="2391712" y="362424"/>
                  </a:lnTo>
                  <a:lnTo>
                    <a:pt x="2462057" y="369699"/>
                  </a:lnTo>
                  <a:lnTo>
                    <a:pt x="2532401" y="376825"/>
                  </a:lnTo>
                  <a:lnTo>
                    <a:pt x="2602746" y="383805"/>
                  </a:lnTo>
                  <a:lnTo>
                    <a:pt x="2673090" y="390643"/>
                  </a:lnTo>
                  <a:lnTo>
                    <a:pt x="2743435" y="397341"/>
                  </a:lnTo>
                  <a:lnTo>
                    <a:pt x="2813779" y="403902"/>
                  </a:lnTo>
                  <a:lnTo>
                    <a:pt x="2884124" y="410329"/>
                  </a:lnTo>
                  <a:lnTo>
                    <a:pt x="2954468" y="416624"/>
                  </a:lnTo>
                  <a:lnTo>
                    <a:pt x="3024813" y="422791"/>
                  </a:lnTo>
                  <a:lnTo>
                    <a:pt x="3095157" y="428831"/>
                  </a:lnTo>
                  <a:lnTo>
                    <a:pt x="3165502" y="434748"/>
                  </a:lnTo>
                  <a:lnTo>
                    <a:pt x="3235846" y="440544"/>
                  </a:lnTo>
                  <a:lnTo>
                    <a:pt x="3306191" y="446222"/>
                  </a:lnTo>
                  <a:lnTo>
                    <a:pt x="3376535" y="451783"/>
                  </a:lnTo>
                  <a:lnTo>
                    <a:pt x="3446880" y="457231"/>
                  </a:lnTo>
                  <a:lnTo>
                    <a:pt x="3517224" y="462567"/>
                  </a:lnTo>
                  <a:lnTo>
                    <a:pt x="3587569" y="467794"/>
                  </a:lnTo>
                  <a:lnTo>
                    <a:pt x="3657913" y="472914"/>
                  </a:lnTo>
                  <a:lnTo>
                    <a:pt x="3728257" y="477930"/>
                  </a:lnTo>
                  <a:lnTo>
                    <a:pt x="3798602" y="482843"/>
                  </a:lnTo>
                  <a:lnTo>
                    <a:pt x="3868946" y="487656"/>
                  </a:lnTo>
                  <a:lnTo>
                    <a:pt x="3939291" y="492370"/>
                  </a:lnTo>
                  <a:lnTo>
                    <a:pt x="4009635" y="496988"/>
                  </a:lnTo>
                  <a:lnTo>
                    <a:pt x="4079980" y="501511"/>
                  </a:lnTo>
                  <a:lnTo>
                    <a:pt x="4150324" y="505942"/>
                  </a:lnTo>
                  <a:lnTo>
                    <a:pt x="4220669" y="510282"/>
                  </a:lnTo>
                  <a:lnTo>
                    <a:pt x="4291013" y="514533"/>
                  </a:lnTo>
                  <a:lnTo>
                    <a:pt x="4361358" y="518698"/>
                  </a:lnTo>
                  <a:lnTo>
                    <a:pt x="4431702" y="522777"/>
                  </a:lnTo>
                  <a:lnTo>
                    <a:pt x="4502047" y="526773"/>
                  </a:lnTo>
                  <a:lnTo>
                    <a:pt x="4572391" y="530687"/>
                  </a:lnTo>
                  <a:lnTo>
                    <a:pt x="4642736" y="534522"/>
                  </a:lnTo>
                  <a:lnTo>
                    <a:pt x="4713080" y="538277"/>
                  </a:lnTo>
                  <a:lnTo>
                    <a:pt x="4783425" y="541956"/>
                  </a:lnTo>
                  <a:lnTo>
                    <a:pt x="4853769" y="545560"/>
                  </a:lnTo>
                  <a:lnTo>
                    <a:pt x="4924114" y="549090"/>
                  </a:lnTo>
                  <a:lnTo>
                    <a:pt x="4994458" y="552548"/>
                  </a:lnTo>
                  <a:lnTo>
                    <a:pt x="5064803" y="555935"/>
                  </a:lnTo>
                  <a:lnTo>
                    <a:pt x="5135147" y="559253"/>
                  </a:lnTo>
                  <a:lnTo>
                    <a:pt x="5205492" y="562503"/>
                  </a:lnTo>
                  <a:lnTo>
                    <a:pt x="5275836" y="565687"/>
                  </a:lnTo>
                  <a:lnTo>
                    <a:pt x="5346181" y="568805"/>
                  </a:lnTo>
                  <a:lnTo>
                    <a:pt x="5416525" y="571860"/>
                  </a:lnTo>
                  <a:lnTo>
                    <a:pt x="5486870" y="574852"/>
                  </a:lnTo>
                  <a:lnTo>
                    <a:pt x="5557214" y="577784"/>
                  </a:lnTo>
                  <a:lnTo>
                    <a:pt x="5627559" y="580655"/>
                  </a:lnTo>
                  <a:lnTo>
                    <a:pt x="5697903" y="583467"/>
                  </a:lnTo>
                  <a:lnTo>
                    <a:pt x="5768248" y="586222"/>
                  </a:lnTo>
                  <a:lnTo>
                    <a:pt x="5838592" y="588921"/>
                  </a:lnTo>
                  <a:lnTo>
                    <a:pt x="5908937" y="591564"/>
                  </a:lnTo>
                  <a:lnTo>
                    <a:pt x="5979281" y="594153"/>
                  </a:lnTo>
                  <a:lnTo>
                    <a:pt x="6049626" y="596690"/>
                  </a:lnTo>
                  <a:lnTo>
                    <a:pt x="6119970" y="599174"/>
                  </a:lnTo>
                  <a:lnTo>
                    <a:pt x="6190315" y="601608"/>
                  </a:lnTo>
                  <a:lnTo>
                    <a:pt x="6260659" y="603992"/>
                  </a:lnTo>
                  <a:lnTo>
                    <a:pt x="6331004" y="606327"/>
                  </a:lnTo>
                  <a:lnTo>
                    <a:pt x="6401348" y="608615"/>
                  </a:lnTo>
                  <a:lnTo>
                    <a:pt x="6471693" y="610856"/>
                  </a:lnTo>
                  <a:lnTo>
                    <a:pt x="6542037" y="613050"/>
                  </a:lnTo>
                  <a:lnTo>
                    <a:pt x="6612382" y="615200"/>
                  </a:lnTo>
                  <a:lnTo>
                    <a:pt x="6682726" y="617306"/>
                  </a:lnTo>
                  <a:lnTo>
                    <a:pt x="6753071" y="619369"/>
                  </a:lnTo>
                  <a:lnTo>
                    <a:pt x="6823415" y="621390"/>
                  </a:lnTo>
                  <a:lnTo>
                    <a:pt x="6893760" y="623370"/>
                  </a:lnTo>
                  <a:lnTo>
                    <a:pt x="6964104" y="6253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336484"/>
              <a:ext cx="6964104" cy="1222444"/>
            </a:xfrm>
            <a:custGeom>
              <a:avLst/>
              <a:pathLst>
                <a:path w="6964104" h="1222444">
                  <a:moveTo>
                    <a:pt x="324554" y="0"/>
                  </a:moveTo>
                  <a:lnTo>
                    <a:pt x="351722" y="18535"/>
                  </a:lnTo>
                  <a:lnTo>
                    <a:pt x="422066" y="64739"/>
                  </a:lnTo>
                  <a:lnTo>
                    <a:pt x="492411" y="109220"/>
                  </a:lnTo>
                  <a:lnTo>
                    <a:pt x="562755" y="152041"/>
                  </a:lnTo>
                  <a:lnTo>
                    <a:pt x="633100" y="193265"/>
                  </a:lnTo>
                  <a:lnTo>
                    <a:pt x="703444" y="232951"/>
                  </a:lnTo>
                  <a:lnTo>
                    <a:pt x="773789" y="271157"/>
                  </a:lnTo>
                  <a:lnTo>
                    <a:pt x="844133" y="307938"/>
                  </a:lnTo>
                  <a:lnTo>
                    <a:pt x="914478" y="343347"/>
                  </a:lnTo>
                  <a:lnTo>
                    <a:pt x="984822" y="377435"/>
                  </a:lnTo>
                  <a:lnTo>
                    <a:pt x="1055167" y="410251"/>
                  </a:lnTo>
                  <a:lnTo>
                    <a:pt x="1125511" y="441843"/>
                  </a:lnTo>
                  <a:lnTo>
                    <a:pt x="1195856" y="472257"/>
                  </a:lnTo>
                  <a:lnTo>
                    <a:pt x="1266200" y="501537"/>
                  </a:lnTo>
                  <a:lnTo>
                    <a:pt x="1336545" y="529724"/>
                  </a:lnTo>
                  <a:lnTo>
                    <a:pt x="1406889" y="556860"/>
                  </a:lnTo>
                  <a:lnTo>
                    <a:pt x="1477234" y="582984"/>
                  </a:lnTo>
                  <a:lnTo>
                    <a:pt x="1547578" y="608133"/>
                  </a:lnTo>
                  <a:lnTo>
                    <a:pt x="1617923" y="632344"/>
                  </a:lnTo>
                  <a:lnTo>
                    <a:pt x="1688267" y="655652"/>
                  </a:lnTo>
                  <a:lnTo>
                    <a:pt x="1758612" y="678091"/>
                  </a:lnTo>
                  <a:lnTo>
                    <a:pt x="1828956" y="699692"/>
                  </a:lnTo>
                  <a:lnTo>
                    <a:pt x="1899301" y="720488"/>
                  </a:lnTo>
                  <a:lnTo>
                    <a:pt x="1969645" y="740508"/>
                  </a:lnTo>
                  <a:lnTo>
                    <a:pt x="2039990" y="759782"/>
                  </a:lnTo>
                  <a:lnTo>
                    <a:pt x="2110334" y="778336"/>
                  </a:lnTo>
                  <a:lnTo>
                    <a:pt x="2180679" y="796198"/>
                  </a:lnTo>
                  <a:lnTo>
                    <a:pt x="2251023" y="813394"/>
                  </a:lnTo>
                  <a:lnTo>
                    <a:pt x="2321368" y="829949"/>
                  </a:lnTo>
                  <a:lnTo>
                    <a:pt x="2391712" y="845886"/>
                  </a:lnTo>
                  <a:lnTo>
                    <a:pt x="2462057" y="861229"/>
                  </a:lnTo>
                  <a:lnTo>
                    <a:pt x="2532401" y="875999"/>
                  </a:lnTo>
                  <a:lnTo>
                    <a:pt x="2602746" y="890218"/>
                  </a:lnTo>
                  <a:lnTo>
                    <a:pt x="2673090" y="903907"/>
                  </a:lnTo>
                  <a:lnTo>
                    <a:pt x="2743435" y="917086"/>
                  </a:lnTo>
                  <a:lnTo>
                    <a:pt x="2813779" y="929772"/>
                  </a:lnTo>
                  <a:lnTo>
                    <a:pt x="2884124" y="941986"/>
                  </a:lnTo>
                  <a:lnTo>
                    <a:pt x="2954468" y="953744"/>
                  </a:lnTo>
                  <a:lnTo>
                    <a:pt x="3024813" y="958501"/>
                  </a:lnTo>
                  <a:lnTo>
                    <a:pt x="3095157" y="959487"/>
                  </a:lnTo>
                  <a:lnTo>
                    <a:pt x="3165502" y="960469"/>
                  </a:lnTo>
                  <a:lnTo>
                    <a:pt x="3235846" y="961449"/>
                  </a:lnTo>
                  <a:lnTo>
                    <a:pt x="3306191" y="962425"/>
                  </a:lnTo>
                  <a:lnTo>
                    <a:pt x="3376535" y="963398"/>
                  </a:lnTo>
                  <a:lnTo>
                    <a:pt x="3446880" y="964368"/>
                  </a:lnTo>
                  <a:lnTo>
                    <a:pt x="3517224" y="965334"/>
                  </a:lnTo>
                  <a:lnTo>
                    <a:pt x="3587569" y="966298"/>
                  </a:lnTo>
                  <a:lnTo>
                    <a:pt x="3657913" y="967258"/>
                  </a:lnTo>
                  <a:lnTo>
                    <a:pt x="3728257" y="968215"/>
                  </a:lnTo>
                  <a:lnTo>
                    <a:pt x="3798602" y="969169"/>
                  </a:lnTo>
                  <a:lnTo>
                    <a:pt x="3868946" y="970120"/>
                  </a:lnTo>
                  <a:lnTo>
                    <a:pt x="3939291" y="971067"/>
                  </a:lnTo>
                  <a:lnTo>
                    <a:pt x="4009635" y="972012"/>
                  </a:lnTo>
                  <a:lnTo>
                    <a:pt x="4079980" y="972953"/>
                  </a:lnTo>
                  <a:lnTo>
                    <a:pt x="4150324" y="973891"/>
                  </a:lnTo>
                  <a:lnTo>
                    <a:pt x="4220669" y="974826"/>
                  </a:lnTo>
                  <a:lnTo>
                    <a:pt x="4291013" y="975758"/>
                  </a:lnTo>
                  <a:lnTo>
                    <a:pt x="4361358" y="976687"/>
                  </a:lnTo>
                  <a:lnTo>
                    <a:pt x="4431702" y="977613"/>
                  </a:lnTo>
                  <a:lnTo>
                    <a:pt x="4502047" y="978536"/>
                  </a:lnTo>
                  <a:lnTo>
                    <a:pt x="4572391" y="979456"/>
                  </a:lnTo>
                  <a:lnTo>
                    <a:pt x="4642736" y="980373"/>
                  </a:lnTo>
                  <a:lnTo>
                    <a:pt x="4713080" y="981286"/>
                  </a:lnTo>
                  <a:lnTo>
                    <a:pt x="4783425" y="982197"/>
                  </a:lnTo>
                  <a:lnTo>
                    <a:pt x="4853769" y="983105"/>
                  </a:lnTo>
                  <a:lnTo>
                    <a:pt x="4924114" y="984010"/>
                  </a:lnTo>
                  <a:lnTo>
                    <a:pt x="4994458" y="984911"/>
                  </a:lnTo>
                  <a:lnTo>
                    <a:pt x="5064803" y="985810"/>
                  </a:lnTo>
                  <a:lnTo>
                    <a:pt x="5135147" y="986706"/>
                  </a:lnTo>
                  <a:lnTo>
                    <a:pt x="5205492" y="987599"/>
                  </a:lnTo>
                  <a:lnTo>
                    <a:pt x="5275836" y="988489"/>
                  </a:lnTo>
                  <a:lnTo>
                    <a:pt x="5346181" y="989376"/>
                  </a:lnTo>
                  <a:lnTo>
                    <a:pt x="5416525" y="990260"/>
                  </a:lnTo>
                  <a:lnTo>
                    <a:pt x="5486870" y="991141"/>
                  </a:lnTo>
                  <a:lnTo>
                    <a:pt x="5557214" y="992019"/>
                  </a:lnTo>
                  <a:lnTo>
                    <a:pt x="5627559" y="992894"/>
                  </a:lnTo>
                  <a:lnTo>
                    <a:pt x="5697903" y="993767"/>
                  </a:lnTo>
                  <a:lnTo>
                    <a:pt x="5768248" y="994636"/>
                  </a:lnTo>
                  <a:lnTo>
                    <a:pt x="5838592" y="995503"/>
                  </a:lnTo>
                  <a:lnTo>
                    <a:pt x="5908937" y="996367"/>
                  </a:lnTo>
                  <a:lnTo>
                    <a:pt x="5979281" y="997228"/>
                  </a:lnTo>
                  <a:lnTo>
                    <a:pt x="6049626" y="998086"/>
                  </a:lnTo>
                  <a:lnTo>
                    <a:pt x="6119970" y="998941"/>
                  </a:lnTo>
                  <a:lnTo>
                    <a:pt x="6190315" y="999794"/>
                  </a:lnTo>
                  <a:lnTo>
                    <a:pt x="6260659" y="1000643"/>
                  </a:lnTo>
                  <a:lnTo>
                    <a:pt x="6331004" y="1001490"/>
                  </a:lnTo>
                  <a:lnTo>
                    <a:pt x="6401348" y="1002334"/>
                  </a:lnTo>
                  <a:lnTo>
                    <a:pt x="6471693" y="1003175"/>
                  </a:lnTo>
                  <a:lnTo>
                    <a:pt x="6542037" y="1004014"/>
                  </a:lnTo>
                  <a:lnTo>
                    <a:pt x="6612382" y="1004850"/>
                  </a:lnTo>
                  <a:lnTo>
                    <a:pt x="6682726" y="1005683"/>
                  </a:lnTo>
                  <a:lnTo>
                    <a:pt x="6753071" y="1006513"/>
                  </a:lnTo>
                  <a:lnTo>
                    <a:pt x="6823415" y="1007340"/>
                  </a:lnTo>
                  <a:lnTo>
                    <a:pt x="6893760" y="1008165"/>
                  </a:lnTo>
                  <a:lnTo>
                    <a:pt x="6964104" y="1008987"/>
                  </a:lnTo>
                  <a:lnTo>
                    <a:pt x="6964104" y="1222444"/>
                  </a:lnTo>
                  <a:lnTo>
                    <a:pt x="6893760" y="1221097"/>
                  </a:lnTo>
                  <a:lnTo>
                    <a:pt x="6823415" y="1219699"/>
                  </a:lnTo>
                  <a:lnTo>
                    <a:pt x="6753071" y="1218245"/>
                  </a:lnTo>
                  <a:lnTo>
                    <a:pt x="6682726" y="1216736"/>
                  </a:lnTo>
                  <a:lnTo>
                    <a:pt x="6612382" y="1215168"/>
                  </a:lnTo>
                  <a:lnTo>
                    <a:pt x="6542037" y="1213539"/>
                  </a:lnTo>
                  <a:lnTo>
                    <a:pt x="6471693" y="1211848"/>
                  </a:lnTo>
                  <a:lnTo>
                    <a:pt x="6401348" y="1210090"/>
                  </a:lnTo>
                  <a:lnTo>
                    <a:pt x="6331004" y="1208265"/>
                  </a:lnTo>
                  <a:lnTo>
                    <a:pt x="6260659" y="1206369"/>
                  </a:lnTo>
                  <a:lnTo>
                    <a:pt x="6190315" y="1204399"/>
                  </a:lnTo>
                  <a:lnTo>
                    <a:pt x="6119970" y="1202353"/>
                  </a:lnTo>
                  <a:lnTo>
                    <a:pt x="6049626" y="1200228"/>
                  </a:lnTo>
                  <a:lnTo>
                    <a:pt x="5979281" y="1198020"/>
                  </a:lnTo>
                  <a:lnTo>
                    <a:pt x="5908937" y="1195727"/>
                  </a:lnTo>
                  <a:lnTo>
                    <a:pt x="5838592" y="1193345"/>
                  </a:lnTo>
                  <a:lnTo>
                    <a:pt x="5768248" y="1190871"/>
                  </a:lnTo>
                  <a:lnTo>
                    <a:pt x="5697903" y="1188301"/>
                  </a:lnTo>
                  <a:lnTo>
                    <a:pt x="5627559" y="1185632"/>
                  </a:lnTo>
                  <a:lnTo>
                    <a:pt x="5557214" y="1182858"/>
                  </a:lnTo>
                  <a:lnTo>
                    <a:pt x="5486870" y="1179978"/>
                  </a:lnTo>
                  <a:lnTo>
                    <a:pt x="5416525" y="1176986"/>
                  </a:lnTo>
                  <a:lnTo>
                    <a:pt x="5346181" y="1173878"/>
                  </a:lnTo>
                  <a:lnTo>
                    <a:pt x="5275836" y="1170649"/>
                  </a:lnTo>
                  <a:lnTo>
                    <a:pt x="5205492" y="1167295"/>
                  </a:lnTo>
                  <a:lnTo>
                    <a:pt x="5135147" y="1163812"/>
                  </a:lnTo>
                  <a:lnTo>
                    <a:pt x="5064803" y="1160193"/>
                  </a:lnTo>
                  <a:lnTo>
                    <a:pt x="4994458" y="1156435"/>
                  </a:lnTo>
                  <a:lnTo>
                    <a:pt x="4924114" y="1152530"/>
                  </a:lnTo>
                  <a:lnTo>
                    <a:pt x="4853769" y="1148475"/>
                  </a:lnTo>
                  <a:lnTo>
                    <a:pt x="4783425" y="1144262"/>
                  </a:lnTo>
                  <a:lnTo>
                    <a:pt x="4713080" y="1139886"/>
                  </a:lnTo>
                  <a:lnTo>
                    <a:pt x="4642736" y="1135340"/>
                  </a:lnTo>
                  <a:lnTo>
                    <a:pt x="4572391" y="1130618"/>
                  </a:lnTo>
                  <a:lnTo>
                    <a:pt x="4502047" y="1125714"/>
                  </a:lnTo>
                  <a:lnTo>
                    <a:pt x="4431702" y="1120619"/>
                  </a:lnTo>
                  <a:lnTo>
                    <a:pt x="4361358" y="1115327"/>
                  </a:lnTo>
                  <a:lnTo>
                    <a:pt x="4291013" y="1109830"/>
                  </a:lnTo>
                  <a:lnTo>
                    <a:pt x="4220669" y="1104119"/>
                  </a:lnTo>
                  <a:lnTo>
                    <a:pt x="4150324" y="1098188"/>
                  </a:lnTo>
                  <a:lnTo>
                    <a:pt x="4079980" y="1092027"/>
                  </a:lnTo>
                  <a:lnTo>
                    <a:pt x="4009635" y="1085627"/>
                  </a:lnTo>
                  <a:lnTo>
                    <a:pt x="3939291" y="1078979"/>
                  </a:lnTo>
                  <a:lnTo>
                    <a:pt x="3868946" y="1072073"/>
                  </a:lnTo>
                  <a:lnTo>
                    <a:pt x="3798602" y="1064900"/>
                  </a:lnTo>
                  <a:lnTo>
                    <a:pt x="3728257" y="1057449"/>
                  </a:lnTo>
                  <a:lnTo>
                    <a:pt x="3657913" y="1049709"/>
                  </a:lnTo>
                  <a:lnTo>
                    <a:pt x="3587569" y="1041670"/>
                  </a:lnTo>
                  <a:lnTo>
                    <a:pt x="3517224" y="1033319"/>
                  </a:lnTo>
                  <a:lnTo>
                    <a:pt x="3446880" y="1024644"/>
                  </a:lnTo>
                  <a:lnTo>
                    <a:pt x="3376535" y="1015633"/>
                  </a:lnTo>
                  <a:lnTo>
                    <a:pt x="3306191" y="1006273"/>
                  </a:lnTo>
                  <a:lnTo>
                    <a:pt x="3235846" y="996551"/>
                  </a:lnTo>
                  <a:lnTo>
                    <a:pt x="3165502" y="986451"/>
                  </a:lnTo>
                  <a:lnTo>
                    <a:pt x="3095157" y="975960"/>
                  </a:lnTo>
                  <a:lnTo>
                    <a:pt x="3024813" y="965063"/>
                  </a:lnTo>
                  <a:lnTo>
                    <a:pt x="2954468" y="957511"/>
                  </a:lnTo>
                  <a:lnTo>
                    <a:pt x="2884124" y="956519"/>
                  </a:lnTo>
                  <a:lnTo>
                    <a:pt x="2813779" y="955523"/>
                  </a:lnTo>
                  <a:lnTo>
                    <a:pt x="2743435" y="954524"/>
                  </a:lnTo>
                  <a:lnTo>
                    <a:pt x="2673090" y="953522"/>
                  </a:lnTo>
                  <a:lnTo>
                    <a:pt x="2602746" y="952516"/>
                  </a:lnTo>
                  <a:lnTo>
                    <a:pt x="2532401" y="951507"/>
                  </a:lnTo>
                  <a:lnTo>
                    <a:pt x="2462057" y="950495"/>
                  </a:lnTo>
                  <a:lnTo>
                    <a:pt x="2391712" y="949479"/>
                  </a:lnTo>
                  <a:lnTo>
                    <a:pt x="2321368" y="948460"/>
                  </a:lnTo>
                  <a:lnTo>
                    <a:pt x="2251023" y="947437"/>
                  </a:lnTo>
                  <a:lnTo>
                    <a:pt x="2180679" y="946412"/>
                  </a:lnTo>
                  <a:lnTo>
                    <a:pt x="2110334" y="945382"/>
                  </a:lnTo>
                  <a:lnTo>
                    <a:pt x="2039990" y="944350"/>
                  </a:lnTo>
                  <a:lnTo>
                    <a:pt x="1969645" y="943314"/>
                  </a:lnTo>
                  <a:lnTo>
                    <a:pt x="1899301" y="942274"/>
                  </a:lnTo>
                  <a:lnTo>
                    <a:pt x="1828956" y="941231"/>
                  </a:lnTo>
                  <a:lnTo>
                    <a:pt x="1758612" y="940185"/>
                  </a:lnTo>
                  <a:lnTo>
                    <a:pt x="1688267" y="939135"/>
                  </a:lnTo>
                  <a:lnTo>
                    <a:pt x="1617923" y="938082"/>
                  </a:lnTo>
                  <a:lnTo>
                    <a:pt x="1547578" y="937025"/>
                  </a:lnTo>
                  <a:lnTo>
                    <a:pt x="1477234" y="935964"/>
                  </a:lnTo>
                  <a:lnTo>
                    <a:pt x="1406889" y="934901"/>
                  </a:lnTo>
                  <a:lnTo>
                    <a:pt x="1336545" y="933833"/>
                  </a:lnTo>
                  <a:lnTo>
                    <a:pt x="1266200" y="932762"/>
                  </a:lnTo>
                  <a:lnTo>
                    <a:pt x="1195856" y="931688"/>
                  </a:lnTo>
                  <a:lnTo>
                    <a:pt x="1125511" y="930610"/>
                  </a:lnTo>
                  <a:lnTo>
                    <a:pt x="1055167" y="929528"/>
                  </a:lnTo>
                  <a:lnTo>
                    <a:pt x="984822" y="928443"/>
                  </a:lnTo>
                  <a:lnTo>
                    <a:pt x="914478" y="927354"/>
                  </a:lnTo>
                  <a:lnTo>
                    <a:pt x="844133" y="926262"/>
                  </a:lnTo>
                  <a:lnTo>
                    <a:pt x="773789" y="925166"/>
                  </a:lnTo>
                  <a:lnTo>
                    <a:pt x="703444" y="924066"/>
                  </a:lnTo>
                  <a:lnTo>
                    <a:pt x="633100" y="922963"/>
                  </a:lnTo>
                  <a:lnTo>
                    <a:pt x="562755" y="921856"/>
                  </a:lnTo>
                  <a:lnTo>
                    <a:pt x="492411" y="920746"/>
                  </a:lnTo>
                  <a:lnTo>
                    <a:pt x="422066" y="919631"/>
                  </a:lnTo>
                  <a:lnTo>
                    <a:pt x="351722" y="918514"/>
                  </a:lnTo>
                  <a:lnTo>
                    <a:pt x="281377" y="917392"/>
                  </a:lnTo>
                  <a:lnTo>
                    <a:pt x="211033" y="916267"/>
                  </a:lnTo>
                  <a:lnTo>
                    <a:pt x="140688" y="915137"/>
                  </a:lnTo>
                  <a:lnTo>
                    <a:pt x="70344" y="914005"/>
                  </a:lnTo>
                  <a:lnTo>
                    <a:pt x="0" y="9128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559866" y="4336484"/>
              <a:ext cx="6639550" cy="1008987"/>
            </a:xfrm>
            <a:custGeom>
              <a:avLst/>
              <a:pathLst>
                <a:path w="6639550" h="1008987">
                  <a:moveTo>
                    <a:pt x="0" y="0"/>
                  </a:moveTo>
                  <a:lnTo>
                    <a:pt x="27167" y="18535"/>
                  </a:lnTo>
                  <a:lnTo>
                    <a:pt x="97512" y="64739"/>
                  </a:lnTo>
                  <a:lnTo>
                    <a:pt x="167856" y="109220"/>
                  </a:lnTo>
                  <a:lnTo>
                    <a:pt x="238201" y="152041"/>
                  </a:lnTo>
                  <a:lnTo>
                    <a:pt x="308545" y="193265"/>
                  </a:lnTo>
                  <a:lnTo>
                    <a:pt x="378890" y="232951"/>
                  </a:lnTo>
                  <a:lnTo>
                    <a:pt x="449234" y="271157"/>
                  </a:lnTo>
                  <a:lnTo>
                    <a:pt x="519579" y="307938"/>
                  </a:lnTo>
                  <a:lnTo>
                    <a:pt x="589923" y="343347"/>
                  </a:lnTo>
                  <a:lnTo>
                    <a:pt x="660268" y="377435"/>
                  </a:lnTo>
                  <a:lnTo>
                    <a:pt x="730612" y="410251"/>
                  </a:lnTo>
                  <a:lnTo>
                    <a:pt x="800957" y="441843"/>
                  </a:lnTo>
                  <a:lnTo>
                    <a:pt x="871301" y="472257"/>
                  </a:lnTo>
                  <a:lnTo>
                    <a:pt x="941646" y="501537"/>
                  </a:lnTo>
                  <a:lnTo>
                    <a:pt x="1011990" y="529724"/>
                  </a:lnTo>
                  <a:lnTo>
                    <a:pt x="1082335" y="556860"/>
                  </a:lnTo>
                  <a:lnTo>
                    <a:pt x="1152679" y="582984"/>
                  </a:lnTo>
                  <a:lnTo>
                    <a:pt x="1223024" y="608133"/>
                  </a:lnTo>
                  <a:lnTo>
                    <a:pt x="1293368" y="632344"/>
                  </a:lnTo>
                  <a:lnTo>
                    <a:pt x="1363713" y="655652"/>
                  </a:lnTo>
                  <a:lnTo>
                    <a:pt x="1434057" y="678091"/>
                  </a:lnTo>
                  <a:lnTo>
                    <a:pt x="1504402" y="699692"/>
                  </a:lnTo>
                  <a:lnTo>
                    <a:pt x="1574746" y="720488"/>
                  </a:lnTo>
                  <a:lnTo>
                    <a:pt x="1645091" y="740508"/>
                  </a:lnTo>
                  <a:lnTo>
                    <a:pt x="1715435" y="759782"/>
                  </a:lnTo>
                  <a:lnTo>
                    <a:pt x="1785780" y="778336"/>
                  </a:lnTo>
                  <a:lnTo>
                    <a:pt x="1856124" y="796198"/>
                  </a:lnTo>
                  <a:lnTo>
                    <a:pt x="1926469" y="813394"/>
                  </a:lnTo>
                  <a:lnTo>
                    <a:pt x="1996813" y="829949"/>
                  </a:lnTo>
                  <a:lnTo>
                    <a:pt x="2067158" y="845886"/>
                  </a:lnTo>
                  <a:lnTo>
                    <a:pt x="2137502" y="861229"/>
                  </a:lnTo>
                  <a:lnTo>
                    <a:pt x="2207847" y="875999"/>
                  </a:lnTo>
                  <a:lnTo>
                    <a:pt x="2278191" y="890218"/>
                  </a:lnTo>
                  <a:lnTo>
                    <a:pt x="2348536" y="903907"/>
                  </a:lnTo>
                  <a:lnTo>
                    <a:pt x="2418880" y="917086"/>
                  </a:lnTo>
                  <a:lnTo>
                    <a:pt x="2489225" y="929772"/>
                  </a:lnTo>
                  <a:lnTo>
                    <a:pt x="2559569" y="941986"/>
                  </a:lnTo>
                  <a:lnTo>
                    <a:pt x="2629914" y="953744"/>
                  </a:lnTo>
                  <a:lnTo>
                    <a:pt x="2700258" y="958501"/>
                  </a:lnTo>
                  <a:lnTo>
                    <a:pt x="2770603" y="959487"/>
                  </a:lnTo>
                  <a:lnTo>
                    <a:pt x="2840947" y="960469"/>
                  </a:lnTo>
                  <a:lnTo>
                    <a:pt x="2911292" y="961449"/>
                  </a:lnTo>
                  <a:lnTo>
                    <a:pt x="2981636" y="962425"/>
                  </a:lnTo>
                  <a:lnTo>
                    <a:pt x="3051981" y="963398"/>
                  </a:lnTo>
                  <a:lnTo>
                    <a:pt x="3122325" y="964368"/>
                  </a:lnTo>
                  <a:lnTo>
                    <a:pt x="3192670" y="965334"/>
                  </a:lnTo>
                  <a:lnTo>
                    <a:pt x="3263014" y="966298"/>
                  </a:lnTo>
                  <a:lnTo>
                    <a:pt x="3333359" y="967258"/>
                  </a:lnTo>
                  <a:lnTo>
                    <a:pt x="3403703" y="968215"/>
                  </a:lnTo>
                  <a:lnTo>
                    <a:pt x="3474048" y="969169"/>
                  </a:lnTo>
                  <a:lnTo>
                    <a:pt x="3544392" y="970120"/>
                  </a:lnTo>
                  <a:lnTo>
                    <a:pt x="3614737" y="971067"/>
                  </a:lnTo>
                  <a:lnTo>
                    <a:pt x="3685081" y="972012"/>
                  </a:lnTo>
                  <a:lnTo>
                    <a:pt x="3755425" y="972953"/>
                  </a:lnTo>
                  <a:lnTo>
                    <a:pt x="3825770" y="973891"/>
                  </a:lnTo>
                  <a:lnTo>
                    <a:pt x="3896114" y="974826"/>
                  </a:lnTo>
                  <a:lnTo>
                    <a:pt x="3966459" y="975758"/>
                  </a:lnTo>
                  <a:lnTo>
                    <a:pt x="4036803" y="976687"/>
                  </a:lnTo>
                  <a:lnTo>
                    <a:pt x="4107148" y="977613"/>
                  </a:lnTo>
                  <a:lnTo>
                    <a:pt x="4177492" y="978536"/>
                  </a:lnTo>
                  <a:lnTo>
                    <a:pt x="4247837" y="979456"/>
                  </a:lnTo>
                  <a:lnTo>
                    <a:pt x="4318181" y="980373"/>
                  </a:lnTo>
                  <a:lnTo>
                    <a:pt x="4388526" y="981286"/>
                  </a:lnTo>
                  <a:lnTo>
                    <a:pt x="4458870" y="982197"/>
                  </a:lnTo>
                  <a:lnTo>
                    <a:pt x="4529215" y="983105"/>
                  </a:lnTo>
                  <a:lnTo>
                    <a:pt x="4599559" y="984010"/>
                  </a:lnTo>
                  <a:lnTo>
                    <a:pt x="4669904" y="984911"/>
                  </a:lnTo>
                  <a:lnTo>
                    <a:pt x="4740248" y="985810"/>
                  </a:lnTo>
                  <a:lnTo>
                    <a:pt x="4810593" y="986706"/>
                  </a:lnTo>
                  <a:lnTo>
                    <a:pt x="4880937" y="987599"/>
                  </a:lnTo>
                  <a:lnTo>
                    <a:pt x="4951282" y="988489"/>
                  </a:lnTo>
                  <a:lnTo>
                    <a:pt x="5021626" y="989376"/>
                  </a:lnTo>
                  <a:lnTo>
                    <a:pt x="5091971" y="990260"/>
                  </a:lnTo>
                  <a:lnTo>
                    <a:pt x="5162315" y="991141"/>
                  </a:lnTo>
                  <a:lnTo>
                    <a:pt x="5232660" y="992019"/>
                  </a:lnTo>
                  <a:lnTo>
                    <a:pt x="5303004" y="992894"/>
                  </a:lnTo>
                  <a:lnTo>
                    <a:pt x="5373349" y="993767"/>
                  </a:lnTo>
                  <a:lnTo>
                    <a:pt x="5443693" y="994636"/>
                  </a:lnTo>
                  <a:lnTo>
                    <a:pt x="5514038" y="995503"/>
                  </a:lnTo>
                  <a:lnTo>
                    <a:pt x="5584382" y="996367"/>
                  </a:lnTo>
                  <a:lnTo>
                    <a:pt x="5654727" y="997228"/>
                  </a:lnTo>
                  <a:lnTo>
                    <a:pt x="5725071" y="998086"/>
                  </a:lnTo>
                  <a:lnTo>
                    <a:pt x="5795416" y="998941"/>
                  </a:lnTo>
                  <a:lnTo>
                    <a:pt x="5865760" y="999794"/>
                  </a:lnTo>
                  <a:lnTo>
                    <a:pt x="5936105" y="1000643"/>
                  </a:lnTo>
                  <a:lnTo>
                    <a:pt x="6006449" y="1001490"/>
                  </a:lnTo>
                  <a:lnTo>
                    <a:pt x="6076794" y="1002334"/>
                  </a:lnTo>
                  <a:lnTo>
                    <a:pt x="6147138" y="1003175"/>
                  </a:lnTo>
                  <a:lnTo>
                    <a:pt x="6217483" y="1004014"/>
                  </a:lnTo>
                  <a:lnTo>
                    <a:pt x="6287827" y="1004850"/>
                  </a:lnTo>
                  <a:lnTo>
                    <a:pt x="6358172" y="1005683"/>
                  </a:lnTo>
                  <a:lnTo>
                    <a:pt x="6428516" y="1006513"/>
                  </a:lnTo>
                  <a:lnTo>
                    <a:pt x="6498861" y="1007340"/>
                  </a:lnTo>
                  <a:lnTo>
                    <a:pt x="6569205" y="1008165"/>
                  </a:lnTo>
                  <a:lnTo>
                    <a:pt x="6639550" y="1008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49353"/>
              <a:ext cx="6964104" cy="309576"/>
            </a:xfrm>
            <a:custGeom>
              <a:avLst/>
              <a:pathLst>
                <a:path w="6964104" h="309576">
                  <a:moveTo>
                    <a:pt x="6964104" y="309576"/>
                  </a:moveTo>
                  <a:lnTo>
                    <a:pt x="6893760" y="308229"/>
                  </a:lnTo>
                  <a:lnTo>
                    <a:pt x="6823415" y="306830"/>
                  </a:lnTo>
                  <a:lnTo>
                    <a:pt x="6753071" y="305377"/>
                  </a:lnTo>
                  <a:lnTo>
                    <a:pt x="6682726" y="303867"/>
                  </a:lnTo>
                  <a:lnTo>
                    <a:pt x="6612382" y="302299"/>
                  </a:lnTo>
                  <a:lnTo>
                    <a:pt x="6542037" y="300671"/>
                  </a:lnTo>
                  <a:lnTo>
                    <a:pt x="6471693" y="298979"/>
                  </a:lnTo>
                  <a:lnTo>
                    <a:pt x="6401348" y="297222"/>
                  </a:lnTo>
                  <a:lnTo>
                    <a:pt x="6331004" y="295396"/>
                  </a:lnTo>
                  <a:lnTo>
                    <a:pt x="6260659" y="293500"/>
                  </a:lnTo>
                  <a:lnTo>
                    <a:pt x="6190315" y="291531"/>
                  </a:lnTo>
                  <a:lnTo>
                    <a:pt x="6119970" y="289485"/>
                  </a:lnTo>
                  <a:lnTo>
                    <a:pt x="6049626" y="287359"/>
                  </a:lnTo>
                  <a:lnTo>
                    <a:pt x="5979281" y="285152"/>
                  </a:lnTo>
                  <a:lnTo>
                    <a:pt x="5908937" y="282859"/>
                  </a:lnTo>
                  <a:lnTo>
                    <a:pt x="5838592" y="280477"/>
                  </a:lnTo>
                  <a:lnTo>
                    <a:pt x="5768248" y="278003"/>
                  </a:lnTo>
                  <a:lnTo>
                    <a:pt x="5697903" y="275433"/>
                  </a:lnTo>
                  <a:lnTo>
                    <a:pt x="5627559" y="272763"/>
                  </a:lnTo>
                  <a:lnTo>
                    <a:pt x="5557214" y="269990"/>
                  </a:lnTo>
                  <a:lnTo>
                    <a:pt x="5486870" y="267109"/>
                  </a:lnTo>
                  <a:lnTo>
                    <a:pt x="5416525" y="264117"/>
                  </a:lnTo>
                  <a:lnTo>
                    <a:pt x="5346181" y="261009"/>
                  </a:lnTo>
                  <a:lnTo>
                    <a:pt x="5275836" y="257780"/>
                  </a:lnTo>
                  <a:lnTo>
                    <a:pt x="5205492" y="254427"/>
                  </a:lnTo>
                  <a:lnTo>
                    <a:pt x="5135147" y="250943"/>
                  </a:lnTo>
                  <a:lnTo>
                    <a:pt x="5064803" y="247325"/>
                  </a:lnTo>
                  <a:lnTo>
                    <a:pt x="4994458" y="243566"/>
                  </a:lnTo>
                  <a:lnTo>
                    <a:pt x="4924114" y="239662"/>
                  </a:lnTo>
                  <a:lnTo>
                    <a:pt x="4853769" y="235606"/>
                  </a:lnTo>
                  <a:lnTo>
                    <a:pt x="4783425" y="231393"/>
                  </a:lnTo>
                  <a:lnTo>
                    <a:pt x="4713080" y="227017"/>
                  </a:lnTo>
                  <a:lnTo>
                    <a:pt x="4642736" y="222471"/>
                  </a:lnTo>
                  <a:lnTo>
                    <a:pt x="4572391" y="217750"/>
                  </a:lnTo>
                  <a:lnTo>
                    <a:pt x="4502047" y="212845"/>
                  </a:lnTo>
                  <a:lnTo>
                    <a:pt x="4431702" y="207750"/>
                  </a:lnTo>
                  <a:lnTo>
                    <a:pt x="4361358" y="202458"/>
                  </a:lnTo>
                  <a:lnTo>
                    <a:pt x="4291013" y="196961"/>
                  </a:lnTo>
                  <a:lnTo>
                    <a:pt x="4220669" y="191251"/>
                  </a:lnTo>
                  <a:lnTo>
                    <a:pt x="4150324" y="185319"/>
                  </a:lnTo>
                  <a:lnTo>
                    <a:pt x="4079980" y="179158"/>
                  </a:lnTo>
                  <a:lnTo>
                    <a:pt x="4009635" y="172758"/>
                  </a:lnTo>
                  <a:lnTo>
                    <a:pt x="3939291" y="166110"/>
                  </a:lnTo>
                  <a:lnTo>
                    <a:pt x="3868946" y="159205"/>
                  </a:lnTo>
                  <a:lnTo>
                    <a:pt x="3798602" y="152032"/>
                  </a:lnTo>
                  <a:lnTo>
                    <a:pt x="3728257" y="144581"/>
                  </a:lnTo>
                  <a:lnTo>
                    <a:pt x="3657913" y="136841"/>
                  </a:lnTo>
                  <a:lnTo>
                    <a:pt x="3587569" y="128801"/>
                  </a:lnTo>
                  <a:lnTo>
                    <a:pt x="3517224" y="120450"/>
                  </a:lnTo>
                  <a:lnTo>
                    <a:pt x="3446880" y="111775"/>
                  </a:lnTo>
                  <a:lnTo>
                    <a:pt x="3376535" y="102765"/>
                  </a:lnTo>
                  <a:lnTo>
                    <a:pt x="3306191" y="93405"/>
                  </a:lnTo>
                  <a:lnTo>
                    <a:pt x="3235846" y="83682"/>
                  </a:lnTo>
                  <a:lnTo>
                    <a:pt x="3165502" y="73583"/>
                  </a:lnTo>
                  <a:lnTo>
                    <a:pt x="3095157" y="63092"/>
                  </a:lnTo>
                  <a:lnTo>
                    <a:pt x="3024813" y="52195"/>
                  </a:lnTo>
                  <a:lnTo>
                    <a:pt x="2954468" y="44643"/>
                  </a:lnTo>
                  <a:lnTo>
                    <a:pt x="2884124" y="43650"/>
                  </a:lnTo>
                  <a:lnTo>
                    <a:pt x="2813779" y="42655"/>
                  </a:lnTo>
                  <a:lnTo>
                    <a:pt x="2743435" y="41656"/>
                  </a:lnTo>
                  <a:lnTo>
                    <a:pt x="2673090" y="40653"/>
                  </a:lnTo>
                  <a:lnTo>
                    <a:pt x="2602746" y="39647"/>
                  </a:lnTo>
                  <a:lnTo>
                    <a:pt x="2532401" y="38638"/>
                  </a:lnTo>
                  <a:lnTo>
                    <a:pt x="2462057" y="37626"/>
                  </a:lnTo>
                  <a:lnTo>
                    <a:pt x="2391712" y="36610"/>
                  </a:lnTo>
                  <a:lnTo>
                    <a:pt x="2321368" y="35591"/>
                  </a:lnTo>
                  <a:lnTo>
                    <a:pt x="2251023" y="34569"/>
                  </a:lnTo>
                  <a:lnTo>
                    <a:pt x="2180679" y="33543"/>
                  </a:lnTo>
                  <a:lnTo>
                    <a:pt x="2110334" y="32514"/>
                  </a:lnTo>
                  <a:lnTo>
                    <a:pt x="2039990" y="31481"/>
                  </a:lnTo>
                  <a:lnTo>
                    <a:pt x="1969645" y="30445"/>
                  </a:lnTo>
                  <a:lnTo>
                    <a:pt x="1899301" y="29405"/>
                  </a:lnTo>
                  <a:lnTo>
                    <a:pt x="1828956" y="28363"/>
                  </a:lnTo>
                  <a:lnTo>
                    <a:pt x="1758612" y="27316"/>
                  </a:lnTo>
                  <a:lnTo>
                    <a:pt x="1688267" y="26266"/>
                  </a:lnTo>
                  <a:lnTo>
                    <a:pt x="1617923" y="25213"/>
                  </a:lnTo>
                  <a:lnTo>
                    <a:pt x="1547578" y="24156"/>
                  </a:lnTo>
                  <a:lnTo>
                    <a:pt x="1477234" y="23096"/>
                  </a:lnTo>
                  <a:lnTo>
                    <a:pt x="1406889" y="22032"/>
                  </a:lnTo>
                  <a:lnTo>
                    <a:pt x="1336545" y="20965"/>
                  </a:lnTo>
                  <a:lnTo>
                    <a:pt x="1266200" y="19894"/>
                  </a:lnTo>
                  <a:lnTo>
                    <a:pt x="1195856" y="18819"/>
                  </a:lnTo>
                  <a:lnTo>
                    <a:pt x="1125511" y="17741"/>
                  </a:lnTo>
                  <a:lnTo>
                    <a:pt x="1055167" y="16660"/>
                  </a:lnTo>
                  <a:lnTo>
                    <a:pt x="984822" y="15574"/>
                  </a:lnTo>
                  <a:lnTo>
                    <a:pt x="914478" y="14486"/>
                  </a:lnTo>
                  <a:lnTo>
                    <a:pt x="844133" y="13393"/>
                  </a:lnTo>
                  <a:lnTo>
                    <a:pt x="773789" y="12297"/>
                  </a:lnTo>
                  <a:lnTo>
                    <a:pt x="703444" y="11198"/>
                  </a:lnTo>
                  <a:lnTo>
                    <a:pt x="633100" y="10095"/>
                  </a:lnTo>
                  <a:lnTo>
                    <a:pt x="562755" y="8988"/>
                  </a:lnTo>
                  <a:lnTo>
                    <a:pt x="492411" y="7877"/>
                  </a:lnTo>
                  <a:lnTo>
                    <a:pt x="422066" y="6763"/>
                  </a:lnTo>
                  <a:lnTo>
                    <a:pt x="351722" y="5645"/>
                  </a:lnTo>
                  <a:lnTo>
                    <a:pt x="281377" y="4523"/>
                  </a:lnTo>
                  <a:lnTo>
                    <a:pt x="211033" y="3398"/>
                  </a:lnTo>
                  <a:lnTo>
                    <a:pt x="140688" y="2269"/>
                  </a:lnTo>
                  <a:lnTo>
                    <a:pt x="70344" y="11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4875494"/>
              <a:ext cx="6964104" cy="625309"/>
            </a:xfrm>
            <a:custGeom>
              <a:avLst/>
              <a:pathLst>
                <a:path w="6964104" h="625309">
                  <a:moveTo>
                    <a:pt x="0" y="0"/>
                  </a:moveTo>
                  <a:lnTo>
                    <a:pt x="70344" y="14685"/>
                  </a:lnTo>
                  <a:lnTo>
                    <a:pt x="140688" y="29071"/>
                  </a:lnTo>
                  <a:lnTo>
                    <a:pt x="211033" y="43163"/>
                  </a:lnTo>
                  <a:lnTo>
                    <a:pt x="281377" y="56966"/>
                  </a:lnTo>
                  <a:lnTo>
                    <a:pt x="351722" y="70487"/>
                  </a:lnTo>
                  <a:lnTo>
                    <a:pt x="422066" y="83732"/>
                  </a:lnTo>
                  <a:lnTo>
                    <a:pt x="492411" y="96706"/>
                  </a:lnTo>
                  <a:lnTo>
                    <a:pt x="562755" y="109414"/>
                  </a:lnTo>
                  <a:lnTo>
                    <a:pt x="633100" y="121863"/>
                  </a:lnTo>
                  <a:lnTo>
                    <a:pt x="703444" y="134057"/>
                  </a:lnTo>
                  <a:lnTo>
                    <a:pt x="773789" y="146002"/>
                  </a:lnTo>
                  <a:lnTo>
                    <a:pt x="844133" y="157702"/>
                  </a:lnTo>
                  <a:lnTo>
                    <a:pt x="914478" y="169163"/>
                  </a:lnTo>
                  <a:lnTo>
                    <a:pt x="984822" y="180390"/>
                  </a:lnTo>
                  <a:lnTo>
                    <a:pt x="1055167" y="191387"/>
                  </a:lnTo>
                  <a:lnTo>
                    <a:pt x="1125511" y="202160"/>
                  </a:lnTo>
                  <a:lnTo>
                    <a:pt x="1195856" y="212712"/>
                  </a:lnTo>
                  <a:lnTo>
                    <a:pt x="1266200" y="223048"/>
                  </a:lnTo>
                  <a:lnTo>
                    <a:pt x="1336545" y="233173"/>
                  </a:lnTo>
                  <a:lnTo>
                    <a:pt x="1406889" y="243091"/>
                  </a:lnTo>
                  <a:lnTo>
                    <a:pt x="1477234" y="252806"/>
                  </a:lnTo>
                  <a:lnTo>
                    <a:pt x="1547578" y="262323"/>
                  </a:lnTo>
                  <a:lnTo>
                    <a:pt x="1617923" y="271645"/>
                  </a:lnTo>
                  <a:lnTo>
                    <a:pt x="1688267" y="280776"/>
                  </a:lnTo>
                  <a:lnTo>
                    <a:pt x="1758612" y="289720"/>
                  </a:lnTo>
                  <a:lnTo>
                    <a:pt x="1828956" y="298482"/>
                  </a:lnTo>
                  <a:lnTo>
                    <a:pt x="1899301" y="307064"/>
                  </a:lnTo>
                  <a:lnTo>
                    <a:pt x="1969645" y="315471"/>
                  </a:lnTo>
                  <a:lnTo>
                    <a:pt x="2039990" y="323706"/>
                  </a:lnTo>
                  <a:lnTo>
                    <a:pt x="2110334" y="331773"/>
                  </a:lnTo>
                  <a:lnTo>
                    <a:pt x="2180679" y="339675"/>
                  </a:lnTo>
                  <a:lnTo>
                    <a:pt x="2251023" y="347415"/>
                  </a:lnTo>
                  <a:lnTo>
                    <a:pt x="2321368" y="354997"/>
                  </a:lnTo>
                  <a:lnTo>
                    <a:pt x="2391712" y="362424"/>
                  </a:lnTo>
                  <a:lnTo>
                    <a:pt x="2462057" y="369699"/>
                  </a:lnTo>
                  <a:lnTo>
                    <a:pt x="2532401" y="376825"/>
                  </a:lnTo>
                  <a:lnTo>
                    <a:pt x="2602746" y="383805"/>
                  </a:lnTo>
                  <a:lnTo>
                    <a:pt x="2673090" y="390643"/>
                  </a:lnTo>
                  <a:lnTo>
                    <a:pt x="2743435" y="397341"/>
                  </a:lnTo>
                  <a:lnTo>
                    <a:pt x="2813779" y="403902"/>
                  </a:lnTo>
                  <a:lnTo>
                    <a:pt x="2884124" y="410329"/>
                  </a:lnTo>
                  <a:lnTo>
                    <a:pt x="2954468" y="416624"/>
                  </a:lnTo>
                  <a:lnTo>
                    <a:pt x="3024813" y="422791"/>
                  </a:lnTo>
                  <a:lnTo>
                    <a:pt x="3095157" y="428831"/>
                  </a:lnTo>
                  <a:lnTo>
                    <a:pt x="3165502" y="434748"/>
                  </a:lnTo>
                  <a:lnTo>
                    <a:pt x="3235846" y="440544"/>
                  </a:lnTo>
                  <a:lnTo>
                    <a:pt x="3306191" y="446222"/>
                  </a:lnTo>
                  <a:lnTo>
                    <a:pt x="3376535" y="451783"/>
                  </a:lnTo>
                  <a:lnTo>
                    <a:pt x="3446880" y="457231"/>
                  </a:lnTo>
                  <a:lnTo>
                    <a:pt x="3517224" y="462567"/>
                  </a:lnTo>
                  <a:lnTo>
                    <a:pt x="3587569" y="467794"/>
                  </a:lnTo>
                  <a:lnTo>
                    <a:pt x="3657913" y="472914"/>
                  </a:lnTo>
                  <a:lnTo>
                    <a:pt x="3728257" y="477930"/>
                  </a:lnTo>
                  <a:lnTo>
                    <a:pt x="3798602" y="482843"/>
                  </a:lnTo>
                  <a:lnTo>
                    <a:pt x="3868946" y="487656"/>
                  </a:lnTo>
                  <a:lnTo>
                    <a:pt x="3939291" y="492370"/>
                  </a:lnTo>
                  <a:lnTo>
                    <a:pt x="4009635" y="496988"/>
                  </a:lnTo>
                  <a:lnTo>
                    <a:pt x="4079980" y="501511"/>
                  </a:lnTo>
                  <a:lnTo>
                    <a:pt x="4150324" y="505942"/>
                  </a:lnTo>
                  <a:lnTo>
                    <a:pt x="4220669" y="510282"/>
                  </a:lnTo>
                  <a:lnTo>
                    <a:pt x="4291013" y="514533"/>
                  </a:lnTo>
                  <a:lnTo>
                    <a:pt x="4361358" y="518698"/>
                  </a:lnTo>
                  <a:lnTo>
                    <a:pt x="4431702" y="522777"/>
                  </a:lnTo>
                  <a:lnTo>
                    <a:pt x="4502047" y="526773"/>
                  </a:lnTo>
                  <a:lnTo>
                    <a:pt x="4572391" y="530687"/>
                  </a:lnTo>
                  <a:lnTo>
                    <a:pt x="4642736" y="534522"/>
                  </a:lnTo>
                  <a:lnTo>
                    <a:pt x="4713080" y="538277"/>
                  </a:lnTo>
                  <a:lnTo>
                    <a:pt x="4783425" y="541956"/>
                  </a:lnTo>
                  <a:lnTo>
                    <a:pt x="4853769" y="545560"/>
                  </a:lnTo>
                  <a:lnTo>
                    <a:pt x="4924114" y="549090"/>
                  </a:lnTo>
                  <a:lnTo>
                    <a:pt x="4994458" y="552548"/>
                  </a:lnTo>
                  <a:lnTo>
                    <a:pt x="5064803" y="555935"/>
                  </a:lnTo>
                  <a:lnTo>
                    <a:pt x="5135147" y="559253"/>
                  </a:lnTo>
                  <a:lnTo>
                    <a:pt x="5205492" y="562503"/>
                  </a:lnTo>
                  <a:lnTo>
                    <a:pt x="5275836" y="565687"/>
                  </a:lnTo>
                  <a:lnTo>
                    <a:pt x="5346181" y="568805"/>
                  </a:lnTo>
                  <a:lnTo>
                    <a:pt x="5416525" y="571860"/>
                  </a:lnTo>
                  <a:lnTo>
                    <a:pt x="5486870" y="574852"/>
                  </a:lnTo>
                  <a:lnTo>
                    <a:pt x="5557214" y="577784"/>
                  </a:lnTo>
                  <a:lnTo>
                    <a:pt x="5627559" y="580655"/>
                  </a:lnTo>
                  <a:lnTo>
                    <a:pt x="5697903" y="583467"/>
                  </a:lnTo>
                  <a:lnTo>
                    <a:pt x="5768248" y="586222"/>
                  </a:lnTo>
                  <a:lnTo>
                    <a:pt x="5838592" y="588921"/>
                  </a:lnTo>
                  <a:lnTo>
                    <a:pt x="5908937" y="591564"/>
                  </a:lnTo>
                  <a:lnTo>
                    <a:pt x="5979281" y="594153"/>
                  </a:lnTo>
                  <a:lnTo>
                    <a:pt x="6049626" y="596690"/>
                  </a:lnTo>
                  <a:lnTo>
                    <a:pt x="6119970" y="599174"/>
                  </a:lnTo>
                  <a:lnTo>
                    <a:pt x="6190315" y="601608"/>
                  </a:lnTo>
                  <a:lnTo>
                    <a:pt x="6260659" y="603992"/>
                  </a:lnTo>
                  <a:lnTo>
                    <a:pt x="6331004" y="606327"/>
                  </a:lnTo>
                  <a:lnTo>
                    <a:pt x="6401348" y="608615"/>
                  </a:lnTo>
                  <a:lnTo>
                    <a:pt x="6471693" y="610856"/>
                  </a:lnTo>
                  <a:lnTo>
                    <a:pt x="6542037" y="613050"/>
                  </a:lnTo>
                  <a:lnTo>
                    <a:pt x="6612382" y="615200"/>
                  </a:lnTo>
                  <a:lnTo>
                    <a:pt x="6682726" y="617306"/>
                  </a:lnTo>
                  <a:lnTo>
                    <a:pt x="6753071" y="619369"/>
                  </a:lnTo>
                  <a:lnTo>
                    <a:pt x="6823415" y="621390"/>
                  </a:lnTo>
                  <a:lnTo>
                    <a:pt x="6893760" y="623370"/>
                  </a:lnTo>
                  <a:lnTo>
                    <a:pt x="6964104" y="6253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2026-07-22T07:54:42Z</dcterms:modified>
  <cp:category/>
</cp:coreProperties>
</file>