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72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583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447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310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3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036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900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3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626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52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015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878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74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60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468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31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95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817517" y="3547698"/>
              <a:ext cx="7235830" cy="1695155"/>
            </a:xfrm>
            <a:custGeom>
              <a:avLst/>
              <a:pathLst>
                <a:path w="7235830" h="1695155">
                  <a:moveTo>
                    <a:pt x="0" y="0"/>
                  </a:moveTo>
                  <a:lnTo>
                    <a:pt x="7347" y="3814"/>
                  </a:lnTo>
                  <a:lnTo>
                    <a:pt x="81107" y="41384"/>
                  </a:lnTo>
                  <a:lnTo>
                    <a:pt x="154867" y="78251"/>
                  </a:lnTo>
                  <a:lnTo>
                    <a:pt x="228627" y="114428"/>
                  </a:lnTo>
                  <a:lnTo>
                    <a:pt x="302387" y="149927"/>
                  </a:lnTo>
                  <a:lnTo>
                    <a:pt x="376147" y="184760"/>
                  </a:lnTo>
                  <a:lnTo>
                    <a:pt x="449907" y="218942"/>
                  </a:lnTo>
                  <a:lnTo>
                    <a:pt x="523667" y="252483"/>
                  </a:lnTo>
                  <a:lnTo>
                    <a:pt x="597427" y="285396"/>
                  </a:lnTo>
                  <a:lnTo>
                    <a:pt x="671187" y="317692"/>
                  </a:lnTo>
                  <a:lnTo>
                    <a:pt x="744947" y="349383"/>
                  </a:lnTo>
                  <a:lnTo>
                    <a:pt x="818707" y="380481"/>
                  </a:lnTo>
                  <a:lnTo>
                    <a:pt x="892467" y="410996"/>
                  </a:lnTo>
                  <a:lnTo>
                    <a:pt x="966227" y="440940"/>
                  </a:lnTo>
                  <a:lnTo>
                    <a:pt x="1039987" y="470322"/>
                  </a:lnTo>
                  <a:lnTo>
                    <a:pt x="1113747" y="499155"/>
                  </a:lnTo>
                  <a:lnTo>
                    <a:pt x="1187508" y="527447"/>
                  </a:lnTo>
                  <a:lnTo>
                    <a:pt x="1261268" y="555209"/>
                  </a:lnTo>
                  <a:lnTo>
                    <a:pt x="1335028" y="582451"/>
                  </a:lnTo>
                  <a:lnTo>
                    <a:pt x="1408788" y="609183"/>
                  </a:lnTo>
                  <a:lnTo>
                    <a:pt x="1482548" y="635415"/>
                  </a:lnTo>
                  <a:lnTo>
                    <a:pt x="1556308" y="661154"/>
                  </a:lnTo>
                  <a:lnTo>
                    <a:pt x="1630068" y="686412"/>
                  </a:lnTo>
                  <a:lnTo>
                    <a:pt x="1703828" y="711197"/>
                  </a:lnTo>
                  <a:lnTo>
                    <a:pt x="1777588" y="735517"/>
                  </a:lnTo>
                  <a:lnTo>
                    <a:pt x="1851348" y="759382"/>
                  </a:lnTo>
                  <a:lnTo>
                    <a:pt x="1925108" y="782799"/>
                  </a:lnTo>
                  <a:lnTo>
                    <a:pt x="1998868" y="805779"/>
                  </a:lnTo>
                  <a:lnTo>
                    <a:pt x="2072628" y="828327"/>
                  </a:lnTo>
                  <a:lnTo>
                    <a:pt x="2146388" y="850453"/>
                  </a:lnTo>
                  <a:lnTo>
                    <a:pt x="2220148" y="872165"/>
                  </a:lnTo>
                  <a:lnTo>
                    <a:pt x="2293908" y="893470"/>
                  </a:lnTo>
                  <a:lnTo>
                    <a:pt x="2367668" y="914376"/>
                  </a:lnTo>
                  <a:lnTo>
                    <a:pt x="2441428" y="934891"/>
                  </a:lnTo>
                  <a:lnTo>
                    <a:pt x="2515188" y="955021"/>
                  </a:lnTo>
                  <a:lnTo>
                    <a:pt x="2588948" y="974774"/>
                  </a:lnTo>
                  <a:lnTo>
                    <a:pt x="2662708" y="994157"/>
                  </a:lnTo>
                  <a:lnTo>
                    <a:pt x="2736468" y="1013177"/>
                  </a:lnTo>
                  <a:lnTo>
                    <a:pt x="2810228" y="1031841"/>
                  </a:lnTo>
                  <a:lnTo>
                    <a:pt x="2883988" y="1050155"/>
                  </a:lnTo>
                  <a:lnTo>
                    <a:pt x="2957748" y="1068126"/>
                  </a:lnTo>
                  <a:lnTo>
                    <a:pt x="3031508" y="1085761"/>
                  </a:lnTo>
                  <a:lnTo>
                    <a:pt x="3105268" y="1103065"/>
                  </a:lnTo>
                  <a:lnTo>
                    <a:pt x="3179028" y="1120045"/>
                  </a:lnTo>
                  <a:lnTo>
                    <a:pt x="3252788" y="1136707"/>
                  </a:lnTo>
                  <a:lnTo>
                    <a:pt x="3326548" y="1153056"/>
                  </a:lnTo>
                  <a:lnTo>
                    <a:pt x="3400308" y="1169100"/>
                  </a:lnTo>
                  <a:lnTo>
                    <a:pt x="3474068" y="1182543"/>
                  </a:lnTo>
                  <a:lnTo>
                    <a:pt x="3547828" y="1190566"/>
                  </a:lnTo>
                  <a:lnTo>
                    <a:pt x="3621588" y="1198512"/>
                  </a:lnTo>
                  <a:lnTo>
                    <a:pt x="3695348" y="1206380"/>
                  </a:lnTo>
                  <a:lnTo>
                    <a:pt x="3769108" y="1214173"/>
                  </a:lnTo>
                  <a:lnTo>
                    <a:pt x="3842868" y="1221889"/>
                  </a:lnTo>
                  <a:lnTo>
                    <a:pt x="3916628" y="1229531"/>
                  </a:lnTo>
                  <a:lnTo>
                    <a:pt x="3990388" y="1237099"/>
                  </a:lnTo>
                  <a:lnTo>
                    <a:pt x="4064149" y="1244593"/>
                  </a:lnTo>
                  <a:lnTo>
                    <a:pt x="4137909" y="1252015"/>
                  </a:lnTo>
                  <a:lnTo>
                    <a:pt x="4211669" y="1259364"/>
                  </a:lnTo>
                  <a:lnTo>
                    <a:pt x="4285429" y="1266642"/>
                  </a:lnTo>
                  <a:lnTo>
                    <a:pt x="4359189" y="1273850"/>
                  </a:lnTo>
                  <a:lnTo>
                    <a:pt x="4432949" y="1280988"/>
                  </a:lnTo>
                  <a:lnTo>
                    <a:pt x="4506709" y="1288056"/>
                  </a:lnTo>
                  <a:lnTo>
                    <a:pt x="4580469" y="1295056"/>
                  </a:lnTo>
                  <a:lnTo>
                    <a:pt x="4654229" y="1301988"/>
                  </a:lnTo>
                  <a:lnTo>
                    <a:pt x="4727989" y="1308852"/>
                  </a:lnTo>
                  <a:lnTo>
                    <a:pt x="4801749" y="1315651"/>
                  </a:lnTo>
                  <a:lnTo>
                    <a:pt x="4875509" y="1322383"/>
                  </a:lnTo>
                  <a:lnTo>
                    <a:pt x="4949269" y="1329050"/>
                  </a:lnTo>
                  <a:lnTo>
                    <a:pt x="5023029" y="1335652"/>
                  </a:lnTo>
                  <a:lnTo>
                    <a:pt x="5096789" y="1342190"/>
                  </a:lnTo>
                  <a:lnTo>
                    <a:pt x="5170549" y="1348664"/>
                  </a:lnTo>
                  <a:lnTo>
                    <a:pt x="5244309" y="1355076"/>
                  </a:lnTo>
                  <a:lnTo>
                    <a:pt x="5318069" y="1361426"/>
                  </a:lnTo>
                  <a:lnTo>
                    <a:pt x="5391829" y="1367714"/>
                  </a:lnTo>
                  <a:lnTo>
                    <a:pt x="5465589" y="1373941"/>
                  </a:lnTo>
                  <a:lnTo>
                    <a:pt x="5539349" y="1380107"/>
                  </a:lnTo>
                  <a:lnTo>
                    <a:pt x="5613109" y="1386214"/>
                  </a:lnTo>
                  <a:lnTo>
                    <a:pt x="5686869" y="1392262"/>
                  </a:lnTo>
                  <a:lnTo>
                    <a:pt x="5760629" y="1398251"/>
                  </a:lnTo>
                  <a:lnTo>
                    <a:pt x="5834389" y="1404181"/>
                  </a:lnTo>
                  <a:lnTo>
                    <a:pt x="5908149" y="1410055"/>
                  </a:lnTo>
                  <a:lnTo>
                    <a:pt x="5981909" y="1415871"/>
                  </a:lnTo>
                  <a:lnTo>
                    <a:pt x="6055669" y="1421631"/>
                  </a:lnTo>
                  <a:lnTo>
                    <a:pt x="6129429" y="1427335"/>
                  </a:lnTo>
                  <a:lnTo>
                    <a:pt x="6203189" y="1432983"/>
                  </a:lnTo>
                  <a:lnTo>
                    <a:pt x="6276949" y="1438577"/>
                  </a:lnTo>
                  <a:lnTo>
                    <a:pt x="6350709" y="1444116"/>
                  </a:lnTo>
                  <a:lnTo>
                    <a:pt x="6424469" y="1449602"/>
                  </a:lnTo>
                  <a:lnTo>
                    <a:pt x="6498229" y="1455035"/>
                  </a:lnTo>
                  <a:lnTo>
                    <a:pt x="6571989" y="1460415"/>
                  </a:lnTo>
                  <a:lnTo>
                    <a:pt x="6645749" y="1465742"/>
                  </a:lnTo>
                  <a:lnTo>
                    <a:pt x="6719509" y="1471018"/>
                  </a:lnTo>
                  <a:lnTo>
                    <a:pt x="6793269" y="1476243"/>
                  </a:lnTo>
                  <a:lnTo>
                    <a:pt x="6867029" y="1481417"/>
                  </a:lnTo>
                  <a:lnTo>
                    <a:pt x="6940789" y="1486541"/>
                  </a:lnTo>
                  <a:lnTo>
                    <a:pt x="7014550" y="1491615"/>
                  </a:lnTo>
                  <a:lnTo>
                    <a:pt x="7088310" y="1496640"/>
                  </a:lnTo>
                  <a:lnTo>
                    <a:pt x="7162070" y="1501616"/>
                  </a:lnTo>
                  <a:lnTo>
                    <a:pt x="7235830" y="1506544"/>
                  </a:lnTo>
                  <a:lnTo>
                    <a:pt x="7235830" y="1695155"/>
                  </a:lnTo>
                  <a:lnTo>
                    <a:pt x="7162070" y="1689153"/>
                  </a:lnTo>
                  <a:lnTo>
                    <a:pt x="7088310" y="1683037"/>
                  </a:lnTo>
                  <a:lnTo>
                    <a:pt x="7014550" y="1676804"/>
                  </a:lnTo>
                  <a:lnTo>
                    <a:pt x="6940789" y="1670452"/>
                  </a:lnTo>
                  <a:lnTo>
                    <a:pt x="6867029" y="1663979"/>
                  </a:lnTo>
                  <a:lnTo>
                    <a:pt x="6793269" y="1657382"/>
                  </a:lnTo>
                  <a:lnTo>
                    <a:pt x="6719509" y="1650660"/>
                  </a:lnTo>
                  <a:lnTo>
                    <a:pt x="6645749" y="1643809"/>
                  </a:lnTo>
                  <a:lnTo>
                    <a:pt x="6571989" y="1636827"/>
                  </a:lnTo>
                  <a:lnTo>
                    <a:pt x="6498229" y="1629712"/>
                  </a:lnTo>
                  <a:lnTo>
                    <a:pt x="6424469" y="1622461"/>
                  </a:lnTo>
                  <a:lnTo>
                    <a:pt x="6350709" y="1615072"/>
                  </a:lnTo>
                  <a:lnTo>
                    <a:pt x="6276949" y="1607542"/>
                  </a:lnTo>
                  <a:lnTo>
                    <a:pt x="6203189" y="1599868"/>
                  </a:lnTo>
                  <a:lnTo>
                    <a:pt x="6129429" y="1592047"/>
                  </a:lnTo>
                  <a:lnTo>
                    <a:pt x="6055669" y="1584077"/>
                  </a:lnTo>
                  <a:lnTo>
                    <a:pt x="5981909" y="1575955"/>
                  </a:lnTo>
                  <a:lnTo>
                    <a:pt x="5908149" y="1567678"/>
                  </a:lnTo>
                  <a:lnTo>
                    <a:pt x="5834389" y="1559243"/>
                  </a:lnTo>
                  <a:lnTo>
                    <a:pt x="5760629" y="1550647"/>
                  </a:lnTo>
                  <a:lnTo>
                    <a:pt x="5686869" y="1541887"/>
                  </a:lnTo>
                  <a:lnTo>
                    <a:pt x="5613109" y="1532960"/>
                  </a:lnTo>
                  <a:lnTo>
                    <a:pt x="5539349" y="1523862"/>
                  </a:lnTo>
                  <a:lnTo>
                    <a:pt x="5465589" y="1514591"/>
                  </a:lnTo>
                  <a:lnTo>
                    <a:pt x="5391829" y="1505142"/>
                  </a:lnTo>
                  <a:lnTo>
                    <a:pt x="5318069" y="1495513"/>
                  </a:lnTo>
                  <a:lnTo>
                    <a:pt x="5244309" y="1485701"/>
                  </a:lnTo>
                  <a:lnTo>
                    <a:pt x="5170549" y="1475701"/>
                  </a:lnTo>
                  <a:lnTo>
                    <a:pt x="5096789" y="1465510"/>
                  </a:lnTo>
                  <a:lnTo>
                    <a:pt x="5023029" y="1455125"/>
                  </a:lnTo>
                  <a:lnTo>
                    <a:pt x="4949269" y="1444541"/>
                  </a:lnTo>
                  <a:lnTo>
                    <a:pt x="4875509" y="1433756"/>
                  </a:lnTo>
                  <a:lnTo>
                    <a:pt x="4801749" y="1422764"/>
                  </a:lnTo>
                  <a:lnTo>
                    <a:pt x="4727989" y="1411563"/>
                  </a:lnTo>
                  <a:lnTo>
                    <a:pt x="4654229" y="1400148"/>
                  </a:lnTo>
                  <a:lnTo>
                    <a:pt x="4580469" y="1388515"/>
                  </a:lnTo>
                  <a:lnTo>
                    <a:pt x="4506709" y="1376660"/>
                  </a:lnTo>
                  <a:lnTo>
                    <a:pt x="4432949" y="1364578"/>
                  </a:lnTo>
                  <a:lnTo>
                    <a:pt x="4359189" y="1352266"/>
                  </a:lnTo>
                  <a:lnTo>
                    <a:pt x="4285429" y="1339719"/>
                  </a:lnTo>
                  <a:lnTo>
                    <a:pt x="4211669" y="1326932"/>
                  </a:lnTo>
                  <a:lnTo>
                    <a:pt x="4137909" y="1313902"/>
                  </a:lnTo>
                  <a:lnTo>
                    <a:pt x="4064149" y="1300622"/>
                  </a:lnTo>
                  <a:lnTo>
                    <a:pt x="3990388" y="1287089"/>
                  </a:lnTo>
                  <a:lnTo>
                    <a:pt x="3916628" y="1273298"/>
                  </a:lnTo>
                  <a:lnTo>
                    <a:pt x="3842868" y="1259244"/>
                  </a:lnTo>
                  <a:lnTo>
                    <a:pt x="3769108" y="1244921"/>
                  </a:lnTo>
                  <a:lnTo>
                    <a:pt x="3695348" y="1230325"/>
                  </a:lnTo>
                  <a:lnTo>
                    <a:pt x="3621588" y="1215450"/>
                  </a:lnTo>
                  <a:lnTo>
                    <a:pt x="3547828" y="1200291"/>
                  </a:lnTo>
                  <a:lnTo>
                    <a:pt x="3474068" y="1184843"/>
                  </a:lnTo>
                  <a:lnTo>
                    <a:pt x="3400308" y="1174441"/>
                  </a:lnTo>
                  <a:lnTo>
                    <a:pt x="3326548" y="1166259"/>
                  </a:lnTo>
                  <a:lnTo>
                    <a:pt x="3252788" y="1157997"/>
                  </a:lnTo>
                  <a:lnTo>
                    <a:pt x="3179028" y="1149655"/>
                  </a:lnTo>
                  <a:lnTo>
                    <a:pt x="3105268" y="1141230"/>
                  </a:lnTo>
                  <a:lnTo>
                    <a:pt x="3031508" y="1132724"/>
                  </a:lnTo>
                  <a:lnTo>
                    <a:pt x="2957748" y="1124133"/>
                  </a:lnTo>
                  <a:lnTo>
                    <a:pt x="2883988" y="1115459"/>
                  </a:lnTo>
                  <a:lnTo>
                    <a:pt x="2810228" y="1106700"/>
                  </a:lnTo>
                  <a:lnTo>
                    <a:pt x="2736468" y="1097855"/>
                  </a:lnTo>
                  <a:lnTo>
                    <a:pt x="2662708" y="1088923"/>
                  </a:lnTo>
                  <a:lnTo>
                    <a:pt x="2588948" y="1079903"/>
                  </a:lnTo>
                  <a:lnTo>
                    <a:pt x="2515188" y="1070796"/>
                  </a:lnTo>
                  <a:lnTo>
                    <a:pt x="2441428" y="1061599"/>
                  </a:lnTo>
                  <a:lnTo>
                    <a:pt x="2367668" y="1052312"/>
                  </a:lnTo>
                  <a:lnTo>
                    <a:pt x="2293908" y="1042934"/>
                  </a:lnTo>
                  <a:lnTo>
                    <a:pt x="2220148" y="1033464"/>
                  </a:lnTo>
                  <a:lnTo>
                    <a:pt x="2146388" y="1023901"/>
                  </a:lnTo>
                  <a:lnTo>
                    <a:pt x="2072628" y="1014245"/>
                  </a:lnTo>
                  <a:lnTo>
                    <a:pt x="1998868" y="1004494"/>
                  </a:lnTo>
                  <a:lnTo>
                    <a:pt x="1925108" y="994648"/>
                  </a:lnTo>
                  <a:lnTo>
                    <a:pt x="1851348" y="984705"/>
                  </a:lnTo>
                  <a:lnTo>
                    <a:pt x="1777588" y="974664"/>
                  </a:lnTo>
                  <a:lnTo>
                    <a:pt x="1703828" y="964526"/>
                  </a:lnTo>
                  <a:lnTo>
                    <a:pt x="1630068" y="954288"/>
                  </a:lnTo>
                  <a:lnTo>
                    <a:pt x="1556308" y="943949"/>
                  </a:lnTo>
                  <a:lnTo>
                    <a:pt x="1482548" y="933510"/>
                  </a:lnTo>
                  <a:lnTo>
                    <a:pt x="1408788" y="922968"/>
                  </a:lnTo>
                  <a:lnTo>
                    <a:pt x="1335028" y="912323"/>
                  </a:lnTo>
                  <a:lnTo>
                    <a:pt x="1261268" y="901573"/>
                  </a:lnTo>
                  <a:lnTo>
                    <a:pt x="1187508" y="890718"/>
                  </a:lnTo>
                  <a:lnTo>
                    <a:pt x="1113747" y="879757"/>
                  </a:lnTo>
                  <a:lnTo>
                    <a:pt x="1039987" y="868689"/>
                  </a:lnTo>
                  <a:lnTo>
                    <a:pt x="966227" y="857512"/>
                  </a:lnTo>
                  <a:lnTo>
                    <a:pt x="892467" y="846226"/>
                  </a:lnTo>
                  <a:lnTo>
                    <a:pt x="818707" y="834829"/>
                  </a:lnTo>
                  <a:lnTo>
                    <a:pt x="744947" y="823320"/>
                  </a:lnTo>
                  <a:lnTo>
                    <a:pt x="671187" y="811698"/>
                  </a:lnTo>
                  <a:lnTo>
                    <a:pt x="597427" y="799963"/>
                  </a:lnTo>
                  <a:lnTo>
                    <a:pt x="523667" y="788113"/>
                  </a:lnTo>
                  <a:lnTo>
                    <a:pt x="449907" y="776147"/>
                  </a:lnTo>
                  <a:lnTo>
                    <a:pt x="376147" y="764063"/>
                  </a:lnTo>
                  <a:lnTo>
                    <a:pt x="302387" y="751861"/>
                  </a:lnTo>
                  <a:lnTo>
                    <a:pt x="228627" y="739540"/>
                  </a:lnTo>
                  <a:lnTo>
                    <a:pt x="154867" y="727097"/>
                  </a:lnTo>
                  <a:lnTo>
                    <a:pt x="81107" y="714533"/>
                  </a:lnTo>
                  <a:lnTo>
                    <a:pt x="7347" y="701846"/>
                  </a:lnTo>
                  <a:lnTo>
                    <a:pt x="0" y="70057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17517" y="3547698"/>
              <a:ext cx="7235830" cy="1506544"/>
            </a:xfrm>
            <a:custGeom>
              <a:avLst/>
              <a:pathLst>
                <a:path w="7235830" h="1506544">
                  <a:moveTo>
                    <a:pt x="0" y="0"/>
                  </a:moveTo>
                  <a:lnTo>
                    <a:pt x="7347" y="3814"/>
                  </a:lnTo>
                  <a:lnTo>
                    <a:pt x="81107" y="41384"/>
                  </a:lnTo>
                  <a:lnTo>
                    <a:pt x="154867" y="78251"/>
                  </a:lnTo>
                  <a:lnTo>
                    <a:pt x="228627" y="114428"/>
                  </a:lnTo>
                  <a:lnTo>
                    <a:pt x="302387" y="149927"/>
                  </a:lnTo>
                  <a:lnTo>
                    <a:pt x="376147" y="184760"/>
                  </a:lnTo>
                  <a:lnTo>
                    <a:pt x="449907" y="218942"/>
                  </a:lnTo>
                  <a:lnTo>
                    <a:pt x="523667" y="252483"/>
                  </a:lnTo>
                  <a:lnTo>
                    <a:pt x="597427" y="285396"/>
                  </a:lnTo>
                  <a:lnTo>
                    <a:pt x="671187" y="317692"/>
                  </a:lnTo>
                  <a:lnTo>
                    <a:pt x="744947" y="349383"/>
                  </a:lnTo>
                  <a:lnTo>
                    <a:pt x="818707" y="380481"/>
                  </a:lnTo>
                  <a:lnTo>
                    <a:pt x="892467" y="410996"/>
                  </a:lnTo>
                  <a:lnTo>
                    <a:pt x="966227" y="440940"/>
                  </a:lnTo>
                  <a:lnTo>
                    <a:pt x="1039987" y="470322"/>
                  </a:lnTo>
                  <a:lnTo>
                    <a:pt x="1113747" y="499155"/>
                  </a:lnTo>
                  <a:lnTo>
                    <a:pt x="1187508" y="527447"/>
                  </a:lnTo>
                  <a:lnTo>
                    <a:pt x="1261268" y="555209"/>
                  </a:lnTo>
                  <a:lnTo>
                    <a:pt x="1335028" y="582451"/>
                  </a:lnTo>
                  <a:lnTo>
                    <a:pt x="1408788" y="609183"/>
                  </a:lnTo>
                  <a:lnTo>
                    <a:pt x="1482548" y="635415"/>
                  </a:lnTo>
                  <a:lnTo>
                    <a:pt x="1556308" y="661154"/>
                  </a:lnTo>
                  <a:lnTo>
                    <a:pt x="1630068" y="686412"/>
                  </a:lnTo>
                  <a:lnTo>
                    <a:pt x="1703828" y="711197"/>
                  </a:lnTo>
                  <a:lnTo>
                    <a:pt x="1777588" y="735517"/>
                  </a:lnTo>
                  <a:lnTo>
                    <a:pt x="1851348" y="759382"/>
                  </a:lnTo>
                  <a:lnTo>
                    <a:pt x="1925108" y="782799"/>
                  </a:lnTo>
                  <a:lnTo>
                    <a:pt x="1998868" y="805779"/>
                  </a:lnTo>
                  <a:lnTo>
                    <a:pt x="2072628" y="828327"/>
                  </a:lnTo>
                  <a:lnTo>
                    <a:pt x="2146388" y="850453"/>
                  </a:lnTo>
                  <a:lnTo>
                    <a:pt x="2220148" y="872165"/>
                  </a:lnTo>
                  <a:lnTo>
                    <a:pt x="2293908" y="893470"/>
                  </a:lnTo>
                  <a:lnTo>
                    <a:pt x="2367668" y="914376"/>
                  </a:lnTo>
                  <a:lnTo>
                    <a:pt x="2441428" y="934891"/>
                  </a:lnTo>
                  <a:lnTo>
                    <a:pt x="2515188" y="955021"/>
                  </a:lnTo>
                  <a:lnTo>
                    <a:pt x="2588948" y="974774"/>
                  </a:lnTo>
                  <a:lnTo>
                    <a:pt x="2662708" y="994157"/>
                  </a:lnTo>
                  <a:lnTo>
                    <a:pt x="2736468" y="1013177"/>
                  </a:lnTo>
                  <a:lnTo>
                    <a:pt x="2810228" y="1031841"/>
                  </a:lnTo>
                  <a:lnTo>
                    <a:pt x="2883988" y="1050155"/>
                  </a:lnTo>
                  <a:lnTo>
                    <a:pt x="2957748" y="1068126"/>
                  </a:lnTo>
                  <a:lnTo>
                    <a:pt x="3031508" y="1085761"/>
                  </a:lnTo>
                  <a:lnTo>
                    <a:pt x="3105268" y="1103065"/>
                  </a:lnTo>
                  <a:lnTo>
                    <a:pt x="3179028" y="1120045"/>
                  </a:lnTo>
                  <a:lnTo>
                    <a:pt x="3252788" y="1136707"/>
                  </a:lnTo>
                  <a:lnTo>
                    <a:pt x="3326548" y="1153056"/>
                  </a:lnTo>
                  <a:lnTo>
                    <a:pt x="3400308" y="1169100"/>
                  </a:lnTo>
                  <a:lnTo>
                    <a:pt x="3474068" y="1182543"/>
                  </a:lnTo>
                  <a:lnTo>
                    <a:pt x="3547828" y="1190566"/>
                  </a:lnTo>
                  <a:lnTo>
                    <a:pt x="3621588" y="1198512"/>
                  </a:lnTo>
                  <a:lnTo>
                    <a:pt x="3695348" y="1206380"/>
                  </a:lnTo>
                  <a:lnTo>
                    <a:pt x="3769108" y="1214173"/>
                  </a:lnTo>
                  <a:lnTo>
                    <a:pt x="3842868" y="1221889"/>
                  </a:lnTo>
                  <a:lnTo>
                    <a:pt x="3916628" y="1229531"/>
                  </a:lnTo>
                  <a:lnTo>
                    <a:pt x="3990388" y="1237099"/>
                  </a:lnTo>
                  <a:lnTo>
                    <a:pt x="4064149" y="1244593"/>
                  </a:lnTo>
                  <a:lnTo>
                    <a:pt x="4137909" y="1252015"/>
                  </a:lnTo>
                  <a:lnTo>
                    <a:pt x="4211669" y="1259364"/>
                  </a:lnTo>
                  <a:lnTo>
                    <a:pt x="4285429" y="1266642"/>
                  </a:lnTo>
                  <a:lnTo>
                    <a:pt x="4359189" y="1273850"/>
                  </a:lnTo>
                  <a:lnTo>
                    <a:pt x="4432949" y="1280988"/>
                  </a:lnTo>
                  <a:lnTo>
                    <a:pt x="4506709" y="1288056"/>
                  </a:lnTo>
                  <a:lnTo>
                    <a:pt x="4580469" y="1295056"/>
                  </a:lnTo>
                  <a:lnTo>
                    <a:pt x="4654229" y="1301988"/>
                  </a:lnTo>
                  <a:lnTo>
                    <a:pt x="4727989" y="1308852"/>
                  </a:lnTo>
                  <a:lnTo>
                    <a:pt x="4801749" y="1315651"/>
                  </a:lnTo>
                  <a:lnTo>
                    <a:pt x="4875509" y="1322383"/>
                  </a:lnTo>
                  <a:lnTo>
                    <a:pt x="4949269" y="1329050"/>
                  </a:lnTo>
                  <a:lnTo>
                    <a:pt x="5023029" y="1335652"/>
                  </a:lnTo>
                  <a:lnTo>
                    <a:pt x="5096789" y="1342190"/>
                  </a:lnTo>
                  <a:lnTo>
                    <a:pt x="5170549" y="1348664"/>
                  </a:lnTo>
                  <a:lnTo>
                    <a:pt x="5244309" y="1355076"/>
                  </a:lnTo>
                  <a:lnTo>
                    <a:pt x="5318069" y="1361426"/>
                  </a:lnTo>
                  <a:lnTo>
                    <a:pt x="5391829" y="1367714"/>
                  </a:lnTo>
                  <a:lnTo>
                    <a:pt x="5465589" y="1373941"/>
                  </a:lnTo>
                  <a:lnTo>
                    <a:pt x="5539349" y="1380107"/>
                  </a:lnTo>
                  <a:lnTo>
                    <a:pt x="5613109" y="1386214"/>
                  </a:lnTo>
                  <a:lnTo>
                    <a:pt x="5686869" y="1392262"/>
                  </a:lnTo>
                  <a:lnTo>
                    <a:pt x="5760629" y="1398251"/>
                  </a:lnTo>
                  <a:lnTo>
                    <a:pt x="5834389" y="1404181"/>
                  </a:lnTo>
                  <a:lnTo>
                    <a:pt x="5908149" y="1410055"/>
                  </a:lnTo>
                  <a:lnTo>
                    <a:pt x="5981909" y="1415871"/>
                  </a:lnTo>
                  <a:lnTo>
                    <a:pt x="6055669" y="1421631"/>
                  </a:lnTo>
                  <a:lnTo>
                    <a:pt x="6129429" y="1427335"/>
                  </a:lnTo>
                  <a:lnTo>
                    <a:pt x="6203189" y="1432983"/>
                  </a:lnTo>
                  <a:lnTo>
                    <a:pt x="6276949" y="1438577"/>
                  </a:lnTo>
                  <a:lnTo>
                    <a:pt x="6350709" y="1444116"/>
                  </a:lnTo>
                  <a:lnTo>
                    <a:pt x="6424469" y="1449602"/>
                  </a:lnTo>
                  <a:lnTo>
                    <a:pt x="6498229" y="1455035"/>
                  </a:lnTo>
                  <a:lnTo>
                    <a:pt x="6571989" y="1460415"/>
                  </a:lnTo>
                  <a:lnTo>
                    <a:pt x="6645749" y="1465742"/>
                  </a:lnTo>
                  <a:lnTo>
                    <a:pt x="6719509" y="1471018"/>
                  </a:lnTo>
                  <a:lnTo>
                    <a:pt x="6793269" y="1476243"/>
                  </a:lnTo>
                  <a:lnTo>
                    <a:pt x="6867029" y="1481417"/>
                  </a:lnTo>
                  <a:lnTo>
                    <a:pt x="6940789" y="1486541"/>
                  </a:lnTo>
                  <a:lnTo>
                    <a:pt x="7014550" y="1491615"/>
                  </a:lnTo>
                  <a:lnTo>
                    <a:pt x="7088310" y="1496640"/>
                  </a:lnTo>
                  <a:lnTo>
                    <a:pt x="7162070" y="1501616"/>
                  </a:lnTo>
                  <a:lnTo>
                    <a:pt x="7235830" y="150654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817517" y="4248269"/>
              <a:ext cx="7235830" cy="994584"/>
            </a:xfrm>
            <a:custGeom>
              <a:avLst/>
              <a:pathLst>
                <a:path w="7235830" h="994584">
                  <a:moveTo>
                    <a:pt x="7235830" y="994584"/>
                  </a:moveTo>
                  <a:lnTo>
                    <a:pt x="7162070" y="988583"/>
                  </a:lnTo>
                  <a:lnTo>
                    <a:pt x="7088310" y="982466"/>
                  </a:lnTo>
                  <a:lnTo>
                    <a:pt x="7014550" y="976234"/>
                  </a:lnTo>
                  <a:lnTo>
                    <a:pt x="6940789" y="969882"/>
                  </a:lnTo>
                  <a:lnTo>
                    <a:pt x="6867029" y="963409"/>
                  </a:lnTo>
                  <a:lnTo>
                    <a:pt x="6793269" y="956812"/>
                  </a:lnTo>
                  <a:lnTo>
                    <a:pt x="6719509" y="950089"/>
                  </a:lnTo>
                  <a:lnTo>
                    <a:pt x="6645749" y="943238"/>
                  </a:lnTo>
                  <a:lnTo>
                    <a:pt x="6571989" y="936257"/>
                  </a:lnTo>
                  <a:lnTo>
                    <a:pt x="6498229" y="929141"/>
                  </a:lnTo>
                  <a:lnTo>
                    <a:pt x="6424469" y="921891"/>
                  </a:lnTo>
                  <a:lnTo>
                    <a:pt x="6350709" y="914501"/>
                  </a:lnTo>
                  <a:lnTo>
                    <a:pt x="6276949" y="906971"/>
                  </a:lnTo>
                  <a:lnTo>
                    <a:pt x="6203189" y="899297"/>
                  </a:lnTo>
                  <a:lnTo>
                    <a:pt x="6129429" y="891477"/>
                  </a:lnTo>
                  <a:lnTo>
                    <a:pt x="6055669" y="883507"/>
                  </a:lnTo>
                  <a:lnTo>
                    <a:pt x="5981909" y="875385"/>
                  </a:lnTo>
                  <a:lnTo>
                    <a:pt x="5908149" y="867108"/>
                  </a:lnTo>
                  <a:lnTo>
                    <a:pt x="5834389" y="858673"/>
                  </a:lnTo>
                  <a:lnTo>
                    <a:pt x="5760629" y="850077"/>
                  </a:lnTo>
                  <a:lnTo>
                    <a:pt x="5686869" y="841317"/>
                  </a:lnTo>
                  <a:lnTo>
                    <a:pt x="5613109" y="832389"/>
                  </a:lnTo>
                  <a:lnTo>
                    <a:pt x="5539349" y="823291"/>
                  </a:lnTo>
                  <a:lnTo>
                    <a:pt x="5465589" y="814020"/>
                  </a:lnTo>
                  <a:lnTo>
                    <a:pt x="5391829" y="804572"/>
                  </a:lnTo>
                  <a:lnTo>
                    <a:pt x="5318069" y="794943"/>
                  </a:lnTo>
                  <a:lnTo>
                    <a:pt x="5244309" y="785130"/>
                  </a:lnTo>
                  <a:lnTo>
                    <a:pt x="5170549" y="775130"/>
                  </a:lnTo>
                  <a:lnTo>
                    <a:pt x="5096789" y="764940"/>
                  </a:lnTo>
                  <a:lnTo>
                    <a:pt x="5023029" y="754554"/>
                  </a:lnTo>
                  <a:lnTo>
                    <a:pt x="4949269" y="743971"/>
                  </a:lnTo>
                  <a:lnTo>
                    <a:pt x="4875509" y="733185"/>
                  </a:lnTo>
                  <a:lnTo>
                    <a:pt x="4801749" y="722194"/>
                  </a:lnTo>
                  <a:lnTo>
                    <a:pt x="4727989" y="710992"/>
                  </a:lnTo>
                  <a:lnTo>
                    <a:pt x="4654229" y="699577"/>
                  </a:lnTo>
                  <a:lnTo>
                    <a:pt x="4580469" y="687944"/>
                  </a:lnTo>
                  <a:lnTo>
                    <a:pt x="4506709" y="676089"/>
                  </a:lnTo>
                  <a:lnTo>
                    <a:pt x="4432949" y="664008"/>
                  </a:lnTo>
                  <a:lnTo>
                    <a:pt x="4359189" y="651696"/>
                  </a:lnTo>
                  <a:lnTo>
                    <a:pt x="4285429" y="639149"/>
                  </a:lnTo>
                  <a:lnTo>
                    <a:pt x="4211669" y="626362"/>
                  </a:lnTo>
                  <a:lnTo>
                    <a:pt x="4137909" y="613331"/>
                  </a:lnTo>
                  <a:lnTo>
                    <a:pt x="4064149" y="600052"/>
                  </a:lnTo>
                  <a:lnTo>
                    <a:pt x="3990388" y="586519"/>
                  </a:lnTo>
                  <a:lnTo>
                    <a:pt x="3916628" y="572728"/>
                  </a:lnTo>
                  <a:lnTo>
                    <a:pt x="3842868" y="558673"/>
                  </a:lnTo>
                  <a:lnTo>
                    <a:pt x="3769108" y="544351"/>
                  </a:lnTo>
                  <a:lnTo>
                    <a:pt x="3695348" y="529754"/>
                  </a:lnTo>
                  <a:lnTo>
                    <a:pt x="3621588" y="514879"/>
                  </a:lnTo>
                  <a:lnTo>
                    <a:pt x="3547828" y="499721"/>
                  </a:lnTo>
                  <a:lnTo>
                    <a:pt x="3474068" y="484273"/>
                  </a:lnTo>
                  <a:lnTo>
                    <a:pt x="3400308" y="473870"/>
                  </a:lnTo>
                  <a:lnTo>
                    <a:pt x="3326548" y="465689"/>
                  </a:lnTo>
                  <a:lnTo>
                    <a:pt x="3252788" y="457427"/>
                  </a:lnTo>
                  <a:lnTo>
                    <a:pt x="3179028" y="449084"/>
                  </a:lnTo>
                  <a:lnTo>
                    <a:pt x="3105268" y="440660"/>
                  </a:lnTo>
                  <a:lnTo>
                    <a:pt x="3031508" y="432153"/>
                  </a:lnTo>
                  <a:lnTo>
                    <a:pt x="2957748" y="423563"/>
                  </a:lnTo>
                  <a:lnTo>
                    <a:pt x="2883988" y="414889"/>
                  </a:lnTo>
                  <a:lnTo>
                    <a:pt x="2810228" y="406129"/>
                  </a:lnTo>
                  <a:lnTo>
                    <a:pt x="2736468" y="397284"/>
                  </a:lnTo>
                  <a:lnTo>
                    <a:pt x="2662708" y="388352"/>
                  </a:lnTo>
                  <a:lnTo>
                    <a:pt x="2588948" y="379333"/>
                  </a:lnTo>
                  <a:lnTo>
                    <a:pt x="2515188" y="370225"/>
                  </a:lnTo>
                  <a:lnTo>
                    <a:pt x="2441428" y="361028"/>
                  </a:lnTo>
                  <a:lnTo>
                    <a:pt x="2367668" y="351741"/>
                  </a:lnTo>
                  <a:lnTo>
                    <a:pt x="2293908" y="342363"/>
                  </a:lnTo>
                  <a:lnTo>
                    <a:pt x="2220148" y="332894"/>
                  </a:lnTo>
                  <a:lnTo>
                    <a:pt x="2146388" y="323331"/>
                  </a:lnTo>
                  <a:lnTo>
                    <a:pt x="2072628" y="313675"/>
                  </a:lnTo>
                  <a:lnTo>
                    <a:pt x="1998868" y="303924"/>
                  </a:lnTo>
                  <a:lnTo>
                    <a:pt x="1925108" y="294077"/>
                  </a:lnTo>
                  <a:lnTo>
                    <a:pt x="1851348" y="284134"/>
                  </a:lnTo>
                  <a:lnTo>
                    <a:pt x="1777588" y="274094"/>
                  </a:lnTo>
                  <a:lnTo>
                    <a:pt x="1703828" y="263955"/>
                  </a:lnTo>
                  <a:lnTo>
                    <a:pt x="1630068" y="253717"/>
                  </a:lnTo>
                  <a:lnTo>
                    <a:pt x="1556308" y="243379"/>
                  </a:lnTo>
                  <a:lnTo>
                    <a:pt x="1482548" y="232939"/>
                  </a:lnTo>
                  <a:lnTo>
                    <a:pt x="1408788" y="222397"/>
                  </a:lnTo>
                  <a:lnTo>
                    <a:pt x="1335028" y="211752"/>
                  </a:lnTo>
                  <a:lnTo>
                    <a:pt x="1261268" y="201003"/>
                  </a:lnTo>
                  <a:lnTo>
                    <a:pt x="1187508" y="190148"/>
                  </a:lnTo>
                  <a:lnTo>
                    <a:pt x="1113747" y="179187"/>
                  </a:lnTo>
                  <a:lnTo>
                    <a:pt x="1039987" y="168118"/>
                  </a:lnTo>
                  <a:lnTo>
                    <a:pt x="966227" y="156941"/>
                  </a:lnTo>
                  <a:lnTo>
                    <a:pt x="892467" y="145655"/>
                  </a:lnTo>
                  <a:lnTo>
                    <a:pt x="818707" y="134258"/>
                  </a:lnTo>
                  <a:lnTo>
                    <a:pt x="744947" y="122749"/>
                  </a:lnTo>
                  <a:lnTo>
                    <a:pt x="671187" y="111128"/>
                  </a:lnTo>
                  <a:lnTo>
                    <a:pt x="597427" y="99393"/>
                  </a:lnTo>
                  <a:lnTo>
                    <a:pt x="523667" y="87542"/>
                  </a:lnTo>
                  <a:lnTo>
                    <a:pt x="449907" y="75576"/>
                  </a:lnTo>
                  <a:lnTo>
                    <a:pt x="376147" y="63493"/>
                  </a:lnTo>
                  <a:lnTo>
                    <a:pt x="302387" y="51291"/>
                  </a:lnTo>
                  <a:lnTo>
                    <a:pt x="228627" y="38969"/>
                  </a:lnTo>
                  <a:lnTo>
                    <a:pt x="154867" y="26527"/>
                  </a:lnTo>
                  <a:lnTo>
                    <a:pt x="81107" y="13963"/>
                  </a:lnTo>
                  <a:lnTo>
                    <a:pt x="7347" y="127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17517" y="3935380"/>
              <a:ext cx="7235830" cy="1224196"/>
            </a:xfrm>
            <a:custGeom>
              <a:avLst/>
              <a:pathLst>
                <a:path w="7235830" h="1224196">
                  <a:moveTo>
                    <a:pt x="0" y="0"/>
                  </a:moveTo>
                  <a:lnTo>
                    <a:pt x="7347" y="2328"/>
                  </a:lnTo>
                  <a:lnTo>
                    <a:pt x="81107" y="25369"/>
                  </a:lnTo>
                  <a:lnTo>
                    <a:pt x="154867" y="48083"/>
                  </a:lnTo>
                  <a:lnTo>
                    <a:pt x="228627" y="70473"/>
                  </a:lnTo>
                  <a:lnTo>
                    <a:pt x="302387" y="92545"/>
                  </a:lnTo>
                  <a:lnTo>
                    <a:pt x="376147" y="114303"/>
                  </a:lnTo>
                  <a:lnTo>
                    <a:pt x="449907" y="135751"/>
                  </a:lnTo>
                  <a:lnTo>
                    <a:pt x="523667" y="156894"/>
                  </a:lnTo>
                  <a:lnTo>
                    <a:pt x="597427" y="177737"/>
                  </a:lnTo>
                  <a:lnTo>
                    <a:pt x="671187" y="198283"/>
                  </a:lnTo>
                  <a:lnTo>
                    <a:pt x="744947" y="218536"/>
                  </a:lnTo>
                  <a:lnTo>
                    <a:pt x="818707" y="238501"/>
                  </a:lnTo>
                  <a:lnTo>
                    <a:pt x="892467" y="258183"/>
                  </a:lnTo>
                  <a:lnTo>
                    <a:pt x="966227" y="277584"/>
                  </a:lnTo>
                  <a:lnTo>
                    <a:pt x="1039987" y="296709"/>
                  </a:lnTo>
                  <a:lnTo>
                    <a:pt x="1113747" y="315562"/>
                  </a:lnTo>
                  <a:lnTo>
                    <a:pt x="1187508" y="334147"/>
                  </a:lnTo>
                  <a:lnTo>
                    <a:pt x="1261268" y="352468"/>
                  </a:lnTo>
                  <a:lnTo>
                    <a:pt x="1335028" y="370528"/>
                  </a:lnTo>
                  <a:lnTo>
                    <a:pt x="1408788" y="388331"/>
                  </a:lnTo>
                  <a:lnTo>
                    <a:pt x="1482548" y="405880"/>
                  </a:lnTo>
                  <a:lnTo>
                    <a:pt x="1556308" y="423180"/>
                  </a:lnTo>
                  <a:lnTo>
                    <a:pt x="1630068" y="440234"/>
                  </a:lnTo>
                  <a:lnTo>
                    <a:pt x="1703828" y="457045"/>
                  </a:lnTo>
                  <a:lnTo>
                    <a:pt x="1777588" y="473618"/>
                  </a:lnTo>
                  <a:lnTo>
                    <a:pt x="1851348" y="489954"/>
                  </a:lnTo>
                  <a:lnTo>
                    <a:pt x="1925108" y="506058"/>
                  </a:lnTo>
                  <a:lnTo>
                    <a:pt x="1998868" y="521932"/>
                  </a:lnTo>
                  <a:lnTo>
                    <a:pt x="2072628" y="537581"/>
                  </a:lnTo>
                  <a:lnTo>
                    <a:pt x="2146388" y="553008"/>
                  </a:lnTo>
                  <a:lnTo>
                    <a:pt x="2220148" y="568214"/>
                  </a:lnTo>
                  <a:lnTo>
                    <a:pt x="2293908" y="583205"/>
                  </a:lnTo>
                  <a:lnTo>
                    <a:pt x="2367668" y="597982"/>
                  </a:lnTo>
                  <a:lnTo>
                    <a:pt x="2441428" y="612549"/>
                  </a:lnTo>
                  <a:lnTo>
                    <a:pt x="2515188" y="626909"/>
                  </a:lnTo>
                  <a:lnTo>
                    <a:pt x="2588948" y="641064"/>
                  </a:lnTo>
                  <a:lnTo>
                    <a:pt x="2662708" y="655018"/>
                  </a:lnTo>
                  <a:lnTo>
                    <a:pt x="2736468" y="668774"/>
                  </a:lnTo>
                  <a:lnTo>
                    <a:pt x="2810228" y="682333"/>
                  </a:lnTo>
                  <a:lnTo>
                    <a:pt x="2883988" y="695700"/>
                  </a:lnTo>
                  <a:lnTo>
                    <a:pt x="2957748" y="708877"/>
                  </a:lnTo>
                  <a:lnTo>
                    <a:pt x="3031508" y="721866"/>
                  </a:lnTo>
                  <a:lnTo>
                    <a:pt x="3105268" y="734671"/>
                  </a:lnTo>
                  <a:lnTo>
                    <a:pt x="3179028" y="747293"/>
                  </a:lnTo>
                  <a:lnTo>
                    <a:pt x="3252788" y="759735"/>
                  </a:lnTo>
                  <a:lnTo>
                    <a:pt x="3326548" y="772001"/>
                  </a:lnTo>
                  <a:lnTo>
                    <a:pt x="3400308" y="784092"/>
                  </a:lnTo>
                  <a:lnTo>
                    <a:pt x="3474068" y="796011"/>
                  </a:lnTo>
                  <a:lnTo>
                    <a:pt x="3547828" y="807761"/>
                  </a:lnTo>
                  <a:lnTo>
                    <a:pt x="3621588" y="819343"/>
                  </a:lnTo>
                  <a:lnTo>
                    <a:pt x="3695348" y="830761"/>
                  </a:lnTo>
                  <a:lnTo>
                    <a:pt x="3769108" y="842016"/>
                  </a:lnTo>
                  <a:lnTo>
                    <a:pt x="3842868" y="853111"/>
                  </a:lnTo>
                  <a:lnTo>
                    <a:pt x="3916628" y="864048"/>
                  </a:lnTo>
                  <a:lnTo>
                    <a:pt x="3990388" y="874830"/>
                  </a:lnTo>
                  <a:lnTo>
                    <a:pt x="4064149" y="885458"/>
                  </a:lnTo>
                  <a:lnTo>
                    <a:pt x="4137909" y="895935"/>
                  </a:lnTo>
                  <a:lnTo>
                    <a:pt x="4211669" y="906263"/>
                  </a:lnTo>
                  <a:lnTo>
                    <a:pt x="4285429" y="916444"/>
                  </a:lnTo>
                  <a:lnTo>
                    <a:pt x="4359189" y="926480"/>
                  </a:lnTo>
                  <a:lnTo>
                    <a:pt x="4432949" y="936374"/>
                  </a:lnTo>
                  <a:lnTo>
                    <a:pt x="4506709" y="946126"/>
                  </a:lnTo>
                  <a:lnTo>
                    <a:pt x="4580469" y="955740"/>
                  </a:lnTo>
                  <a:lnTo>
                    <a:pt x="4654229" y="965217"/>
                  </a:lnTo>
                  <a:lnTo>
                    <a:pt x="4727989" y="974559"/>
                  </a:lnTo>
                  <a:lnTo>
                    <a:pt x="4801749" y="983769"/>
                  </a:lnTo>
                  <a:lnTo>
                    <a:pt x="4875509" y="992847"/>
                  </a:lnTo>
                  <a:lnTo>
                    <a:pt x="4949269" y="1001796"/>
                  </a:lnTo>
                  <a:lnTo>
                    <a:pt x="5023029" y="1010618"/>
                  </a:lnTo>
                  <a:lnTo>
                    <a:pt x="5096789" y="1019314"/>
                  </a:lnTo>
                  <a:lnTo>
                    <a:pt x="5170549" y="1027887"/>
                  </a:lnTo>
                  <a:lnTo>
                    <a:pt x="5244309" y="1036338"/>
                  </a:lnTo>
                  <a:lnTo>
                    <a:pt x="5318069" y="1044668"/>
                  </a:lnTo>
                  <a:lnTo>
                    <a:pt x="5391829" y="1052880"/>
                  </a:lnTo>
                  <a:lnTo>
                    <a:pt x="5465589" y="1060975"/>
                  </a:lnTo>
                  <a:lnTo>
                    <a:pt x="5539349" y="1068955"/>
                  </a:lnTo>
                  <a:lnTo>
                    <a:pt x="5613109" y="1076821"/>
                  </a:lnTo>
                  <a:lnTo>
                    <a:pt x="5686869" y="1084576"/>
                  </a:lnTo>
                  <a:lnTo>
                    <a:pt x="5760629" y="1092220"/>
                  </a:lnTo>
                  <a:lnTo>
                    <a:pt x="5834389" y="1099755"/>
                  </a:lnTo>
                  <a:lnTo>
                    <a:pt x="5908149" y="1107183"/>
                  </a:lnTo>
                  <a:lnTo>
                    <a:pt x="5981909" y="1114506"/>
                  </a:lnTo>
                  <a:lnTo>
                    <a:pt x="6055669" y="1121724"/>
                  </a:lnTo>
                  <a:lnTo>
                    <a:pt x="6129429" y="1128840"/>
                  </a:lnTo>
                  <a:lnTo>
                    <a:pt x="6203189" y="1135854"/>
                  </a:lnTo>
                  <a:lnTo>
                    <a:pt x="6276949" y="1142769"/>
                  </a:lnTo>
                  <a:lnTo>
                    <a:pt x="6350709" y="1149585"/>
                  </a:lnTo>
                  <a:lnTo>
                    <a:pt x="6424469" y="1156304"/>
                  </a:lnTo>
                  <a:lnTo>
                    <a:pt x="6498229" y="1162928"/>
                  </a:lnTo>
                  <a:lnTo>
                    <a:pt x="6571989" y="1169457"/>
                  </a:lnTo>
                  <a:lnTo>
                    <a:pt x="6645749" y="1175894"/>
                  </a:lnTo>
                  <a:lnTo>
                    <a:pt x="6719509" y="1182238"/>
                  </a:lnTo>
                  <a:lnTo>
                    <a:pt x="6793269" y="1188493"/>
                  </a:lnTo>
                  <a:lnTo>
                    <a:pt x="6867029" y="1194659"/>
                  </a:lnTo>
                  <a:lnTo>
                    <a:pt x="6940789" y="1200737"/>
                  </a:lnTo>
                  <a:lnTo>
                    <a:pt x="7014550" y="1206728"/>
                  </a:lnTo>
                  <a:lnTo>
                    <a:pt x="7088310" y="1212635"/>
                  </a:lnTo>
                  <a:lnTo>
                    <a:pt x="7162070" y="1218457"/>
                  </a:lnTo>
                  <a:lnTo>
                    <a:pt x="7235830" y="122419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691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3442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2075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070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431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98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46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710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5733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1.19 (1.12-1.26), p_Bonf = &lt;0.001 (n = 6)  |  per IQR decline (Δ = 29.3 %): 1.66 (1.41-1.94)  |  IQR: [-14.6, 14.7]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325883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(Sherley adjusters)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2026-09-28T16:57:53Z</dcterms:modified>
  <cp:category/>
</cp:coreProperties>
</file>