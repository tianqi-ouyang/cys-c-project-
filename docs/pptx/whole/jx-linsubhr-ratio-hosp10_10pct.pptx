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3201037"/>
              <a:ext cx="7090630" cy="2041967"/>
            </a:xfrm>
            <a:custGeom>
              <a:avLst/>
              <a:pathLst>
                <a:path w="7090630" h="2041967">
                  <a:moveTo>
                    <a:pt x="0" y="1227035"/>
                  </a:moveTo>
                  <a:lnTo>
                    <a:pt x="71622" y="1234314"/>
                  </a:lnTo>
                  <a:lnTo>
                    <a:pt x="143245" y="1241546"/>
                  </a:lnTo>
                  <a:lnTo>
                    <a:pt x="214867" y="1248732"/>
                  </a:lnTo>
                  <a:lnTo>
                    <a:pt x="286490" y="1255871"/>
                  </a:lnTo>
                  <a:lnTo>
                    <a:pt x="358112" y="1262964"/>
                  </a:lnTo>
                  <a:lnTo>
                    <a:pt x="429735" y="1270012"/>
                  </a:lnTo>
                  <a:lnTo>
                    <a:pt x="501357" y="1277014"/>
                  </a:lnTo>
                  <a:lnTo>
                    <a:pt x="572980" y="1283971"/>
                  </a:lnTo>
                  <a:lnTo>
                    <a:pt x="644602" y="1290883"/>
                  </a:lnTo>
                  <a:lnTo>
                    <a:pt x="716225" y="1297751"/>
                  </a:lnTo>
                  <a:lnTo>
                    <a:pt x="787847" y="1304574"/>
                  </a:lnTo>
                  <a:lnTo>
                    <a:pt x="859470" y="1311353"/>
                  </a:lnTo>
                  <a:lnTo>
                    <a:pt x="931092" y="1318089"/>
                  </a:lnTo>
                  <a:lnTo>
                    <a:pt x="1002715" y="1324781"/>
                  </a:lnTo>
                  <a:lnTo>
                    <a:pt x="1074337" y="1331430"/>
                  </a:lnTo>
                  <a:lnTo>
                    <a:pt x="1145960" y="1338037"/>
                  </a:lnTo>
                  <a:lnTo>
                    <a:pt x="1217582" y="1344600"/>
                  </a:lnTo>
                  <a:lnTo>
                    <a:pt x="1289205" y="1351122"/>
                  </a:lnTo>
                  <a:lnTo>
                    <a:pt x="1360827" y="1357601"/>
                  </a:lnTo>
                  <a:lnTo>
                    <a:pt x="1432450" y="1364038"/>
                  </a:lnTo>
                  <a:lnTo>
                    <a:pt x="1504073" y="1370434"/>
                  </a:lnTo>
                  <a:lnTo>
                    <a:pt x="1575695" y="1376789"/>
                  </a:lnTo>
                  <a:lnTo>
                    <a:pt x="1647318" y="1383103"/>
                  </a:lnTo>
                  <a:lnTo>
                    <a:pt x="1718940" y="1389376"/>
                  </a:lnTo>
                  <a:lnTo>
                    <a:pt x="1790563" y="1395609"/>
                  </a:lnTo>
                  <a:lnTo>
                    <a:pt x="1862185" y="1401801"/>
                  </a:lnTo>
                  <a:lnTo>
                    <a:pt x="1933808" y="1407954"/>
                  </a:lnTo>
                  <a:lnTo>
                    <a:pt x="2005430" y="1414067"/>
                  </a:lnTo>
                  <a:lnTo>
                    <a:pt x="2077053" y="1420140"/>
                  </a:lnTo>
                  <a:lnTo>
                    <a:pt x="2148675" y="1426175"/>
                  </a:lnTo>
                  <a:lnTo>
                    <a:pt x="2220298" y="1432170"/>
                  </a:lnTo>
                  <a:lnTo>
                    <a:pt x="2291920" y="1438127"/>
                  </a:lnTo>
                  <a:lnTo>
                    <a:pt x="2363543" y="1444045"/>
                  </a:lnTo>
                  <a:lnTo>
                    <a:pt x="2435165" y="1449925"/>
                  </a:lnTo>
                  <a:lnTo>
                    <a:pt x="2506788" y="1455768"/>
                  </a:lnTo>
                  <a:lnTo>
                    <a:pt x="2578410" y="1461572"/>
                  </a:lnTo>
                  <a:lnTo>
                    <a:pt x="2650033" y="1467340"/>
                  </a:lnTo>
                  <a:lnTo>
                    <a:pt x="2721655" y="1473070"/>
                  </a:lnTo>
                  <a:lnTo>
                    <a:pt x="2793278" y="1478763"/>
                  </a:lnTo>
                  <a:lnTo>
                    <a:pt x="2864901" y="1484419"/>
                  </a:lnTo>
                  <a:lnTo>
                    <a:pt x="2936523" y="1490039"/>
                  </a:lnTo>
                  <a:lnTo>
                    <a:pt x="3008146" y="1495623"/>
                  </a:lnTo>
                  <a:lnTo>
                    <a:pt x="3079768" y="1501171"/>
                  </a:lnTo>
                  <a:lnTo>
                    <a:pt x="3151391" y="1506683"/>
                  </a:lnTo>
                  <a:lnTo>
                    <a:pt x="3223013" y="1512159"/>
                  </a:lnTo>
                  <a:lnTo>
                    <a:pt x="3294636" y="1517600"/>
                  </a:lnTo>
                  <a:lnTo>
                    <a:pt x="3366258" y="1523006"/>
                  </a:lnTo>
                  <a:lnTo>
                    <a:pt x="3437881" y="1521599"/>
                  </a:lnTo>
                  <a:lnTo>
                    <a:pt x="3509503" y="1504441"/>
                  </a:lnTo>
                  <a:lnTo>
                    <a:pt x="3581126" y="1486930"/>
                  </a:lnTo>
                  <a:lnTo>
                    <a:pt x="3652748" y="1469059"/>
                  </a:lnTo>
                  <a:lnTo>
                    <a:pt x="3724371" y="1450821"/>
                  </a:lnTo>
                  <a:lnTo>
                    <a:pt x="3795993" y="1432208"/>
                  </a:lnTo>
                  <a:lnTo>
                    <a:pt x="3867616" y="1413212"/>
                  </a:lnTo>
                  <a:lnTo>
                    <a:pt x="3939238" y="1393825"/>
                  </a:lnTo>
                  <a:lnTo>
                    <a:pt x="4010861" y="1374040"/>
                  </a:lnTo>
                  <a:lnTo>
                    <a:pt x="4082483" y="1353848"/>
                  </a:lnTo>
                  <a:lnTo>
                    <a:pt x="4154106" y="1333241"/>
                  </a:lnTo>
                  <a:lnTo>
                    <a:pt x="4225729" y="1312211"/>
                  </a:lnTo>
                  <a:lnTo>
                    <a:pt x="4297351" y="1290748"/>
                  </a:lnTo>
                  <a:lnTo>
                    <a:pt x="4368974" y="1268844"/>
                  </a:lnTo>
                  <a:lnTo>
                    <a:pt x="4440596" y="1246489"/>
                  </a:lnTo>
                  <a:lnTo>
                    <a:pt x="4512219" y="1223675"/>
                  </a:lnTo>
                  <a:lnTo>
                    <a:pt x="4583841" y="1200392"/>
                  </a:lnTo>
                  <a:lnTo>
                    <a:pt x="4655464" y="1176630"/>
                  </a:lnTo>
                  <a:lnTo>
                    <a:pt x="4727086" y="1152380"/>
                  </a:lnTo>
                  <a:lnTo>
                    <a:pt x="4798709" y="1127631"/>
                  </a:lnTo>
                  <a:lnTo>
                    <a:pt x="4870331" y="1102374"/>
                  </a:lnTo>
                  <a:lnTo>
                    <a:pt x="4941954" y="1076597"/>
                  </a:lnTo>
                  <a:lnTo>
                    <a:pt x="5013576" y="1050290"/>
                  </a:lnTo>
                  <a:lnTo>
                    <a:pt x="5085199" y="1023442"/>
                  </a:lnTo>
                  <a:lnTo>
                    <a:pt x="5156821" y="996043"/>
                  </a:lnTo>
                  <a:lnTo>
                    <a:pt x="5228444" y="968080"/>
                  </a:lnTo>
                  <a:lnTo>
                    <a:pt x="5300066" y="939542"/>
                  </a:lnTo>
                  <a:lnTo>
                    <a:pt x="5371689" y="910418"/>
                  </a:lnTo>
                  <a:lnTo>
                    <a:pt x="5443311" y="880695"/>
                  </a:lnTo>
                  <a:lnTo>
                    <a:pt x="5514934" y="850361"/>
                  </a:lnTo>
                  <a:lnTo>
                    <a:pt x="5586557" y="819403"/>
                  </a:lnTo>
                  <a:lnTo>
                    <a:pt x="5658179" y="787809"/>
                  </a:lnTo>
                  <a:lnTo>
                    <a:pt x="5729802" y="755565"/>
                  </a:lnTo>
                  <a:lnTo>
                    <a:pt x="5801424" y="722658"/>
                  </a:lnTo>
                  <a:lnTo>
                    <a:pt x="5873047" y="689075"/>
                  </a:lnTo>
                  <a:lnTo>
                    <a:pt x="5944669" y="654802"/>
                  </a:lnTo>
                  <a:lnTo>
                    <a:pt x="6016292" y="619823"/>
                  </a:lnTo>
                  <a:lnTo>
                    <a:pt x="6087914" y="584126"/>
                  </a:lnTo>
                  <a:lnTo>
                    <a:pt x="6159537" y="547695"/>
                  </a:lnTo>
                  <a:lnTo>
                    <a:pt x="6231159" y="510515"/>
                  </a:lnTo>
                  <a:lnTo>
                    <a:pt x="6302782" y="472570"/>
                  </a:lnTo>
                  <a:lnTo>
                    <a:pt x="6374404" y="433846"/>
                  </a:lnTo>
                  <a:lnTo>
                    <a:pt x="6446027" y="394325"/>
                  </a:lnTo>
                  <a:lnTo>
                    <a:pt x="6517649" y="353992"/>
                  </a:lnTo>
                  <a:lnTo>
                    <a:pt x="6589272" y="312830"/>
                  </a:lnTo>
                  <a:lnTo>
                    <a:pt x="6660894" y="270821"/>
                  </a:lnTo>
                  <a:lnTo>
                    <a:pt x="6732517" y="227949"/>
                  </a:lnTo>
                  <a:lnTo>
                    <a:pt x="6804139" y="184196"/>
                  </a:lnTo>
                  <a:lnTo>
                    <a:pt x="6875762" y="139542"/>
                  </a:lnTo>
                  <a:lnTo>
                    <a:pt x="6947385" y="93971"/>
                  </a:lnTo>
                  <a:lnTo>
                    <a:pt x="7019007" y="47464"/>
                  </a:lnTo>
                  <a:lnTo>
                    <a:pt x="7090630" y="0"/>
                  </a:lnTo>
                  <a:lnTo>
                    <a:pt x="7090630" y="1760963"/>
                  </a:lnTo>
                  <a:lnTo>
                    <a:pt x="7019007" y="1757101"/>
                  </a:lnTo>
                  <a:lnTo>
                    <a:pt x="6947385" y="1753214"/>
                  </a:lnTo>
                  <a:lnTo>
                    <a:pt x="6875762" y="1749302"/>
                  </a:lnTo>
                  <a:lnTo>
                    <a:pt x="6804139" y="1745364"/>
                  </a:lnTo>
                  <a:lnTo>
                    <a:pt x="6732517" y="1741400"/>
                  </a:lnTo>
                  <a:lnTo>
                    <a:pt x="6660894" y="1737411"/>
                  </a:lnTo>
                  <a:lnTo>
                    <a:pt x="6589272" y="1733396"/>
                  </a:lnTo>
                  <a:lnTo>
                    <a:pt x="6517649" y="1729355"/>
                  </a:lnTo>
                  <a:lnTo>
                    <a:pt x="6446027" y="1725288"/>
                  </a:lnTo>
                  <a:lnTo>
                    <a:pt x="6374404" y="1721194"/>
                  </a:lnTo>
                  <a:lnTo>
                    <a:pt x="6302782" y="1717074"/>
                  </a:lnTo>
                  <a:lnTo>
                    <a:pt x="6231159" y="1712927"/>
                  </a:lnTo>
                  <a:lnTo>
                    <a:pt x="6159537" y="1708754"/>
                  </a:lnTo>
                  <a:lnTo>
                    <a:pt x="6087914" y="1704553"/>
                  </a:lnTo>
                  <a:lnTo>
                    <a:pt x="6016292" y="1700325"/>
                  </a:lnTo>
                  <a:lnTo>
                    <a:pt x="5944669" y="1696069"/>
                  </a:lnTo>
                  <a:lnTo>
                    <a:pt x="5873047" y="1691786"/>
                  </a:lnTo>
                  <a:lnTo>
                    <a:pt x="5801424" y="1687475"/>
                  </a:lnTo>
                  <a:lnTo>
                    <a:pt x="5729802" y="1683136"/>
                  </a:lnTo>
                  <a:lnTo>
                    <a:pt x="5658179" y="1678769"/>
                  </a:lnTo>
                  <a:lnTo>
                    <a:pt x="5586557" y="1674373"/>
                  </a:lnTo>
                  <a:lnTo>
                    <a:pt x="5514934" y="1669949"/>
                  </a:lnTo>
                  <a:lnTo>
                    <a:pt x="5443311" y="1665497"/>
                  </a:lnTo>
                  <a:lnTo>
                    <a:pt x="5371689" y="1661015"/>
                  </a:lnTo>
                  <a:lnTo>
                    <a:pt x="5300066" y="1656504"/>
                  </a:lnTo>
                  <a:lnTo>
                    <a:pt x="5228444" y="1651965"/>
                  </a:lnTo>
                  <a:lnTo>
                    <a:pt x="5156821" y="1647395"/>
                  </a:lnTo>
                  <a:lnTo>
                    <a:pt x="5085199" y="1642796"/>
                  </a:lnTo>
                  <a:lnTo>
                    <a:pt x="5013576" y="1638167"/>
                  </a:lnTo>
                  <a:lnTo>
                    <a:pt x="4941954" y="1633508"/>
                  </a:lnTo>
                  <a:lnTo>
                    <a:pt x="4870331" y="1628819"/>
                  </a:lnTo>
                  <a:lnTo>
                    <a:pt x="4798709" y="1624100"/>
                  </a:lnTo>
                  <a:lnTo>
                    <a:pt x="4727086" y="1619350"/>
                  </a:lnTo>
                  <a:lnTo>
                    <a:pt x="4655464" y="1614569"/>
                  </a:lnTo>
                  <a:lnTo>
                    <a:pt x="4583841" y="1609757"/>
                  </a:lnTo>
                  <a:lnTo>
                    <a:pt x="4512219" y="1604913"/>
                  </a:lnTo>
                  <a:lnTo>
                    <a:pt x="4440596" y="1600039"/>
                  </a:lnTo>
                  <a:lnTo>
                    <a:pt x="4368974" y="1595133"/>
                  </a:lnTo>
                  <a:lnTo>
                    <a:pt x="4297351" y="1590194"/>
                  </a:lnTo>
                  <a:lnTo>
                    <a:pt x="4225729" y="1585224"/>
                  </a:lnTo>
                  <a:lnTo>
                    <a:pt x="4154106" y="1580222"/>
                  </a:lnTo>
                  <a:lnTo>
                    <a:pt x="4082483" y="1575187"/>
                  </a:lnTo>
                  <a:lnTo>
                    <a:pt x="4010861" y="1570120"/>
                  </a:lnTo>
                  <a:lnTo>
                    <a:pt x="3939238" y="1565019"/>
                  </a:lnTo>
                  <a:lnTo>
                    <a:pt x="3867616" y="1559886"/>
                  </a:lnTo>
                  <a:lnTo>
                    <a:pt x="3795993" y="1554719"/>
                  </a:lnTo>
                  <a:lnTo>
                    <a:pt x="3724371" y="1549519"/>
                  </a:lnTo>
                  <a:lnTo>
                    <a:pt x="3652748" y="1544285"/>
                  </a:lnTo>
                  <a:lnTo>
                    <a:pt x="3581126" y="1539017"/>
                  </a:lnTo>
                  <a:lnTo>
                    <a:pt x="3509503" y="1533714"/>
                  </a:lnTo>
                  <a:lnTo>
                    <a:pt x="3437881" y="1528378"/>
                  </a:lnTo>
                  <a:lnTo>
                    <a:pt x="3366258" y="1538412"/>
                  </a:lnTo>
                  <a:lnTo>
                    <a:pt x="3294636" y="1554886"/>
                  </a:lnTo>
                  <a:lnTo>
                    <a:pt x="3223013" y="1571028"/>
                  </a:lnTo>
                  <a:lnTo>
                    <a:pt x="3151391" y="1586845"/>
                  </a:lnTo>
                  <a:lnTo>
                    <a:pt x="3079768" y="1602343"/>
                  </a:lnTo>
                  <a:lnTo>
                    <a:pt x="3008146" y="1617529"/>
                  </a:lnTo>
                  <a:lnTo>
                    <a:pt x="2936523" y="1632410"/>
                  </a:lnTo>
                  <a:lnTo>
                    <a:pt x="2864901" y="1646990"/>
                  </a:lnTo>
                  <a:lnTo>
                    <a:pt x="2793278" y="1661277"/>
                  </a:lnTo>
                  <a:lnTo>
                    <a:pt x="2721655" y="1675276"/>
                  </a:lnTo>
                  <a:lnTo>
                    <a:pt x="2650033" y="1688992"/>
                  </a:lnTo>
                  <a:lnTo>
                    <a:pt x="2578410" y="1702433"/>
                  </a:lnTo>
                  <a:lnTo>
                    <a:pt x="2506788" y="1715603"/>
                  </a:lnTo>
                  <a:lnTo>
                    <a:pt x="2435165" y="1728508"/>
                  </a:lnTo>
                  <a:lnTo>
                    <a:pt x="2363543" y="1741152"/>
                  </a:lnTo>
                  <a:lnTo>
                    <a:pt x="2291920" y="1753542"/>
                  </a:lnTo>
                  <a:lnTo>
                    <a:pt x="2220298" y="1765682"/>
                  </a:lnTo>
                  <a:lnTo>
                    <a:pt x="2148675" y="1777578"/>
                  </a:lnTo>
                  <a:lnTo>
                    <a:pt x="2077053" y="1789234"/>
                  </a:lnTo>
                  <a:lnTo>
                    <a:pt x="2005430" y="1800655"/>
                  </a:lnTo>
                  <a:lnTo>
                    <a:pt x="1933808" y="1811847"/>
                  </a:lnTo>
                  <a:lnTo>
                    <a:pt x="1862185" y="1822813"/>
                  </a:lnTo>
                  <a:lnTo>
                    <a:pt x="1790563" y="1833557"/>
                  </a:lnTo>
                  <a:lnTo>
                    <a:pt x="1718940" y="1844086"/>
                  </a:lnTo>
                  <a:lnTo>
                    <a:pt x="1647318" y="1854402"/>
                  </a:lnTo>
                  <a:lnTo>
                    <a:pt x="1575695" y="1864511"/>
                  </a:lnTo>
                  <a:lnTo>
                    <a:pt x="1504073" y="1874416"/>
                  </a:lnTo>
                  <a:lnTo>
                    <a:pt x="1432450" y="1884121"/>
                  </a:lnTo>
                  <a:lnTo>
                    <a:pt x="1360827" y="1893631"/>
                  </a:lnTo>
                  <a:lnTo>
                    <a:pt x="1289205" y="1902949"/>
                  </a:lnTo>
                  <a:lnTo>
                    <a:pt x="1217582" y="1912080"/>
                  </a:lnTo>
                  <a:lnTo>
                    <a:pt x="1145960" y="1921027"/>
                  </a:lnTo>
                  <a:lnTo>
                    <a:pt x="1074337" y="1929793"/>
                  </a:lnTo>
                  <a:lnTo>
                    <a:pt x="1002715" y="1938383"/>
                  </a:lnTo>
                  <a:lnTo>
                    <a:pt x="931092" y="1946800"/>
                  </a:lnTo>
                  <a:lnTo>
                    <a:pt x="859470" y="1955047"/>
                  </a:lnTo>
                  <a:lnTo>
                    <a:pt x="787847" y="1963128"/>
                  </a:lnTo>
                  <a:lnTo>
                    <a:pt x="716225" y="1971047"/>
                  </a:lnTo>
                  <a:lnTo>
                    <a:pt x="644602" y="1978805"/>
                  </a:lnTo>
                  <a:lnTo>
                    <a:pt x="572980" y="1986408"/>
                  </a:lnTo>
                  <a:lnTo>
                    <a:pt x="501357" y="1993857"/>
                  </a:lnTo>
                  <a:lnTo>
                    <a:pt x="429735" y="2001157"/>
                  </a:lnTo>
                  <a:lnTo>
                    <a:pt x="358112" y="2008309"/>
                  </a:lnTo>
                  <a:lnTo>
                    <a:pt x="286490" y="2015317"/>
                  </a:lnTo>
                  <a:lnTo>
                    <a:pt x="214867" y="2022184"/>
                  </a:lnTo>
                  <a:lnTo>
                    <a:pt x="143245" y="2028913"/>
                  </a:lnTo>
                  <a:lnTo>
                    <a:pt x="71622" y="2035506"/>
                  </a:lnTo>
                  <a:lnTo>
                    <a:pt x="0" y="204196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3201037"/>
              <a:ext cx="7090630" cy="1523006"/>
            </a:xfrm>
            <a:custGeom>
              <a:avLst/>
              <a:pathLst>
                <a:path w="7090630" h="1523006">
                  <a:moveTo>
                    <a:pt x="0" y="1227035"/>
                  </a:moveTo>
                  <a:lnTo>
                    <a:pt x="71622" y="1234314"/>
                  </a:lnTo>
                  <a:lnTo>
                    <a:pt x="143245" y="1241546"/>
                  </a:lnTo>
                  <a:lnTo>
                    <a:pt x="214867" y="1248732"/>
                  </a:lnTo>
                  <a:lnTo>
                    <a:pt x="286490" y="1255871"/>
                  </a:lnTo>
                  <a:lnTo>
                    <a:pt x="358112" y="1262964"/>
                  </a:lnTo>
                  <a:lnTo>
                    <a:pt x="429735" y="1270012"/>
                  </a:lnTo>
                  <a:lnTo>
                    <a:pt x="501357" y="1277014"/>
                  </a:lnTo>
                  <a:lnTo>
                    <a:pt x="572980" y="1283971"/>
                  </a:lnTo>
                  <a:lnTo>
                    <a:pt x="644602" y="1290883"/>
                  </a:lnTo>
                  <a:lnTo>
                    <a:pt x="716225" y="1297751"/>
                  </a:lnTo>
                  <a:lnTo>
                    <a:pt x="787847" y="1304574"/>
                  </a:lnTo>
                  <a:lnTo>
                    <a:pt x="859470" y="1311353"/>
                  </a:lnTo>
                  <a:lnTo>
                    <a:pt x="931092" y="1318089"/>
                  </a:lnTo>
                  <a:lnTo>
                    <a:pt x="1002715" y="1324781"/>
                  </a:lnTo>
                  <a:lnTo>
                    <a:pt x="1074337" y="1331430"/>
                  </a:lnTo>
                  <a:lnTo>
                    <a:pt x="1145960" y="1338037"/>
                  </a:lnTo>
                  <a:lnTo>
                    <a:pt x="1217582" y="1344600"/>
                  </a:lnTo>
                  <a:lnTo>
                    <a:pt x="1289205" y="1351122"/>
                  </a:lnTo>
                  <a:lnTo>
                    <a:pt x="1360827" y="1357601"/>
                  </a:lnTo>
                  <a:lnTo>
                    <a:pt x="1432450" y="1364038"/>
                  </a:lnTo>
                  <a:lnTo>
                    <a:pt x="1504073" y="1370434"/>
                  </a:lnTo>
                  <a:lnTo>
                    <a:pt x="1575695" y="1376789"/>
                  </a:lnTo>
                  <a:lnTo>
                    <a:pt x="1647318" y="1383103"/>
                  </a:lnTo>
                  <a:lnTo>
                    <a:pt x="1718940" y="1389376"/>
                  </a:lnTo>
                  <a:lnTo>
                    <a:pt x="1790563" y="1395609"/>
                  </a:lnTo>
                  <a:lnTo>
                    <a:pt x="1862185" y="1401801"/>
                  </a:lnTo>
                  <a:lnTo>
                    <a:pt x="1933808" y="1407954"/>
                  </a:lnTo>
                  <a:lnTo>
                    <a:pt x="2005430" y="1414067"/>
                  </a:lnTo>
                  <a:lnTo>
                    <a:pt x="2077053" y="1420140"/>
                  </a:lnTo>
                  <a:lnTo>
                    <a:pt x="2148675" y="1426175"/>
                  </a:lnTo>
                  <a:lnTo>
                    <a:pt x="2220298" y="1432170"/>
                  </a:lnTo>
                  <a:lnTo>
                    <a:pt x="2291920" y="1438127"/>
                  </a:lnTo>
                  <a:lnTo>
                    <a:pt x="2363543" y="1444045"/>
                  </a:lnTo>
                  <a:lnTo>
                    <a:pt x="2435165" y="1449925"/>
                  </a:lnTo>
                  <a:lnTo>
                    <a:pt x="2506788" y="1455768"/>
                  </a:lnTo>
                  <a:lnTo>
                    <a:pt x="2578410" y="1461572"/>
                  </a:lnTo>
                  <a:lnTo>
                    <a:pt x="2650033" y="1467340"/>
                  </a:lnTo>
                  <a:lnTo>
                    <a:pt x="2721655" y="1473070"/>
                  </a:lnTo>
                  <a:lnTo>
                    <a:pt x="2793278" y="1478763"/>
                  </a:lnTo>
                  <a:lnTo>
                    <a:pt x="2864901" y="1484419"/>
                  </a:lnTo>
                  <a:lnTo>
                    <a:pt x="2936523" y="1490039"/>
                  </a:lnTo>
                  <a:lnTo>
                    <a:pt x="3008146" y="1495623"/>
                  </a:lnTo>
                  <a:lnTo>
                    <a:pt x="3079768" y="1501171"/>
                  </a:lnTo>
                  <a:lnTo>
                    <a:pt x="3151391" y="1506683"/>
                  </a:lnTo>
                  <a:lnTo>
                    <a:pt x="3223013" y="1512159"/>
                  </a:lnTo>
                  <a:lnTo>
                    <a:pt x="3294636" y="1517600"/>
                  </a:lnTo>
                  <a:lnTo>
                    <a:pt x="3366258" y="1523006"/>
                  </a:lnTo>
                  <a:lnTo>
                    <a:pt x="3437881" y="1521599"/>
                  </a:lnTo>
                  <a:lnTo>
                    <a:pt x="3509503" y="1504441"/>
                  </a:lnTo>
                  <a:lnTo>
                    <a:pt x="3581126" y="1486930"/>
                  </a:lnTo>
                  <a:lnTo>
                    <a:pt x="3652748" y="1469059"/>
                  </a:lnTo>
                  <a:lnTo>
                    <a:pt x="3724371" y="1450821"/>
                  </a:lnTo>
                  <a:lnTo>
                    <a:pt x="3795993" y="1432208"/>
                  </a:lnTo>
                  <a:lnTo>
                    <a:pt x="3867616" y="1413212"/>
                  </a:lnTo>
                  <a:lnTo>
                    <a:pt x="3939238" y="1393825"/>
                  </a:lnTo>
                  <a:lnTo>
                    <a:pt x="4010861" y="1374040"/>
                  </a:lnTo>
                  <a:lnTo>
                    <a:pt x="4082483" y="1353848"/>
                  </a:lnTo>
                  <a:lnTo>
                    <a:pt x="4154106" y="1333241"/>
                  </a:lnTo>
                  <a:lnTo>
                    <a:pt x="4225729" y="1312211"/>
                  </a:lnTo>
                  <a:lnTo>
                    <a:pt x="4297351" y="1290748"/>
                  </a:lnTo>
                  <a:lnTo>
                    <a:pt x="4368974" y="1268844"/>
                  </a:lnTo>
                  <a:lnTo>
                    <a:pt x="4440596" y="1246489"/>
                  </a:lnTo>
                  <a:lnTo>
                    <a:pt x="4512219" y="1223675"/>
                  </a:lnTo>
                  <a:lnTo>
                    <a:pt x="4583841" y="1200392"/>
                  </a:lnTo>
                  <a:lnTo>
                    <a:pt x="4655464" y="1176630"/>
                  </a:lnTo>
                  <a:lnTo>
                    <a:pt x="4727086" y="1152380"/>
                  </a:lnTo>
                  <a:lnTo>
                    <a:pt x="4798709" y="1127631"/>
                  </a:lnTo>
                  <a:lnTo>
                    <a:pt x="4870331" y="1102374"/>
                  </a:lnTo>
                  <a:lnTo>
                    <a:pt x="4941954" y="1076597"/>
                  </a:lnTo>
                  <a:lnTo>
                    <a:pt x="5013576" y="1050290"/>
                  </a:lnTo>
                  <a:lnTo>
                    <a:pt x="5085199" y="1023442"/>
                  </a:lnTo>
                  <a:lnTo>
                    <a:pt x="5156821" y="996043"/>
                  </a:lnTo>
                  <a:lnTo>
                    <a:pt x="5228444" y="968080"/>
                  </a:lnTo>
                  <a:lnTo>
                    <a:pt x="5300066" y="939542"/>
                  </a:lnTo>
                  <a:lnTo>
                    <a:pt x="5371689" y="910418"/>
                  </a:lnTo>
                  <a:lnTo>
                    <a:pt x="5443311" y="880695"/>
                  </a:lnTo>
                  <a:lnTo>
                    <a:pt x="5514934" y="850361"/>
                  </a:lnTo>
                  <a:lnTo>
                    <a:pt x="5586557" y="819403"/>
                  </a:lnTo>
                  <a:lnTo>
                    <a:pt x="5658179" y="787809"/>
                  </a:lnTo>
                  <a:lnTo>
                    <a:pt x="5729802" y="755565"/>
                  </a:lnTo>
                  <a:lnTo>
                    <a:pt x="5801424" y="722658"/>
                  </a:lnTo>
                  <a:lnTo>
                    <a:pt x="5873047" y="689075"/>
                  </a:lnTo>
                  <a:lnTo>
                    <a:pt x="5944669" y="654802"/>
                  </a:lnTo>
                  <a:lnTo>
                    <a:pt x="6016292" y="619823"/>
                  </a:lnTo>
                  <a:lnTo>
                    <a:pt x="6087914" y="584126"/>
                  </a:lnTo>
                  <a:lnTo>
                    <a:pt x="6159537" y="547695"/>
                  </a:lnTo>
                  <a:lnTo>
                    <a:pt x="6231159" y="510515"/>
                  </a:lnTo>
                  <a:lnTo>
                    <a:pt x="6302782" y="472570"/>
                  </a:lnTo>
                  <a:lnTo>
                    <a:pt x="6374404" y="433846"/>
                  </a:lnTo>
                  <a:lnTo>
                    <a:pt x="6446027" y="394325"/>
                  </a:lnTo>
                  <a:lnTo>
                    <a:pt x="6517649" y="353992"/>
                  </a:lnTo>
                  <a:lnTo>
                    <a:pt x="6589272" y="312830"/>
                  </a:lnTo>
                  <a:lnTo>
                    <a:pt x="6660894" y="270821"/>
                  </a:lnTo>
                  <a:lnTo>
                    <a:pt x="6732517" y="227949"/>
                  </a:lnTo>
                  <a:lnTo>
                    <a:pt x="6804139" y="184196"/>
                  </a:lnTo>
                  <a:lnTo>
                    <a:pt x="6875762" y="139542"/>
                  </a:lnTo>
                  <a:lnTo>
                    <a:pt x="6947385" y="93971"/>
                  </a:lnTo>
                  <a:lnTo>
                    <a:pt x="7019007" y="47464"/>
                  </a:lnTo>
                  <a:lnTo>
                    <a:pt x="709063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729416"/>
              <a:ext cx="7090630" cy="513588"/>
            </a:xfrm>
            <a:custGeom>
              <a:avLst/>
              <a:pathLst>
                <a:path w="7090630" h="513588">
                  <a:moveTo>
                    <a:pt x="7090630" y="232585"/>
                  </a:moveTo>
                  <a:lnTo>
                    <a:pt x="7019007" y="228723"/>
                  </a:lnTo>
                  <a:lnTo>
                    <a:pt x="6947385" y="224836"/>
                  </a:lnTo>
                  <a:lnTo>
                    <a:pt x="6875762" y="220923"/>
                  </a:lnTo>
                  <a:lnTo>
                    <a:pt x="6804139" y="216985"/>
                  </a:lnTo>
                  <a:lnTo>
                    <a:pt x="6732517" y="213022"/>
                  </a:lnTo>
                  <a:lnTo>
                    <a:pt x="6660894" y="209033"/>
                  </a:lnTo>
                  <a:lnTo>
                    <a:pt x="6589272" y="205018"/>
                  </a:lnTo>
                  <a:lnTo>
                    <a:pt x="6517649" y="200977"/>
                  </a:lnTo>
                  <a:lnTo>
                    <a:pt x="6446027" y="196910"/>
                  </a:lnTo>
                  <a:lnTo>
                    <a:pt x="6374404" y="192816"/>
                  </a:lnTo>
                  <a:lnTo>
                    <a:pt x="6302782" y="188696"/>
                  </a:lnTo>
                  <a:lnTo>
                    <a:pt x="6231159" y="184549"/>
                  </a:lnTo>
                  <a:lnTo>
                    <a:pt x="6159537" y="180375"/>
                  </a:lnTo>
                  <a:lnTo>
                    <a:pt x="6087914" y="176174"/>
                  </a:lnTo>
                  <a:lnTo>
                    <a:pt x="6016292" y="171946"/>
                  </a:lnTo>
                  <a:lnTo>
                    <a:pt x="5944669" y="167691"/>
                  </a:lnTo>
                  <a:lnTo>
                    <a:pt x="5873047" y="163408"/>
                  </a:lnTo>
                  <a:lnTo>
                    <a:pt x="5801424" y="159097"/>
                  </a:lnTo>
                  <a:lnTo>
                    <a:pt x="5729802" y="154758"/>
                  </a:lnTo>
                  <a:lnTo>
                    <a:pt x="5658179" y="150390"/>
                  </a:lnTo>
                  <a:lnTo>
                    <a:pt x="5586557" y="145995"/>
                  </a:lnTo>
                  <a:lnTo>
                    <a:pt x="5514934" y="141571"/>
                  </a:lnTo>
                  <a:lnTo>
                    <a:pt x="5443311" y="137118"/>
                  </a:lnTo>
                  <a:lnTo>
                    <a:pt x="5371689" y="132637"/>
                  </a:lnTo>
                  <a:lnTo>
                    <a:pt x="5300066" y="128126"/>
                  </a:lnTo>
                  <a:lnTo>
                    <a:pt x="5228444" y="123586"/>
                  </a:lnTo>
                  <a:lnTo>
                    <a:pt x="5156821" y="119017"/>
                  </a:lnTo>
                  <a:lnTo>
                    <a:pt x="5085199" y="114418"/>
                  </a:lnTo>
                  <a:lnTo>
                    <a:pt x="5013576" y="109789"/>
                  </a:lnTo>
                  <a:lnTo>
                    <a:pt x="4941954" y="105130"/>
                  </a:lnTo>
                  <a:lnTo>
                    <a:pt x="4870331" y="100441"/>
                  </a:lnTo>
                  <a:lnTo>
                    <a:pt x="4798709" y="95722"/>
                  </a:lnTo>
                  <a:lnTo>
                    <a:pt x="4727086" y="90971"/>
                  </a:lnTo>
                  <a:lnTo>
                    <a:pt x="4655464" y="86190"/>
                  </a:lnTo>
                  <a:lnTo>
                    <a:pt x="4583841" y="81378"/>
                  </a:lnTo>
                  <a:lnTo>
                    <a:pt x="4512219" y="76535"/>
                  </a:lnTo>
                  <a:lnTo>
                    <a:pt x="4440596" y="71661"/>
                  </a:lnTo>
                  <a:lnTo>
                    <a:pt x="4368974" y="66754"/>
                  </a:lnTo>
                  <a:lnTo>
                    <a:pt x="4297351" y="61816"/>
                  </a:lnTo>
                  <a:lnTo>
                    <a:pt x="4225729" y="56846"/>
                  </a:lnTo>
                  <a:lnTo>
                    <a:pt x="4154106" y="51844"/>
                  </a:lnTo>
                  <a:lnTo>
                    <a:pt x="4082483" y="46809"/>
                  </a:lnTo>
                  <a:lnTo>
                    <a:pt x="4010861" y="41741"/>
                  </a:lnTo>
                  <a:lnTo>
                    <a:pt x="3939238" y="36641"/>
                  </a:lnTo>
                  <a:lnTo>
                    <a:pt x="3867616" y="31507"/>
                  </a:lnTo>
                  <a:lnTo>
                    <a:pt x="3795993" y="26341"/>
                  </a:lnTo>
                  <a:lnTo>
                    <a:pt x="3724371" y="21140"/>
                  </a:lnTo>
                  <a:lnTo>
                    <a:pt x="3652748" y="15906"/>
                  </a:lnTo>
                  <a:lnTo>
                    <a:pt x="3581126" y="10638"/>
                  </a:lnTo>
                  <a:lnTo>
                    <a:pt x="3509503" y="5336"/>
                  </a:lnTo>
                  <a:lnTo>
                    <a:pt x="3437881" y="0"/>
                  </a:lnTo>
                  <a:lnTo>
                    <a:pt x="3366258" y="10034"/>
                  </a:lnTo>
                  <a:lnTo>
                    <a:pt x="3294636" y="26508"/>
                  </a:lnTo>
                  <a:lnTo>
                    <a:pt x="3223013" y="42650"/>
                  </a:lnTo>
                  <a:lnTo>
                    <a:pt x="3151391" y="58467"/>
                  </a:lnTo>
                  <a:lnTo>
                    <a:pt x="3079768" y="73965"/>
                  </a:lnTo>
                  <a:lnTo>
                    <a:pt x="3008146" y="89151"/>
                  </a:lnTo>
                  <a:lnTo>
                    <a:pt x="2936523" y="104031"/>
                  </a:lnTo>
                  <a:lnTo>
                    <a:pt x="2864901" y="118612"/>
                  </a:lnTo>
                  <a:lnTo>
                    <a:pt x="2793278" y="132898"/>
                  </a:lnTo>
                  <a:lnTo>
                    <a:pt x="2721655" y="146897"/>
                  </a:lnTo>
                  <a:lnTo>
                    <a:pt x="2650033" y="160614"/>
                  </a:lnTo>
                  <a:lnTo>
                    <a:pt x="2578410" y="174055"/>
                  </a:lnTo>
                  <a:lnTo>
                    <a:pt x="2506788" y="187225"/>
                  </a:lnTo>
                  <a:lnTo>
                    <a:pt x="2435165" y="200129"/>
                  </a:lnTo>
                  <a:lnTo>
                    <a:pt x="2363543" y="212774"/>
                  </a:lnTo>
                  <a:lnTo>
                    <a:pt x="2291920" y="225164"/>
                  </a:lnTo>
                  <a:lnTo>
                    <a:pt x="2220298" y="237304"/>
                  </a:lnTo>
                  <a:lnTo>
                    <a:pt x="2148675" y="249200"/>
                  </a:lnTo>
                  <a:lnTo>
                    <a:pt x="2077053" y="260856"/>
                  </a:lnTo>
                  <a:lnTo>
                    <a:pt x="2005430" y="272277"/>
                  </a:lnTo>
                  <a:lnTo>
                    <a:pt x="1933808" y="283469"/>
                  </a:lnTo>
                  <a:lnTo>
                    <a:pt x="1862185" y="294434"/>
                  </a:lnTo>
                  <a:lnTo>
                    <a:pt x="1790563" y="305179"/>
                  </a:lnTo>
                  <a:lnTo>
                    <a:pt x="1718940" y="315708"/>
                  </a:lnTo>
                  <a:lnTo>
                    <a:pt x="1647318" y="326024"/>
                  </a:lnTo>
                  <a:lnTo>
                    <a:pt x="1575695" y="336133"/>
                  </a:lnTo>
                  <a:lnTo>
                    <a:pt x="1504073" y="346038"/>
                  </a:lnTo>
                  <a:lnTo>
                    <a:pt x="1432450" y="355743"/>
                  </a:lnTo>
                  <a:lnTo>
                    <a:pt x="1360827" y="365253"/>
                  </a:lnTo>
                  <a:lnTo>
                    <a:pt x="1289205" y="374571"/>
                  </a:lnTo>
                  <a:lnTo>
                    <a:pt x="1217582" y="383702"/>
                  </a:lnTo>
                  <a:lnTo>
                    <a:pt x="1145960" y="392648"/>
                  </a:lnTo>
                  <a:lnTo>
                    <a:pt x="1074337" y="401415"/>
                  </a:lnTo>
                  <a:lnTo>
                    <a:pt x="1002715" y="410005"/>
                  </a:lnTo>
                  <a:lnTo>
                    <a:pt x="931092" y="418422"/>
                  </a:lnTo>
                  <a:lnTo>
                    <a:pt x="859470" y="426669"/>
                  </a:lnTo>
                  <a:lnTo>
                    <a:pt x="787847" y="434750"/>
                  </a:lnTo>
                  <a:lnTo>
                    <a:pt x="716225" y="442668"/>
                  </a:lnTo>
                  <a:lnTo>
                    <a:pt x="644602" y="450427"/>
                  </a:lnTo>
                  <a:lnTo>
                    <a:pt x="572980" y="458030"/>
                  </a:lnTo>
                  <a:lnTo>
                    <a:pt x="501357" y="465479"/>
                  </a:lnTo>
                  <a:lnTo>
                    <a:pt x="429735" y="472778"/>
                  </a:lnTo>
                  <a:lnTo>
                    <a:pt x="358112" y="479931"/>
                  </a:lnTo>
                  <a:lnTo>
                    <a:pt x="286490" y="486939"/>
                  </a:lnTo>
                  <a:lnTo>
                    <a:pt x="214867" y="493806"/>
                  </a:lnTo>
                  <a:lnTo>
                    <a:pt x="143245" y="500535"/>
                  </a:lnTo>
                  <a:lnTo>
                    <a:pt x="71622" y="507128"/>
                  </a:lnTo>
                  <a:lnTo>
                    <a:pt x="0" y="51358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372964"/>
              <a:ext cx="7090630" cy="588602"/>
            </a:xfrm>
            <a:custGeom>
              <a:avLst/>
              <a:pathLst>
                <a:path w="7090630" h="588602">
                  <a:moveTo>
                    <a:pt x="0" y="588602"/>
                  </a:moveTo>
                  <a:lnTo>
                    <a:pt x="71622" y="584452"/>
                  </a:lnTo>
                  <a:lnTo>
                    <a:pt x="143245" y="580274"/>
                  </a:lnTo>
                  <a:lnTo>
                    <a:pt x="214867" y="576067"/>
                  </a:lnTo>
                  <a:lnTo>
                    <a:pt x="286490" y="571831"/>
                  </a:lnTo>
                  <a:lnTo>
                    <a:pt x="358112" y="567565"/>
                  </a:lnTo>
                  <a:lnTo>
                    <a:pt x="429735" y="563269"/>
                  </a:lnTo>
                  <a:lnTo>
                    <a:pt x="501357" y="558943"/>
                  </a:lnTo>
                  <a:lnTo>
                    <a:pt x="572980" y="554588"/>
                  </a:lnTo>
                  <a:lnTo>
                    <a:pt x="644602" y="550201"/>
                  </a:lnTo>
                  <a:lnTo>
                    <a:pt x="716225" y="545785"/>
                  </a:lnTo>
                  <a:lnTo>
                    <a:pt x="787847" y="541337"/>
                  </a:lnTo>
                  <a:lnTo>
                    <a:pt x="859470" y="536859"/>
                  </a:lnTo>
                  <a:lnTo>
                    <a:pt x="931092" y="532349"/>
                  </a:lnTo>
                  <a:lnTo>
                    <a:pt x="1002715" y="527808"/>
                  </a:lnTo>
                  <a:lnTo>
                    <a:pt x="1074337" y="523236"/>
                  </a:lnTo>
                  <a:lnTo>
                    <a:pt x="1145960" y="518631"/>
                  </a:lnTo>
                  <a:lnTo>
                    <a:pt x="1217582" y="513995"/>
                  </a:lnTo>
                  <a:lnTo>
                    <a:pt x="1289205" y="509326"/>
                  </a:lnTo>
                  <a:lnTo>
                    <a:pt x="1360827" y="504624"/>
                  </a:lnTo>
                  <a:lnTo>
                    <a:pt x="1432450" y="499890"/>
                  </a:lnTo>
                  <a:lnTo>
                    <a:pt x="1504073" y="495123"/>
                  </a:lnTo>
                  <a:lnTo>
                    <a:pt x="1575695" y="490323"/>
                  </a:lnTo>
                  <a:lnTo>
                    <a:pt x="1647318" y="485489"/>
                  </a:lnTo>
                  <a:lnTo>
                    <a:pt x="1718940" y="480622"/>
                  </a:lnTo>
                  <a:lnTo>
                    <a:pt x="1790563" y="475721"/>
                  </a:lnTo>
                  <a:lnTo>
                    <a:pt x="1862185" y="470785"/>
                  </a:lnTo>
                  <a:lnTo>
                    <a:pt x="1933808" y="465815"/>
                  </a:lnTo>
                  <a:lnTo>
                    <a:pt x="2005430" y="460811"/>
                  </a:lnTo>
                  <a:lnTo>
                    <a:pt x="2077053" y="455772"/>
                  </a:lnTo>
                  <a:lnTo>
                    <a:pt x="2148675" y="450697"/>
                  </a:lnTo>
                  <a:lnTo>
                    <a:pt x="2220298" y="445587"/>
                  </a:lnTo>
                  <a:lnTo>
                    <a:pt x="2291920" y="440442"/>
                  </a:lnTo>
                  <a:lnTo>
                    <a:pt x="2363543" y="435261"/>
                  </a:lnTo>
                  <a:lnTo>
                    <a:pt x="2435165" y="430044"/>
                  </a:lnTo>
                  <a:lnTo>
                    <a:pt x="2506788" y="424790"/>
                  </a:lnTo>
                  <a:lnTo>
                    <a:pt x="2578410" y="419500"/>
                  </a:lnTo>
                  <a:lnTo>
                    <a:pt x="2650033" y="414173"/>
                  </a:lnTo>
                  <a:lnTo>
                    <a:pt x="2721655" y="408809"/>
                  </a:lnTo>
                  <a:lnTo>
                    <a:pt x="2793278" y="403407"/>
                  </a:lnTo>
                  <a:lnTo>
                    <a:pt x="2864901" y="397968"/>
                  </a:lnTo>
                  <a:lnTo>
                    <a:pt x="2936523" y="392491"/>
                  </a:lnTo>
                  <a:lnTo>
                    <a:pt x="3008146" y="386976"/>
                  </a:lnTo>
                  <a:lnTo>
                    <a:pt x="3079768" y="381422"/>
                  </a:lnTo>
                  <a:lnTo>
                    <a:pt x="3151391" y="375830"/>
                  </a:lnTo>
                  <a:lnTo>
                    <a:pt x="3223013" y="370199"/>
                  </a:lnTo>
                  <a:lnTo>
                    <a:pt x="3294636" y="364528"/>
                  </a:lnTo>
                  <a:lnTo>
                    <a:pt x="3366258" y="358818"/>
                  </a:lnTo>
                  <a:lnTo>
                    <a:pt x="3437881" y="353069"/>
                  </a:lnTo>
                  <a:lnTo>
                    <a:pt x="3509503" y="347279"/>
                  </a:lnTo>
                  <a:lnTo>
                    <a:pt x="3581126" y="341449"/>
                  </a:lnTo>
                  <a:lnTo>
                    <a:pt x="3652748" y="335578"/>
                  </a:lnTo>
                  <a:lnTo>
                    <a:pt x="3724371" y="329666"/>
                  </a:lnTo>
                  <a:lnTo>
                    <a:pt x="3795993" y="323714"/>
                  </a:lnTo>
                  <a:lnTo>
                    <a:pt x="3867616" y="317719"/>
                  </a:lnTo>
                  <a:lnTo>
                    <a:pt x="3939238" y="311683"/>
                  </a:lnTo>
                  <a:lnTo>
                    <a:pt x="4010861" y="305605"/>
                  </a:lnTo>
                  <a:lnTo>
                    <a:pt x="4082483" y="299485"/>
                  </a:lnTo>
                  <a:lnTo>
                    <a:pt x="4154106" y="293322"/>
                  </a:lnTo>
                  <a:lnTo>
                    <a:pt x="4225729" y="287116"/>
                  </a:lnTo>
                  <a:lnTo>
                    <a:pt x="4297351" y="280867"/>
                  </a:lnTo>
                  <a:lnTo>
                    <a:pt x="4368974" y="274574"/>
                  </a:lnTo>
                  <a:lnTo>
                    <a:pt x="4440596" y="268238"/>
                  </a:lnTo>
                  <a:lnTo>
                    <a:pt x="4512219" y="261857"/>
                  </a:lnTo>
                  <a:lnTo>
                    <a:pt x="4583841" y="255432"/>
                  </a:lnTo>
                  <a:lnTo>
                    <a:pt x="4655464" y="248962"/>
                  </a:lnTo>
                  <a:lnTo>
                    <a:pt x="4727086" y="242447"/>
                  </a:lnTo>
                  <a:lnTo>
                    <a:pt x="4798709" y="235887"/>
                  </a:lnTo>
                  <a:lnTo>
                    <a:pt x="4870331" y="229281"/>
                  </a:lnTo>
                  <a:lnTo>
                    <a:pt x="4941954" y="222629"/>
                  </a:lnTo>
                  <a:lnTo>
                    <a:pt x="5013576" y="215931"/>
                  </a:lnTo>
                  <a:lnTo>
                    <a:pt x="5085199" y="209186"/>
                  </a:lnTo>
                  <a:lnTo>
                    <a:pt x="5156821" y="202394"/>
                  </a:lnTo>
                  <a:lnTo>
                    <a:pt x="5228444" y="195554"/>
                  </a:lnTo>
                  <a:lnTo>
                    <a:pt x="5300066" y="188667"/>
                  </a:lnTo>
                  <a:lnTo>
                    <a:pt x="5371689" y="181733"/>
                  </a:lnTo>
                  <a:lnTo>
                    <a:pt x="5443311" y="174749"/>
                  </a:lnTo>
                  <a:lnTo>
                    <a:pt x="5514934" y="167718"/>
                  </a:lnTo>
                  <a:lnTo>
                    <a:pt x="5586557" y="160637"/>
                  </a:lnTo>
                  <a:lnTo>
                    <a:pt x="5658179" y="153507"/>
                  </a:lnTo>
                  <a:lnTo>
                    <a:pt x="5729802" y="146327"/>
                  </a:lnTo>
                  <a:lnTo>
                    <a:pt x="5801424" y="139097"/>
                  </a:lnTo>
                  <a:lnTo>
                    <a:pt x="5873047" y="131817"/>
                  </a:lnTo>
                  <a:lnTo>
                    <a:pt x="5944669" y="124486"/>
                  </a:lnTo>
                  <a:lnTo>
                    <a:pt x="6016292" y="117104"/>
                  </a:lnTo>
                  <a:lnTo>
                    <a:pt x="6087914" y="109671"/>
                  </a:lnTo>
                  <a:lnTo>
                    <a:pt x="6159537" y="102185"/>
                  </a:lnTo>
                  <a:lnTo>
                    <a:pt x="6231159" y="94648"/>
                  </a:lnTo>
                  <a:lnTo>
                    <a:pt x="6302782" y="87058"/>
                  </a:lnTo>
                  <a:lnTo>
                    <a:pt x="6374404" y="79416"/>
                  </a:lnTo>
                  <a:lnTo>
                    <a:pt x="6446027" y="71720"/>
                  </a:lnTo>
                  <a:lnTo>
                    <a:pt x="6517649" y="63970"/>
                  </a:lnTo>
                  <a:lnTo>
                    <a:pt x="6589272" y="56167"/>
                  </a:lnTo>
                  <a:lnTo>
                    <a:pt x="6660894" y="48309"/>
                  </a:lnTo>
                  <a:lnTo>
                    <a:pt x="6732517" y="40397"/>
                  </a:lnTo>
                  <a:lnTo>
                    <a:pt x="6804139" y="32429"/>
                  </a:lnTo>
                  <a:lnTo>
                    <a:pt x="6875762" y="24406"/>
                  </a:lnTo>
                  <a:lnTo>
                    <a:pt x="6947385" y="16327"/>
                  </a:lnTo>
                  <a:lnTo>
                    <a:pt x="7019007" y="8191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0.92 (0.78-1.08), p = 0.310  |  per IQR decline (Δ = 29.3 %): 0.78 (0.49-1.26)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160175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Planned Surgery/Port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2026-09-28T16:57:42Z</dcterms:modified>
  <cp:category/>
</cp:coreProperties>
</file>