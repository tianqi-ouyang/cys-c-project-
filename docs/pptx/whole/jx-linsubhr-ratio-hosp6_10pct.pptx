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8079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414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3020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16272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02336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8840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7446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6053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46594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5047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0111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871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73240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930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45369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31433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1749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80356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172049" y="2073503"/>
              <a:ext cx="7090630" cy="3396729"/>
            </a:xfrm>
            <a:custGeom>
              <a:avLst/>
              <a:pathLst>
                <a:path w="7090630" h="3396729">
                  <a:moveTo>
                    <a:pt x="1077353" y="0"/>
                  </a:moveTo>
                  <a:lnTo>
                    <a:pt x="1145960" y="143739"/>
                  </a:lnTo>
                  <a:lnTo>
                    <a:pt x="1217582" y="287345"/>
                  </a:lnTo>
                  <a:lnTo>
                    <a:pt x="1289205" y="424776"/>
                  </a:lnTo>
                  <a:lnTo>
                    <a:pt x="1360827" y="556298"/>
                  </a:lnTo>
                  <a:lnTo>
                    <a:pt x="1432450" y="682165"/>
                  </a:lnTo>
                  <a:lnTo>
                    <a:pt x="1504073" y="802621"/>
                  </a:lnTo>
                  <a:lnTo>
                    <a:pt x="1575695" y="917897"/>
                  </a:lnTo>
                  <a:lnTo>
                    <a:pt x="1647318" y="1028218"/>
                  </a:lnTo>
                  <a:lnTo>
                    <a:pt x="1718940" y="1133795"/>
                  </a:lnTo>
                  <a:lnTo>
                    <a:pt x="1790563" y="1234832"/>
                  </a:lnTo>
                  <a:lnTo>
                    <a:pt x="1862185" y="1331525"/>
                  </a:lnTo>
                  <a:lnTo>
                    <a:pt x="1933808" y="1424061"/>
                  </a:lnTo>
                  <a:lnTo>
                    <a:pt x="2005430" y="1512619"/>
                  </a:lnTo>
                  <a:lnTo>
                    <a:pt x="2077053" y="1597369"/>
                  </a:lnTo>
                  <a:lnTo>
                    <a:pt x="2148675" y="1678474"/>
                  </a:lnTo>
                  <a:lnTo>
                    <a:pt x="2220298" y="1756093"/>
                  </a:lnTo>
                  <a:lnTo>
                    <a:pt x="2291920" y="1830375"/>
                  </a:lnTo>
                  <a:lnTo>
                    <a:pt x="2363543" y="1901462"/>
                  </a:lnTo>
                  <a:lnTo>
                    <a:pt x="2435165" y="1969494"/>
                  </a:lnTo>
                  <a:lnTo>
                    <a:pt x="2506788" y="2034600"/>
                  </a:lnTo>
                  <a:lnTo>
                    <a:pt x="2578410" y="2096907"/>
                  </a:lnTo>
                  <a:lnTo>
                    <a:pt x="2650033" y="2156535"/>
                  </a:lnTo>
                  <a:lnTo>
                    <a:pt x="2721655" y="2213599"/>
                  </a:lnTo>
                  <a:lnTo>
                    <a:pt x="2793278" y="2268210"/>
                  </a:lnTo>
                  <a:lnTo>
                    <a:pt x="2864901" y="2320472"/>
                  </a:lnTo>
                  <a:lnTo>
                    <a:pt x="2936523" y="2370488"/>
                  </a:lnTo>
                  <a:lnTo>
                    <a:pt x="3008146" y="2418353"/>
                  </a:lnTo>
                  <a:lnTo>
                    <a:pt x="3079768" y="2464160"/>
                  </a:lnTo>
                  <a:lnTo>
                    <a:pt x="3151391" y="2507998"/>
                  </a:lnTo>
                  <a:lnTo>
                    <a:pt x="3223013" y="2549951"/>
                  </a:lnTo>
                  <a:lnTo>
                    <a:pt x="3294636" y="2590100"/>
                  </a:lnTo>
                  <a:lnTo>
                    <a:pt x="3366258" y="2628523"/>
                  </a:lnTo>
                  <a:lnTo>
                    <a:pt x="3437881" y="2651630"/>
                  </a:lnTo>
                  <a:lnTo>
                    <a:pt x="3509503" y="2642844"/>
                  </a:lnTo>
                  <a:lnTo>
                    <a:pt x="3581126" y="2633966"/>
                  </a:lnTo>
                  <a:lnTo>
                    <a:pt x="3652748" y="2624994"/>
                  </a:lnTo>
                  <a:lnTo>
                    <a:pt x="3724371" y="2615927"/>
                  </a:lnTo>
                  <a:lnTo>
                    <a:pt x="3795993" y="2606765"/>
                  </a:lnTo>
                  <a:lnTo>
                    <a:pt x="3867616" y="2597505"/>
                  </a:lnTo>
                  <a:lnTo>
                    <a:pt x="3939238" y="2588149"/>
                  </a:lnTo>
                  <a:lnTo>
                    <a:pt x="4010861" y="2578693"/>
                  </a:lnTo>
                  <a:lnTo>
                    <a:pt x="4082483" y="2569137"/>
                  </a:lnTo>
                  <a:lnTo>
                    <a:pt x="4154106" y="2559481"/>
                  </a:lnTo>
                  <a:lnTo>
                    <a:pt x="4225729" y="2549722"/>
                  </a:lnTo>
                  <a:lnTo>
                    <a:pt x="4297351" y="2539861"/>
                  </a:lnTo>
                  <a:lnTo>
                    <a:pt x="4368974" y="2529895"/>
                  </a:lnTo>
                  <a:lnTo>
                    <a:pt x="4440596" y="2519825"/>
                  </a:lnTo>
                  <a:lnTo>
                    <a:pt x="4512219" y="2509647"/>
                  </a:lnTo>
                  <a:lnTo>
                    <a:pt x="4583841" y="2499363"/>
                  </a:lnTo>
                  <a:lnTo>
                    <a:pt x="4655464" y="2488970"/>
                  </a:lnTo>
                  <a:lnTo>
                    <a:pt x="4727086" y="2478467"/>
                  </a:lnTo>
                  <a:lnTo>
                    <a:pt x="4798709" y="2467853"/>
                  </a:lnTo>
                  <a:lnTo>
                    <a:pt x="4870331" y="2457127"/>
                  </a:lnTo>
                  <a:lnTo>
                    <a:pt x="4941954" y="2446288"/>
                  </a:lnTo>
                  <a:lnTo>
                    <a:pt x="5013576" y="2435335"/>
                  </a:lnTo>
                  <a:lnTo>
                    <a:pt x="5085199" y="2424266"/>
                  </a:lnTo>
                  <a:lnTo>
                    <a:pt x="5156821" y="2413080"/>
                  </a:lnTo>
                  <a:lnTo>
                    <a:pt x="5228444" y="2401776"/>
                  </a:lnTo>
                  <a:lnTo>
                    <a:pt x="5300066" y="2390352"/>
                  </a:lnTo>
                  <a:lnTo>
                    <a:pt x="5371689" y="2378808"/>
                  </a:lnTo>
                  <a:lnTo>
                    <a:pt x="5443311" y="2367142"/>
                  </a:lnTo>
                  <a:lnTo>
                    <a:pt x="5514934" y="2355353"/>
                  </a:lnTo>
                  <a:lnTo>
                    <a:pt x="5586557" y="2343439"/>
                  </a:lnTo>
                  <a:lnTo>
                    <a:pt x="5658179" y="2331400"/>
                  </a:lnTo>
                  <a:lnTo>
                    <a:pt x="5729802" y="2319233"/>
                  </a:lnTo>
                  <a:lnTo>
                    <a:pt x="5801424" y="2306938"/>
                  </a:lnTo>
                  <a:lnTo>
                    <a:pt x="5873047" y="2294514"/>
                  </a:lnTo>
                  <a:lnTo>
                    <a:pt x="5944669" y="2281958"/>
                  </a:lnTo>
                  <a:lnTo>
                    <a:pt x="6016292" y="2269269"/>
                  </a:lnTo>
                  <a:lnTo>
                    <a:pt x="6087914" y="2256447"/>
                  </a:lnTo>
                  <a:lnTo>
                    <a:pt x="6159537" y="2243489"/>
                  </a:lnTo>
                  <a:lnTo>
                    <a:pt x="6231159" y="2230394"/>
                  </a:lnTo>
                  <a:lnTo>
                    <a:pt x="6302782" y="2217161"/>
                  </a:lnTo>
                  <a:lnTo>
                    <a:pt x="6374404" y="2203789"/>
                  </a:lnTo>
                  <a:lnTo>
                    <a:pt x="6446027" y="2190275"/>
                  </a:lnTo>
                  <a:lnTo>
                    <a:pt x="6517649" y="2176618"/>
                  </a:lnTo>
                  <a:lnTo>
                    <a:pt x="6589272" y="2162818"/>
                  </a:lnTo>
                  <a:lnTo>
                    <a:pt x="6660894" y="2148871"/>
                  </a:lnTo>
                  <a:lnTo>
                    <a:pt x="6732517" y="2134778"/>
                  </a:lnTo>
                  <a:lnTo>
                    <a:pt x="6804139" y="2120535"/>
                  </a:lnTo>
                  <a:lnTo>
                    <a:pt x="6875762" y="2106143"/>
                  </a:lnTo>
                  <a:lnTo>
                    <a:pt x="6947385" y="2091598"/>
                  </a:lnTo>
                  <a:lnTo>
                    <a:pt x="7019007" y="2076899"/>
                  </a:lnTo>
                  <a:lnTo>
                    <a:pt x="7090630" y="2062046"/>
                  </a:lnTo>
                  <a:lnTo>
                    <a:pt x="7090630" y="3396729"/>
                  </a:lnTo>
                  <a:lnTo>
                    <a:pt x="7019007" y="3392820"/>
                  </a:lnTo>
                  <a:lnTo>
                    <a:pt x="6947385" y="3388735"/>
                  </a:lnTo>
                  <a:lnTo>
                    <a:pt x="6875762" y="3384466"/>
                  </a:lnTo>
                  <a:lnTo>
                    <a:pt x="6804139" y="3380006"/>
                  </a:lnTo>
                  <a:lnTo>
                    <a:pt x="6732517" y="3375345"/>
                  </a:lnTo>
                  <a:lnTo>
                    <a:pt x="6660894" y="3370475"/>
                  </a:lnTo>
                  <a:lnTo>
                    <a:pt x="6589272" y="3365386"/>
                  </a:lnTo>
                  <a:lnTo>
                    <a:pt x="6517649" y="3360068"/>
                  </a:lnTo>
                  <a:lnTo>
                    <a:pt x="6446027" y="3354512"/>
                  </a:lnTo>
                  <a:lnTo>
                    <a:pt x="6374404" y="3348706"/>
                  </a:lnTo>
                  <a:lnTo>
                    <a:pt x="6302782" y="3342639"/>
                  </a:lnTo>
                  <a:lnTo>
                    <a:pt x="6231159" y="3336299"/>
                  </a:lnTo>
                  <a:lnTo>
                    <a:pt x="6159537" y="3329674"/>
                  </a:lnTo>
                  <a:lnTo>
                    <a:pt x="6087914" y="3322752"/>
                  </a:lnTo>
                  <a:lnTo>
                    <a:pt x="6016292" y="3315519"/>
                  </a:lnTo>
                  <a:lnTo>
                    <a:pt x="5944669" y="3307961"/>
                  </a:lnTo>
                  <a:lnTo>
                    <a:pt x="5873047" y="3300064"/>
                  </a:lnTo>
                  <a:lnTo>
                    <a:pt x="5801424" y="3291812"/>
                  </a:lnTo>
                  <a:lnTo>
                    <a:pt x="5729802" y="3283188"/>
                  </a:lnTo>
                  <a:lnTo>
                    <a:pt x="5658179" y="3274178"/>
                  </a:lnTo>
                  <a:lnTo>
                    <a:pt x="5586557" y="3264763"/>
                  </a:lnTo>
                  <a:lnTo>
                    <a:pt x="5514934" y="3254924"/>
                  </a:lnTo>
                  <a:lnTo>
                    <a:pt x="5443311" y="3244644"/>
                  </a:lnTo>
                  <a:lnTo>
                    <a:pt x="5371689" y="3233902"/>
                  </a:lnTo>
                  <a:lnTo>
                    <a:pt x="5300066" y="3222677"/>
                  </a:lnTo>
                  <a:lnTo>
                    <a:pt x="5228444" y="3210948"/>
                  </a:lnTo>
                  <a:lnTo>
                    <a:pt x="5156821" y="3198692"/>
                  </a:lnTo>
                  <a:lnTo>
                    <a:pt x="5085199" y="3185885"/>
                  </a:lnTo>
                  <a:lnTo>
                    <a:pt x="5013576" y="3172503"/>
                  </a:lnTo>
                  <a:lnTo>
                    <a:pt x="4941954" y="3158520"/>
                  </a:lnTo>
                  <a:lnTo>
                    <a:pt x="4870331" y="3143908"/>
                  </a:lnTo>
                  <a:lnTo>
                    <a:pt x="4798709" y="3128640"/>
                  </a:lnTo>
                  <a:lnTo>
                    <a:pt x="4727086" y="3112686"/>
                  </a:lnTo>
                  <a:lnTo>
                    <a:pt x="4655464" y="3096015"/>
                  </a:lnTo>
                  <a:lnTo>
                    <a:pt x="4583841" y="3078596"/>
                  </a:lnTo>
                  <a:lnTo>
                    <a:pt x="4512219" y="3060393"/>
                  </a:lnTo>
                  <a:lnTo>
                    <a:pt x="4440596" y="3041373"/>
                  </a:lnTo>
                  <a:lnTo>
                    <a:pt x="4368974" y="3021499"/>
                  </a:lnTo>
                  <a:lnTo>
                    <a:pt x="4297351" y="3000731"/>
                  </a:lnTo>
                  <a:lnTo>
                    <a:pt x="4225729" y="2979031"/>
                  </a:lnTo>
                  <a:lnTo>
                    <a:pt x="4154106" y="2956355"/>
                  </a:lnTo>
                  <a:lnTo>
                    <a:pt x="4082483" y="2932661"/>
                  </a:lnTo>
                  <a:lnTo>
                    <a:pt x="4010861" y="2907902"/>
                  </a:lnTo>
                  <a:lnTo>
                    <a:pt x="3939238" y="2882031"/>
                  </a:lnTo>
                  <a:lnTo>
                    <a:pt x="3867616" y="2854997"/>
                  </a:lnTo>
                  <a:lnTo>
                    <a:pt x="3795993" y="2826749"/>
                  </a:lnTo>
                  <a:lnTo>
                    <a:pt x="3724371" y="2797232"/>
                  </a:lnTo>
                  <a:lnTo>
                    <a:pt x="3652748" y="2766389"/>
                  </a:lnTo>
                  <a:lnTo>
                    <a:pt x="3581126" y="2734160"/>
                  </a:lnTo>
                  <a:lnTo>
                    <a:pt x="3509503" y="2700484"/>
                  </a:lnTo>
                  <a:lnTo>
                    <a:pt x="3437881" y="2665294"/>
                  </a:lnTo>
                  <a:lnTo>
                    <a:pt x="3366258" y="2660323"/>
                  </a:lnTo>
                  <a:lnTo>
                    <a:pt x="3294636" y="2668926"/>
                  </a:lnTo>
                  <a:lnTo>
                    <a:pt x="3223013" y="2677439"/>
                  </a:lnTo>
                  <a:lnTo>
                    <a:pt x="3151391" y="2685863"/>
                  </a:lnTo>
                  <a:lnTo>
                    <a:pt x="3079768" y="2694199"/>
                  </a:lnTo>
                  <a:lnTo>
                    <a:pt x="3008146" y="2702448"/>
                  </a:lnTo>
                  <a:lnTo>
                    <a:pt x="2936523" y="2710611"/>
                  </a:lnTo>
                  <a:lnTo>
                    <a:pt x="2864901" y="2718689"/>
                  </a:lnTo>
                  <a:lnTo>
                    <a:pt x="2793278" y="2726682"/>
                  </a:lnTo>
                  <a:lnTo>
                    <a:pt x="2721655" y="2734591"/>
                  </a:lnTo>
                  <a:lnTo>
                    <a:pt x="2650033" y="2742418"/>
                  </a:lnTo>
                  <a:lnTo>
                    <a:pt x="2578410" y="2750163"/>
                  </a:lnTo>
                  <a:lnTo>
                    <a:pt x="2506788" y="2757828"/>
                  </a:lnTo>
                  <a:lnTo>
                    <a:pt x="2435165" y="2765412"/>
                  </a:lnTo>
                  <a:lnTo>
                    <a:pt x="2363543" y="2772917"/>
                  </a:lnTo>
                  <a:lnTo>
                    <a:pt x="2291920" y="2780343"/>
                  </a:lnTo>
                  <a:lnTo>
                    <a:pt x="2220298" y="2787692"/>
                  </a:lnTo>
                  <a:lnTo>
                    <a:pt x="2148675" y="2794964"/>
                  </a:lnTo>
                  <a:lnTo>
                    <a:pt x="2077053" y="2802161"/>
                  </a:lnTo>
                  <a:lnTo>
                    <a:pt x="2005430" y="2809282"/>
                  </a:lnTo>
                  <a:lnTo>
                    <a:pt x="1933808" y="2816328"/>
                  </a:lnTo>
                  <a:lnTo>
                    <a:pt x="1862185" y="2823301"/>
                  </a:lnTo>
                  <a:lnTo>
                    <a:pt x="1790563" y="2830201"/>
                  </a:lnTo>
                  <a:lnTo>
                    <a:pt x="1718940" y="2837029"/>
                  </a:lnTo>
                  <a:lnTo>
                    <a:pt x="1647318" y="2843786"/>
                  </a:lnTo>
                  <a:lnTo>
                    <a:pt x="1575695" y="2850472"/>
                  </a:lnTo>
                  <a:lnTo>
                    <a:pt x="1504073" y="2857089"/>
                  </a:lnTo>
                  <a:lnTo>
                    <a:pt x="1432450" y="2863636"/>
                  </a:lnTo>
                  <a:lnTo>
                    <a:pt x="1360827" y="2870114"/>
                  </a:lnTo>
                  <a:lnTo>
                    <a:pt x="1289205" y="2876525"/>
                  </a:lnTo>
                  <a:lnTo>
                    <a:pt x="1217582" y="2882870"/>
                  </a:lnTo>
                  <a:lnTo>
                    <a:pt x="1145960" y="2889147"/>
                  </a:lnTo>
                  <a:lnTo>
                    <a:pt x="1074337" y="2895359"/>
                  </a:lnTo>
                  <a:lnTo>
                    <a:pt x="1002715" y="2901507"/>
                  </a:lnTo>
                  <a:lnTo>
                    <a:pt x="931092" y="2907590"/>
                  </a:lnTo>
                  <a:lnTo>
                    <a:pt x="859470" y="2913609"/>
                  </a:lnTo>
                  <a:lnTo>
                    <a:pt x="787847" y="2919566"/>
                  </a:lnTo>
                  <a:lnTo>
                    <a:pt x="716225" y="2925460"/>
                  </a:lnTo>
                  <a:lnTo>
                    <a:pt x="644602" y="2931293"/>
                  </a:lnTo>
                  <a:lnTo>
                    <a:pt x="572980" y="2937065"/>
                  </a:lnTo>
                  <a:lnTo>
                    <a:pt x="501357" y="2942777"/>
                  </a:lnTo>
                  <a:lnTo>
                    <a:pt x="429735" y="2948429"/>
                  </a:lnTo>
                  <a:lnTo>
                    <a:pt x="358112" y="2954021"/>
                  </a:lnTo>
                  <a:lnTo>
                    <a:pt x="286490" y="2959556"/>
                  </a:lnTo>
                  <a:lnTo>
                    <a:pt x="214867" y="2965032"/>
                  </a:lnTo>
                  <a:lnTo>
                    <a:pt x="143245" y="2970452"/>
                  </a:lnTo>
                  <a:lnTo>
                    <a:pt x="71622" y="2975815"/>
                  </a:lnTo>
                  <a:lnTo>
                    <a:pt x="0" y="2981121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249402" y="2073503"/>
              <a:ext cx="6013276" cy="2651630"/>
            </a:xfrm>
            <a:custGeom>
              <a:avLst/>
              <a:pathLst>
                <a:path w="6013276" h="2651630">
                  <a:moveTo>
                    <a:pt x="0" y="0"/>
                  </a:moveTo>
                  <a:lnTo>
                    <a:pt x="68607" y="143739"/>
                  </a:lnTo>
                  <a:lnTo>
                    <a:pt x="140229" y="287345"/>
                  </a:lnTo>
                  <a:lnTo>
                    <a:pt x="211852" y="424776"/>
                  </a:lnTo>
                  <a:lnTo>
                    <a:pt x="283474" y="556298"/>
                  </a:lnTo>
                  <a:lnTo>
                    <a:pt x="355097" y="682165"/>
                  </a:lnTo>
                  <a:lnTo>
                    <a:pt x="426719" y="802621"/>
                  </a:lnTo>
                  <a:lnTo>
                    <a:pt x="498342" y="917897"/>
                  </a:lnTo>
                  <a:lnTo>
                    <a:pt x="569964" y="1028218"/>
                  </a:lnTo>
                  <a:lnTo>
                    <a:pt x="641587" y="1133795"/>
                  </a:lnTo>
                  <a:lnTo>
                    <a:pt x="713209" y="1234832"/>
                  </a:lnTo>
                  <a:lnTo>
                    <a:pt x="784832" y="1331525"/>
                  </a:lnTo>
                  <a:lnTo>
                    <a:pt x="856454" y="1424061"/>
                  </a:lnTo>
                  <a:lnTo>
                    <a:pt x="928077" y="1512619"/>
                  </a:lnTo>
                  <a:lnTo>
                    <a:pt x="999699" y="1597369"/>
                  </a:lnTo>
                  <a:lnTo>
                    <a:pt x="1071322" y="1678474"/>
                  </a:lnTo>
                  <a:lnTo>
                    <a:pt x="1142944" y="1756093"/>
                  </a:lnTo>
                  <a:lnTo>
                    <a:pt x="1214567" y="1830375"/>
                  </a:lnTo>
                  <a:lnTo>
                    <a:pt x="1286189" y="1901462"/>
                  </a:lnTo>
                  <a:lnTo>
                    <a:pt x="1357812" y="1969494"/>
                  </a:lnTo>
                  <a:lnTo>
                    <a:pt x="1429435" y="2034600"/>
                  </a:lnTo>
                  <a:lnTo>
                    <a:pt x="1501057" y="2096907"/>
                  </a:lnTo>
                  <a:lnTo>
                    <a:pt x="1572680" y="2156535"/>
                  </a:lnTo>
                  <a:lnTo>
                    <a:pt x="1644302" y="2213599"/>
                  </a:lnTo>
                  <a:lnTo>
                    <a:pt x="1715925" y="2268210"/>
                  </a:lnTo>
                  <a:lnTo>
                    <a:pt x="1787547" y="2320472"/>
                  </a:lnTo>
                  <a:lnTo>
                    <a:pt x="1859170" y="2370488"/>
                  </a:lnTo>
                  <a:lnTo>
                    <a:pt x="1930792" y="2418353"/>
                  </a:lnTo>
                  <a:lnTo>
                    <a:pt x="2002415" y="2464160"/>
                  </a:lnTo>
                  <a:lnTo>
                    <a:pt x="2074037" y="2507998"/>
                  </a:lnTo>
                  <a:lnTo>
                    <a:pt x="2145660" y="2549951"/>
                  </a:lnTo>
                  <a:lnTo>
                    <a:pt x="2217282" y="2590100"/>
                  </a:lnTo>
                  <a:lnTo>
                    <a:pt x="2288905" y="2628523"/>
                  </a:lnTo>
                  <a:lnTo>
                    <a:pt x="2360527" y="2651630"/>
                  </a:lnTo>
                  <a:lnTo>
                    <a:pt x="2432150" y="2642844"/>
                  </a:lnTo>
                  <a:lnTo>
                    <a:pt x="2503772" y="2633966"/>
                  </a:lnTo>
                  <a:lnTo>
                    <a:pt x="2575395" y="2624994"/>
                  </a:lnTo>
                  <a:lnTo>
                    <a:pt x="2647017" y="2615927"/>
                  </a:lnTo>
                  <a:lnTo>
                    <a:pt x="2718640" y="2606765"/>
                  </a:lnTo>
                  <a:lnTo>
                    <a:pt x="2790263" y="2597505"/>
                  </a:lnTo>
                  <a:lnTo>
                    <a:pt x="2861885" y="2588149"/>
                  </a:lnTo>
                  <a:lnTo>
                    <a:pt x="2933508" y="2578693"/>
                  </a:lnTo>
                  <a:lnTo>
                    <a:pt x="3005130" y="2569137"/>
                  </a:lnTo>
                  <a:lnTo>
                    <a:pt x="3076753" y="2559481"/>
                  </a:lnTo>
                  <a:lnTo>
                    <a:pt x="3148375" y="2549722"/>
                  </a:lnTo>
                  <a:lnTo>
                    <a:pt x="3219998" y="2539861"/>
                  </a:lnTo>
                  <a:lnTo>
                    <a:pt x="3291620" y="2529895"/>
                  </a:lnTo>
                  <a:lnTo>
                    <a:pt x="3363243" y="2519825"/>
                  </a:lnTo>
                  <a:lnTo>
                    <a:pt x="3434865" y="2509647"/>
                  </a:lnTo>
                  <a:lnTo>
                    <a:pt x="3506488" y="2499363"/>
                  </a:lnTo>
                  <a:lnTo>
                    <a:pt x="3578110" y="2488970"/>
                  </a:lnTo>
                  <a:lnTo>
                    <a:pt x="3649733" y="2478467"/>
                  </a:lnTo>
                  <a:lnTo>
                    <a:pt x="3721355" y="2467853"/>
                  </a:lnTo>
                  <a:lnTo>
                    <a:pt x="3792978" y="2457127"/>
                  </a:lnTo>
                  <a:lnTo>
                    <a:pt x="3864600" y="2446288"/>
                  </a:lnTo>
                  <a:lnTo>
                    <a:pt x="3936223" y="2435335"/>
                  </a:lnTo>
                  <a:lnTo>
                    <a:pt x="4007845" y="2424266"/>
                  </a:lnTo>
                  <a:lnTo>
                    <a:pt x="4079468" y="2413080"/>
                  </a:lnTo>
                  <a:lnTo>
                    <a:pt x="4151091" y="2401776"/>
                  </a:lnTo>
                  <a:lnTo>
                    <a:pt x="4222713" y="2390352"/>
                  </a:lnTo>
                  <a:lnTo>
                    <a:pt x="4294336" y="2378808"/>
                  </a:lnTo>
                  <a:lnTo>
                    <a:pt x="4365958" y="2367142"/>
                  </a:lnTo>
                  <a:lnTo>
                    <a:pt x="4437581" y="2355353"/>
                  </a:lnTo>
                  <a:lnTo>
                    <a:pt x="4509203" y="2343439"/>
                  </a:lnTo>
                  <a:lnTo>
                    <a:pt x="4580826" y="2331400"/>
                  </a:lnTo>
                  <a:lnTo>
                    <a:pt x="4652448" y="2319233"/>
                  </a:lnTo>
                  <a:lnTo>
                    <a:pt x="4724071" y="2306938"/>
                  </a:lnTo>
                  <a:lnTo>
                    <a:pt x="4795693" y="2294514"/>
                  </a:lnTo>
                  <a:lnTo>
                    <a:pt x="4867316" y="2281958"/>
                  </a:lnTo>
                  <a:lnTo>
                    <a:pt x="4938938" y="2269269"/>
                  </a:lnTo>
                  <a:lnTo>
                    <a:pt x="5010561" y="2256447"/>
                  </a:lnTo>
                  <a:lnTo>
                    <a:pt x="5082183" y="2243489"/>
                  </a:lnTo>
                  <a:lnTo>
                    <a:pt x="5153806" y="2230394"/>
                  </a:lnTo>
                  <a:lnTo>
                    <a:pt x="5225428" y="2217161"/>
                  </a:lnTo>
                  <a:lnTo>
                    <a:pt x="5297051" y="2203789"/>
                  </a:lnTo>
                  <a:lnTo>
                    <a:pt x="5368673" y="2190275"/>
                  </a:lnTo>
                  <a:lnTo>
                    <a:pt x="5440296" y="2176618"/>
                  </a:lnTo>
                  <a:lnTo>
                    <a:pt x="5511919" y="2162818"/>
                  </a:lnTo>
                  <a:lnTo>
                    <a:pt x="5583541" y="2148871"/>
                  </a:lnTo>
                  <a:lnTo>
                    <a:pt x="5655164" y="2134778"/>
                  </a:lnTo>
                  <a:lnTo>
                    <a:pt x="5726786" y="2120535"/>
                  </a:lnTo>
                  <a:lnTo>
                    <a:pt x="5798409" y="2106143"/>
                  </a:lnTo>
                  <a:lnTo>
                    <a:pt x="5870031" y="2091598"/>
                  </a:lnTo>
                  <a:lnTo>
                    <a:pt x="5941654" y="2076899"/>
                  </a:lnTo>
                  <a:lnTo>
                    <a:pt x="6013276" y="206204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4733826"/>
              <a:ext cx="7090630" cy="736405"/>
            </a:xfrm>
            <a:custGeom>
              <a:avLst/>
              <a:pathLst>
                <a:path w="7090630" h="736405">
                  <a:moveTo>
                    <a:pt x="7090630" y="736405"/>
                  </a:moveTo>
                  <a:lnTo>
                    <a:pt x="7019007" y="732496"/>
                  </a:lnTo>
                  <a:lnTo>
                    <a:pt x="6947385" y="728411"/>
                  </a:lnTo>
                  <a:lnTo>
                    <a:pt x="6875762" y="724142"/>
                  </a:lnTo>
                  <a:lnTo>
                    <a:pt x="6804139" y="719682"/>
                  </a:lnTo>
                  <a:lnTo>
                    <a:pt x="6732517" y="715021"/>
                  </a:lnTo>
                  <a:lnTo>
                    <a:pt x="6660894" y="710151"/>
                  </a:lnTo>
                  <a:lnTo>
                    <a:pt x="6589272" y="705062"/>
                  </a:lnTo>
                  <a:lnTo>
                    <a:pt x="6517649" y="699744"/>
                  </a:lnTo>
                  <a:lnTo>
                    <a:pt x="6446027" y="694188"/>
                  </a:lnTo>
                  <a:lnTo>
                    <a:pt x="6374404" y="688382"/>
                  </a:lnTo>
                  <a:lnTo>
                    <a:pt x="6302782" y="682315"/>
                  </a:lnTo>
                  <a:lnTo>
                    <a:pt x="6231159" y="675975"/>
                  </a:lnTo>
                  <a:lnTo>
                    <a:pt x="6159537" y="669351"/>
                  </a:lnTo>
                  <a:lnTo>
                    <a:pt x="6087914" y="662429"/>
                  </a:lnTo>
                  <a:lnTo>
                    <a:pt x="6016292" y="655196"/>
                  </a:lnTo>
                  <a:lnTo>
                    <a:pt x="5944669" y="647638"/>
                  </a:lnTo>
                  <a:lnTo>
                    <a:pt x="5873047" y="639740"/>
                  </a:lnTo>
                  <a:lnTo>
                    <a:pt x="5801424" y="631488"/>
                  </a:lnTo>
                  <a:lnTo>
                    <a:pt x="5729802" y="622865"/>
                  </a:lnTo>
                  <a:lnTo>
                    <a:pt x="5658179" y="613854"/>
                  </a:lnTo>
                  <a:lnTo>
                    <a:pt x="5586557" y="604439"/>
                  </a:lnTo>
                  <a:lnTo>
                    <a:pt x="5514934" y="594600"/>
                  </a:lnTo>
                  <a:lnTo>
                    <a:pt x="5443311" y="584320"/>
                  </a:lnTo>
                  <a:lnTo>
                    <a:pt x="5371689" y="573578"/>
                  </a:lnTo>
                  <a:lnTo>
                    <a:pt x="5300066" y="562353"/>
                  </a:lnTo>
                  <a:lnTo>
                    <a:pt x="5228444" y="550624"/>
                  </a:lnTo>
                  <a:lnTo>
                    <a:pt x="5156821" y="538368"/>
                  </a:lnTo>
                  <a:lnTo>
                    <a:pt x="5085199" y="525561"/>
                  </a:lnTo>
                  <a:lnTo>
                    <a:pt x="5013576" y="512179"/>
                  </a:lnTo>
                  <a:lnTo>
                    <a:pt x="4941954" y="498196"/>
                  </a:lnTo>
                  <a:lnTo>
                    <a:pt x="4870331" y="483584"/>
                  </a:lnTo>
                  <a:lnTo>
                    <a:pt x="4798709" y="468316"/>
                  </a:lnTo>
                  <a:lnTo>
                    <a:pt x="4727086" y="452362"/>
                  </a:lnTo>
                  <a:lnTo>
                    <a:pt x="4655464" y="435691"/>
                  </a:lnTo>
                  <a:lnTo>
                    <a:pt x="4583841" y="418272"/>
                  </a:lnTo>
                  <a:lnTo>
                    <a:pt x="4512219" y="400069"/>
                  </a:lnTo>
                  <a:lnTo>
                    <a:pt x="4440596" y="381049"/>
                  </a:lnTo>
                  <a:lnTo>
                    <a:pt x="4368974" y="361175"/>
                  </a:lnTo>
                  <a:lnTo>
                    <a:pt x="4297351" y="340407"/>
                  </a:lnTo>
                  <a:lnTo>
                    <a:pt x="4225729" y="318707"/>
                  </a:lnTo>
                  <a:lnTo>
                    <a:pt x="4154106" y="296031"/>
                  </a:lnTo>
                  <a:lnTo>
                    <a:pt x="4082483" y="272337"/>
                  </a:lnTo>
                  <a:lnTo>
                    <a:pt x="4010861" y="247578"/>
                  </a:lnTo>
                  <a:lnTo>
                    <a:pt x="3939238" y="221707"/>
                  </a:lnTo>
                  <a:lnTo>
                    <a:pt x="3867616" y="194674"/>
                  </a:lnTo>
                  <a:lnTo>
                    <a:pt x="3795993" y="166426"/>
                  </a:lnTo>
                  <a:lnTo>
                    <a:pt x="3724371" y="136909"/>
                  </a:lnTo>
                  <a:lnTo>
                    <a:pt x="3652748" y="106065"/>
                  </a:lnTo>
                  <a:lnTo>
                    <a:pt x="3581126" y="73837"/>
                  </a:lnTo>
                  <a:lnTo>
                    <a:pt x="3509503" y="40160"/>
                  </a:lnTo>
                  <a:lnTo>
                    <a:pt x="3437881" y="4970"/>
                  </a:lnTo>
                  <a:lnTo>
                    <a:pt x="3366258" y="0"/>
                  </a:lnTo>
                  <a:lnTo>
                    <a:pt x="3294636" y="8602"/>
                  </a:lnTo>
                  <a:lnTo>
                    <a:pt x="3223013" y="17115"/>
                  </a:lnTo>
                  <a:lnTo>
                    <a:pt x="3151391" y="25539"/>
                  </a:lnTo>
                  <a:lnTo>
                    <a:pt x="3079768" y="33876"/>
                  </a:lnTo>
                  <a:lnTo>
                    <a:pt x="3008146" y="42124"/>
                  </a:lnTo>
                  <a:lnTo>
                    <a:pt x="2936523" y="50287"/>
                  </a:lnTo>
                  <a:lnTo>
                    <a:pt x="2864901" y="58365"/>
                  </a:lnTo>
                  <a:lnTo>
                    <a:pt x="2793278" y="66358"/>
                  </a:lnTo>
                  <a:lnTo>
                    <a:pt x="2721655" y="74267"/>
                  </a:lnTo>
                  <a:lnTo>
                    <a:pt x="2650033" y="82094"/>
                  </a:lnTo>
                  <a:lnTo>
                    <a:pt x="2578410" y="89840"/>
                  </a:lnTo>
                  <a:lnTo>
                    <a:pt x="2506788" y="97504"/>
                  </a:lnTo>
                  <a:lnTo>
                    <a:pt x="2435165" y="105088"/>
                  </a:lnTo>
                  <a:lnTo>
                    <a:pt x="2363543" y="112593"/>
                  </a:lnTo>
                  <a:lnTo>
                    <a:pt x="2291920" y="120019"/>
                  </a:lnTo>
                  <a:lnTo>
                    <a:pt x="2220298" y="127368"/>
                  </a:lnTo>
                  <a:lnTo>
                    <a:pt x="2148675" y="134641"/>
                  </a:lnTo>
                  <a:lnTo>
                    <a:pt x="2077053" y="141837"/>
                  </a:lnTo>
                  <a:lnTo>
                    <a:pt x="2005430" y="148958"/>
                  </a:lnTo>
                  <a:lnTo>
                    <a:pt x="1933808" y="156004"/>
                  </a:lnTo>
                  <a:lnTo>
                    <a:pt x="1862185" y="162977"/>
                  </a:lnTo>
                  <a:lnTo>
                    <a:pt x="1790563" y="169878"/>
                  </a:lnTo>
                  <a:lnTo>
                    <a:pt x="1718940" y="176706"/>
                  </a:lnTo>
                  <a:lnTo>
                    <a:pt x="1647318" y="183462"/>
                  </a:lnTo>
                  <a:lnTo>
                    <a:pt x="1575695" y="190148"/>
                  </a:lnTo>
                  <a:lnTo>
                    <a:pt x="1504073" y="196765"/>
                  </a:lnTo>
                  <a:lnTo>
                    <a:pt x="1432450" y="203312"/>
                  </a:lnTo>
                  <a:lnTo>
                    <a:pt x="1360827" y="209791"/>
                  </a:lnTo>
                  <a:lnTo>
                    <a:pt x="1289205" y="216202"/>
                  </a:lnTo>
                  <a:lnTo>
                    <a:pt x="1217582" y="222546"/>
                  </a:lnTo>
                  <a:lnTo>
                    <a:pt x="1145960" y="228823"/>
                  </a:lnTo>
                  <a:lnTo>
                    <a:pt x="1074337" y="235036"/>
                  </a:lnTo>
                  <a:lnTo>
                    <a:pt x="1002715" y="241183"/>
                  </a:lnTo>
                  <a:lnTo>
                    <a:pt x="931092" y="247266"/>
                  </a:lnTo>
                  <a:lnTo>
                    <a:pt x="859470" y="253286"/>
                  </a:lnTo>
                  <a:lnTo>
                    <a:pt x="787847" y="259242"/>
                  </a:lnTo>
                  <a:lnTo>
                    <a:pt x="716225" y="265137"/>
                  </a:lnTo>
                  <a:lnTo>
                    <a:pt x="644602" y="270969"/>
                  </a:lnTo>
                  <a:lnTo>
                    <a:pt x="572980" y="276741"/>
                  </a:lnTo>
                  <a:lnTo>
                    <a:pt x="501357" y="282453"/>
                  </a:lnTo>
                  <a:lnTo>
                    <a:pt x="429735" y="288105"/>
                  </a:lnTo>
                  <a:lnTo>
                    <a:pt x="358112" y="293698"/>
                  </a:lnTo>
                  <a:lnTo>
                    <a:pt x="286490" y="299232"/>
                  </a:lnTo>
                  <a:lnTo>
                    <a:pt x="214867" y="304709"/>
                  </a:lnTo>
                  <a:lnTo>
                    <a:pt x="143245" y="310128"/>
                  </a:lnTo>
                  <a:lnTo>
                    <a:pt x="71622" y="315491"/>
                  </a:lnTo>
                  <a:lnTo>
                    <a:pt x="0" y="32079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3715696"/>
              <a:ext cx="7090630" cy="1489825"/>
            </a:xfrm>
            <a:custGeom>
              <a:avLst/>
              <a:pathLst>
                <a:path w="7090630" h="1489825">
                  <a:moveTo>
                    <a:pt x="0" y="0"/>
                  </a:moveTo>
                  <a:lnTo>
                    <a:pt x="71622" y="30538"/>
                  </a:lnTo>
                  <a:lnTo>
                    <a:pt x="143245" y="60571"/>
                  </a:lnTo>
                  <a:lnTo>
                    <a:pt x="214867" y="90105"/>
                  </a:lnTo>
                  <a:lnTo>
                    <a:pt x="286490" y="119150"/>
                  </a:lnTo>
                  <a:lnTo>
                    <a:pt x="358112" y="147713"/>
                  </a:lnTo>
                  <a:lnTo>
                    <a:pt x="429735" y="175803"/>
                  </a:lnTo>
                  <a:lnTo>
                    <a:pt x="501357" y="203426"/>
                  </a:lnTo>
                  <a:lnTo>
                    <a:pt x="572980" y="230592"/>
                  </a:lnTo>
                  <a:lnTo>
                    <a:pt x="644602" y="257307"/>
                  </a:lnTo>
                  <a:lnTo>
                    <a:pt x="716225" y="283579"/>
                  </a:lnTo>
                  <a:lnTo>
                    <a:pt x="787847" y="309415"/>
                  </a:lnTo>
                  <a:lnTo>
                    <a:pt x="859470" y="334823"/>
                  </a:lnTo>
                  <a:lnTo>
                    <a:pt x="931092" y="359809"/>
                  </a:lnTo>
                  <a:lnTo>
                    <a:pt x="1002715" y="384381"/>
                  </a:lnTo>
                  <a:lnTo>
                    <a:pt x="1074337" y="408546"/>
                  </a:lnTo>
                  <a:lnTo>
                    <a:pt x="1145960" y="432310"/>
                  </a:lnTo>
                  <a:lnTo>
                    <a:pt x="1217582" y="455680"/>
                  </a:lnTo>
                  <a:lnTo>
                    <a:pt x="1289205" y="478662"/>
                  </a:lnTo>
                  <a:lnTo>
                    <a:pt x="1360827" y="501263"/>
                  </a:lnTo>
                  <a:lnTo>
                    <a:pt x="1432450" y="523490"/>
                  </a:lnTo>
                  <a:lnTo>
                    <a:pt x="1504073" y="545347"/>
                  </a:lnTo>
                  <a:lnTo>
                    <a:pt x="1575695" y="566843"/>
                  </a:lnTo>
                  <a:lnTo>
                    <a:pt x="1647318" y="587982"/>
                  </a:lnTo>
                  <a:lnTo>
                    <a:pt x="1718940" y="608770"/>
                  </a:lnTo>
                  <a:lnTo>
                    <a:pt x="1790563" y="629213"/>
                  </a:lnTo>
                  <a:lnTo>
                    <a:pt x="1862185" y="649318"/>
                  </a:lnTo>
                  <a:lnTo>
                    <a:pt x="1933808" y="669089"/>
                  </a:lnTo>
                  <a:lnTo>
                    <a:pt x="2005430" y="688532"/>
                  </a:lnTo>
                  <a:lnTo>
                    <a:pt x="2077053" y="707653"/>
                  </a:lnTo>
                  <a:lnTo>
                    <a:pt x="2148675" y="726457"/>
                  </a:lnTo>
                  <a:lnTo>
                    <a:pt x="2220298" y="744949"/>
                  </a:lnTo>
                  <a:lnTo>
                    <a:pt x="2291920" y="763134"/>
                  </a:lnTo>
                  <a:lnTo>
                    <a:pt x="2363543" y="781018"/>
                  </a:lnTo>
                  <a:lnTo>
                    <a:pt x="2435165" y="798605"/>
                  </a:lnTo>
                  <a:lnTo>
                    <a:pt x="2506788" y="815900"/>
                  </a:lnTo>
                  <a:lnTo>
                    <a:pt x="2578410" y="832909"/>
                  </a:lnTo>
                  <a:lnTo>
                    <a:pt x="2650033" y="849636"/>
                  </a:lnTo>
                  <a:lnTo>
                    <a:pt x="2721655" y="866085"/>
                  </a:lnTo>
                  <a:lnTo>
                    <a:pt x="2793278" y="882261"/>
                  </a:lnTo>
                  <a:lnTo>
                    <a:pt x="2864901" y="898169"/>
                  </a:lnTo>
                  <a:lnTo>
                    <a:pt x="2936523" y="913814"/>
                  </a:lnTo>
                  <a:lnTo>
                    <a:pt x="3008146" y="929199"/>
                  </a:lnTo>
                  <a:lnTo>
                    <a:pt x="3079768" y="944329"/>
                  </a:lnTo>
                  <a:lnTo>
                    <a:pt x="3151391" y="959207"/>
                  </a:lnTo>
                  <a:lnTo>
                    <a:pt x="3223013" y="973840"/>
                  </a:lnTo>
                  <a:lnTo>
                    <a:pt x="3294636" y="988229"/>
                  </a:lnTo>
                  <a:lnTo>
                    <a:pt x="3366258" y="1002380"/>
                  </a:lnTo>
                  <a:lnTo>
                    <a:pt x="3437881" y="1016296"/>
                  </a:lnTo>
                  <a:lnTo>
                    <a:pt x="3509503" y="1029982"/>
                  </a:lnTo>
                  <a:lnTo>
                    <a:pt x="3581126" y="1043440"/>
                  </a:lnTo>
                  <a:lnTo>
                    <a:pt x="3652748" y="1056676"/>
                  </a:lnTo>
                  <a:lnTo>
                    <a:pt x="3724371" y="1069691"/>
                  </a:lnTo>
                  <a:lnTo>
                    <a:pt x="3795993" y="1082491"/>
                  </a:lnTo>
                  <a:lnTo>
                    <a:pt x="3867616" y="1095079"/>
                  </a:lnTo>
                  <a:lnTo>
                    <a:pt x="3939238" y="1107458"/>
                  </a:lnTo>
                  <a:lnTo>
                    <a:pt x="4010861" y="1119632"/>
                  </a:lnTo>
                  <a:lnTo>
                    <a:pt x="4082483" y="1131603"/>
                  </a:lnTo>
                  <a:lnTo>
                    <a:pt x="4154106" y="1143377"/>
                  </a:lnTo>
                  <a:lnTo>
                    <a:pt x="4225729" y="1154955"/>
                  </a:lnTo>
                  <a:lnTo>
                    <a:pt x="4297351" y="1166341"/>
                  </a:lnTo>
                  <a:lnTo>
                    <a:pt x="4368974" y="1177538"/>
                  </a:lnTo>
                  <a:lnTo>
                    <a:pt x="4440596" y="1188550"/>
                  </a:lnTo>
                  <a:lnTo>
                    <a:pt x="4512219" y="1199378"/>
                  </a:lnTo>
                  <a:lnTo>
                    <a:pt x="4583841" y="1210028"/>
                  </a:lnTo>
                  <a:lnTo>
                    <a:pt x="4655464" y="1220501"/>
                  </a:lnTo>
                  <a:lnTo>
                    <a:pt x="4727086" y="1230800"/>
                  </a:lnTo>
                  <a:lnTo>
                    <a:pt x="4798709" y="1240928"/>
                  </a:lnTo>
                  <a:lnTo>
                    <a:pt x="4870331" y="1250888"/>
                  </a:lnTo>
                  <a:lnTo>
                    <a:pt x="4941954" y="1260683"/>
                  </a:lnTo>
                  <a:lnTo>
                    <a:pt x="5013576" y="1270316"/>
                  </a:lnTo>
                  <a:lnTo>
                    <a:pt x="5085199" y="1279789"/>
                  </a:lnTo>
                  <a:lnTo>
                    <a:pt x="5156821" y="1289105"/>
                  </a:lnTo>
                  <a:lnTo>
                    <a:pt x="5228444" y="1298266"/>
                  </a:lnTo>
                  <a:lnTo>
                    <a:pt x="5300066" y="1307276"/>
                  </a:lnTo>
                  <a:lnTo>
                    <a:pt x="5371689" y="1316136"/>
                  </a:lnTo>
                  <a:lnTo>
                    <a:pt x="5443311" y="1324849"/>
                  </a:lnTo>
                  <a:lnTo>
                    <a:pt x="5514934" y="1333418"/>
                  </a:lnTo>
                  <a:lnTo>
                    <a:pt x="5586557" y="1341844"/>
                  </a:lnTo>
                  <a:lnTo>
                    <a:pt x="5658179" y="1350131"/>
                  </a:lnTo>
                  <a:lnTo>
                    <a:pt x="5729802" y="1358280"/>
                  </a:lnTo>
                  <a:lnTo>
                    <a:pt x="5801424" y="1366295"/>
                  </a:lnTo>
                  <a:lnTo>
                    <a:pt x="5873047" y="1374176"/>
                  </a:lnTo>
                  <a:lnTo>
                    <a:pt x="5944669" y="1381926"/>
                  </a:lnTo>
                  <a:lnTo>
                    <a:pt x="6016292" y="1389549"/>
                  </a:lnTo>
                  <a:lnTo>
                    <a:pt x="6087914" y="1397044"/>
                  </a:lnTo>
                  <a:lnTo>
                    <a:pt x="6159537" y="1404416"/>
                  </a:lnTo>
                  <a:lnTo>
                    <a:pt x="6231159" y="1411665"/>
                  </a:lnTo>
                  <a:lnTo>
                    <a:pt x="6302782" y="1418794"/>
                  </a:lnTo>
                  <a:lnTo>
                    <a:pt x="6374404" y="1425804"/>
                  </a:lnTo>
                  <a:lnTo>
                    <a:pt x="6446027" y="1432699"/>
                  </a:lnTo>
                  <a:lnTo>
                    <a:pt x="6517649" y="1439479"/>
                  </a:lnTo>
                  <a:lnTo>
                    <a:pt x="6589272" y="1446147"/>
                  </a:lnTo>
                  <a:lnTo>
                    <a:pt x="6660894" y="1452704"/>
                  </a:lnTo>
                  <a:lnTo>
                    <a:pt x="6732517" y="1459152"/>
                  </a:lnTo>
                  <a:lnTo>
                    <a:pt x="6804139" y="1465494"/>
                  </a:lnTo>
                  <a:lnTo>
                    <a:pt x="6875762" y="1471730"/>
                  </a:lnTo>
                  <a:lnTo>
                    <a:pt x="6947385" y="1477863"/>
                  </a:lnTo>
                  <a:lnTo>
                    <a:pt x="7019007" y="1483894"/>
                  </a:lnTo>
                  <a:lnTo>
                    <a:pt x="7090630" y="1489825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588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106968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93032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79097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65161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456195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39151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6252156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711279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97344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2" name="tx52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817517" y="1896563"/>
              <a:ext cx="632161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1.22 (0.88-1.70), p = 0.229  |  per IQR decline (Δ = 29.3 %): 1.80 (0.69-4.69)  |  IQR: [-14.6, 14.7] %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669789"/>
              <a:ext cx="1471361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Febrile Neutropenia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2026-09-28T15:19:51Z</dcterms:modified>
  <cp:category/>
</cp:coreProperties>
</file>