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3896"/>
            </a:xfrm>
            <a:custGeom>
              <a:avLst/>
              <a:pathLst>
                <a:path w="6964104" h="1213896">
                  <a:moveTo>
                    <a:pt x="676505" y="0"/>
                  </a:moveTo>
                  <a:lnTo>
                    <a:pt x="703444" y="18221"/>
                  </a:lnTo>
                  <a:lnTo>
                    <a:pt x="773789" y="64040"/>
                  </a:lnTo>
                  <a:lnTo>
                    <a:pt x="844133" y="108165"/>
                  </a:lnTo>
                  <a:lnTo>
                    <a:pt x="914478" y="150658"/>
                  </a:lnTo>
                  <a:lnTo>
                    <a:pt x="984822" y="191580"/>
                  </a:lnTo>
                  <a:lnTo>
                    <a:pt x="1055167" y="230988"/>
                  </a:lnTo>
                  <a:lnTo>
                    <a:pt x="1125511" y="268939"/>
                  </a:lnTo>
                  <a:lnTo>
                    <a:pt x="1195856" y="305487"/>
                  </a:lnTo>
                  <a:lnTo>
                    <a:pt x="1266200" y="340683"/>
                  </a:lnTo>
                  <a:lnTo>
                    <a:pt x="1336545" y="374577"/>
                  </a:lnTo>
                  <a:lnTo>
                    <a:pt x="1406889" y="407218"/>
                  </a:lnTo>
                  <a:lnTo>
                    <a:pt x="1477234" y="438652"/>
                  </a:lnTo>
                  <a:lnTo>
                    <a:pt x="1547578" y="468923"/>
                  </a:lnTo>
                  <a:lnTo>
                    <a:pt x="1617923" y="498075"/>
                  </a:lnTo>
                  <a:lnTo>
                    <a:pt x="1688267" y="526148"/>
                  </a:lnTo>
                  <a:lnTo>
                    <a:pt x="1758612" y="553184"/>
                  </a:lnTo>
                  <a:lnTo>
                    <a:pt x="1828956" y="579220"/>
                  </a:lnTo>
                  <a:lnTo>
                    <a:pt x="1899301" y="604292"/>
                  </a:lnTo>
                  <a:lnTo>
                    <a:pt x="1969645" y="628438"/>
                  </a:lnTo>
                  <a:lnTo>
                    <a:pt x="2039990" y="651691"/>
                  </a:lnTo>
                  <a:lnTo>
                    <a:pt x="2110334" y="674083"/>
                  </a:lnTo>
                  <a:lnTo>
                    <a:pt x="2180679" y="695648"/>
                  </a:lnTo>
                  <a:lnTo>
                    <a:pt x="2251023" y="716415"/>
                  </a:lnTo>
                  <a:lnTo>
                    <a:pt x="2321368" y="736414"/>
                  </a:lnTo>
                  <a:lnTo>
                    <a:pt x="2391712" y="755674"/>
                  </a:lnTo>
                  <a:lnTo>
                    <a:pt x="2462057" y="774221"/>
                  </a:lnTo>
                  <a:lnTo>
                    <a:pt x="2532401" y="792083"/>
                  </a:lnTo>
                  <a:lnTo>
                    <a:pt x="2602746" y="809283"/>
                  </a:lnTo>
                  <a:lnTo>
                    <a:pt x="2673090" y="825848"/>
                  </a:lnTo>
                  <a:lnTo>
                    <a:pt x="2743435" y="841800"/>
                  </a:lnTo>
                  <a:lnTo>
                    <a:pt x="2813779" y="857162"/>
                  </a:lnTo>
                  <a:lnTo>
                    <a:pt x="2884124" y="871957"/>
                  </a:lnTo>
                  <a:lnTo>
                    <a:pt x="2954468" y="886204"/>
                  </a:lnTo>
                  <a:lnTo>
                    <a:pt x="3024813" y="899924"/>
                  </a:lnTo>
                  <a:lnTo>
                    <a:pt x="3095157" y="913136"/>
                  </a:lnTo>
                  <a:lnTo>
                    <a:pt x="3165502" y="925860"/>
                  </a:lnTo>
                  <a:lnTo>
                    <a:pt x="3235846" y="938114"/>
                  </a:lnTo>
                  <a:lnTo>
                    <a:pt x="3306191" y="949914"/>
                  </a:lnTo>
                  <a:lnTo>
                    <a:pt x="3376535" y="959117"/>
                  </a:lnTo>
                  <a:lnTo>
                    <a:pt x="3446880" y="963189"/>
                  </a:lnTo>
                  <a:lnTo>
                    <a:pt x="3517224" y="967206"/>
                  </a:lnTo>
                  <a:lnTo>
                    <a:pt x="3587569" y="971167"/>
                  </a:lnTo>
                  <a:lnTo>
                    <a:pt x="3657913" y="975074"/>
                  </a:lnTo>
                  <a:lnTo>
                    <a:pt x="3728257" y="978928"/>
                  </a:lnTo>
                  <a:lnTo>
                    <a:pt x="3798602" y="982730"/>
                  </a:lnTo>
                  <a:lnTo>
                    <a:pt x="3868946" y="986479"/>
                  </a:lnTo>
                  <a:lnTo>
                    <a:pt x="3939291" y="990177"/>
                  </a:lnTo>
                  <a:lnTo>
                    <a:pt x="4009635" y="993825"/>
                  </a:lnTo>
                  <a:lnTo>
                    <a:pt x="4079980" y="997423"/>
                  </a:lnTo>
                  <a:lnTo>
                    <a:pt x="4150324" y="1000971"/>
                  </a:lnTo>
                  <a:lnTo>
                    <a:pt x="4220669" y="1004471"/>
                  </a:lnTo>
                  <a:lnTo>
                    <a:pt x="4291013" y="1007924"/>
                  </a:lnTo>
                  <a:lnTo>
                    <a:pt x="4361358" y="1011329"/>
                  </a:lnTo>
                  <a:lnTo>
                    <a:pt x="4431702" y="1014688"/>
                  </a:lnTo>
                  <a:lnTo>
                    <a:pt x="4502047" y="1018001"/>
                  </a:lnTo>
                  <a:lnTo>
                    <a:pt x="4572391" y="1021268"/>
                  </a:lnTo>
                  <a:lnTo>
                    <a:pt x="4642736" y="1024491"/>
                  </a:lnTo>
                  <a:lnTo>
                    <a:pt x="4713080" y="1027670"/>
                  </a:lnTo>
                  <a:lnTo>
                    <a:pt x="4783425" y="1030806"/>
                  </a:lnTo>
                  <a:lnTo>
                    <a:pt x="4853769" y="1033898"/>
                  </a:lnTo>
                  <a:lnTo>
                    <a:pt x="4924114" y="1036949"/>
                  </a:lnTo>
                  <a:lnTo>
                    <a:pt x="4994458" y="1039957"/>
                  </a:lnTo>
                  <a:lnTo>
                    <a:pt x="5064803" y="1042925"/>
                  </a:lnTo>
                  <a:lnTo>
                    <a:pt x="5135147" y="1045852"/>
                  </a:lnTo>
                  <a:lnTo>
                    <a:pt x="5205492" y="1048739"/>
                  </a:lnTo>
                  <a:lnTo>
                    <a:pt x="5275836" y="1051587"/>
                  </a:lnTo>
                  <a:lnTo>
                    <a:pt x="5346181" y="1054396"/>
                  </a:lnTo>
                  <a:lnTo>
                    <a:pt x="5416525" y="1057166"/>
                  </a:lnTo>
                  <a:lnTo>
                    <a:pt x="5486870" y="1059899"/>
                  </a:lnTo>
                  <a:lnTo>
                    <a:pt x="5557214" y="1062594"/>
                  </a:lnTo>
                  <a:lnTo>
                    <a:pt x="5627559" y="1065252"/>
                  </a:lnTo>
                  <a:lnTo>
                    <a:pt x="5697903" y="1067874"/>
                  </a:lnTo>
                  <a:lnTo>
                    <a:pt x="5768248" y="1070461"/>
                  </a:lnTo>
                  <a:lnTo>
                    <a:pt x="5838592" y="1073012"/>
                  </a:lnTo>
                  <a:lnTo>
                    <a:pt x="5908937" y="1075528"/>
                  </a:lnTo>
                  <a:lnTo>
                    <a:pt x="5979281" y="1078009"/>
                  </a:lnTo>
                  <a:lnTo>
                    <a:pt x="6049626" y="1080457"/>
                  </a:lnTo>
                  <a:lnTo>
                    <a:pt x="6119970" y="1082872"/>
                  </a:lnTo>
                  <a:lnTo>
                    <a:pt x="6190315" y="1085253"/>
                  </a:lnTo>
                  <a:lnTo>
                    <a:pt x="6260659" y="1087602"/>
                  </a:lnTo>
                  <a:lnTo>
                    <a:pt x="6331004" y="1089919"/>
                  </a:lnTo>
                  <a:lnTo>
                    <a:pt x="6401348" y="1092204"/>
                  </a:lnTo>
                  <a:lnTo>
                    <a:pt x="6471693" y="1094458"/>
                  </a:lnTo>
                  <a:lnTo>
                    <a:pt x="6542037" y="1096681"/>
                  </a:lnTo>
                  <a:lnTo>
                    <a:pt x="6612382" y="1098874"/>
                  </a:lnTo>
                  <a:lnTo>
                    <a:pt x="6682726" y="1101037"/>
                  </a:lnTo>
                  <a:lnTo>
                    <a:pt x="6753071" y="1103170"/>
                  </a:lnTo>
                  <a:lnTo>
                    <a:pt x="6823415" y="1105274"/>
                  </a:lnTo>
                  <a:lnTo>
                    <a:pt x="6893760" y="1107349"/>
                  </a:lnTo>
                  <a:lnTo>
                    <a:pt x="6964104" y="1109396"/>
                  </a:lnTo>
                  <a:lnTo>
                    <a:pt x="6964104" y="1213896"/>
                  </a:lnTo>
                  <a:lnTo>
                    <a:pt x="6893760" y="1212233"/>
                  </a:lnTo>
                  <a:lnTo>
                    <a:pt x="6823415" y="1210506"/>
                  </a:lnTo>
                  <a:lnTo>
                    <a:pt x="6753071" y="1208713"/>
                  </a:lnTo>
                  <a:lnTo>
                    <a:pt x="6682726" y="1206851"/>
                  </a:lnTo>
                  <a:lnTo>
                    <a:pt x="6612382" y="1204918"/>
                  </a:lnTo>
                  <a:lnTo>
                    <a:pt x="6542037" y="1202910"/>
                  </a:lnTo>
                  <a:lnTo>
                    <a:pt x="6471693" y="1200825"/>
                  </a:lnTo>
                  <a:lnTo>
                    <a:pt x="6401348" y="1198660"/>
                  </a:lnTo>
                  <a:lnTo>
                    <a:pt x="6331004" y="1196412"/>
                  </a:lnTo>
                  <a:lnTo>
                    <a:pt x="6260659" y="1194077"/>
                  </a:lnTo>
                  <a:lnTo>
                    <a:pt x="6190315" y="1191653"/>
                  </a:lnTo>
                  <a:lnTo>
                    <a:pt x="6119970" y="1189136"/>
                  </a:lnTo>
                  <a:lnTo>
                    <a:pt x="6049626" y="1186522"/>
                  </a:lnTo>
                  <a:lnTo>
                    <a:pt x="5979281" y="1183808"/>
                  </a:lnTo>
                  <a:lnTo>
                    <a:pt x="5908937" y="1180990"/>
                  </a:lnTo>
                  <a:lnTo>
                    <a:pt x="5838592" y="1178063"/>
                  </a:lnTo>
                  <a:lnTo>
                    <a:pt x="5768248" y="1175024"/>
                  </a:lnTo>
                  <a:lnTo>
                    <a:pt x="5697903" y="1171868"/>
                  </a:lnTo>
                  <a:lnTo>
                    <a:pt x="5627559" y="1168591"/>
                  </a:lnTo>
                  <a:lnTo>
                    <a:pt x="5557214" y="1165188"/>
                  </a:lnTo>
                  <a:lnTo>
                    <a:pt x="5486870" y="1161655"/>
                  </a:lnTo>
                  <a:lnTo>
                    <a:pt x="5416525" y="1157986"/>
                  </a:lnTo>
                  <a:lnTo>
                    <a:pt x="5346181" y="1154175"/>
                  </a:lnTo>
                  <a:lnTo>
                    <a:pt x="5275836" y="1150219"/>
                  </a:lnTo>
                  <a:lnTo>
                    <a:pt x="5205492" y="1146111"/>
                  </a:lnTo>
                  <a:lnTo>
                    <a:pt x="5135147" y="1141845"/>
                  </a:lnTo>
                  <a:lnTo>
                    <a:pt x="5064803" y="1137415"/>
                  </a:lnTo>
                  <a:lnTo>
                    <a:pt x="4994458" y="1132815"/>
                  </a:lnTo>
                  <a:lnTo>
                    <a:pt x="4924114" y="1128038"/>
                  </a:lnTo>
                  <a:lnTo>
                    <a:pt x="4853769" y="1123078"/>
                  </a:lnTo>
                  <a:lnTo>
                    <a:pt x="4783425" y="1117927"/>
                  </a:lnTo>
                  <a:lnTo>
                    <a:pt x="4713080" y="1112579"/>
                  </a:lnTo>
                  <a:lnTo>
                    <a:pt x="4642736" y="1107025"/>
                  </a:lnTo>
                  <a:lnTo>
                    <a:pt x="4572391" y="1101258"/>
                  </a:lnTo>
                  <a:lnTo>
                    <a:pt x="4502047" y="1095270"/>
                  </a:lnTo>
                  <a:lnTo>
                    <a:pt x="4431702" y="1089051"/>
                  </a:lnTo>
                  <a:lnTo>
                    <a:pt x="4361358" y="1082594"/>
                  </a:lnTo>
                  <a:lnTo>
                    <a:pt x="4291013" y="1075889"/>
                  </a:lnTo>
                  <a:lnTo>
                    <a:pt x="4220669" y="1068926"/>
                  </a:lnTo>
                  <a:lnTo>
                    <a:pt x="4150324" y="1061696"/>
                  </a:lnTo>
                  <a:lnTo>
                    <a:pt x="4079980" y="1054188"/>
                  </a:lnTo>
                  <a:lnTo>
                    <a:pt x="4009635" y="1046392"/>
                  </a:lnTo>
                  <a:lnTo>
                    <a:pt x="3939291" y="1038296"/>
                  </a:lnTo>
                  <a:lnTo>
                    <a:pt x="3868946" y="1029890"/>
                  </a:lnTo>
                  <a:lnTo>
                    <a:pt x="3798602" y="1021161"/>
                  </a:lnTo>
                  <a:lnTo>
                    <a:pt x="3728257" y="1012097"/>
                  </a:lnTo>
                  <a:lnTo>
                    <a:pt x="3657913" y="1002684"/>
                  </a:lnTo>
                  <a:lnTo>
                    <a:pt x="3587569" y="992910"/>
                  </a:lnTo>
                  <a:lnTo>
                    <a:pt x="3517224" y="982761"/>
                  </a:lnTo>
                  <a:lnTo>
                    <a:pt x="3446880" y="972222"/>
                  </a:lnTo>
                  <a:lnTo>
                    <a:pt x="3376535" y="961278"/>
                  </a:lnTo>
                  <a:lnTo>
                    <a:pt x="3306191" y="954989"/>
                  </a:lnTo>
                  <a:lnTo>
                    <a:pt x="3235846" y="950803"/>
                  </a:lnTo>
                  <a:lnTo>
                    <a:pt x="3165502" y="946560"/>
                  </a:lnTo>
                  <a:lnTo>
                    <a:pt x="3095157" y="942258"/>
                  </a:lnTo>
                  <a:lnTo>
                    <a:pt x="3024813" y="937896"/>
                  </a:lnTo>
                  <a:lnTo>
                    <a:pt x="2954468" y="933474"/>
                  </a:lnTo>
                  <a:lnTo>
                    <a:pt x="2884124" y="928990"/>
                  </a:lnTo>
                  <a:lnTo>
                    <a:pt x="2813779" y="924445"/>
                  </a:lnTo>
                  <a:lnTo>
                    <a:pt x="2743435" y="919836"/>
                  </a:lnTo>
                  <a:lnTo>
                    <a:pt x="2673090" y="915164"/>
                  </a:lnTo>
                  <a:lnTo>
                    <a:pt x="2602746" y="910427"/>
                  </a:lnTo>
                  <a:lnTo>
                    <a:pt x="2532401" y="905624"/>
                  </a:lnTo>
                  <a:lnTo>
                    <a:pt x="2462057" y="900755"/>
                  </a:lnTo>
                  <a:lnTo>
                    <a:pt x="2391712" y="895818"/>
                  </a:lnTo>
                  <a:lnTo>
                    <a:pt x="2321368" y="890813"/>
                  </a:lnTo>
                  <a:lnTo>
                    <a:pt x="2251023" y="885739"/>
                  </a:lnTo>
                  <a:lnTo>
                    <a:pt x="2180679" y="880594"/>
                  </a:lnTo>
                  <a:lnTo>
                    <a:pt x="2110334" y="875378"/>
                  </a:lnTo>
                  <a:lnTo>
                    <a:pt x="2039990" y="870090"/>
                  </a:lnTo>
                  <a:lnTo>
                    <a:pt x="1969645" y="864729"/>
                  </a:lnTo>
                  <a:lnTo>
                    <a:pt x="1899301" y="859293"/>
                  </a:lnTo>
                  <a:lnTo>
                    <a:pt x="1828956" y="853783"/>
                  </a:lnTo>
                  <a:lnTo>
                    <a:pt x="1758612" y="848195"/>
                  </a:lnTo>
                  <a:lnTo>
                    <a:pt x="1688267" y="842531"/>
                  </a:lnTo>
                  <a:lnTo>
                    <a:pt x="1617923" y="836788"/>
                  </a:lnTo>
                  <a:lnTo>
                    <a:pt x="1547578" y="830965"/>
                  </a:lnTo>
                  <a:lnTo>
                    <a:pt x="1477234" y="825062"/>
                  </a:lnTo>
                  <a:lnTo>
                    <a:pt x="1406889" y="819077"/>
                  </a:lnTo>
                  <a:lnTo>
                    <a:pt x="1336545" y="813009"/>
                  </a:lnTo>
                  <a:lnTo>
                    <a:pt x="1266200" y="806857"/>
                  </a:lnTo>
                  <a:lnTo>
                    <a:pt x="1195856" y="800620"/>
                  </a:lnTo>
                  <a:lnTo>
                    <a:pt x="1125511" y="794297"/>
                  </a:lnTo>
                  <a:lnTo>
                    <a:pt x="1055167" y="787886"/>
                  </a:lnTo>
                  <a:lnTo>
                    <a:pt x="984822" y="781386"/>
                  </a:lnTo>
                  <a:lnTo>
                    <a:pt x="914478" y="774796"/>
                  </a:lnTo>
                  <a:lnTo>
                    <a:pt x="844133" y="768115"/>
                  </a:lnTo>
                  <a:lnTo>
                    <a:pt x="773789" y="761342"/>
                  </a:lnTo>
                  <a:lnTo>
                    <a:pt x="703444" y="754474"/>
                  </a:lnTo>
                  <a:lnTo>
                    <a:pt x="633100" y="747512"/>
                  </a:lnTo>
                  <a:lnTo>
                    <a:pt x="562755" y="740453"/>
                  </a:lnTo>
                  <a:lnTo>
                    <a:pt x="492411" y="733296"/>
                  </a:lnTo>
                  <a:lnTo>
                    <a:pt x="422066" y="726040"/>
                  </a:lnTo>
                  <a:lnTo>
                    <a:pt x="351722" y="718684"/>
                  </a:lnTo>
                  <a:lnTo>
                    <a:pt x="281377" y="711225"/>
                  </a:lnTo>
                  <a:lnTo>
                    <a:pt x="211033" y="703664"/>
                  </a:lnTo>
                  <a:lnTo>
                    <a:pt x="140688" y="695998"/>
                  </a:lnTo>
                  <a:lnTo>
                    <a:pt x="70344" y="688225"/>
                  </a:lnTo>
                  <a:lnTo>
                    <a:pt x="0" y="6803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11817" y="2143092"/>
              <a:ext cx="6287599" cy="1109396"/>
            </a:xfrm>
            <a:custGeom>
              <a:avLst/>
              <a:pathLst>
                <a:path w="6287599" h="1109396">
                  <a:moveTo>
                    <a:pt x="0" y="0"/>
                  </a:moveTo>
                  <a:lnTo>
                    <a:pt x="26939" y="18221"/>
                  </a:lnTo>
                  <a:lnTo>
                    <a:pt x="97284" y="64040"/>
                  </a:lnTo>
                  <a:lnTo>
                    <a:pt x="167628" y="108165"/>
                  </a:lnTo>
                  <a:lnTo>
                    <a:pt x="237973" y="150658"/>
                  </a:lnTo>
                  <a:lnTo>
                    <a:pt x="308317" y="191580"/>
                  </a:lnTo>
                  <a:lnTo>
                    <a:pt x="378662" y="230988"/>
                  </a:lnTo>
                  <a:lnTo>
                    <a:pt x="449006" y="268939"/>
                  </a:lnTo>
                  <a:lnTo>
                    <a:pt x="519351" y="305487"/>
                  </a:lnTo>
                  <a:lnTo>
                    <a:pt x="589695" y="340683"/>
                  </a:lnTo>
                  <a:lnTo>
                    <a:pt x="660039" y="374577"/>
                  </a:lnTo>
                  <a:lnTo>
                    <a:pt x="730384" y="407218"/>
                  </a:lnTo>
                  <a:lnTo>
                    <a:pt x="800728" y="438652"/>
                  </a:lnTo>
                  <a:lnTo>
                    <a:pt x="871073" y="468923"/>
                  </a:lnTo>
                  <a:lnTo>
                    <a:pt x="941417" y="498075"/>
                  </a:lnTo>
                  <a:lnTo>
                    <a:pt x="1011762" y="526148"/>
                  </a:lnTo>
                  <a:lnTo>
                    <a:pt x="1082106" y="553184"/>
                  </a:lnTo>
                  <a:lnTo>
                    <a:pt x="1152451" y="579220"/>
                  </a:lnTo>
                  <a:lnTo>
                    <a:pt x="1222795" y="604292"/>
                  </a:lnTo>
                  <a:lnTo>
                    <a:pt x="1293140" y="628438"/>
                  </a:lnTo>
                  <a:lnTo>
                    <a:pt x="1363484" y="651691"/>
                  </a:lnTo>
                  <a:lnTo>
                    <a:pt x="1433829" y="674083"/>
                  </a:lnTo>
                  <a:lnTo>
                    <a:pt x="1504173" y="695648"/>
                  </a:lnTo>
                  <a:lnTo>
                    <a:pt x="1574518" y="716415"/>
                  </a:lnTo>
                  <a:lnTo>
                    <a:pt x="1644862" y="736414"/>
                  </a:lnTo>
                  <a:lnTo>
                    <a:pt x="1715207" y="755674"/>
                  </a:lnTo>
                  <a:lnTo>
                    <a:pt x="1785551" y="774221"/>
                  </a:lnTo>
                  <a:lnTo>
                    <a:pt x="1855896" y="792083"/>
                  </a:lnTo>
                  <a:lnTo>
                    <a:pt x="1926240" y="809283"/>
                  </a:lnTo>
                  <a:lnTo>
                    <a:pt x="1996585" y="825848"/>
                  </a:lnTo>
                  <a:lnTo>
                    <a:pt x="2066929" y="841800"/>
                  </a:lnTo>
                  <a:lnTo>
                    <a:pt x="2137274" y="857162"/>
                  </a:lnTo>
                  <a:lnTo>
                    <a:pt x="2207618" y="871957"/>
                  </a:lnTo>
                  <a:lnTo>
                    <a:pt x="2277963" y="886204"/>
                  </a:lnTo>
                  <a:lnTo>
                    <a:pt x="2348307" y="899924"/>
                  </a:lnTo>
                  <a:lnTo>
                    <a:pt x="2418652" y="913136"/>
                  </a:lnTo>
                  <a:lnTo>
                    <a:pt x="2488996" y="925860"/>
                  </a:lnTo>
                  <a:lnTo>
                    <a:pt x="2559341" y="938114"/>
                  </a:lnTo>
                  <a:lnTo>
                    <a:pt x="2629685" y="949914"/>
                  </a:lnTo>
                  <a:lnTo>
                    <a:pt x="2700030" y="959117"/>
                  </a:lnTo>
                  <a:lnTo>
                    <a:pt x="2770374" y="963189"/>
                  </a:lnTo>
                  <a:lnTo>
                    <a:pt x="2840719" y="967206"/>
                  </a:lnTo>
                  <a:lnTo>
                    <a:pt x="2911063" y="971167"/>
                  </a:lnTo>
                  <a:lnTo>
                    <a:pt x="2981408" y="975074"/>
                  </a:lnTo>
                  <a:lnTo>
                    <a:pt x="3051752" y="978928"/>
                  </a:lnTo>
                  <a:lnTo>
                    <a:pt x="3122097" y="982730"/>
                  </a:lnTo>
                  <a:lnTo>
                    <a:pt x="3192441" y="986479"/>
                  </a:lnTo>
                  <a:lnTo>
                    <a:pt x="3262786" y="990177"/>
                  </a:lnTo>
                  <a:lnTo>
                    <a:pt x="3333130" y="993825"/>
                  </a:lnTo>
                  <a:lnTo>
                    <a:pt x="3403475" y="997423"/>
                  </a:lnTo>
                  <a:lnTo>
                    <a:pt x="3473819" y="1000971"/>
                  </a:lnTo>
                  <a:lnTo>
                    <a:pt x="3544164" y="1004471"/>
                  </a:lnTo>
                  <a:lnTo>
                    <a:pt x="3614508" y="1007924"/>
                  </a:lnTo>
                  <a:lnTo>
                    <a:pt x="3684853" y="1011329"/>
                  </a:lnTo>
                  <a:lnTo>
                    <a:pt x="3755197" y="1014688"/>
                  </a:lnTo>
                  <a:lnTo>
                    <a:pt x="3825542" y="1018001"/>
                  </a:lnTo>
                  <a:lnTo>
                    <a:pt x="3895886" y="1021268"/>
                  </a:lnTo>
                  <a:lnTo>
                    <a:pt x="3966231" y="1024491"/>
                  </a:lnTo>
                  <a:lnTo>
                    <a:pt x="4036575" y="1027670"/>
                  </a:lnTo>
                  <a:lnTo>
                    <a:pt x="4106920" y="1030806"/>
                  </a:lnTo>
                  <a:lnTo>
                    <a:pt x="4177264" y="1033898"/>
                  </a:lnTo>
                  <a:lnTo>
                    <a:pt x="4247609" y="1036949"/>
                  </a:lnTo>
                  <a:lnTo>
                    <a:pt x="4317953" y="1039957"/>
                  </a:lnTo>
                  <a:lnTo>
                    <a:pt x="4388297" y="1042925"/>
                  </a:lnTo>
                  <a:lnTo>
                    <a:pt x="4458642" y="1045852"/>
                  </a:lnTo>
                  <a:lnTo>
                    <a:pt x="4528986" y="1048739"/>
                  </a:lnTo>
                  <a:lnTo>
                    <a:pt x="4599331" y="1051587"/>
                  </a:lnTo>
                  <a:lnTo>
                    <a:pt x="4669675" y="1054396"/>
                  </a:lnTo>
                  <a:lnTo>
                    <a:pt x="4740020" y="1057166"/>
                  </a:lnTo>
                  <a:lnTo>
                    <a:pt x="4810364" y="1059899"/>
                  </a:lnTo>
                  <a:lnTo>
                    <a:pt x="4880709" y="1062594"/>
                  </a:lnTo>
                  <a:lnTo>
                    <a:pt x="4951053" y="1065252"/>
                  </a:lnTo>
                  <a:lnTo>
                    <a:pt x="5021398" y="1067874"/>
                  </a:lnTo>
                  <a:lnTo>
                    <a:pt x="5091742" y="1070461"/>
                  </a:lnTo>
                  <a:lnTo>
                    <a:pt x="5162087" y="1073012"/>
                  </a:lnTo>
                  <a:lnTo>
                    <a:pt x="5232431" y="1075528"/>
                  </a:lnTo>
                  <a:lnTo>
                    <a:pt x="5302776" y="1078009"/>
                  </a:lnTo>
                  <a:lnTo>
                    <a:pt x="5373120" y="1080457"/>
                  </a:lnTo>
                  <a:lnTo>
                    <a:pt x="5443465" y="1082872"/>
                  </a:lnTo>
                  <a:lnTo>
                    <a:pt x="5513809" y="1085253"/>
                  </a:lnTo>
                  <a:lnTo>
                    <a:pt x="5584154" y="1087602"/>
                  </a:lnTo>
                  <a:lnTo>
                    <a:pt x="5654498" y="1089919"/>
                  </a:lnTo>
                  <a:lnTo>
                    <a:pt x="5724843" y="1092204"/>
                  </a:lnTo>
                  <a:lnTo>
                    <a:pt x="5795187" y="1094458"/>
                  </a:lnTo>
                  <a:lnTo>
                    <a:pt x="5865532" y="1096681"/>
                  </a:lnTo>
                  <a:lnTo>
                    <a:pt x="5935876" y="1098874"/>
                  </a:lnTo>
                  <a:lnTo>
                    <a:pt x="6006221" y="1101037"/>
                  </a:lnTo>
                  <a:lnTo>
                    <a:pt x="6076565" y="1103170"/>
                  </a:lnTo>
                  <a:lnTo>
                    <a:pt x="6146910" y="1105274"/>
                  </a:lnTo>
                  <a:lnTo>
                    <a:pt x="6217254" y="1107349"/>
                  </a:lnTo>
                  <a:lnTo>
                    <a:pt x="6287599" y="1109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23437"/>
              <a:ext cx="6964104" cy="533551"/>
            </a:xfrm>
            <a:custGeom>
              <a:avLst/>
              <a:pathLst>
                <a:path w="6964104" h="533551">
                  <a:moveTo>
                    <a:pt x="6964104" y="533551"/>
                  </a:moveTo>
                  <a:lnTo>
                    <a:pt x="6893760" y="531888"/>
                  </a:lnTo>
                  <a:lnTo>
                    <a:pt x="6823415" y="530161"/>
                  </a:lnTo>
                  <a:lnTo>
                    <a:pt x="6753071" y="528367"/>
                  </a:lnTo>
                  <a:lnTo>
                    <a:pt x="6682726" y="526505"/>
                  </a:lnTo>
                  <a:lnTo>
                    <a:pt x="6612382" y="524572"/>
                  </a:lnTo>
                  <a:lnTo>
                    <a:pt x="6542037" y="522564"/>
                  </a:lnTo>
                  <a:lnTo>
                    <a:pt x="6471693" y="520479"/>
                  </a:lnTo>
                  <a:lnTo>
                    <a:pt x="6401348" y="518314"/>
                  </a:lnTo>
                  <a:lnTo>
                    <a:pt x="6331004" y="516066"/>
                  </a:lnTo>
                  <a:lnTo>
                    <a:pt x="6260659" y="513732"/>
                  </a:lnTo>
                  <a:lnTo>
                    <a:pt x="6190315" y="511308"/>
                  </a:lnTo>
                  <a:lnTo>
                    <a:pt x="6119970" y="508790"/>
                  </a:lnTo>
                  <a:lnTo>
                    <a:pt x="6049626" y="506177"/>
                  </a:lnTo>
                  <a:lnTo>
                    <a:pt x="5979281" y="503462"/>
                  </a:lnTo>
                  <a:lnTo>
                    <a:pt x="5908937" y="500644"/>
                  </a:lnTo>
                  <a:lnTo>
                    <a:pt x="5838592" y="497717"/>
                  </a:lnTo>
                  <a:lnTo>
                    <a:pt x="5768248" y="494678"/>
                  </a:lnTo>
                  <a:lnTo>
                    <a:pt x="5697903" y="491522"/>
                  </a:lnTo>
                  <a:lnTo>
                    <a:pt x="5627559" y="488245"/>
                  </a:lnTo>
                  <a:lnTo>
                    <a:pt x="5557214" y="484843"/>
                  </a:lnTo>
                  <a:lnTo>
                    <a:pt x="5486870" y="481309"/>
                  </a:lnTo>
                  <a:lnTo>
                    <a:pt x="5416525" y="477640"/>
                  </a:lnTo>
                  <a:lnTo>
                    <a:pt x="5346181" y="473830"/>
                  </a:lnTo>
                  <a:lnTo>
                    <a:pt x="5275836" y="469873"/>
                  </a:lnTo>
                  <a:lnTo>
                    <a:pt x="5205492" y="465765"/>
                  </a:lnTo>
                  <a:lnTo>
                    <a:pt x="5135147" y="461499"/>
                  </a:lnTo>
                  <a:lnTo>
                    <a:pt x="5064803" y="457069"/>
                  </a:lnTo>
                  <a:lnTo>
                    <a:pt x="4994458" y="452469"/>
                  </a:lnTo>
                  <a:lnTo>
                    <a:pt x="4924114" y="447692"/>
                  </a:lnTo>
                  <a:lnTo>
                    <a:pt x="4853769" y="442732"/>
                  </a:lnTo>
                  <a:lnTo>
                    <a:pt x="4783425" y="437582"/>
                  </a:lnTo>
                  <a:lnTo>
                    <a:pt x="4713080" y="432233"/>
                  </a:lnTo>
                  <a:lnTo>
                    <a:pt x="4642736" y="426680"/>
                  </a:lnTo>
                  <a:lnTo>
                    <a:pt x="4572391" y="420913"/>
                  </a:lnTo>
                  <a:lnTo>
                    <a:pt x="4502047" y="414924"/>
                  </a:lnTo>
                  <a:lnTo>
                    <a:pt x="4431702" y="408706"/>
                  </a:lnTo>
                  <a:lnTo>
                    <a:pt x="4361358" y="402248"/>
                  </a:lnTo>
                  <a:lnTo>
                    <a:pt x="4291013" y="395543"/>
                  </a:lnTo>
                  <a:lnTo>
                    <a:pt x="4220669" y="388580"/>
                  </a:lnTo>
                  <a:lnTo>
                    <a:pt x="4150324" y="381350"/>
                  </a:lnTo>
                  <a:lnTo>
                    <a:pt x="4079980" y="373842"/>
                  </a:lnTo>
                  <a:lnTo>
                    <a:pt x="4009635" y="366046"/>
                  </a:lnTo>
                  <a:lnTo>
                    <a:pt x="3939291" y="357951"/>
                  </a:lnTo>
                  <a:lnTo>
                    <a:pt x="3868946" y="349545"/>
                  </a:lnTo>
                  <a:lnTo>
                    <a:pt x="3798602" y="340815"/>
                  </a:lnTo>
                  <a:lnTo>
                    <a:pt x="3728257" y="331751"/>
                  </a:lnTo>
                  <a:lnTo>
                    <a:pt x="3657913" y="322339"/>
                  </a:lnTo>
                  <a:lnTo>
                    <a:pt x="3587569" y="312565"/>
                  </a:lnTo>
                  <a:lnTo>
                    <a:pt x="3517224" y="302415"/>
                  </a:lnTo>
                  <a:lnTo>
                    <a:pt x="3446880" y="291876"/>
                  </a:lnTo>
                  <a:lnTo>
                    <a:pt x="3376535" y="280933"/>
                  </a:lnTo>
                  <a:lnTo>
                    <a:pt x="3306191" y="274643"/>
                  </a:lnTo>
                  <a:lnTo>
                    <a:pt x="3235846" y="270458"/>
                  </a:lnTo>
                  <a:lnTo>
                    <a:pt x="3165502" y="266214"/>
                  </a:lnTo>
                  <a:lnTo>
                    <a:pt x="3095157" y="261912"/>
                  </a:lnTo>
                  <a:lnTo>
                    <a:pt x="3024813" y="257550"/>
                  </a:lnTo>
                  <a:lnTo>
                    <a:pt x="2954468" y="253128"/>
                  </a:lnTo>
                  <a:lnTo>
                    <a:pt x="2884124" y="248644"/>
                  </a:lnTo>
                  <a:lnTo>
                    <a:pt x="2813779" y="244099"/>
                  </a:lnTo>
                  <a:lnTo>
                    <a:pt x="2743435" y="239490"/>
                  </a:lnTo>
                  <a:lnTo>
                    <a:pt x="2673090" y="234818"/>
                  </a:lnTo>
                  <a:lnTo>
                    <a:pt x="2602746" y="230081"/>
                  </a:lnTo>
                  <a:lnTo>
                    <a:pt x="2532401" y="225278"/>
                  </a:lnTo>
                  <a:lnTo>
                    <a:pt x="2462057" y="220409"/>
                  </a:lnTo>
                  <a:lnTo>
                    <a:pt x="2391712" y="215472"/>
                  </a:lnTo>
                  <a:lnTo>
                    <a:pt x="2321368" y="210467"/>
                  </a:lnTo>
                  <a:lnTo>
                    <a:pt x="2251023" y="205393"/>
                  </a:lnTo>
                  <a:lnTo>
                    <a:pt x="2180679" y="200249"/>
                  </a:lnTo>
                  <a:lnTo>
                    <a:pt x="2110334" y="195033"/>
                  </a:lnTo>
                  <a:lnTo>
                    <a:pt x="2039990" y="189745"/>
                  </a:lnTo>
                  <a:lnTo>
                    <a:pt x="1969645" y="184383"/>
                  </a:lnTo>
                  <a:lnTo>
                    <a:pt x="1899301" y="178948"/>
                  </a:lnTo>
                  <a:lnTo>
                    <a:pt x="1828956" y="173437"/>
                  </a:lnTo>
                  <a:lnTo>
                    <a:pt x="1758612" y="167850"/>
                  </a:lnTo>
                  <a:lnTo>
                    <a:pt x="1688267" y="162185"/>
                  </a:lnTo>
                  <a:lnTo>
                    <a:pt x="1617923" y="156442"/>
                  </a:lnTo>
                  <a:lnTo>
                    <a:pt x="1547578" y="150620"/>
                  </a:lnTo>
                  <a:lnTo>
                    <a:pt x="1477234" y="144716"/>
                  </a:lnTo>
                  <a:lnTo>
                    <a:pt x="1406889" y="138731"/>
                  </a:lnTo>
                  <a:lnTo>
                    <a:pt x="1336545" y="132664"/>
                  </a:lnTo>
                  <a:lnTo>
                    <a:pt x="1266200" y="126512"/>
                  </a:lnTo>
                  <a:lnTo>
                    <a:pt x="1195856" y="120275"/>
                  </a:lnTo>
                  <a:lnTo>
                    <a:pt x="1125511" y="113951"/>
                  </a:lnTo>
                  <a:lnTo>
                    <a:pt x="1055167" y="107540"/>
                  </a:lnTo>
                  <a:lnTo>
                    <a:pt x="984822" y="101040"/>
                  </a:lnTo>
                  <a:lnTo>
                    <a:pt x="914478" y="94451"/>
                  </a:lnTo>
                  <a:lnTo>
                    <a:pt x="844133" y="87770"/>
                  </a:lnTo>
                  <a:lnTo>
                    <a:pt x="773789" y="80996"/>
                  </a:lnTo>
                  <a:lnTo>
                    <a:pt x="703444" y="74128"/>
                  </a:lnTo>
                  <a:lnTo>
                    <a:pt x="633100" y="67166"/>
                  </a:lnTo>
                  <a:lnTo>
                    <a:pt x="562755" y="60107"/>
                  </a:lnTo>
                  <a:lnTo>
                    <a:pt x="492411" y="52950"/>
                  </a:lnTo>
                  <a:lnTo>
                    <a:pt x="422066" y="45694"/>
                  </a:lnTo>
                  <a:lnTo>
                    <a:pt x="351722" y="38338"/>
                  </a:lnTo>
                  <a:lnTo>
                    <a:pt x="281377" y="30880"/>
                  </a:lnTo>
                  <a:lnTo>
                    <a:pt x="211033" y="23318"/>
                  </a:lnTo>
                  <a:lnTo>
                    <a:pt x="140688" y="15652"/>
                  </a:lnTo>
                  <a:lnTo>
                    <a:pt x="70344" y="78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379605"/>
              <a:ext cx="6964104" cy="940683"/>
            </a:xfrm>
            <a:custGeom>
              <a:avLst/>
              <a:pathLst>
                <a:path w="6964104" h="940683">
                  <a:moveTo>
                    <a:pt x="0" y="0"/>
                  </a:moveTo>
                  <a:lnTo>
                    <a:pt x="70344" y="25916"/>
                  </a:lnTo>
                  <a:lnTo>
                    <a:pt x="140688" y="51174"/>
                  </a:lnTo>
                  <a:lnTo>
                    <a:pt x="211033" y="75790"/>
                  </a:lnTo>
                  <a:lnTo>
                    <a:pt x="281377" y="99782"/>
                  </a:lnTo>
                  <a:lnTo>
                    <a:pt x="351722" y="123164"/>
                  </a:lnTo>
                  <a:lnTo>
                    <a:pt x="422066" y="145953"/>
                  </a:lnTo>
                  <a:lnTo>
                    <a:pt x="492411" y="168163"/>
                  </a:lnTo>
                  <a:lnTo>
                    <a:pt x="562755" y="189809"/>
                  </a:lnTo>
                  <a:lnTo>
                    <a:pt x="633100" y="210906"/>
                  </a:lnTo>
                  <a:lnTo>
                    <a:pt x="703444" y="231467"/>
                  </a:lnTo>
                  <a:lnTo>
                    <a:pt x="773789" y="251506"/>
                  </a:lnTo>
                  <a:lnTo>
                    <a:pt x="844133" y="271036"/>
                  </a:lnTo>
                  <a:lnTo>
                    <a:pt x="914478" y="290070"/>
                  </a:lnTo>
                  <a:lnTo>
                    <a:pt x="984822" y="308621"/>
                  </a:lnTo>
                  <a:lnTo>
                    <a:pt x="1055167" y="326701"/>
                  </a:lnTo>
                  <a:lnTo>
                    <a:pt x="1125511" y="344322"/>
                  </a:lnTo>
                  <a:lnTo>
                    <a:pt x="1195856" y="361495"/>
                  </a:lnTo>
                  <a:lnTo>
                    <a:pt x="1266200" y="378233"/>
                  </a:lnTo>
                  <a:lnTo>
                    <a:pt x="1336545" y="394545"/>
                  </a:lnTo>
                  <a:lnTo>
                    <a:pt x="1406889" y="410443"/>
                  </a:lnTo>
                  <a:lnTo>
                    <a:pt x="1477234" y="425938"/>
                  </a:lnTo>
                  <a:lnTo>
                    <a:pt x="1547578" y="441039"/>
                  </a:lnTo>
                  <a:lnTo>
                    <a:pt x="1617923" y="455757"/>
                  </a:lnTo>
                  <a:lnTo>
                    <a:pt x="1688267" y="470101"/>
                  </a:lnTo>
                  <a:lnTo>
                    <a:pt x="1758612" y="484080"/>
                  </a:lnTo>
                  <a:lnTo>
                    <a:pt x="1828956" y="497705"/>
                  </a:lnTo>
                  <a:lnTo>
                    <a:pt x="1899301" y="510984"/>
                  </a:lnTo>
                  <a:lnTo>
                    <a:pt x="1969645" y="523926"/>
                  </a:lnTo>
                  <a:lnTo>
                    <a:pt x="2039990" y="536539"/>
                  </a:lnTo>
                  <a:lnTo>
                    <a:pt x="2110334" y="548832"/>
                  </a:lnTo>
                  <a:lnTo>
                    <a:pt x="2180679" y="560813"/>
                  </a:lnTo>
                  <a:lnTo>
                    <a:pt x="2251023" y="572489"/>
                  </a:lnTo>
                  <a:lnTo>
                    <a:pt x="2321368" y="583869"/>
                  </a:lnTo>
                  <a:lnTo>
                    <a:pt x="2391712" y="594961"/>
                  </a:lnTo>
                  <a:lnTo>
                    <a:pt x="2462057" y="605770"/>
                  </a:lnTo>
                  <a:lnTo>
                    <a:pt x="2532401" y="616305"/>
                  </a:lnTo>
                  <a:lnTo>
                    <a:pt x="2602746" y="626573"/>
                  </a:lnTo>
                  <a:lnTo>
                    <a:pt x="2673090" y="636580"/>
                  </a:lnTo>
                  <a:lnTo>
                    <a:pt x="2743435" y="646332"/>
                  </a:lnTo>
                  <a:lnTo>
                    <a:pt x="2813779" y="655838"/>
                  </a:lnTo>
                  <a:lnTo>
                    <a:pt x="2884124" y="665101"/>
                  </a:lnTo>
                  <a:lnTo>
                    <a:pt x="2954468" y="674130"/>
                  </a:lnTo>
                  <a:lnTo>
                    <a:pt x="3024813" y="682929"/>
                  </a:lnTo>
                  <a:lnTo>
                    <a:pt x="3095157" y="691505"/>
                  </a:lnTo>
                  <a:lnTo>
                    <a:pt x="3165502" y="699863"/>
                  </a:lnTo>
                  <a:lnTo>
                    <a:pt x="3235846" y="708009"/>
                  </a:lnTo>
                  <a:lnTo>
                    <a:pt x="3306191" y="715949"/>
                  </a:lnTo>
                  <a:lnTo>
                    <a:pt x="3376535" y="723686"/>
                  </a:lnTo>
                  <a:lnTo>
                    <a:pt x="3446880" y="731227"/>
                  </a:lnTo>
                  <a:lnTo>
                    <a:pt x="3517224" y="738577"/>
                  </a:lnTo>
                  <a:lnTo>
                    <a:pt x="3587569" y="745740"/>
                  </a:lnTo>
                  <a:lnTo>
                    <a:pt x="3657913" y="752721"/>
                  </a:lnTo>
                  <a:lnTo>
                    <a:pt x="3728257" y="759525"/>
                  </a:lnTo>
                  <a:lnTo>
                    <a:pt x="3798602" y="766156"/>
                  </a:lnTo>
                  <a:lnTo>
                    <a:pt x="3868946" y="772619"/>
                  </a:lnTo>
                  <a:lnTo>
                    <a:pt x="3939291" y="778917"/>
                  </a:lnTo>
                  <a:lnTo>
                    <a:pt x="4009635" y="785056"/>
                  </a:lnTo>
                  <a:lnTo>
                    <a:pt x="4079980" y="791039"/>
                  </a:lnTo>
                  <a:lnTo>
                    <a:pt x="4150324" y="796870"/>
                  </a:lnTo>
                  <a:lnTo>
                    <a:pt x="4220669" y="802553"/>
                  </a:lnTo>
                  <a:lnTo>
                    <a:pt x="4291013" y="808091"/>
                  </a:lnTo>
                  <a:lnTo>
                    <a:pt x="4361358" y="813489"/>
                  </a:lnTo>
                  <a:lnTo>
                    <a:pt x="4431702" y="818750"/>
                  </a:lnTo>
                  <a:lnTo>
                    <a:pt x="4502047" y="823878"/>
                  </a:lnTo>
                  <a:lnTo>
                    <a:pt x="4572391" y="828875"/>
                  </a:lnTo>
                  <a:lnTo>
                    <a:pt x="4642736" y="833745"/>
                  </a:lnTo>
                  <a:lnTo>
                    <a:pt x="4713080" y="838492"/>
                  </a:lnTo>
                  <a:lnTo>
                    <a:pt x="4783425" y="843118"/>
                  </a:lnTo>
                  <a:lnTo>
                    <a:pt x="4853769" y="847627"/>
                  </a:lnTo>
                  <a:lnTo>
                    <a:pt x="4924114" y="852021"/>
                  </a:lnTo>
                  <a:lnTo>
                    <a:pt x="4994458" y="856303"/>
                  </a:lnTo>
                  <a:lnTo>
                    <a:pt x="5064803" y="860477"/>
                  </a:lnTo>
                  <a:lnTo>
                    <a:pt x="5135147" y="864545"/>
                  </a:lnTo>
                  <a:lnTo>
                    <a:pt x="5205492" y="868510"/>
                  </a:lnTo>
                  <a:lnTo>
                    <a:pt x="5275836" y="872374"/>
                  </a:lnTo>
                  <a:lnTo>
                    <a:pt x="5346181" y="876139"/>
                  </a:lnTo>
                  <a:lnTo>
                    <a:pt x="5416525" y="879810"/>
                  </a:lnTo>
                  <a:lnTo>
                    <a:pt x="5486870" y="883387"/>
                  </a:lnTo>
                  <a:lnTo>
                    <a:pt x="5557214" y="886873"/>
                  </a:lnTo>
                  <a:lnTo>
                    <a:pt x="5627559" y="890270"/>
                  </a:lnTo>
                  <a:lnTo>
                    <a:pt x="5697903" y="893582"/>
                  </a:lnTo>
                  <a:lnTo>
                    <a:pt x="5768248" y="896809"/>
                  </a:lnTo>
                  <a:lnTo>
                    <a:pt x="5838592" y="899954"/>
                  </a:lnTo>
                  <a:lnTo>
                    <a:pt x="5908937" y="903020"/>
                  </a:lnTo>
                  <a:lnTo>
                    <a:pt x="5979281" y="906008"/>
                  </a:lnTo>
                  <a:lnTo>
                    <a:pt x="6049626" y="908920"/>
                  </a:lnTo>
                  <a:lnTo>
                    <a:pt x="6119970" y="911757"/>
                  </a:lnTo>
                  <a:lnTo>
                    <a:pt x="6190315" y="914523"/>
                  </a:lnTo>
                  <a:lnTo>
                    <a:pt x="6260659" y="917219"/>
                  </a:lnTo>
                  <a:lnTo>
                    <a:pt x="6331004" y="919846"/>
                  </a:lnTo>
                  <a:lnTo>
                    <a:pt x="6401348" y="922406"/>
                  </a:lnTo>
                  <a:lnTo>
                    <a:pt x="6471693" y="924902"/>
                  </a:lnTo>
                  <a:lnTo>
                    <a:pt x="6542037" y="927334"/>
                  </a:lnTo>
                  <a:lnTo>
                    <a:pt x="6612382" y="929704"/>
                  </a:lnTo>
                  <a:lnTo>
                    <a:pt x="6682726" y="932014"/>
                  </a:lnTo>
                  <a:lnTo>
                    <a:pt x="6753071" y="934266"/>
                  </a:lnTo>
                  <a:lnTo>
                    <a:pt x="6823415" y="936460"/>
                  </a:lnTo>
                  <a:lnTo>
                    <a:pt x="6893760" y="938599"/>
                  </a:lnTo>
                  <a:lnTo>
                    <a:pt x="6964104" y="9406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13896"/>
            </a:xfrm>
            <a:custGeom>
              <a:avLst/>
              <a:pathLst>
                <a:path w="6964104" h="1213896">
                  <a:moveTo>
                    <a:pt x="676505" y="0"/>
                  </a:moveTo>
                  <a:lnTo>
                    <a:pt x="703444" y="18221"/>
                  </a:lnTo>
                  <a:lnTo>
                    <a:pt x="773789" y="64040"/>
                  </a:lnTo>
                  <a:lnTo>
                    <a:pt x="844133" y="108165"/>
                  </a:lnTo>
                  <a:lnTo>
                    <a:pt x="914478" y="150658"/>
                  </a:lnTo>
                  <a:lnTo>
                    <a:pt x="984822" y="191580"/>
                  </a:lnTo>
                  <a:lnTo>
                    <a:pt x="1055167" y="230988"/>
                  </a:lnTo>
                  <a:lnTo>
                    <a:pt x="1125511" y="268939"/>
                  </a:lnTo>
                  <a:lnTo>
                    <a:pt x="1195856" y="305487"/>
                  </a:lnTo>
                  <a:lnTo>
                    <a:pt x="1266200" y="340683"/>
                  </a:lnTo>
                  <a:lnTo>
                    <a:pt x="1336545" y="374577"/>
                  </a:lnTo>
                  <a:lnTo>
                    <a:pt x="1406889" y="407218"/>
                  </a:lnTo>
                  <a:lnTo>
                    <a:pt x="1477234" y="438652"/>
                  </a:lnTo>
                  <a:lnTo>
                    <a:pt x="1547578" y="468923"/>
                  </a:lnTo>
                  <a:lnTo>
                    <a:pt x="1617923" y="498075"/>
                  </a:lnTo>
                  <a:lnTo>
                    <a:pt x="1688267" y="526148"/>
                  </a:lnTo>
                  <a:lnTo>
                    <a:pt x="1758612" y="553184"/>
                  </a:lnTo>
                  <a:lnTo>
                    <a:pt x="1828956" y="579220"/>
                  </a:lnTo>
                  <a:lnTo>
                    <a:pt x="1899301" y="604292"/>
                  </a:lnTo>
                  <a:lnTo>
                    <a:pt x="1969645" y="628438"/>
                  </a:lnTo>
                  <a:lnTo>
                    <a:pt x="2039990" y="651691"/>
                  </a:lnTo>
                  <a:lnTo>
                    <a:pt x="2110334" y="674083"/>
                  </a:lnTo>
                  <a:lnTo>
                    <a:pt x="2180679" y="695648"/>
                  </a:lnTo>
                  <a:lnTo>
                    <a:pt x="2251023" y="716415"/>
                  </a:lnTo>
                  <a:lnTo>
                    <a:pt x="2321368" y="736414"/>
                  </a:lnTo>
                  <a:lnTo>
                    <a:pt x="2391712" y="755674"/>
                  </a:lnTo>
                  <a:lnTo>
                    <a:pt x="2462057" y="774221"/>
                  </a:lnTo>
                  <a:lnTo>
                    <a:pt x="2532401" y="792083"/>
                  </a:lnTo>
                  <a:lnTo>
                    <a:pt x="2602746" y="809283"/>
                  </a:lnTo>
                  <a:lnTo>
                    <a:pt x="2673090" y="825848"/>
                  </a:lnTo>
                  <a:lnTo>
                    <a:pt x="2743435" y="841800"/>
                  </a:lnTo>
                  <a:lnTo>
                    <a:pt x="2813779" y="857162"/>
                  </a:lnTo>
                  <a:lnTo>
                    <a:pt x="2884124" y="871957"/>
                  </a:lnTo>
                  <a:lnTo>
                    <a:pt x="2954468" y="886204"/>
                  </a:lnTo>
                  <a:lnTo>
                    <a:pt x="3024813" y="899924"/>
                  </a:lnTo>
                  <a:lnTo>
                    <a:pt x="3095157" y="913136"/>
                  </a:lnTo>
                  <a:lnTo>
                    <a:pt x="3165502" y="925860"/>
                  </a:lnTo>
                  <a:lnTo>
                    <a:pt x="3235846" y="938114"/>
                  </a:lnTo>
                  <a:lnTo>
                    <a:pt x="3306191" y="949914"/>
                  </a:lnTo>
                  <a:lnTo>
                    <a:pt x="3376535" y="959117"/>
                  </a:lnTo>
                  <a:lnTo>
                    <a:pt x="3446880" y="963189"/>
                  </a:lnTo>
                  <a:lnTo>
                    <a:pt x="3517224" y="967206"/>
                  </a:lnTo>
                  <a:lnTo>
                    <a:pt x="3587569" y="971167"/>
                  </a:lnTo>
                  <a:lnTo>
                    <a:pt x="3657913" y="975074"/>
                  </a:lnTo>
                  <a:lnTo>
                    <a:pt x="3728257" y="978928"/>
                  </a:lnTo>
                  <a:lnTo>
                    <a:pt x="3798602" y="982730"/>
                  </a:lnTo>
                  <a:lnTo>
                    <a:pt x="3868946" y="986479"/>
                  </a:lnTo>
                  <a:lnTo>
                    <a:pt x="3939291" y="990177"/>
                  </a:lnTo>
                  <a:lnTo>
                    <a:pt x="4009635" y="993825"/>
                  </a:lnTo>
                  <a:lnTo>
                    <a:pt x="4079980" y="997423"/>
                  </a:lnTo>
                  <a:lnTo>
                    <a:pt x="4150324" y="1000971"/>
                  </a:lnTo>
                  <a:lnTo>
                    <a:pt x="4220669" y="1004471"/>
                  </a:lnTo>
                  <a:lnTo>
                    <a:pt x="4291013" y="1007924"/>
                  </a:lnTo>
                  <a:lnTo>
                    <a:pt x="4361358" y="1011329"/>
                  </a:lnTo>
                  <a:lnTo>
                    <a:pt x="4431702" y="1014688"/>
                  </a:lnTo>
                  <a:lnTo>
                    <a:pt x="4502047" y="1018001"/>
                  </a:lnTo>
                  <a:lnTo>
                    <a:pt x="4572391" y="1021268"/>
                  </a:lnTo>
                  <a:lnTo>
                    <a:pt x="4642736" y="1024491"/>
                  </a:lnTo>
                  <a:lnTo>
                    <a:pt x="4713080" y="1027670"/>
                  </a:lnTo>
                  <a:lnTo>
                    <a:pt x="4783425" y="1030806"/>
                  </a:lnTo>
                  <a:lnTo>
                    <a:pt x="4853769" y="1033898"/>
                  </a:lnTo>
                  <a:lnTo>
                    <a:pt x="4924114" y="1036949"/>
                  </a:lnTo>
                  <a:lnTo>
                    <a:pt x="4994458" y="1039957"/>
                  </a:lnTo>
                  <a:lnTo>
                    <a:pt x="5064803" y="1042925"/>
                  </a:lnTo>
                  <a:lnTo>
                    <a:pt x="5135147" y="1045852"/>
                  </a:lnTo>
                  <a:lnTo>
                    <a:pt x="5205492" y="1048739"/>
                  </a:lnTo>
                  <a:lnTo>
                    <a:pt x="5275836" y="1051587"/>
                  </a:lnTo>
                  <a:lnTo>
                    <a:pt x="5346181" y="1054396"/>
                  </a:lnTo>
                  <a:lnTo>
                    <a:pt x="5416525" y="1057166"/>
                  </a:lnTo>
                  <a:lnTo>
                    <a:pt x="5486870" y="1059899"/>
                  </a:lnTo>
                  <a:lnTo>
                    <a:pt x="5557214" y="1062594"/>
                  </a:lnTo>
                  <a:lnTo>
                    <a:pt x="5627559" y="1065252"/>
                  </a:lnTo>
                  <a:lnTo>
                    <a:pt x="5697903" y="1067874"/>
                  </a:lnTo>
                  <a:lnTo>
                    <a:pt x="5768248" y="1070461"/>
                  </a:lnTo>
                  <a:lnTo>
                    <a:pt x="5838592" y="1073012"/>
                  </a:lnTo>
                  <a:lnTo>
                    <a:pt x="5908937" y="1075528"/>
                  </a:lnTo>
                  <a:lnTo>
                    <a:pt x="5979281" y="1078009"/>
                  </a:lnTo>
                  <a:lnTo>
                    <a:pt x="6049626" y="1080457"/>
                  </a:lnTo>
                  <a:lnTo>
                    <a:pt x="6119970" y="1082872"/>
                  </a:lnTo>
                  <a:lnTo>
                    <a:pt x="6190315" y="1085253"/>
                  </a:lnTo>
                  <a:lnTo>
                    <a:pt x="6260659" y="1087602"/>
                  </a:lnTo>
                  <a:lnTo>
                    <a:pt x="6331004" y="1089919"/>
                  </a:lnTo>
                  <a:lnTo>
                    <a:pt x="6401348" y="1092204"/>
                  </a:lnTo>
                  <a:lnTo>
                    <a:pt x="6471693" y="1094458"/>
                  </a:lnTo>
                  <a:lnTo>
                    <a:pt x="6542037" y="1096681"/>
                  </a:lnTo>
                  <a:lnTo>
                    <a:pt x="6612382" y="1098874"/>
                  </a:lnTo>
                  <a:lnTo>
                    <a:pt x="6682726" y="1101037"/>
                  </a:lnTo>
                  <a:lnTo>
                    <a:pt x="6753071" y="1103170"/>
                  </a:lnTo>
                  <a:lnTo>
                    <a:pt x="6823415" y="1105274"/>
                  </a:lnTo>
                  <a:lnTo>
                    <a:pt x="6893760" y="1107349"/>
                  </a:lnTo>
                  <a:lnTo>
                    <a:pt x="6964104" y="1109396"/>
                  </a:lnTo>
                  <a:lnTo>
                    <a:pt x="6964104" y="1213896"/>
                  </a:lnTo>
                  <a:lnTo>
                    <a:pt x="6893760" y="1212233"/>
                  </a:lnTo>
                  <a:lnTo>
                    <a:pt x="6823415" y="1210506"/>
                  </a:lnTo>
                  <a:lnTo>
                    <a:pt x="6753071" y="1208713"/>
                  </a:lnTo>
                  <a:lnTo>
                    <a:pt x="6682726" y="1206851"/>
                  </a:lnTo>
                  <a:lnTo>
                    <a:pt x="6612382" y="1204918"/>
                  </a:lnTo>
                  <a:lnTo>
                    <a:pt x="6542037" y="1202910"/>
                  </a:lnTo>
                  <a:lnTo>
                    <a:pt x="6471693" y="1200825"/>
                  </a:lnTo>
                  <a:lnTo>
                    <a:pt x="6401348" y="1198660"/>
                  </a:lnTo>
                  <a:lnTo>
                    <a:pt x="6331004" y="1196412"/>
                  </a:lnTo>
                  <a:lnTo>
                    <a:pt x="6260659" y="1194077"/>
                  </a:lnTo>
                  <a:lnTo>
                    <a:pt x="6190315" y="1191653"/>
                  </a:lnTo>
                  <a:lnTo>
                    <a:pt x="6119970" y="1189136"/>
                  </a:lnTo>
                  <a:lnTo>
                    <a:pt x="6049626" y="1186522"/>
                  </a:lnTo>
                  <a:lnTo>
                    <a:pt x="5979281" y="1183808"/>
                  </a:lnTo>
                  <a:lnTo>
                    <a:pt x="5908937" y="1180990"/>
                  </a:lnTo>
                  <a:lnTo>
                    <a:pt x="5838592" y="1178063"/>
                  </a:lnTo>
                  <a:lnTo>
                    <a:pt x="5768248" y="1175024"/>
                  </a:lnTo>
                  <a:lnTo>
                    <a:pt x="5697903" y="1171868"/>
                  </a:lnTo>
                  <a:lnTo>
                    <a:pt x="5627559" y="1168591"/>
                  </a:lnTo>
                  <a:lnTo>
                    <a:pt x="5557214" y="1165188"/>
                  </a:lnTo>
                  <a:lnTo>
                    <a:pt x="5486870" y="1161655"/>
                  </a:lnTo>
                  <a:lnTo>
                    <a:pt x="5416525" y="1157986"/>
                  </a:lnTo>
                  <a:lnTo>
                    <a:pt x="5346181" y="1154175"/>
                  </a:lnTo>
                  <a:lnTo>
                    <a:pt x="5275836" y="1150219"/>
                  </a:lnTo>
                  <a:lnTo>
                    <a:pt x="5205492" y="1146111"/>
                  </a:lnTo>
                  <a:lnTo>
                    <a:pt x="5135147" y="1141845"/>
                  </a:lnTo>
                  <a:lnTo>
                    <a:pt x="5064803" y="1137415"/>
                  </a:lnTo>
                  <a:lnTo>
                    <a:pt x="4994458" y="1132815"/>
                  </a:lnTo>
                  <a:lnTo>
                    <a:pt x="4924114" y="1128038"/>
                  </a:lnTo>
                  <a:lnTo>
                    <a:pt x="4853769" y="1123078"/>
                  </a:lnTo>
                  <a:lnTo>
                    <a:pt x="4783425" y="1117927"/>
                  </a:lnTo>
                  <a:lnTo>
                    <a:pt x="4713080" y="1112579"/>
                  </a:lnTo>
                  <a:lnTo>
                    <a:pt x="4642736" y="1107025"/>
                  </a:lnTo>
                  <a:lnTo>
                    <a:pt x="4572391" y="1101258"/>
                  </a:lnTo>
                  <a:lnTo>
                    <a:pt x="4502047" y="1095270"/>
                  </a:lnTo>
                  <a:lnTo>
                    <a:pt x="4431702" y="1089051"/>
                  </a:lnTo>
                  <a:lnTo>
                    <a:pt x="4361358" y="1082594"/>
                  </a:lnTo>
                  <a:lnTo>
                    <a:pt x="4291013" y="1075889"/>
                  </a:lnTo>
                  <a:lnTo>
                    <a:pt x="4220669" y="1068926"/>
                  </a:lnTo>
                  <a:lnTo>
                    <a:pt x="4150324" y="1061696"/>
                  </a:lnTo>
                  <a:lnTo>
                    <a:pt x="4079980" y="1054188"/>
                  </a:lnTo>
                  <a:lnTo>
                    <a:pt x="4009635" y="1046392"/>
                  </a:lnTo>
                  <a:lnTo>
                    <a:pt x="3939291" y="1038296"/>
                  </a:lnTo>
                  <a:lnTo>
                    <a:pt x="3868946" y="1029890"/>
                  </a:lnTo>
                  <a:lnTo>
                    <a:pt x="3798602" y="1021161"/>
                  </a:lnTo>
                  <a:lnTo>
                    <a:pt x="3728257" y="1012097"/>
                  </a:lnTo>
                  <a:lnTo>
                    <a:pt x="3657913" y="1002684"/>
                  </a:lnTo>
                  <a:lnTo>
                    <a:pt x="3587569" y="992910"/>
                  </a:lnTo>
                  <a:lnTo>
                    <a:pt x="3517224" y="982761"/>
                  </a:lnTo>
                  <a:lnTo>
                    <a:pt x="3446880" y="972222"/>
                  </a:lnTo>
                  <a:lnTo>
                    <a:pt x="3376535" y="961278"/>
                  </a:lnTo>
                  <a:lnTo>
                    <a:pt x="3306191" y="954989"/>
                  </a:lnTo>
                  <a:lnTo>
                    <a:pt x="3235846" y="950803"/>
                  </a:lnTo>
                  <a:lnTo>
                    <a:pt x="3165502" y="946560"/>
                  </a:lnTo>
                  <a:lnTo>
                    <a:pt x="3095157" y="942258"/>
                  </a:lnTo>
                  <a:lnTo>
                    <a:pt x="3024813" y="937896"/>
                  </a:lnTo>
                  <a:lnTo>
                    <a:pt x="2954468" y="933474"/>
                  </a:lnTo>
                  <a:lnTo>
                    <a:pt x="2884124" y="928990"/>
                  </a:lnTo>
                  <a:lnTo>
                    <a:pt x="2813779" y="924445"/>
                  </a:lnTo>
                  <a:lnTo>
                    <a:pt x="2743435" y="919836"/>
                  </a:lnTo>
                  <a:lnTo>
                    <a:pt x="2673090" y="915164"/>
                  </a:lnTo>
                  <a:lnTo>
                    <a:pt x="2602746" y="910427"/>
                  </a:lnTo>
                  <a:lnTo>
                    <a:pt x="2532401" y="905624"/>
                  </a:lnTo>
                  <a:lnTo>
                    <a:pt x="2462057" y="900755"/>
                  </a:lnTo>
                  <a:lnTo>
                    <a:pt x="2391712" y="895818"/>
                  </a:lnTo>
                  <a:lnTo>
                    <a:pt x="2321368" y="890813"/>
                  </a:lnTo>
                  <a:lnTo>
                    <a:pt x="2251023" y="885739"/>
                  </a:lnTo>
                  <a:lnTo>
                    <a:pt x="2180679" y="880594"/>
                  </a:lnTo>
                  <a:lnTo>
                    <a:pt x="2110334" y="875378"/>
                  </a:lnTo>
                  <a:lnTo>
                    <a:pt x="2039990" y="870090"/>
                  </a:lnTo>
                  <a:lnTo>
                    <a:pt x="1969645" y="864729"/>
                  </a:lnTo>
                  <a:lnTo>
                    <a:pt x="1899301" y="859293"/>
                  </a:lnTo>
                  <a:lnTo>
                    <a:pt x="1828956" y="853783"/>
                  </a:lnTo>
                  <a:lnTo>
                    <a:pt x="1758612" y="848195"/>
                  </a:lnTo>
                  <a:lnTo>
                    <a:pt x="1688267" y="842531"/>
                  </a:lnTo>
                  <a:lnTo>
                    <a:pt x="1617923" y="836788"/>
                  </a:lnTo>
                  <a:lnTo>
                    <a:pt x="1547578" y="830965"/>
                  </a:lnTo>
                  <a:lnTo>
                    <a:pt x="1477234" y="825062"/>
                  </a:lnTo>
                  <a:lnTo>
                    <a:pt x="1406889" y="819077"/>
                  </a:lnTo>
                  <a:lnTo>
                    <a:pt x="1336545" y="813009"/>
                  </a:lnTo>
                  <a:lnTo>
                    <a:pt x="1266200" y="806857"/>
                  </a:lnTo>
                  <a:lnTo>
                    <a:pt x="1195856" y="800620"/>
                  </a:lnTo>
                  <a:lnTo>
                    <a:pt x="1125511" y="794297"/>
                  </a:lnTo>
                  <a:lnTo>
                    <a:pt x="1055167" y="787886"/>
                  </a:lnTo>
                  <a:lnTo>
                    <a:pt x="984822" y="781386"/>
                  </a:lnTo>
                  <a:lnTo>
                    <a:pt x="914478" y="774796"/>
                  </a:lnTo>
                  <a:lnTo>
                    <a:pt x="844133" y="768115"/>
                  </a:lnTo>
                  <a:lnTo>
                    <a:pt x="773789" y="761342"/>
                  </a:lnTo>
                  <a:lnTo>
                    <a:pt x="703444" y="754474"/>
                  </a:lnTo>
                  <a:lnTo>
                    <a:pt x="633100" y="747512"/>
                  </a:lnTo>
                  <a:lnTo>
                    <a:pt x="562755" y="740453"/>
                  </a:lnTo>
                  <a:lnTo>
                    <a:pt x="492411" y="733296"/>
                  </a:lnTo>
                  <a:lnTo>
                    <a:pt x="422066" y="726040"/>
                  </a:lnTo>
                  <a:lnTo>
                    <a:pt x="351722" y="718684"/>
                  </a:lnTo>
                  <a:lnTo>
                    <a:pt x="281377" y="711225"/>
                  </a:lnTo>
                  <a:lnTo>
                    <a:pt x="211033" y="703664"/>
                  </a:lnTo>
                  <a:lnTo>
                    <a:pt x="140688" y="695998"/>
                  </a:lnTo>
                  <a:lnTo>
                    <a:pt x="70344" y="688225"/>
                  </a:lnTo>
                  <a:lnTo>
                    <a:pt x="0" y="6803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911817" y="4336484"/>
              <a:ext cx="6287599" cy="1109396"/>
            </a:xfrm>
            <a:custGeom>
              <a:avLst/>
              <a:pathLst>
                <a:path w="6287599" h="1109396">
                  <a:moveTo>
                    <a:pt x="0" y="0"/>
                  </a:moveTo>
                  <a:lnTo>
                    <a:pt x="26939" y="18221"/>
                  </a:lnTo>
                  <a:lnTo>
                    <a:pt x="97284" y="64040"/>
                  </a:lnTo>
                  <a:lnTo>
                    <a:pt x="167628" y="108165"/>
                  </a:lnTo>
                  <a:lnTo>
                    <a:pt x="237973" y="150658"/>
                  </a:lnTo>
                  <a:lnTo>
                    <a:pt x="308317" y="191580"/>
                  </a:lnTo>
                  <a:lnTo>
                    <a:pt x="378662" y="230988"/>
                  </a:lnTo>
                  <a:lnTo>
                    <a:pt x="449006" y="268939"/>
                  </a:lnTo>
                  <a:lnTo>
                    <a:pt x="519351" y="305487"/>
                  </a:lnTo>
                  <a:lnTo>
                    <a:pt x="589695" y="340683"/>
                  </a:lnTo>
                  <a:lnTo>
                    <a:pt x="660039" y="374577"/>
                  </a:lnTo>
                  <a:lnTo>
                    <a:pt x="730384" y="407218"/>
                  </a:lnTo>
                  <a:lnTo>
                    <a:pt x="800728" y="438652"/>
                  </a:lnTo>
                  <a:lnTo>
                    <a:pt x="871073" y="468923"/>
                  </a:lnTo>
                  <a:lnTo>
                    <a:pt x="941417" y="498075"/>
                  </a:lnTo>
                  <a:lnTo>
                    <a:pt x="1011762" y="526148"/>
                  </a:lnTo>
                  <a:lnTo>
                    <a:pt x="1082106" y="553184"/>
                  </a:lnTo>
                  <a:lnTo>
                    <a:pt x="1152451" y="579220"/>
                  </a:lnTo>
                  <a:lnTo>
                    <a:pt x="1222795" y="604292"/>
                  </a:lnTo>
                  <a:lnTo>
                    <a:pt x="1293140" y="628438"/>
                  </a:lnTo>
                  <a:lnTo>
                    <a:pt x="1363484" y="651691"/>
                  </a:lnTo>
                  <a:lnTo>
                    <a:pt x="1433829" y="674083"/>
                  </a:lnTo>
                  <a:lnTo>
                    <a:pt x="1504173" y="695648"/>
                  </a:lnTo>
                  <a:lnTo>
                    <a:pt x="1574518" y="716415"/>
                  </a:lnTo>
                  <a:lnTo>
                    <a:pt x="1644862" y="736414"/>
                  </a:lnTo>
                  <a:lnTo>
                    <a:pt x="1715207" y="755674"/>
                  </a:lnTo>
                  <a:lnTo>
                    <a:pt x="1785551" y="774221"/>
                  </a:lnTo>
                  <a:lnTo>
                    <a:pt x="1855896" y="792083"/>
                  </a:lnTo>
                  <a:lnTo>
                    <a:pt x="1926240" y="809283"/>
                  </a:lnTo>
                  <a:lnTo>
                    <a:pt x="1996585" y="825848"/>
                  </a:lnTo>
                  <a:lnTo>
                    <a:pt x="2066929" y="841800"/>
                  </a:lnTo>
                  <a:lnTo>
                    <a:pt x="2137274" y="857162"/>
                  </a:lnTo>
                  <a:lnTo>
                    <a:pt x="2207618" y="871957"/>
                  </a:lnTo>
                  <a:lnTo>
                    <a:pt x="2277963" y="886204"/>
                  </a:lnTo>
                  <a:lnTo>
                    <a:pt x="2348307" y="899924"/>
                  </a:lnTo>
                  <a:lnTo>
                    <a:pt x="2418652" y="913136"/>
                  </a:lnTo>
                  <a:lnTo>
                    <a:pt x="2488996" y="925860"/>
                  </a:lnTo>
                  <a:lnTo>
                    <a:pt x="2559341" y="938114"/>
                  </a:lnTo>
                  <a:lnTo>
                    <a:pt x="2629685" y="949914"/>
                  </a:lnTo>
                  <a:lnTo>
                    <a:pt x="2700030" y="959117"/>
                  </a:lnTo>
                  <a:lnTo>
                    <a:pt x="2770374" y="963189"/>
                  </a:lnTo>
                  <a:lnTo>
                    <a:pt x="2840719" y="967206"/>
                  </a:lnTo>
                  <a:lnTo>
                    <a:pt x="2911063" y="971167"/>
                  </a:lnTo>
                  <a:lnTo>
                    <a:pt x="2981408" y="975074"/>
                  </a:lnTo>
                  <a:lnTo>
                    <a:pt x="3051752" y="978928"/>
                  </a:lnTo>
                  <a:lnTo>
                    <a:pt x="3122097" y="982730"/>
                  </a:lnTo>
                  <a:lnTo>
                    <a:pt x="3192441" y="986479"/>
                  </a:lnTo>
                  <a:lnTo>
                    <a:pt x="3262786" y="990177"/>
                  </a:lnTo>
                  <a:lnTo>
                    <a:pt x="3333130" y="993825"/>
                  </a:lnTo>
                  <a:lnTo>
                    <a:pt x="3403475" y="997423"/>
                  </a:lnTo>
                  <a:lnTo>
                    <a:pt x="3473819" y="1000971"/>
                  </a:lnTo>
                  <a:lnTo>
                    <a:pt x="3544164" y="1004471"/>
                  </a:lnTo>
                  <a:lnTo>
                    <a:pt x="3614508" y="1007924"/>
                  </a:lnTo>
                  <a:lnTo>
                    <a:pt x="3684853" y="1011329"/>
                  </a:lnTo>
                  <a:lnTo>
                    <a:pt x="3755197" y="1014688"/>
                  </a:lnTo>
                  <a:lnTo>
                    <a:pt x="3825542" y="1018001"/>
                  </a:lnTo>
                  <a:lnTo>
                    <a:pt x="3895886" y="1021268"/>
                  </a:lnTo>
                  <a:lnTo>
                    <a:pt x="3966231" y="1024491"/>
                  </a:lnTo>
                  <a:lnTo>
                    <a:pt x="4036575" y="1027670"/>
                  </a:lnTo>
                  <a:lnTo>
                    <a:pt x="4106920" y="1030806"/>
                  </a:lnTo>
                  <a:lnTo>
                    <a:pt x="4177264" y="1033898"/>
                  </a:lnTo>
                  <a:lnTo>
                    <a:pt x="4247609" y="1036949"/>
                  </a:lnTo>
                  <a:lnTo>
                    <a:pt x="4317953" y="1039957"/>
                  </a:lnTo>
                  <a:lnTo>
                    <a:pt x="4388297" y="1042925"/>
                  </a:lnTo>
                  <a:lnTo>
                    <a:pt x="4458642" y="1045852"/>
                  </a:lnTo>
                  <a:lnTo>
                    <a:pt x="4528986" y="1048739"/>
                  </a:lnTo>
                  <a:lnTo>
                    <a:pt x="4599331" y="1051587"/>
                  </a:lnTo>
                  <a:lnTo>
                    <a:pt x="4669675" y="1054396"/>
                  </a:lnTo>
                  <a:lnTo>
                    <a:pt x="4740020" y="1057166"/>
                  </a:lnTo>
                  <a:lnTo>
                    <a:pt x="4810364" y="1059899"/>
                  </a:lnTo>
                  <a:lnTo>
                    <a:pt x="4880709" y="1062594"/>
                  </a:lnTo>
                  <a:lnTo>
                    <a:pt x="4951053" y="1065252"/>
                  </a:lnTo>
                  <a:lnTo>
                    <a:pt x="5021398" y="1067874"/>
                  </a:lnTo>
                  <a:lnTo>
                    <a:pt x="5091742" y="1070461"/>
                  </a:lnTo>
                  <a:lnTo>
                    <a:pt x="5162087" y="1073012"/>
                  </a:lnTo>
                  <a:lnTo>
                    <a:pt x="5232431" y="1075528"/>
                  </a:lnTo>
                  <a:lnTo>
                    <a:pt x="5302776" y="1078009"/>
                  </a:lnTo>
                  <a:lnTo>
                    <a:pt x="5373120" y="1080457"/>
                  </a:lnTo>
                  <a:lnTo>
                    <a:pt x="5443465" y="1082872"/>
                  </a:lnTo>
                  <a:lnTo>
                    <a:pt x="5513809" y="1085253"/>
                  </a:lnTo>
                  <a:lnTo>
                    <a:pt x="5584154" y="1087602"/>
                  </a:lnTo>
                  <a:lnTo>
                    <a:pt x="5654498" y="1089919"/>
                  </a:lnTo>
                  <a:lnTo>
                    <a:pt x="5724843" y="1092204"/>
                  </a:lnTo>
                  <a:lnTo>
                    <a:pt x="5795187" y="1094458"/>
                  </a:lnTo>
                  <a:lnTo>
                    <a:pt x="5865532" y="1096681"/>
                  </a:lnTo>
                  <a:lnTo>
                    <a:pt x="5935876" y="1098874"/>
                  </a:lnTo>
                  <a:lnTo>
                    <a:pt x="6006221" y="1101037"/>
                  </a:lnTo>
                  <a:lnTo>
                    <a:pt x="6076565" y="1103170"/>
                  </a:lnTo>
                  <a:lnTo>
                    <a:pt x="6146910" y="1105274"/>
                  </a:lnTo>
                  <a:lnTo>
                    <a:pt x="6217254" y="1107349"/>
                  </a:lnTo>
                  <a:lnTo>
                    <a:pt x="6287599" y="1109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16830"/>
              <a:ext cx="6964104" cy="533551"/>
            </a:xfrm>
            <a:custGeom>
              <a:avLst/>
              <a:pathLst>
                <a:path w="6964104" h="533551">
                  <a:moveTo>
                    <a:pt x="6964104" y="533551"/>
                  </a:moveTo>
                  <a:lnTo>
                    <a:pt x="6893760" y="531888"/>
                  </a:lnTo>
                  <a:lnTo>
                    <a:pt x="6823415" y="530161"/>
                  </a:lnTo>
                  <a:lnTo>
                    <a:pt x="6753071" y="528367"/>
                  </a:lnTo>
                  <a:lnTo>
                    <a:pt x="6682726" y="526505"/>
                  </a:lnTo>
                  <a:lnTo>
                    <a:pt x="6612382" y="524572"/>
                  </a:lnTo>
                  <a:lnTo>
                    <a:pt x="6542037" y="522564"/>
                  </a:lnTo>
                  <a:lnTo>
                    <a:pt x="6471693" y="520479"/>
                  </a:lnTo>
                  <a:lnTo>
                    <a:pt x="6401348" y="518314"/>
                  </a:lnTo>
                  <a:lnTo>
                    <a:pt x="6331004" y="516066"/>
                  </a:lnTo>
                  <a:lnTo>
                    <a:pt x="6260659" y="513732"/>
                  </a:lnTo>
                  <a:lnTo>
                    <a:pt x="6190315" y="511308"/>
                  </a:lnTo>
                  <a:lnTo>
                    <a:pt x="6119970" y="508790"/>
                  </a:lnTo>
                  <a:lnTo>
                    <a:pt x="6049626" y="506177"/>
                  </a:lnTo>
                  <a:lnTo>
                    <a:pt x="5979281" y="503462"/>
                  </a:lnTo>
                  <a:lnTo>
                    <a:pt x="5908937" y="500644"/>
                  </a:lnTo>
                  <a:lnTo>
                    <a:pt x="5838592" y="497717"/>
                  </a:lnTo>
                  <a:lnTo>
                    <a:pt x="5768248" y="494678"/>
                  </a:lnTo>
                  <a:lnTo>
                    <a:pt x="5697903" y="491522"/>
                  </a:lnTo>
                  <a:lnTo>
                    <a:pt x="5627559" y="488245"/>
                  </a:lnTo>
                  <a:lnTo>
                    <a:pt x="5557214" y="484843"/>
                  </a:lnTo>
                  <a:lnTo>
                    <a:pt x="5486870" y="481309"/>
                  </a:lnTo>
                  <a:lnTo>
                    <a:pt x="5416525" y="477640"/>
                  </a:lnTo>
                  <a:lnTo>
                    <a:pt x="5346181" y="473830"/>
                  </a:lnTo>
                  <a:lnTo>
                    <a:pt x="5275836" y="469873"/>
                  </a:lnTo>
                  <a:lnTo>
                    <a:pt x="5205492" y="465765"/>
                  </a:lnTo>
                  <a:lnTo>
                    <a:pt x="5135147" y="461499"/>
                  </a:lnTo>
                  <a:lnTo>
                    <a:pt x="5064803" y="457069"/>
                  </a:lnTo>
                  <a:lnTo>
                    <a:pt x="4994458" y="452469"/>
                  </a:lnTo>
                  <a:lnTo>
                    <a:pt x="4924114" y="447692"/>
                  </a:lnTo>
                  <a:lnTo>
                    <a:pt x="4853769" y="442732"/>
                  </a:lnTo>
                  <a:lnTo>
                    <a:pt x="4783425" y="437582"/>
                  </a:lnTo>
                  <a:lnTo>
                    <a:pt x="4713080" y="432233"/>
                  </a:lnTo>
                  <a:lnTo>
                    <a:pt x="4642736" y="426680"/>
                  </a:lnTo>
                  <a:lnTo>
                    <a:pt x="4572391" y="420913"/>
                  </a:lnTo>
                  <a:lnTo>
                    <a:pt x="4502047" y="414924"/>
                  </a:lnTo>
                  <a:lnTo>
                    <a:pt x="4431702" y="408706"/>
                  </a:lnTo>
                  <a:lnTo>
                    <a:pt x="4361358" y="402248"/>
                  </a:lnTo>
                  <a:lnTo>
                    <a:pt x="4291013" y="395543"/>
                  </a:lnTo>
                  <a:lnTo>
                    <a:pt x="4220669" y="388580"/>
                  </a:lnTo>
                  <a:lnTo>
                    <a:pt x="4150324" y="381350"/>
                  </a:lnTo>
                  <a:lnTo>
                    <a:pt x="4079980" y="373842"/>
                  </a:lnTo>
                  <a:lnTo>
                    <a:pt x="4009635" y="366046"/>
                  </a:lnTo>
                  <a:lnTo>
                    <a:pt x="3939291" y="357951"/>
                  </a:lnTo>
                  <a:lnTo>
                    <a:pt x="3868946" y="349545"/>
                  </a:lnTo>
                  <a:lnTo>
                    <a:pt x="3798602" y="340815"/>
                  </a:lnTo>
                  <a:lnTo>
                    <a:pt x="3728257" y="331751"/>
                  </a:lnTo>
                  <a:lnTo>
                    <a:pt x="3657913" y="322339"/>
                  </a:lnTo>
                  <a:lnTo>
                    <a:pt x="3587569" y="312565"/>
                  </a:lnTo>
                  <a:lnTo>
                    <a:pt x="3517224" y="302415"/>
                  </a:lnTo>
                  <a:lnTo>
                    <a:pt x="3446880" y="291876"/>
                  </a:lnTo>
                  <a:lnTo>
                    <a:pt x="3376535" y="280933"/>
                  </a:lnTo>
                  <a:lnTo>
                    <a:pt x="3306191" y="274643"/>
                  </a:lnTo>
                  <a:lnTo>
                    <a:pt x="3235846" y="270458"/>
                  </a:lnTo>
                  <a:lnTo>
                    <a:pt x="3165502" y="266214"/>
                  </a:lnTo>
                  <a:lnTo>
                    <a:pt x="3095157" y="261912"/>
                  </a:lnTo>
                  <a:lnTo>
                    <a:pt x="3024813" y="257550"/>
                  </a:lnTo>
                  <a:lnTo>
                    <a:pt x="2954468" y="253128"/>
                  </a:lnTo>
                  <a:lnTo>
                    <a:pt x="2884124" y="248644"/>
                  </a:lnTo>
                  <a:lnTo>
                    <a:pt x="2813779" y="244099"/>
                  </a:lnTo>
                  <a:lnTo>
                    <a:pt x="2743435" y="239490"/>
                  </a:lnTo>
                  <a:lnTo>
                    <a:pt x="2673090" y="234818"/>
                  </a:lnTo>
                  <a:lnTo>
                    <a:pt x="2602746" y="230081"/>
                  </a:lnTo>
                  <a:lnTo>
                    <a:pt x="2532401" y="225278"/>
                  </a:lnTo>
                  <a:lnTo>
                    <a:pt x="2462057" y="220409"/>
                  </a:lnTo>
                  <a:lnTo>
                    <a:pt x="2391712" y="215472"/>
                  </a:lnTo>
                  <a:lnTo>
                    <a:pt x="2321368" y="210467"/>
                  </a:lnTo>
                  <a:lnTo>
                    <a:pt x="2251023" y="205393"/>
                  </a:lnTo>
                  <a:lnTo>
                    <a:pt x="2180679" y="200249"/>
                  </a:lnTo>
                  <a:lnTo>
                    <a:pt x="2110334" y="195033"/>
                  </a:lnTo>
                  <a:lnTo>
                    <a:pt x="2039990" y="189745"/>
                  </a:lnTo>
                  <a:lnTo>
                    <a:pt x="1969645" y="184383"/>
                  </a:lnTo>
                  <a:lnTo>
                    <a:pt x="1899301" y="178948"/>
                  </a:lnTo>
                  <a:lnTo>
                    <a:pt x="1828956" y="173437"/>
                  </a:lnTo>
                  <a:lnTo>
                    <a:pt x="1758612" y="167850"/>
                  </a:lnTo>
                  <a:lnTo>
                    <a:pt x="1688267" y="162185"/>
                  </a:lnTo>
                  <a:lnTo>
                    <a:pt x="1617923" y="156442"/>
                  </a:lnTo>
                  <a:lnTo>
                    <a:pt x="1547578" y="150620"/>
                  </a:lnTo>
                  <a:lnTo>
                    <a:pt x="1477234" y="144716"/>
                  </a:lnTo>
                  <a:lnTo>
                    <a:pt x="1406889" y="138731"/>
                  </a:lnTo>
                  <a:lnTo>
                    <a:pt x="1336545" y="132664"/>
                  </a:lnTo>
                  <a:lnTo>
                    <a:pt x="1266200" y="126512"/>
                  </a:lnTo>
                  <a:lnTo>
                    <a:pt x="1195856" y="120275"/>
                  </a:lnTo>
                  <a:lnTo>
                    <a:pt x="1125511" y="113951"/>
                  </a:lnTo>
                  <a:lnTo>
                    <a:pt x="1055167" y="107540"/>
                  </a:lnTo>
                  <a:lnTo>
                    <a:pt x="984822" y="101040"/>
                  </a:lnTo>
                  <a:lnTo>
                    <a:pt x="914478" y="94451"/>
                  </a:lnTo>
                  <a:lnTo>
                    <a:pt x="844133" y="87770"/>
                  </a:lnTo>
                  <a:lnTo>
                    <a:pt x="773789" y="80996"/>
                  </a:lnTo>
                  <a:lnTo>
                    <a:pt x="703444" y="74128"/>
                  </a:lnTo>
                  <a:lnTo>
                    <a:pt x="633100" y="67166"/>
                  </a:lnTo>
                  <a:lnTo>
                    <a:pt x="562755" y="60107"/>
                  </a:lnTo>
                  <a:lnTo>
                    <a:pt x="492411" y="52950"/>
                  </a:lnTo>
                  <a:lnTo>
                    <a:pt x="422066" y="45694"/>
                  </a:lnTo>
                  <a:lnTo>
                    <a:pt x="351722" y="38338"/>
                  </a:lnTo>
                  <a:lnTo>
                    <a:pt x="281377" y="30880"/>
                  </a:lnTo>
                  <a:lnTo>
                    <a:pt x="211033" y="23318"/>
                  </a:lnTo>
                  <a:lnTo>
                    <a:pt x="140688" y="15652"/>
                  </a:lnTo>
                  <a:lnTo>
                    <a:pt x="70344" y="78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572998"/>
              <a:ext cx="6964104" cy="940683"/>
            </a:xfrm>
            <a:custGeom>
              <a:avLst/>
              <a:pathLst>
                <a:path w="6964104" h="940683">
                  <a:moveTo>
                    <a:pt x="0" y="0"/>
                  </a:moveTo>
                  <a:lnTo>
                    <a:pt x="70344" y="25916"/>
                  </a:lnTo>
                  <a:lnTo>
                    <a:pt x="140688" y="51174"/>
                  </a:lnTo>
                  <a:lnTo>
                    <a:pt x="211033" y="75790"/>
                  </a:lnTo>
                  <a:lnTo>
                    <a:pt x="281377" y="99782"/>
                  </a:lnTo>
                  <a:lnTo>
                    <a:pt x="351722" y="123164"/>
                  </a:lnTo>
                  <a:lnTo>
                    <a:pt x="422066" y="145953"/>
                  </a:lnTo>
                  <a:lnTo>
                    <a:pt x="492411" y="168163"/>
                  </a:lnTo>
                  <a:lnTo>
                    <a:pt x="562755" y="189809"/>
                  </a:lnTo>
                  <a:lnTo>
                    <a:pt x="633100" y="210906"/>
                  </a:lnTo>
                  <a:lnTo>
                    <a:pt x="703444" y="231467"/>
                  </a:lnTo>
                  <a:lnTo>
                    <a:pt x="773789" y="251506"/>
                  </a:lnTo>
                  <a:lnTo>
                    <a:pt x="844133" y="271036"/>
                  </a:lnTo>
                  <a:lnTo>
                    <a:pt x="914478" y="290070"/>
                  </a:lnTo>
                  <a:lnTo>
                    <a:pt x="984822" y="308621"/>
                  </a:lnTo>
                  <a:lnTo>
                    <a:pt x="1055167" y="326701"/>
                  </a:lnTo>
                  <a:lnTo>
                    <a:pt x="1125511" y="344322"/>
                  </a:lnTo>
                  <a:lnTo>
                    <a:pt x="1195856" y="361495"/>
                  </a:lnTo>
                  <a:lnTo>
                    <a:pt x="1266200" y="378233"/>
                  </a:lnTo>
                  <a:lnTo>
                    <a:pt x="1336545" y="394545"/>
                  </a:lnTo>
                  <a:lnTo>
                    <a:pt x="1406889" y="410443"/>
                  </a:lnTo>
                  <a:lnTo>
                    <a:pt x="1477234" y="425938"/>
                  </a:lnTo>
                  <a:lnTo>
                    <a:pt x="1547578" y="441039"/>
                  </a:lnTo>
                  <a:lnTo>
                    <a:pt x="1617923" y="455757"/>
                  </a:lnTo>
                  <a:lnTo>
                    <a:pt x="1688267" y="470101"/>
                  </a:lnTo>
                  <a:lnTo>
                    <a:pt x="1758612" y="484080"/>
                  </a:lnTo>
                  <a:lnTo>
                    <a:pt x="1828956" y="497705"/>
                  </a:lnTo>
                  <a:lnTo>
                    <a:pt x="1899301" y="510984"/>
                  </a:lnTo>
                  <a:lnTo>
                    <a:pt x="1969645" y="523926"/>
                  </a:lnTo>
                  <a:lnTo>
                    <a:pt x="2039990" y="536539"/>
                  </a:lnTo>
                  <a:lnTo>
                    <a:pt x="2110334" y="548832"/>
                  </a:lnTo>
                  <a:lnTo>
                    <a:pt x="2180679" y="560813"/>
                  </a:lnTo>
                  <a:lnTo>
                    <a:pt x="2251023" y="572489"/>
                  </a:lnTo>
                  <a:lnTo>
                    <a:pt x="2321368" y="583869"/>
                  </a:lnTo>
                  <a:lnTo>
                    <a:pt x="2391712" y="594961"/>
                  </a:lnTo>
                  <a:lnTo>
                    <a:pt x="2462057" y="605770"/>
                  </a:lnTo>
                  <a:lnTo>
                    <a:pt x="2532401" y="616305"/>
                  </a:lnTo>
                  <a:lnTo>
                    <a:pt x="2602746" y="626573"/>
                  </a:lnTo>
                  <a:lnTo>
                    <a:pt x="2673090" y="636580"/>
                  </a:lnTo>
                  <a:lnTo>
                    <a:pt x="2743435" y="646332"/>
                  </a:lnTo>
                  <a:lnTo>
                    <a:pt x="2813779" y="655838"/>
                  </a:lnTo>
                  <a:lnTo>
                    <a:pt x="2884124" y="665101"/>
                  </a:lnTo>
                  <a:lnTo>
                    <a:pt x="2954468" y="674130"/>
                  </a:lnTo>
                  <a:lnTo>
                    <a:pt x="3024813" y="682929"/>
                  </a:lnTo>
                  <a:lnTo>
                    <a:pt x="3095157" y="691505"/>
                  </a:lnTo>
                  <a:lnTo>
                    <a:pt x="3165502" y="699863"/>
                  </a:lnTo>
                  <a:lnTo>
                    <a:pt x="3235846" y="708009"/>
                  </a:lnTo>
                  <a:lnTo>
                    <a:pt x="3306191" y="715949"/>
                  </a:lnTo>
                  <a:lnTo>
                    <a:pt x="3376535" y="723686"/>
                  </a:lnTo>
                  <a:lnTo>
                    <a:pt x="3446880" y="731227"/>
                  </a:lnTo>
                  <a:lnTo>
                    <a:pt x="3517224" y="738577"/>
                  </a:lnTo>
                  <a:lnTo>
                    <a:pt x="3587569" y="745740"/>
                  </a:lnTo>
                  <a:lnTo>
                    <a:pt x="3657913" y="752721"/>
                  </a:lnTo>
                  <a:lnTo>
                    <a:pt x="3728257" y="759525"/>
                  </a:lnTo>
                  <a:lnTo>
                    <a:pt x="3798602" y="766156"/>
                  </a:lnTo>
                  <a:lnTo>
                    <a:pt x="3868946" y="772619"/>
                  </a:lnTo>
                  <a:lnTo>
                    <a:pt x="3939291" y="778917"/>
                  </a:lnTo>
                  <a:lnTo>
                    <a:pt x="4009635" y="785056"/>
                  </a:lnTo>
                  <a:lnTo>
                    <a:pt x="4079980" y="791039"/>
                  </a:lnTo>
                  <a:lnTo>
                    <a:pt x="4150324" y="796870"/>
                  </a:lnTo>
                  <a:lnTo>
                    <a:pt x="4220669" y="802553"/>
                  </a:lnTo>
                  <a:lnTo>
                    <a:pt x="4291013" y="808091"/>
                  </a:lnTo>
                  <a:lnTo>
                    <a:pt x="4361358" y="813489"/>
                  </a:lnTo>
                  <a:lnTo>
                    <a:pt x="4431702" y="818750"/>
                  </a:lnTo>
                  <a:lnTo>
                    <a:pt x="4502047" y="823878"/>
                  </a:lnTo>
                  <a:lnTo>
                    <a:pt x="4572391" y="828875"/>
                  </a:lnTo>
                  <a:lnTo>
                    <a:pt x="4642736" y="833745"/>
                  </a:lnTo>
                  <a:lnTo>
                    <a:pt x="4713080" y="838492"/>
                  </a:lnTo>
                  <a:lnTo>
                    <a:pt x="4783425" y="843118"/>
                  </a:lnTo>
                  <a:lnTo>
                    <a:pt x="4853769" y="847627"/>
                  </a:lnTo>
                  <a:lnTo>
                    <a:pt x="4924114" y="852021"/>
                  </a:lnTo>
                  <a:lnTo>
                    <a:pt x="4994458" y="856303"/>
                  </a:lnTo>
                  <a:lnTo>
                    <a:pt x="5064803" y="860477"/>
                  </a:lnTo>
                  <a:lnTo>
                    <a:pt x="5135147" y="864545"/>
                  </a:lnTo>
                  <a:lnTo>
                    <a:pt x="5205492" y="868510"/>
                  </a:lnTo>
                  <a:lnTo>
                    <a:pt x="5275836" y="872374"/>
                  </a:lnTo>
                  <a:lnTo>
                    <a:pt x="5346181" y="876139"/>
                  </a:lnTo>
                  <a:lnTo>
                    <a:pt x="5416525" y="879810"/>
                  </a:lnTo>
                  <a:lnTo>
                    <a:pt x="5486870" y="883387"/>
                  </a:lnTo>
                  <a:lnTo>
                    <a:pt x="5557214" y="886873"/>
                  </a:lnTo>
                  <a:lnTo>
                    <a:pt x="5627559" y="890270"/>
                  </a:lnTo>
                  <a:lnTo>
                    <a:pt x="5697903" y="893582"/>
                  </a:lnTo>
                  <a:lnTo>
                    <a:pt x="5768248" y="896809"/>
                  </a:lnTo>
                  <a:lnTo>
                    <a:pt x="5838592" y="899954"/>
                  </a:lnTo>
                  <a:lnTo>
                    <a:pt x="5908937" y="903020"/>
                  </a:lnTo>
                  <a:lnTo>
                    <a:pt x="5979281" y="906008"/>
                  </a:lnTo>
                  <a:lnTo>
                    <a:pt x="6049626" y="908920"/>
                  </a:lnTo>
                  <a:lnTo>
                    <a:pt x="6119970" y="911757"/>
                  </a:lnTo>
                  <a:lnTo>
                    <a:pt x="6190315" y="914523"/>
                  </a:lnTo>
                  <a:lnTo>
                    <a:pt x="6260659" y="917219"/>
                  </a:lnTo>
                  <a:lnTo>
                    <a:pt x="6331004" y="919846"/>
                  </a:lnTo>
                  <a:lnTo>
                    <a:pt x="6401348" y="922406"/>
                  </a:lnTo>
                  <a:lnTo>
                    <a:pt x="6471693" y="924902"/>
                  </a:lnTo>
                  <a:lnTo>
                    <a:pt x="6542037" y="927334"/>
                  </a:lnTo>
                  <a:lnTo>
                    <a:pt x="6612382" y="929704"/>
                  </a:lnTo>
                  <a:lnTo>
                    <a:pt x="6682726" y="932014"/>
                  </a:lnTo>
                  <a:lnTo>
                    <a:pt x="6753071" y="934266"/>
                  </a:lnTo>
                  <a:lnTo>
                    <a:pt x="6823415" y="936460"/>
                  </a:lnTo>
                  <a:lnTo>
                    <a:pt x="6893760" y="938599"/>
                  </a:lnTo>
                  <a:lnTo>
                    <a:pt x="6964104" y="9406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2026-07-22T07:54:27Z</dcterms:modified>
  <cp:category/>
</cp:coreProperties>
</file>