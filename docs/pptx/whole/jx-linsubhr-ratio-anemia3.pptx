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3745"/>
            </a:xfrm>
            <a:custGeom>
              <a:avLst/>
              <a:pathLst>
                <a:path w="7235830" h="3363745">
                  <a:moveTo>
                    <a:pt x="642940" y="0"/>
                  </a:moveTo>
                  <a:lnTo>
                    <a:pt x="671187" y="50491"/>
                  </a:lnTo>
                  <a:lnTo>
                    <a:pt x="744947" y="177458"/>
                  </a:lnTo>
                  <a:lnTo>
                    <a:pt x="818707" y="299730"/>
                  </a:lnTo>
                  <a:lnTo>
                    <a:pt x="892467" y="417480"/>
                  </a:lnTo>
                  <a:lnTo>
                    <a:pt x="966227" y="530875"/>
                  </a:lnTo>
                  <a:lnTo>
                    <a:pt x="1039987" y="640077"/>
                  </a:lnTo>
                  <a:lnTo>
                    <a:pt x="1113747" y="745240"/>
                  </a:lnTo>
                  <a:lnTo>
                    <a:pt x="1187508" y="846514"/>
                  </a:lnTo>
                  <a:lnTo>
                    <a:pt x="1261268" y="944043"/>
                  </a:lnTo>
                  <a:lnTo>
                    <a:pt x="1335028" y="1037966"/>
                  </a:lnTo>
                  <a:lnTo>
                    <a:pt x="1408788" y="1128414"/>
                  </a:lnTo>
                  <a:lnTo>
                    <a:pt x="1482548" y="1215518"/>
                  </a:lnTo>
                  <a:lnTo>
                    <a:pt x="1556308" y="1299401"/>
                  </a:lnTo>
                  <a:lnTo>
                    <a:pt x="1630068" y="1380181"/>
                  </a:lnTo>
                  <a:lnTo>
                    <a:pt x="1703828" y="1457975"/>
                  </a:lnTo>
                  <a:lnTo>
                    <a:pt x="1777588" y="1532891"/>
                  </a:lnTo>
                  <a:lnTo>
                    <a:pt x="1851348" y="1605037"/>
                  </a:lnTo>
                  <a:lnTo>
                    <a:pt x="1925108" y="1674514"/>
                  </a:lnTo>
                  <a:lnTo>
                    <a:pt x="1998868" y="1741422"/>
                  </a:lnTo>
                  <a:lnTo>
                    <a:pt x="2072628" y="1805856"/>
                  </a:lnTo>
                  <a:lnTo>
                    <a:pt x="2146388" y="1867907"/>
                  </a:lnTo>
                  <a:lnTo>
                    <a:pt x="2220148" y="1927664"/>
                  </a:lnTo>
                  <a:lnTo>
                    <a:pt x="2293908" y="1985210"/>
                  </a:lnTo>
                  <a:lnTo>
                    <a:pt x="2367668" y="2040628"/>
                  </a:lnTo>
                  <a:lnTo>
                    <a:pt x="2441428" y="2093997"/>
                  </a:lnTo>
                  <a:lnTo>
                    <a:pt x="2515188" y="2145392"/>
                  </a:lnTo>
                  <a:lnTo>
                    <a:pt x="2588948" y="2194886"/>
                  </a:lnTo>
                  <a:lnTo>
                    <a:pt x="2662708" y="2242551"/>
                  </a:lnTo>
                  <a:lnTo>
                    <a:pt x="2736468" y="2288452"/>
                  </a:lnTo>
                  <a:lnTo>
                    <a:pt x="2810228" y="2332656"/>
                  </a:lnTo>
                  <a:lnTo>
                    <a:pt x="2883988" y="2375225"/>
                  </a:lnTo>
                  <a:lnTo>
                    <a:pt x="2957748" y="2416220"/>
                  </a:lnTo>
                  <a:lnTo>
                    <a:pt x="3031508" y="2455699"/>
                  </a:lnTo>
                  <a:lnTo>
                    <a:pt x="3105268" y="2493717"/>
                  </a:lnTo>
                  <a:lnTo>
                    <a:pt x="3179028" y="2530330"/>
                  </a:lnTo>
                  <a:lnTo>
                    <a:pt x="3252788" y="2565589"/>
                  </a:lnTo>
                  <a:lnTo>
                    <a:pt x="3326548" y="2599544"/>
                  </a:lnTo>
                  <a:lnTo>
                    <a:pt x="3400308" y="2632243"/>
                  </a:lnTo>
                  <a:lnTo>
                    <a:pt x="3474068" y="2657745"/>
                  </a:lnTo>
                  <a:lnTo>
                    <a:pt x="3547828" y="2669028"/>
                  </a:lnTo>
                  <a:lnTo>
                    <a:pt x="3621588" y="2680158"/>
                  </a:lnTo>
                  <a:lnTo>
                    <a:pt x="3695348" y="2691135"/>
                  </a:lnTo>
                  <a:lnTo>
                    <a:pt x="3769108" y="2701962"/>
                  </a:lnTo>
                  <a:lnTo>
                    <a:pt x="3842868" y="2712642"/>
                  </a:lnTo>
                  <a:lnTo>
                    <a:pt x="3916628" y="2723175"/>
                  </a:lnTo>
                  <a:lnTo>
                    <a:pt x="3990388" y="2733565"/>
                  </a:lnTo>
                  <a:lnTo>
                    <a:pt x="4064149" y="2743813"/>
                  </a:lnTo>
                  <a:lnTo>
                    <a:pt x="4137909" y="2753920"/>
                  </a:lnTo>
                  <a:lnTo>
                    <a:pt x="4211669" y="2763890"/>
                  </a:lnTo>
                  <a:lnTo>
                    <a:pt x="4285429" y="2773724"/>
                  </a:lnTo>
                  <a:lnTo>
                    <a:pt x="4359189" y="2783423"/>
                  </a:lnTo>
                  <a:lnTo>
                    <a:pt x="4432949" y="2792989"/>
                  </a:lnTo>
                  <a:lnTo>
                    <a:pt x="4506709" y="2802425"/>
                  </a:lnTo>
                  <a:lnTo>
                    <a:pt x="4580469" y="2811733"/>
                  </a:lnTo>
                  <a:lnTo>
                    <a:pt x="4654229" y="2820912"/>
                  </a:lnTo>
                  <a:lnTo>
                    <a:pt x="4727989" y="2829967"/>
                  </a:lnTo>
                  <a:lnTo>
                    <a:pt x="4801749" y="2838898"/>
                  </a:lnTo>
                  <a:lnTo>
                    <a:pt x="4875509" y="2847707"/>
                  </a:lnTo>
                  <a:lnTo>
                    <a:pt x="4949269" y="2856395"/>
                  </a:lnTo>
                  <a:lnTo>
                    <a:pt x="5023029" y="2864965"/>
                  </a:lnTo>
                  <a:lnTo>
                    <a:pt x="5096789" y="2873418"/>
                  </a:lnTo>
                  <a:lnTo>
                    <a:pt x="5170549" y="2881755"/>
                  </a:lnTo>
                  <a:lnTo>
                    <a:pt x="5244309" y="2889979"/>
                  </a:lnTo>
                  <a:lnTo>
                    <a:pt x="5318069" y="2898090"/>
                  </a:lnTo>
                  <a:lnTo>
                    <a:pt x="5391829" y="2906090"/>
                  </a:lnTo>
                  <a:lnTo>
                    <a:pt x="5465589" y="2913981"/>
                  </a:lnTo>
                  <a:lnTo>
                    <a:pt x="5539349" y="2921764"/>
                  </a:lnTo>
                  <a:lnTo>
                    <a:pt x="5613109" y="2929441"/>
                  </a:lnTo>
                  <a:lnTo>
                    <a:pt x="5686869" y="2937013"/>
                  </a:lnTo>
                  <a:lnTo>
                    <a:pt x="5760629" y="2944482"/>
                  </a:lnTo>
                  <a:lnTo>
                    <a:pt x="5834389" y="2951848"/>
                  </a:lnTo>
                  <a:lnTo>
                    <a:pt x="5908149" y="2959114"/>
                  </a:lnTo>
                  <a:lnTo>
                    <a:pt x="5981909" y="2966281"/>
                  </a:lnTo>
                  <a:lnTo>
                    <a:pt x="6055669" y="2973349"/>
                  </a:lnTo>
                  <a:lnTo>
                    <a:pt x="6129429" y="2980322"/>
                  </a:lnTo>
                  <a:lnTo>
                    <a:pt x="6203189" y="2987199"/>
                  </a:lnTo>
                  <a:lnTo>
                    <a:pt x="6276949" y="2993982"/>
                  </a:lnTo>
                  <a:lnTo>
                    <a:pt x="6350709" y="3000672"/>
                  </a:lnTo>
                  <a:lnTo>
                    <a:pt x="6424469" y="3007271"/>
                  </a:lnTo>
                  <a:lnTo>
                    <a:pt x="6498229" y="3013780"/>
                  </a:lnTo>
                  <a:lnTo>
                    <a:pt x="6571989" y="3020200"/>
                  </a:lnTo>
                  <a:lnTo>
                    <a:pt x="6645749" y="3026532"/>
                  </a:lnTo>
                  <a:lnTo>
                    <a:pt x="6719509" y="3032778"/>
                  </a:lnTo>
                  <a:lnTo>
                    <a:pt x="6793269" y="3038938"/>
                  </a:lnTo>
                  <a:lnTo>
                    <a:pt x="6867029" y="3045014"/>
                  </a:lnTo>
                  <a:lnTo>
                    <a:pt x="6940789" y="3051008"/>
                  </a:lnTo>
                  <a:lnTo>
                    <a:pt x="7014550" y="3056919"/>
                  </a:lnTo>
                  <a:lnTo>
                    <a:pt x="7088310" y="3062749"/>
                  </a:lnTo>
                  <a:lnTo>
                    <a:pt x="7162070" y="3068500"/>
                  </a:lnTo>
                  <a:lnTo>
                    <a:pt x="7235830" y="3074173"/>
                  </a:lnTo>
                  <a:lnTo>
                    <a:pt x="7235830" y="3363745"/>
                  </a:lnTo>
                  <a:lnTo>
                    <a:pt x="7162070" y="3359137"/>
                  </a:lnTo>
                  <a:lnTo>
                    <a:pt x="7088310" y="3354352"/>
                  </a:lnTo>
                  <a:lnTo>
                    <a:pt x="7014550" y="3349383"/>
                  </a:lnTo>
                  <a:lnTo>
                    <a:pt x="6940789" y="3344223"/>
                  </a:lnTo>
                  <a:lnTo>
                    <a:pt x="6867029" y="3338865"/>
                  </a:lnTo>
                  <a:lnTo>
                    <a:pt x="6793269" y="3333301"/>
                  </a:lnTo>
                  <a:lnTo>
                    <a:pt x="6719509" y="3327524"/>
                  </a:lnTo>
                  <a:lnTo>
                    <a:pt x="6645749" y="3321525"/>
                  </a:lnTo>
                  <a:lnTo>
                    <a:pt x="6571989" y="3315295"/>
                  </a:lnTo>
                  <a:lnTo>
                    <a:pt x="6498229" y="3308826"/>
                  </a:lnTo>
                  <a:lnTo>
                    <a:pt x="6424469" y="3302109"/>
                  </a:lnTo>
                  <a:lnTo>
                    <a:pt x="6350709" y="3295134"/>
                  </a:lnTo>
                  <a:lnTo>
                    <a:pt x="6276949" y="3287891"/>
                  </a:lnTo>
                  <a:lnTo>
                    <a:pt x="6203189" y="3280370"/>
                  </a:lnTo>
                  <a:lnTo>
                    <a:pt x="6129429" y="3272560"/>
                  </a:lnTo>
                  <a:lnTo>
                    <a:pt x="6055669" y="3264450"/>
                  </a:lnTo>
                  <a:lnTo>
                    <a:pt x="5981909" y="3256028"/>
                  </a:lnTo>
                  <a:lnTo>
                    <a:pt x="5908149" y="3247284"/>
                  </a:lnTo>
                  <a:lnTo>
                    <a:pt x="5834389" y="3238203"/>
                  </a:lnTo>
                  <a:lnTo>
                    <a:pt x="5760629" y="3228774"/>
                  </a:lnTo>
                  <a:lnTo>
                    <a:pt x="5686869" y="3218982"/>
                  </a:lnTo>
                  <a:lnTo>
                    <a:pt x="5613109" y="3208815"/>
                  </a:lnTo>
                  <a:lnTo>
                    <a:pt x="5539349" y="3198257"/>
                  </a:lnTo>
                  <a:lnTo>
                    <a:pt x="5465589" y="3187294"/>
                  </a:lnTo>
                  <a:lnTo>
                    <a:pt x="5391829" y="3175910"/>
                  </a:lnTo>
                  <a:lnTo>
                    <a:pt x="5318069" y="3164088"/>
                  </a:lnTo>
                  <a:lnTo>
                    <a:pt x="5244309" y="3151813"/>
                  </a:lnTo>
                  <a:lnTo>
                    <a:pt x="5170549" y="3139066"/>
                  </a:lnTo>
                  <a:lnTo>
                    <a:pt x="5096789" y="3125830"/>
                  </a:lnTo>
                  <a:lnTo>
                    <a:pt x="5023029" y="3112085"/>
                  </a:lnTo>
                  <a:lnTo>
                    <a:pt x="4949269" y="3097813"/>
                  </a:lnTo>
                  <a:lnTo>
                    <a:pt x="4875509" y="3082992"/>
                  </a:lnTo>
                  <a:lnTo>
                    <a:pt x="4801749" y="3067602"/>
                  </a:lnTo>
                  <a:lnTo>
                    <a:pt x="4727989" y="3051622"/>
                  </a:lnTo>
                  <a:lnTo>
                    <a:pt x="4654229" y="3035027"/>
                  </a:lnTo>
                  <a:lnTo>
                    <a:pt x="4580469" y="3017796"/>
                  </a:lnTo>
                  <a:lnTo>
                    <a:pt x="4506709" y="2999902"/>
                  </a:lnTo>
                  <a:lnTo>
                    <a:pt x="4432949" y="2981322"/>
                  </a:lnTo>
                  <a:lnTo>
                    <a:pt x="4359189" y="2962028"/>
                  </a:lnTo>
                  <a:lnTo>
                    <a:pt x="4285429" y="2941993"/>
                  </a:lnTo>
                  <a:lnTo>
                    <a:pt x="4211669" y="2921189"/>
                  </a:lnTo>
                  <a:lnTo>
                    <a:pt x="4137909" y="2899586"/>
                  </a:lnTo>
                  <a:lnTo>
                    <a:pt x="4064149" y="2877153"/>
                  </a:lnTo>
                  <a:lnTo>
                    <a:pt x="3990388" y="2853859"/>
                  </a:lnTo>
                  <a:lnTo>
                    <a:pt x="3916628" y="2829670"/>
                  </a:lnTo>
                  <a:lnTo>
                    <a:pt x="3842868" y="2804552"/>
                  </a:lnTo>
                  <a:lnTo>
                    <a:pt x="3769108" y="2778470"/>
                  </a:lnTo>
                  <a:lnTo>
                    <a:pt x="3695348" y="2751386"/>
                  </a:lnTo>
                  <a:lnTo>
                    <a:pt x="3621588" y="2723262"/>
                  </a:lnTo>
                  <a:lnTo>
                    <a:pt x="3547828" y="2694058"/>
                  </a:lnTo>
                  <a:lnTo>
                    <a:pt x="3474068" y="2663733"/>
                  </a:lnTo>
                  <a:lnTo>
                    <a:pt x="3400308" y="2646305"/>
                  </a:lnTo>
                  <a:lnTo>
                    <a:pt x="3326548" y="2634707"/>
                  </a:lnTo>
                  <a:lnTo>
                    <a:pt x="3252788" y="2622948"/>
                  </a:lnTo>
                  <a:lnTo>
                    <a:pt x="3179028" y="2611026"/>
                  </a:lnTo>
                  <a:lnTo>
                    <a:pt x="3105268" y="2598940"/>
                  </a:lnTo>
                  <a:lnTo>
                    <a:pt x="3031508" y="2586685"/>
                  </a:lnTo>
                  <a:lnTo>
                    <a:pt x="2957748" y="2574262"/>
                  </a:lnTo>
                  <a:lnTo>
                    <a:pt x="2883988" y="2561666"/>
                  </a:lnTo>
                  <a:lnTo>
                    <a:pt x="2810228" y="2548895"/>
                  </a:lnTo>
                  <a:lnTo>
                    <a:pt x="2736468" y="2535948"/>
                  </a:lnTo>
                  <a:lnTo>
                    <a:pt x="2662708" y="2522821"/>
                  </a:lnTo>
                  <a:lnTo>
                    <a:pt x="2588948" y="2509513"/>
                  </a:lnTo>
                  <a:lnTo>
                    <a:pt x="2515188" y="2496020"/>
                  </a:lnTo>
                  <a:lnTo>
                    <a:pt x="2441428" y="2482341"/>
                  </a:lnTo>
                  <a:lnTo>
                    <a:pt x="2367668" y="2468472"/>
                  </a:lnTo>
                  <a:lnTo>
                    <a:pt x="2293908" y="2454411"/>
                  </a:lnTo>
                  <a:lnTo>
                    <a:pt x="2220148" y="2440155"/>
                  </a:lnTo>
                  <a:lnTo>
                    <a:pt x="2146388" y="2425702"/>
                  </a:lnTo>
                  <a:lnTo>
                    <a:pt x="2072628" y="2411048"/>
                  </a:lnTo>
                  <a:lnTo>
                    <a:pt x="1998868" y="2396192"/>
                  </a:lnTo>
                  <a:lnTo>
                    <a:pt x="1925108" y="2381130"/>
                  </a:lnTo>
                  <a:lnTo>
                    <a:pt x="1851348" y="2365859"/>
                  </a:lnTo>
                  <a:lnTo>
                    <a:pt x="1777588" y="2350377"/>
                  </a:lnTo>
                  <a:lnTo>
                    <a:pt x="1703828" y="2334680"/>
                  </a:lnTo>
                  <a:lnTo>
                    <a:pt x="1630068" y="2318766"/>
                  </a:lnTo>
                  <a:lnTo>
                    <a:pt x="1556308" y="2302632"/>
                  </a:lnTo>
                  <a:lnTo>
                    <a:pt x="1482548" y="2286274"/>
                  </a:lnTo>
                  <a:lnTo>
                    <a:pt x="1408788" y="2269689"/>
                  </a:lnTo>
                  <a:lnTo>
                    <a:pt x="1335028" y="2252875"/>
                  </a:lnTo>
                  <a:lnTo>
                    <a:pt x="1261268" y="2235828"/>
                  </a:lnTo>
                  <a:lnTo>
                    <a:pt x="1187508" y="2218545"/>
                  </a:lnTo>
                  <a:lnTo>
                    <a:pt x="1113747" y="2201023"/>
                  </a:lnTo>
                  <a:lnTo>
                    <a:pt x="1039987" y="2183257"/>
                  </a:lnTo>
                  <a:lnTo>
                    <a:pt x="966227" y="2165246"/>
                  </a:lnTo>
                  <a:lnTo>
                    <a:pt x="892467" y="2146986"/>
                  </a:lnTo>
                  <a:lnTo>
                    <a:pt x="818707" y="2128472"/>
                  </a:lnTo>
                  <a:lnTo>
                    <a:pt x="744947" y="2109702"/>
                  </a:lnTo>
                  <a:lnTo>
                    <a:pt x="671187" y="2090672"/>
                  </a:lnTo>
                  <a:lnTo>
                    <a:pt x="597427" y="2071379"/>
                  </a:lnTo>
                  <a:lnTo>
                    <a:pt x="523667" y="2051818"/>
                  </a:lnTo>
                  <a:lnTo>
                    <a:pt x="449907" y="2031987"/>
                  </a:lnTo>
                  <a:lnTo>
                    <a:pt x="376147" y="2011880"/>
                  </a:lnTo>
                  <a:lnTo>
                    <a:pt x="302387" y="1991496"/>
                  </a:lnTo>
                  <a:lnTo>
                    <a:pt x="228627" y="1970829"/>
                  </a:lnTo>
                  <a:lnTo>
                    <a:pt x="154867" y="1949875"/>
                  </a:lnTo>
                  <a:lnTo>
                    <a:pt x="81107" y="1928632"/>
                  </a:lnTo>
                  <a:lnTo>
                    <a:pt x="7347" y="1907094"/>
                  </a:lnTo>
                  <a:lnTo>
                    <a:pt x="0" y="19049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2073503"/>
              <a:ext cx="6592889" cy="3074173"/>
            </a:xfrm>
            <a:custGeom>
              <a:avLst/>
              <a:pathLst>
                <a:path w="6592889" h="3074173">
                  <a:moveTo>
                    <a:pt x="0" y="0"/>
                  </a:moveTo>
                  <a:lnTo>
                    <a:pt x="28247" y="50491"/>
                  </a:lnTo>
                  <a:lnTo>
                    <a:pt x="102007" y="177458"/>
                  </a:lnTo>
                  <a:lnTo>
                    <a:pt x="175767" y="299730"/>
                  </a:lnTo>
                  <a:lnTo>
                    <a:pt x="249527" y="417480"/>
                  </a:lnTo>
                  <a:lnTo>
                    <a:pt x="323287" y="530875"/>
                  </a:lnTo>
                  <a:lnTo>
                    <a:pt x="397047" y="640077"/>
                  </a:lnTo>
                  <a:lnTo>
                    <a:pt x="470807" y="745240"/>
                  </a:lnTo>
                  <a:lnTo>
                    <a:pt x="544567" y="846514"/>
                  </a:lnTo>
                  <a:lnTo>
                    <a:pt x="618327" y="944043"/>
                  </a:lnTo>
                  <a:lnTo>
                    <a:pt x="692087" y="1037966"/>
                  </a:lnTo>
                  <a:lnTo>
                    <a:pt x="765847" y="1128414"/>
                  </a:lnTo>
                  <a:lnTo>
                    <a:pt x="839607" y="1215518"/>
                  </a:lnTo>
                  <a:lnTo>
                    <a:pt x="913367" y="1299401"/>
                  </a:lnTo>
                  <a:lnTo>
                    <a:pt x="987127" y="1380181"/>
                  </a:lnTo>
                  <a:lnTo>
                    <a:pt x="1060887" y="1457975"/>
                  </a:lnTo>
                  <a:lnTo>
                    <a:pt x="1134647" y="1532891"/>
                  </a:lnTo>
                  <a:lnTo>
                    <a:pt x="1208408" y="1605037"/>
                  </a:lnTo>
                  <a:lnTo>
                    <a:pt x="1282168" y="1674514"/>
                  </a:lnTo>
                  <a:lnTo>
                    <a:pt x="1355928" y="1741422"/>
                  </a:lnTo>
                  <a:lnTo>
                    <a:pt x="1429688" y="1805856"/>
                  </a:lnTo>
                  <a:lnTo>
                    <a:pt x="1503448" y="1867907"/>
                  </a:lnTo>
                  <a:lnTo>
                    <a:pt x="1577208" y="1927664"/>
                  </a:lnTo>
                  <a:lnTo>
                    <a:pt x="1650968" y="1985210"/>
                  </a:lnTo>
                  <a:lnTo>
                    <a:pt x="1724728" y="2040628"/>
                  </a:lnTo>
                  <a:lnTo>
                    <a:pt x="1798488" y="2093997"/>
                  </a:lnTo>
                  <a:lnTo>
                    <a:pt x="1872248" y="2145392"/>
                  </a:lnTo>
                  <a:lnTo>
                    <a:pt x="1946008" y="2194886"/>
                  </a:lnTo>
                  <a:lnTo>
                    <a:pt x="2019768" y="2242551"/>
                  </a:lnTo>
                  <a:lnTo>
                    <a:pt x="2093528" y="2288452"/>
                  </a:lnTo>
                  <a:lnTo>
                    <a:pt x="2167288" y="2332656"/>
                  </a:lnTo>
                  <a:lnTo>
                    <a:pt x="2241048" y="2375225"/>
                  </a:lnTo>
                  <a:lnTo>
                    <a:pt x="2314808" y="2416220"/>
                  </a:lnTo>
                  <a:lnTo>
                    <a:pt x="2388568" y="2455699"/>
                  </a:lnTo>
                  <a:lnTo>
                    <a:pt x="2462328" y="2493717"/>
                  </a:lnTo>
                  <a:lnTo>
                    <a:pt x="2536088" y="2530330"/>
                  </a:lnTo>
                  <a:lnTo>
                    <a:pt x="2609848" y="2565589"/>
                  </a:lnTo>
                  <a:lnTo>
                    <a:pt x="2683608" y="2599544"/>
                  </a:lnTo>
                  <a:lnTo>
                    <a:pt x="2757368" y="2632243"/>
                  </a:lnTo>
                  <a:lnTo>
                    <a:pt x="2831128" y="2657745"/>
                  </a:lnTo>
                  <a:lnTo>
                    <a:pt x="2904888" y="2669028"/>
                  </a:lnTo>
                  <a:lnTo>
                    <a:pt x="2978648" y="2680158"/>
                  </a:lnTo>
                  <a:lnTo>
                    <a:pt x="3052408" y="2691135"/>
                  </a:lnTo>
                  <a:lnTo>
                    <a:pt x="3126168" y="2701962"/>
                  </a:lnTo>
                  <a:lnTo>
                    <a:pt x="3199928" y="2712642"/>
                  </a:lnTo>
                  <a:lnTo>
                    <a:pt x="3273688" y="2723175"/>
                  </a:lnTo>
                  <a:lnTo>
                    <a:pt x="3347448" y="2733565"/>
                  </a:lnTo>
                  <a:lnTo>
                    <a:pt x="3421208" y="2743813"/>
                  </a:lnTo>
                  <a:lnTo>
                    <a:pt x="3494968" y="2753920"/>
                  </a:lnTo>
                  <a:lnTo>
                    <a:pt x="3568728" y="2763890"/>
                  </a:lnTo>
                  <a:lnTo>
                    <a:pt x="3642488" y="2773724"/>
                  </a:lnTo>
                  <a:lnTo>
                    <a:pt x="3716248" y="2783423"/>
                  </a:lnTo>
                  <a:lnTo>
                    <a:pt x="3790008" y="2792989"/>
                  </a:lnTo>
                  <a:lnTo>
                    <a:pt x="3863768" y="2802425"/>
                  </a:lnTo>
                  <a:lnTo>
                    <a:pt x="3937528" y="2811733"/>
                  </a:lnTo>
                  <a:lnTo>
                    <a:pt x="4011288" y="2820912"/>
                  </a:lnTo>
                  <a:lnTo>
                    <a:pt x="4085048" y="2829967"/>
                  </a:lnTo>
                  <a:lnTo>
                    <a:pt x="4158809" y="2838898"/>
                  </a:lnTo>
                  <a:lnTo>
                    <a:pt x="4232569" y="2847707"/>
                  </a:lnTo>
                  <a:lnTo>
                    <a:pt x="4306329" y="2856395"/>
                  </a:lnTo>
                  <a:lnTo>
                    <a:pt x="4380089" y="2864965"/>
                  </a:lnTo>
                  <a:lnTo>
                    <a:pt x="4453849" y="2873418"/>
                  </a:lnTo>
                  <a:lnTo>
                    <a:pt x="4527609" y="2881755"/>
                  </a:lnTo>
                  <a:lnTo>
                    <a:pt x="4601369" y="2889979"/>
                  </a:lnTo>
                  <a:lnTo>
                    <a:pt x="4675129" y="2898090"/>
                  </a:lnTo>
                  <a:lnTo>
                    <a:pt x="4748889" y="2906090"/>
                  </a:lnTo>
                  <a:lnTo>
                    <a:pt x="4822649" y="2913981"/>
                  </a:lnTo>
                  <a:lnTo>
                    <a:pt x="4896409" y="2921764"/>
                  </a:lnTo>
                  <a:lnTo>
                    <a:pt x="4970169" y="2929441"/>
                  </a:lnTo>
                  <a:lnTo>
                    <a:pt x="5043929" y="2937013"/>
                  </a:lnTo>
                  <a:lnTo>
                    <a:pt x="5117689" y="2944482"/>
                  </a:lnTo>
                  <a:lnTo>
                    <a:pt x="5191449" y="2951848"/>
                  </a:lnTo>
                  <a:lnTo>
                    <a:pt x="5265209" y="2959114"/>
                  </a:lnTo>
                  <a:lnTo>
                    <a:pt x="5338969" y="2966281"/>
                  </a:lnTo>
                  <a:lnTo>
                    <a:pt x="5412729" y="2973349"/>
                  </a:lnTo>
                  <a:lnTo>
                    <a:pt x="5486489" y="2980322"/>
                  </a:lnTo>
                  <a:lnTo>
                    <a:pt x="5560249" y="2987199"/>
                  </a:lnTo>
                  <a:lnTo>
                    <a:pt x="5634009" y="2993982"/>
                  </a:lnTo>
                  <a:lnTo>
                    <a:pt x="5707769" y="3000672"/>
                  </a:lnTo>
                  <a:lnTo>
                    <a:pt x="5781529" y="3007271"/>
                  </a:lnTo>
                  <a:lnTo>
                    <a:pt x="5855289" y="3013780"/>
                  </a:lnTo>
                  <a:lnTo>
                    <a:pt x="5929049" y="3020200"/>
                  </a:lnTo>
                  <a:lnTo>
                    <a:pt x="6002809" y="3026532"/>
                  </a:lnTo>
                  <a:lnTo>
                    <a:pt x="6076569" y="3032778"/>
                  </a:lnTo>
                  <a:lnTo>
                    <a:pt x="6150329" y="3038938"/>
                  </a:lnTo>
                  <a:lnTo>
                    <a:pt x="6224089" y="3045014"/>
                  </a:lnTo>
                  <a:lnTo>
                    <a:pt x="6297849" y="3051008"/>
                  </a:lnTo>
                  <a:lnTo>
                    <a:pt x="6371609" y="3056919"/>
                  </a:lnTo>
                  <a:lnTo>
                    <a:pt x="6445369" y="3062749"/>
                  </a:lnTo>
                  <a:lnTo>
                    <a:pt x="6519129" y="3068500"/>
                  </a:lnTo>
                  <a:lnTo>
                    <a:pt x="6592889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8422"/>
              <a:ext cx="7235830" cy="1458825"/>
            </a:xfrm>
            <a:custGeom>
              <a:avLst/>
              <a:pathLst>
                <a:path w="7235830" h="1458825">
                  <a:moveTo>
                    <a:pt x="7235830" y="1458825"/>
                  </a:moveTo>
                  <a:lnTo>
                    <a:pt x="7162070" y="1454217"/>
                  </a:lnTo>
                  <a:lnTo>
                    <a:pt x="7088310" y="1449432"/>
                  </a:lnTo>
                  <a:lnTo>
                    <a:pt x="7014550" y="1444463"/>
                  </a:lnTo>
                  <a:lnTo>
                    <a:pt x="6940789" y="1439303"/>
                  </a:lnTo>
                  <a:lnTo>
                    <a:pt x="6867029" y="1433945"/>
                  </a:lnTo>
                  <a:lnTo>
                    <a:pt x="6793269" y="1428382"/>
                  </a:lnTo>
                  <a:lnTo>
                    <a:pt x="6719509" y="1422604"/>
                  </a:lnTo>
                  <a:lnTo>
                    <a:pt x="6645749" y="1416605"/>
                  </a:lnTo>
                  <a:lnTo>
                    <a:pt x="6571989" y="1410375"/>
                  </a:lnTo>
                  <a:lnTo>
                    <a:pt x="6498229" y="1403907"/>
                  </a:lnTo>
                  <a:lnTo>
                    <a:pt x="6424469" y="1397189"/>
                  </a:lnTo>
                  <a:lnTo>
                    <a:pt x="6350709" y="1390214"/>
                  </a:lnTo>
                  <a:lnTo>
                    <a:pt x="6276949" y="1382971"/>
                  </a:lnTo>
                  <a:lnTo>
                    <a:pt x="6203189" y="1375450"/>
                  </a:lnTo>
                  <a:lnTo>
                    <a:pt x="6129429" y="1367640"/>
                  </a:lnTo>
                  <a:lnTo>
                    <a:pt x="6055669" y="1359530"/>
                  </a:lnTo>
                  <a:lnTo>
                    <a:pt x="5981909" y="1351109"/>
                  </a:lnTo>
                  <a:lnTo>
                    <a:pt x="5908149" y="1342364"/>
                  </a:lnTo>
                  <a:lnTo>
                    <a:pt x="5834389" y="1333283"/>
                  </a:lnTo>
                  <a:lnTo>
                    <a:pt x="5760629" y="1323854"/>
                  </a:lnTo>
                  <a:lnTo>
                    <a:pt x="5686869" y="1314063"/>
                  </a:lnTo>
                  <a:lnTo>
                    <a:pt x="5613109" y="1303895"/>
                  </a:lnTo>
                  <a:lnTo>
                    <a:pt x="5539349" y="1293337"/>
                  </a:lnTo>
                  <a:lnTo>
                    <a:pt x="5465589" y="1282374"/>
                  </a:lnTo>
                  <a:lnTo>
                    <a:pt x="5391829" y="1270990"/>
                  </a:lnTo>
                  <a:lnTo>
                    <a:pt x="5318069" y="1259168"/>
                  </a:lnTo>
                  <a:lnTo>
                    <a:pt x="5244309" y="1246893"/>
                  </a:lnTo>
                  <a:lnTo>
                    <a:pt x="5170549" y="1234146"/>
                  </a:lnTo>
                  <a:lnTo>
                    <a:pt x="5096789" y="1220910"/>
                  </a:lnTo>
                  <a:lnTo>
                    <a:pt x="5023029" y="1207165"/>
                  </a:lnTo>
                  <a:lnTo>
                    <a:pt x="4949269" y="1192893"/>
                  </a:lnTo>
                  <a:lnTo>
                    <a:pt x="4875509" y="1178072"/>
                  </a:lnTo>
                  <a:lnTo>
                    <a:pt x="4801749" y="1162683"/>
                  </a:lnTo>
                  <a:lnTo>
                    <a:pt x="4727989" y="1146702"/>
                  </a:lnTo>
                  <a:lnTo>
                    <a:pt x="4654229" y="1130108"/>
                  </a:lnTo>
                  <a:lnTo>
                    <a:pt x="4580469" y="1112876"/>
                  </a:lnTo>
                  <a:lnTo>
                    <a:pt x="4506709" y="1094983"/>
                  </a:lnTo>
                  <a:lnTo>
                    <a:pt x="4432949" y="1076402"/>
                  </a:lnTo>
                  <a:lnTo>
                    <a:pt x="4359189" y="1057108"/>
                  </a:lnTo>
                  <a:lnTo>
                    <a:pt x="4285429" y="1037073"/>
                  </a:lnTo>
                  <a:lnTo>
                    <a:pt x="4211669" y="1016269"/>
                  </a:lnTo>
                  <a:lnTo>
                    <a:pt x="4137909" y="994666"/>
                  </a:lnTo>
                  <a:lnTo>
                    <a:pt x="4064149" y="972233"/>
                  </a:lnTo>
                  <a:lnTo>
                    <a:pt x="3990388" y="948939"/>
                  </a:lnTo>
                  <a:lnTo>
                    <a:pt x="3916628" y="924750"/>
                  </a:lnTo>
                  <a:lnTo>
                    <a:pt x="3842868" y="899633"/>
                  </a:lnTo>
                  <a:lnTo>
                    <a:pt x="3769108" y="873550"/>
                  </a:lnTo>
                  <a:lnTo>
                    <a:pt x="3695348" y="846466"/>
                  </a:lnTo>
                  <a:lnTo>
                    <a:pt x="3621588" y="818343"/>
                  </a:lnTo>
                  <a:lnTo>
                    <a:pt x="3547828" y="789139"/>
                  </a:lnTo>
                  <a:lnTo>
                    <a:pt x="3474068" y="758813"/>
                  </a:lnTo>
                  <a:lnTo>
                    <a:pt x="3400308" y="741385"/>
                  </a:lnTo>
                  <a:lnTo>
                    <a:pt x="3326548" y="729787"/>
                  </a:lnTo>
                  <a:lnTo>
                    <a:pt x="3252788" y="718028"/>
                  </a:lnTo>
                  <a:lnTo>
                    <a:pt x="3179028" y="706107"/>
                  </a:lnTo>
                  <a:lnTo>
                    <a:pt x="3105268" y="694020"/>
                  </a:lnTo>
                  <a:lnTo>
                    <a:pt x="3031508" y="681766"/>
                  </a:lnTo>
                  <a:lnTo>
                    <a:pt x="2957748" y="669342"/>
                  </a:lnTo>
                  <a:lnTo>
                    <a:pt x="2883988" y="656746"/>
                  </a:lnTo>
                  <a:lnTo>
                    <a:pt x="2810228" y="643975"/>
                  </a:lnTo>
                  <a:lnTo>
                    <a:pt x="2736468" y="631028"/>
                  </a:lnTo>
                  <a:lnTo>
                    <a:pt x="2662708" y="617902"/>
                  </a:lnTo>
                  <a:lnTo>
                    <a:pt x="2588948" y="604593"/>
                  </a:lnTo>
                  <a:lnTo>
                    <a:pt x="2515188" y="591101"/>
                  </a:lnTo>
                  <a:lnTo>
                    <a:pt x="2441428" y="577421"/>
                  </a:lnTo>
                  <a:lnTo>
                    <a:pt x="2367668" y="563552"/>
                  </a:lnTo>
                  <a:lnTo>
                    <a:pt x="2293908" y="549491"/>
                  </a:lnTo>
                  <a:lnTo>
                    <a:pt x="2220148" y="535235"/>
                  </a:lnTo>
                  <a:lnTo>
                    <a:pt x="2146388" y="520782"/>
                  </a:lnTo>
                  <a:lnTo>
                    <a:pt x="2072628" y="506128"/>
                  </a:lnTo>
                  <a:lnTo>
                    <a:pt x="1998868" y="491272"/>
                  </a:lnTo>
                  <a:lnTo>
                    <a:pt x="1925108" y="476210"/>
                  </a:lnTo>
                  <a:lnTo>
                    <a:pt x="1851348" y="460939"/>
                  </a:lnTo>
                  <a:lnTo>
                    <a:pt x="1777588" y="445457"/>
                  </a:lnTo>
                  <a:lnTo>
                    <a:pt x="1703828" y="429760"/>
                  </a:lnTo>
                  <a:lnTo>
                    <a:pt x="1630068" y="413846"/>
                  </a:lnTo>
                  <a:lnTo>
                    <a:pt x="1556308" y="397712"/>
                  </a:lnTo>
                  <a:lnTo>
                    <a:pt x="1482548" y="381354"/>
                  </a:lnTo>
                  <a:lnTo>
                    <a:pt x="1408788" y="364769"/>
                  </a:lnTo>
                  <a:lnTo>
                    <a:pt x="1335028" y="347955"/>
                  </a:lnTo>
                  <a:lnTo>
                    <a:pt x="1261268" y="330908"/>
                  </a:lnTo>
                  <a:lnTo>
                    <a:pt x="1187508" y="313625"/>
                  </a:lnTo>
                  <a:lnTo>
                    <a:pt x="1113747" y="296103"/>
                  </a:lnTo>
                  <a:lnTo>
                    <a:pt x="1039987" y="278338"/>
                  </a:lnTo>
                  <a:lnTo>
                    <a:pt x="966227" y="260326"/>
                  </a:lnTo>
                  <a:lnTo>
                    <a:pt x="892467" y="242066"/>
                  </a:lnTo>
                  <a:lnTo>
                    <a:pt x="818707" y="223552"/>
                  </a:lnTo>
                  <a:lnTo>
                    <a:pt x="744947" y="204782"/>
                  </a:lnTo>
                  <a:lnTo>
                    <a:pt x="671187" y="185752"/>
                  </a:lnTo>
                  <a:lnTo>
                    <a:pt x="597427" y="166459"/>
                  </a:lnTo>
                  <a:lnTo>
                    <a:pt x="523667" y="146898"/>
                  </a:lnTo>
                  <a:lnTo>
                    <a:pt x="449907" y="127067"/>
                  </a:lnTo>
                  <a:lnTo>
                    <a:pt x="376147" y="106961"/>
                  </a:lnTo>
                  <a:lnTo>
                    <a:pt x="302387" y="86576"/>
                  </a:lnTo>
                  <a:lnTo>
                    <a:pt x="228627" y="65909"/>
                  </a:lnTo>
                  <a:lnTo>
                    <a:pt x="154867" y="44956"/>
                  </a:lnTo>
                  <a:lnTo>
                    <a:pt x="81107" y="23712"/>
                  </a:lnTo>
                  <a:lnTo>
                    <a:pt x="7347" y="2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93549"/>
              <a:ext cx="7235830" cy="2542003"/>
            </a:xfrm>
            <a:custGeom>
              <a:avLst/>
              <a:pathLst>
                <a:path w="7235830" h="2542003">
                  <a:moveTo>
                    <a:pt x="0" y="0"/>
                  </a:moveTo>
                  <a:lnTo>
                    <a:pt x="7347" y="7153"/>
                  </a:lnTo>
                  <a:lnTo>
                    <a:pt x="81107" y="77144"/>
                  </a:lnTo>
                  <a:lnTo>
                    <a:pt x="154867" y="145358"/>
                  </a:lnTo>
                  <a:lnTo>
                    <a:pt x="228627" y="211839"/>
                  </a:lnTo>
                  <a:lnTo>
                    <a:pt x="302387" y="276633"/>
                  </a:lnTo>
                  <a:lnTo>
                    <a:pt x="376147" y="339781"/>
                  </a:lnTo>
                  <a:lnTo>
                    <a:pt x="449907" y="401326"/>
                  </a:lnTo>
                  <a:lnTo>
                    <a:pt x="523667" y="461308"/>
                  </a:lnTo>
                  <a:lnTo>
                    <a:pt x="597427" y="519768"/>
                  </a:lnTo>
                  <a:lnTo>
                    <a:pt x="671187" y="576743"/>
                  </a:lnTo>
                  <a:lnTo>
                    <a:pt x="744947" y="632271"/>
                  </a:lnTo>
                  <a:lnTo>
                    <a:pt x="818707" y="686390"/>
                  </a:lnTo>
                  <a:lnTo>
                    <a:pt x="892467" y="739134"/>
                  </a:lnTo>
                  <a:lnTo>
                    <a:pt x="966227" y="790539"/>
                  </a:lnTo>
                  <a:lnTo>
                    <a:pt x="1039987" y="840639"/>
                  </a:lnTo>
                  <a:lnTo>
                    <a:pt x="1113747" y="889467"/>
                  </a:lnTo>
                  <a:lnTo>
                    <a:pt x="1187508" y="937055"/>
                  </a:lnTo>
                  <a:lnTo>
                    <a:pt x="1261268" y="983435"/>
                  </a:lnTo>
                  <a:lnTo>
                    <a:pt x="1335028" y="1028637"/>
                  </a:lnTo>
                  <a:lnTo>
                    <a:pt x="1408788" y="1072692"/>
                  </a:lnTo>
                  <a:lnTo>
                    <a:pt x="1482548" y="1115627"/>
                  </a:lnTo>
                  <a:lnTo>
                    <a:pt x="1556308" y="1157473"/>
                  </a:lnTo>
                  <a:lnTo>
                    <a:pt x="1630068" y="1198256"/>
                  </a:lnTo>
                  <a:lnTo>
                    <a:pt x="1703828" y="1238004"/>
                  </a:lnTo>
                  <a:lnTo>
                    <a:pt x="1777588" y="1276743"/>
                  </a:lnTo>
                  <a:lnTo>
                    <a:pt x="1851348" y="1314498"/>
                  </a:lnTo>
                  <a:lnTo>
                    <a:pt x="1925108" y="1351294"/>
                  </a:lnTo>
                  <a:lnTo>
                    <a:pt x="1998868" y="1387156"/>
                  </a:lnTo>
                  <a:lnTo>
                    <a:pt x="2072628" y="1422107"/>
                  </a:lnTo>
                  <a:lnTo>
                    <a:pt x="2146388" y="1456171"/>
                  </a:lnTo>
                  <a:lnTo>
                    <a:pt x="2220148" y="1489370"/>
                  </a:lnTo>
                  <a:lnTo>
                    <a:pt x="2293908" y="1521726"/>
                  </a:lnTo>
                  <a:lnTo>
                    <a:pt x="2367668" y="1553261"/>
                  </a:lnTo>
                  <a:lnTo>
                    <a:pt x="2441428" y="1583995"/>
                  </a:lnTo>
                  <a:lnTo>
                    <a:pt x="2515188" y="1613948"/>
                  </a:lnTo>
                  <a:lnTo>
                    <a:pt x="2588948" y="1643141"/>
                  </a:lnTo>
                  <a:lnTo>
                    <a:pt x="2662708" y="1671593"/>
                  </a:lnTo>
                  <a:lnTo>
                    <a:pt x="2736468" y="1699323"/>
                  </a:lnTo>
                  <a:lnTo>
                    <a:pt x="2810228" y="1726348"/>
                  </a:lnTo>
                  <a:lnTo>
                    <a:pt x="2883988" y="1752687"/>
                  </a:lnTo>
                  <a:lnTo>
                    <a:pt x="2957748" y="1778357"/>
                  </a:lnTo>
                  <a:lnTo>
                    <a:pt x="3031508" y="1803376"/>
                  </a:lnTo>
                  <a:lnTo>
                    <a:pt x="3105268" y="1827759"/>
                  </a:lnTo>
                  <a:lnTo>
                    <a:pt x="3179028" y="1851523"/>
                  </a:lnTo>
                  <a:lnTo>
                    <a:pt x="3252788" y="1874684"/>
                  </a:lnTo>
                  <a:lnTo>
                    <a:pt x="3326548" y="1897257"/>
                  </a:lnTo>
                  <a:lnTo>
                    <a:pt x="3400308" y="1919256"/>
                  </a:lnTo>
                  <a:lnTo>
                    <a:pt x="3474068" y="1940697"/>
                  </a:lnTo>
                  <a:lnTo>
                    <a:pt x="3547828" y="1961594"/>
                  </a:lnTo>
                  <a:lnTo>
                    <a:pt x="3621588" y="1981960"/>
                  </a:lnTo>
                  <a:lnTo>
                    <a:pt x="3695348" y="2001809"/>
                  </a:lnTo>
                  <a:lnTo>
                    <a:pt x="3769108" y="2021154"/>
                  </a:lnTo>
                  <a:lnTo>
                    <a:pt x="3842868" y="2040008"/>
                  </a:lnTo>
                  <a:lnTo>
                    <a:pt x="3916628" y="2058383"/>
                  </a:lnTo>
                  <a:lnTo>
                    <a:pt x="3990388" y="2076291"/>
                  </a:lnTo>
                  <a:lnTo>
                    <a:pt x="4064149" y="2093745"/>
                  </a:lnTo>
                  <a:lnTo>
                    <a:pt x="4137909" y="2110756"/>
                  </a:lnTo>
                  <a:lnTo>
                    <a:pt x="4211669" y="2127334"/>
                  </a:lnTo>
                  <a:lnTo>
                    <a:pt x="4285429" y="2143492"/>
                  </a:lnTo>
                  <a:lnTo>
                    <a:pt x="4359189" y="2159240"/>
                  </a:lnTo>
                  <a:lnTo>
                    <a:pt x="4432949" y="2174587"/>
                  </a:lnTo>
                  <a:lnTo>
                    <a:pt x="4506709" y="2189545"/>
                  </a:lnTo>
                  <a:lnTo>
                    <a:pt x="4580469" y="2204124"/>
                  </a:lnTo>
                  <a:lnTo>
                    <a:pt x="4654229" y="2218332"/>
                  </a:lnTo>
                  <a:lnTo>
                    <a:pt x="4727989" y="2232179"/>
                  </a:lnTo>
                  <a:lnTo>
                    <a:pt x="4801749" y="2245675"/>
                  </a:lnTo>
                  <a:lnTo>
                    <a:pt x="4875509" y="2258828"/>
                  </a:lnTo>
                  <a:lnTo>
                    <a:pt x="4949269" y="2271647"/>
                  </a:lnTo>
                  <a:lnTo>
                    <a:pt x="5023029" y="2284140"/>
                  </a:lnTo>
                  <a:lnTo>
                    <a:pt x="5096789" y="2296317"/>
                  </a:lnTo>
                  <a:lnTo>
                    <a:pt x="5170549" y="2308184"/>
                  </a:lnTo>
                  <a:lnTo>
                    <a:pt x="5244309" y="2319750"/>
                  </a:lnTo>
                  <a:lnTo>
                    <a:pt x="5318069" y="2331022"/>
                  </a:lnTo>
                  <a:lnTo>
                    <a:pt x="5391829" y="2342008"/>
                  </a:lnTo>
                  <a:lnTo>
                    <a:pt x="5465589" y="2352715"/>
                  </a:lnTo>
                  <a:lnTo>
                    <a:pt x="5539349" y="2363150"/>
                  </a:lnTo>
                  <a:lnTo>
                    <a:pt x="5613109" y="2373320"/>
                  </a:lnTo>
                  <a:lnTo>
                    <a:pt x="5686869" y="2383232"/>
                  </a:lnTo>
                  <a:lnTo>
                    <a:pt x="5760629" y="2392893"/>
                  </a:lnTo>
                  <a:lnTo>
                    <a:pt x="5834389" y="2402308"/>
                  </a:lnTo>
                  <a:lnTo>
                    <a:pt x="5908149" y="2411484"/>
                  </a:lnTo>
                  <a:lnTo>
                    <a:pt x="5981909" y="2420427"/>
                  </a:lnTo>
                  <a:lnTo>
                    <a:pt x="6055669" y="2429143"/>
                  </a:lnTo>
                  <a:lnTo>
                    <a:pt x="6129429" y="2437637"/>
                  </a:lnTo>
                  <a:lnTo>
                    <a:pt x="6203189" y="2445916"/>
                  </a:lnTo>
                  <a:lnTo>
                    <a:pt x="6276949" y="2453985"/>
                  </a:lnTo>
                  <a:lnTo>
                    <a:pt x="6350709" y="2461849"/>
                  </a:lnTo>
                  <a:lnTo>
                    <a:pt x="6424469" y="2469513"/>
                  </a:lnTo>
                  <a:lnTo>
                    <a:pt x="6498229" y="2476983"/>
                  </a:lnTo>
                  <a:lnTo>
                    <a:pt x="6571989" y="2484263"/>
                  </a:lnTo>
                  <a:lnTo>
                    <a:pt x="6645749" y="2491358"/>
                  </a:lnTo>
                  <a:lnTo>
                    <a:pt x="6719509" y="2498273"/>
                  </a:lnTo>
                  <a:lnTo>
                    <a:pt x="6793269" y="2505012"/>
                  </a:lnTo>
                  <a:lnTo>
                    <a:pt x="6867029" y="2511580"/>
                  </a:lnTo>
                  <a:lnTo>
                    <a:pt x="6940789" y="2517982"/>
                  </a:lnTo>
                  <a:lnTo>
                    <a:pt x="7014550" y="2524221"/>
                  </a:lnTo>
                  <a:lnTo>
                    <a:pt x="7088310" y="2530301"/>
                  </a:lnTo>
                  <a:lnTo>
                    <a:pt x="7162070" y="2536227"/>
                  </a:lnTo>
                  <a:lnTo>
                    <a:pt x="7235830" y="25420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1.36 (1.18-1.57), p = &lt;0.001  |  per IQR decline (Δ = 0.29): 2.47 (1.62-3.76)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2026-06-08T09:51:36Z</dcterms:modified>
  <cp:category/>
</cp:coreProperties>
</file>