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26824"/>
            </a:xfrm>
            <a:custGeom>
              <a:avLst/>
              <a:pathLst>
                <a:path w="7235830" h="3526824">
                  <a:moveTo>
                    <a:pt x="642940" y="0"/>
                  </a:moveTo>
                  <a:lnTo>
                    <a:pt x="671187" y="52939"/>
                  </a:lnTo>
                  <a:lnTo>
                    <a:pt x="744947" y="186062"/>
                  </a:lnTo>
                  <a:lnTo>
                    <a:pt x="818707" y="314261"/>
                  </a:lnTo>
                  <a:lnTo>
                    <a:pt x="892467" y="437720"/>
                  </a:lnTo>
                  <a:lnTo>
                    <a:pt x="966227" y="556613"/>
                  </a:lnTo>
                  <a:lnTo>
                    <a:pt x="1039987" y="671109"/>
                  </a:lnTo>
                  <a:lnTo>
                    <a:pt x="1113747" y="781371"/>
                  </a:lnTo>
                  <a:lnTo>
                    <a:pt x="1187508" y="887555"/>
                  </a:lnTo>
                  <a:lnTo>
                    <a:pt x="1261268" y="989812"/>
                  </a:lnTo>
                  <a:lnTo>
                    <a:pt x="1335028" y="1088288"/>
                  </a:lnTo>
                  <a:lnTo>
                    <a:pt x="1408788" y="1183122"/>
                  </a:lnTo>
                  <a:lnTo>
                    <a:pt x="1482548" y="1274448"/>
                  </a:lnTo>
                  <a:lnTo>
                    <a:pt x="1556308" y="1362398"/>
                  </a:lnTo>
                  <a:lnTo>
                    <a:pt x="1630068" y="1447095"/>
                  </a:lnTo>
                  <a:lnTo>
                    <a:pt x="1703828" y="1528659"/>
                  </a:lnTo>
                  <a:lnTo>
                    <a:pt x="1777588" y="1607208"/>
                  </a:lnTo>
                  <a:lnTo>
                    <a:pt x="1851348" y="1682851"/>
                  </a:lnTo>
                  <a:lnTo>
                    <a:pt x="1925108" y="1755697"/>
                  </a:lnTo>
                  <a:lnTo>
                    <a:pt x="1998868" y="1825849"/>
                  </a:lnTo>
                  <a:lnTo>
                    <a:pt x="2072628" y="1893407"/>
                  </a:lnTo>
                  <a:lnTo>
                    <a:pt x="2146388" y="1958466"/>
                  </a:lnTo>
                  <a:lnTo>
                    <a:pt x="2220148" y="2021119"/>
                  </a:lnTo>
                  <a:lnTo>
                    <a:pt x="2293908" y="2081456"/>
                  </a:lnTo>
                  <a:lnTo>
                    <a:pt x="2367668" y="2139561"/>
                  </a:lnTo>
                  <a:lnTo>
                    <a:pt x="2441428" y="2195517"/>
                  </a:lnTo>
                  <a:lnTo>
                    <a:pt x="2515188" y="2249404"/>
                  </a:lnTo>
                  <a:lnTo>
                    <a:pt x="2588948" y="2301298"/>
                  </a:lnTo>
                  <a:lnTo>
                    <a:pt x="2662708" y="2351273"/>
                  </a:lnTo>
                  <a:lnTo>
                    <a:pt x="2736468" y="2399399"/>
                  </a:lnTo>
                  <a:lnTo>
                    <a:pt x="2810228" y="2445746"/>
                  </a:lnTo>
                  <a:lnTo>
                    <a:pt x="2883988" y="2490379"/>
                  </a:lnTo>
                  <a:lnTo>
                    <a:pt x="2957748" y="2533362"/>
                  </a:lnTo>
                  <a:lnTo>
                    <a:pt x="3031508" y="2574754"/>
                  </a:lnTo>
                  <a:lnTo>
                    <a:pt x="3105268" y="2614616"/>
                  </a:lnTo>
                  <a:lnTo>
                    <a:pt x="3179028" y="2653004"/>
                  </a:lnTo>
                  <a:lnTo>
                    <a:pt x="3252788" y="2689972"/>
                  </a:lnTo>
                  <a:lnTo>
                    <a:pt x="3326548" y="2725573"/>
                  </a:lnTo>
                  <a:lnTo>
                    <a:pt x="3400308" y="2759858"/>
                  </a:lnTo>
                  <a:lnTo>
                    <a:pt x="3474068" y="2786596"/>
                  </a:lnTo>
                  <a:lnTo>
                    <a:pt x="3547828" y="2798427"/>
                  </a:lnTo>
                  <a:lnTo>
                    <a:pt x="3621588" y="2810095"/>
                  </a:lnTo>
                  <a:lnTo>
                    <a:pt x="3695348" y="2821605"/>
                  </a:lnTo>
                  <a:lnTo>
                    <a:pt x="3769108" y="2832957"/>
                  </a:lnTo>
                  <a:lnTo>
                    <a:pt x="3842868" y="2844154"/>
                  </a:lnTo>
                  <a:lnTo>
                    <a:pt x="3916628" y="2855199"/>
                  </a:lnTo>
                  <a:lnTo>
                    <a:pt x="3990388" y="2866092"/>
                  </a:lnTo>
                  <a:lnTo>
                    <a:pt x="4064149" y="2876837"/>
                  </a:lnTo>
                  <a:lnTo>
                    <a:pt x="4137909" y="2887434"/>
                  </a:lnTo>
                  <a:lnTo>
                    <a:pt x="4211669" y="2897887"/>
                  </a:lnTo>
                  <a:lnTo>
                    <a:pt x="4285429" y="2908198"/>
                  </a:lnTo>
                  <a:lnTo>
                    <a:pt x="4359189" y="2918367"/>
                  </a:lnTo>
                  <a:lnTo>
                    <a:pt x="4432949" y="2928398"/>
                  </a:lnTo>
                  <a:lnTo>
                    <a:pt x="4506709" y="2938291"/>
                  </a:lnTo>
                  <a:lnTo>
                    <a:pt x="4580469" y="2948049"/>
                  </a:lnTo>
                  <a:lnTo>
                    <a:pt x="4654229" y="2957674"/>
                  </a:lnTo>
                  <a:lnTo>
                    <a:pt x="4727989" y="2967168"/>
                  </a:lnTo>
                  <a:lnTo>
                    <a:pt x="4801749" y="2976532"/>
                  </a:lnTo>
                  <a:lnTo>
                    <a:pt x="4875509" y="2985768"/>
                  </a:lnTo>
                  <a:lnTo>
                    <a:pt x="4949269" y="2994877"/>
                  </a:lnTo>
                  <a:lnTo>
                    <a:pt x="5023029" y="3003863"/>
                  </a:lnTo>
                  <a:lnTo>
                    <a:pt x="5096789" y="3012725"/>
                  </a:lnTo>
                  <a:lnTo>
                    <a:pt x="5170549" y="3021467"/>
                  </a:lnTo>
                  <a:lnTo>
                    <a:pt x="5244309" y="3030089"/>
                  </a:lnTo>
                  <a:lnTo>
                    <a:pt x="5318069" y="3038593"/>
                  </a:lnTo>
                  <a:lnTo>
                    <a:pt x="5391829" y="3046981"/>
                  </a:lnTo>
                  <a:lnTo>
                    <a:pt x="5465589" y="3055255"/>
                  </a:lnTo>
                  <a:lnTo>
                    <a:pt x="5539349" y="3063415"/>
                  </a:lnTo>
                  <a:lnTo>
                    <a:pt x="5613109" y="3071464"/>
                  </a:lnTo>
                  <a:lnTo>
                    <a:pt x="5686869" y="3079404"/>
                  </a:lnTo>
                  <a:lnTo>
                    <a:pt x="5760629" y="3087234"/>
                  </a:lnTo>
                  <a:lnTo>
                    <a:pt x="5834389" y="3094958"/>
                  </a:lnTo>
                  <a:lnTo>
                    <a:pt x="5908149" y="3102576"/>
                  </a:lnTo>
                  <a:lnTo>
                    <a:pt x="5981909" y="3110090"/>
                  </a:lnTo>
                  <a:lnTo>
                    <a:pt x="6055669" y="3117502"/>
                  </a:lnTo>
                  <a:lnTo>
                    <a:pt x="6129429" y="3124812"/>
                  </a:lnTo>
                  <a:lnTo>
                    <a:pt x="6203189" y="3132022"/>
                  </a:lnTo>
                  <a:lnTo>
                    <a:pt x="6276949" y="3139134"/>
                  </a:lnTo>
                  <a:lnTo>
                    <a:pt x="6350709" y="3146149"/>
                  </a:lnTo>
                  <a:lnTo>
                    <a:pt x="6424469" y="3153068"/>
                  </a:lnTo>
                  <a:lnTo>
                    <a:pt x="6498229" y="3159892"/>
                  </a:lnTo>
                  <a:lnTo>
                    <a:pt x="6571989" y="3166623"/>
                  </a:lnTo>
                  <a:lnTo>
                    <a:pt x="6645749" y="3173262"/>
                  </a:lnTo>
                  <a:lnTo>
                    <a:pt x="6719509" y="3179811"/>
                  </a:lnTo>
                  <a:lnTo>
                    <a:pt x="6793269" y="3186270"/>
                  </a:lnTo>
                  <a:lnTo>
                    <a:pt x="6867029" y="3192641"/>
                  </a:lnTo>
                  <a:lnTo>
                    <a:pt x="6940789" y="3198925"/>
                  </a:lnTo>
                  <a:lnTo>
                    <a:pt x="7014550" y="3205123"/>
                  </a:lnTo>
                  <a:lnTo>
                    <a:pt x="7088310" y="3211236"/>
                  </a:lnTo>
                  <a:lnTo>
                    <a:pt x="7162070" y="3217266"/>
                  </a:lnTo>
                  <a:lnTo>
                    <a:pt x="7235830" y="3223213"/>
                  </a:lnTo>
                  <a:lnTo>
                    <a:pt x="7235830" y="3526824"/>
                  </a:lnTo>
                  <a:lnTo>
                    <a:pt x="7162070" y="3521993"/>
                  </a:lnTo>
                  <a:lnTo>
                    <a:pt x="7088310" y="3516975"/>
                  </a:lnTo>
                  <a:lnTo>
                    <a:pt x="7014550" y="3511766"/>
                  </a:lnTo>
                  <a:lnTo>
                    <a:pt x="6940789" y="3506356"/>
                  </a:lnTo>
                  <a:lnTo>
                    <a:pt x="6867029" y="3500738"/>
                  </a:lnTo>
                  <a:lnTo>
                    <a:pt x="6793269" y="3494904"/>
                  </a:lnTo>
                  <a:lnTo>
                    <a:pt x="6719509" y="3488847"/>
                  </a:lnTo>
                  <a:lnTo>
                    <a:pt x="6645749" y="3482557"/>
                  </a:lnTo>
                  <a:lnTo>
                    <a:pt x="6571989" y="3476025"/>
                  </a:lnTo>
                  <a:lnTo>
                    <a:pt x="6498229" y="3469243"/>
                  </a:lnTo>
                  <a:lnTo>
                    <a:pt x="6424469" y="3462200"/>
                  </a:lnTo>
                  <a:lnTo>
                    <a:pt x="6350709" y="3454887"/>
                  </a:lnTo>
                  <a:lnTo>
                    <a:pt x="6276949" y="3447292"/>
                  </a:lnTo>
                  <a:lnTo>
                    <a:pt x="6203189" y="3439407"/>
                  </a:lnTo>
                  <a:lnTo>
                    <a:pt x="6129429" y="3431218"/>
                  </a:lnTo>
                  <a:lnTo>
                    <a:pt x="6055669" y="3422715"/>
                  </a:lnTo>
                  <a:lnTo>
                    <a:pt x="5981909" y="3413885"/>
                  </a:lnTo>
                  <a:lnTo>
                    <a:pt x="5908149" y="3404717"/>
                  </a:lnTo>
                  <a:lnTo>
                    <a:pt x="5834389" y="3395196"/>
                  </a:lnTo>
                  <a:lnTo>
                    <a:pt x="5760629" y="3385309"/>
                  </a:lnTo>
                  <a:lnTo>
                    <a:pt x="5686869" y="3375043"/>
                  </a:lnTo>
                  <a:lnTo>
                    <a:pt x="5613109" y="3364383"/>
                  </a:lnTo>
                  <a:lnTo>
                    <a:pt x="5539349" y="3353313"/>
                  </a:lnTo>
                  <a:lnTo>
                    <a:pt x="5465589" y="3341818"/>
                  </a:lnTo>
                  <a:lnTo>
                    <a:pt x="5391829" y="3329882"/>
                  </a:lnTo>
                  <a:lnTo>
                    <a:pt x="5318069" y="3317488"/>
                  </a:lnTo>
                  <a:lnTo>
                    <a:pt x="5244309" y="3304617"/>
                  </a:lnTo>
                  <a:lnTo>
                    <a:pt x="5170549" y="3291252"/>
                  </a:lnTo>
                  <a:lnTo>
                    <a:pt x="5096789" y="3277374"/>
                  </a:lnTo>
                  <a:lnTo>
                    <a:pt x="5023029" y="3262963"/>
                  </a:lnTo>
                  <a:lnTo>
                    <a:pt x="4949269" y="3247999"/>
                  </a:lnTo>
                  <a:lnTo>
                    <a:pt x="4875509" y="3232460"/>
                  </a:lnTo>
                  <a:lnTo>
                    <a:pt x="4801749" y="3216324"/>
                  </a:lnTo>
                  <a:lnTo>
                    <a:pt x="4727989" y="3199569"/>
                  </a:lnTo>
                  <a:lnTo>
                    <a:pt x="4654229" y="3182170"/>
                  </a:lnTo>
                  <a:lnTo>
                    <a:pt x="4580469" y="3164103"/>
                  </a:lnTo>
                  <a:lnTo>
                    <a:pt x="4506709" y="3145342"/>
                  </a:lnTo>
                  <a:lnTo>
                    <a:pt x="4432949" y="3125861"/>
                  </a:lnTo>
                  <a:lnTo>
                    <a:pt x="4359189" y="3105631"/>
                  </a:lnTo>
                  <a:lnTo>
                    <a:pt x="4285429" y="3084625"/>
                  </a:lnTo>
                  <a:lnTo>
                    <a:pt x="4211669" y="3062812"/>
                  </a:lnTo>
                  <a:lnTo>
                    <a:pt x="4137909" y="3040162"/>
                  </a:lnTo>
                  <a:lnTo>
                    <a:pt x="4064149" y="3016641"/>
                  </a:lnTo>
                  <a:lnTo>
                    <a:pt x="3990388" y="2992218"/>
                  </a:lnTo>
                  <a:lnTo>
                    <a:pt x="3916628" y="2966856"/>
                  </a:lnTo>
                  <a:lnTo>
                    <a:pt x="3842868" y="2940521"/>
                  </a:lnTo>
                  <a:lnTo>
                    <a:pt x="3769108" y="2913174"/>
                  </a:lnTo>
                  <a:lnTo>
                    <a:pt x="3695348" y="2884777"/>
                  </a:lnTo>
                  <a:lnTo>
                    <a:pt x="3621588" y="2855290"/>
                  </a:lnTo>
                  <a:lnTo>
                    <a:pt x="3547828" y="2824670"/>
                  </a:lnTo>
                  <a:lnTo>
                    <a:pt x="3474068" y="2792875"/>
                  </a:lnTo>
                  <a:lnTo>
                    <a:pt x="3400308" y="2774602"/>
                  </a:lnTo>
                  <a:lnTo>
                    <a:pt x="3326548" y="2762441"/>
                  </a:lnTo>
                  <a:lnTo>
                    <a:pt x="3252788" y="2750112"/>
                  </a:lnTo>
                  <a:lnTo>
                    <a:pt x="3179028" y="2737613"/>
                  </a:lnTo>
                  <a:lnTo>
                    <a:pt x="3105268" y="2724940"/>
                  </a:lnTo>
                  <a:lnTo>
                    <a:pt x="3031508" y="2712092"/>
                  </a:lnTo>
                  <a:lnTo>
                    <a:pt x="2957748" y="2699065"/>
                  </a:lnTo>
                  <a:lnTo>
                    <a:pt x="2883988" y="2685859"/>
                  </a:lnTo>
                  <a:lnTo>
                    <a:pt x="2810228" y="2672469"/>
                  </a:lnTo>
                  <a:lnTo>
                    <a:pt x="2736468" y="2658894"/>
                  </a:lnTo>
                  <a:lnTo>
                    <a:pt x="2662708" y="2645131"/>
                  </a:lnTo>
                  <a:lnTo>
                    <a:pt x="2588948" y="2631178"/>
                  </a:lnTo>
                  <a:lnTo>
                    <a:pt x="2515188" y="2617031"/>
                  </a:lnTo>
                  <a:lnTo>
                    <a:pt x="2441428" y="2602688"/>
                  </a:lnTo>
                  <a:lnTo>
                    <a:pt x="2367668" y="2588147"/>
                  </a:lnTo>
                  <a:lnTo>
                    <a:pt x="2293908" y="2573404"/>
                  </a:lnTo>
                  <a:lnTo>
                    <a:pt x="2220148" y="2558457"/>
                  </a:lnTo>
                  <a:lnTo>
                    <a:pt x="2146388" y="2543303"/>
                  </a:lnTo>
                  <a:lnTo>
                    <a:pt x="2072628" y="2527939"/>
                  </a:lnTo>
                  <a:lnTo>
                    <a:pt x="1998868" y="2512363"/>
                  </a:lnTo>
                  <a:lnTo>
                    <a:pt x="1925108" y="2496570"/>
                  </a:lnTo>
                  <a:lnTo>
                    <a:pt x="1851348" y="2480559"/>
                  </a:lnTo>
                  <a:lnTo>
                    <a:pt x="1777588" y="2464326"/>
                  </a:lnTo>
                  <a:lnTo>
                    <a:pt x="1703828" y="2447869"/>
                  </a:lnTo>
                  <a:lnTo>
                    <a:pt x="1630068" y="2431183"/>
                  </a:lnTo>
                  <a:lnTo>
                    <a:pt x="1556308" y="2414266"/>
                  </a:lnTo>
                  <a:lnTo>
                    <a:pt x="1482548" y="2397115"/>
                  </a:lnTo>
                  <a:lnTo>
                    <a:pt x="1408788" y="2379727"/>
                  </a:lnTo>
                  <a:lnTo>
                    <a:pt x="1335028" y="2362098"/>
                  </a:lnTo>
                  <a:lnTo>
                    <a:pt x="1261268" y="2344224"/>
                  </a:lnTo>
                  <a:lnTo>
                    <a:pt x="1187508" y="2326103"/>
                  </a:lnTo>
                  <a:lnTo>
                    <a:pt x="1113747" y="2307731"/>
                  </a:lnTo>
                  <a:lnTo>
                    <a:pt x="1039987" y="2289105"/>
                  </a:lnTo>
                  <a:lnTo>
                    <a:pt x="966227" y="2270220"/>
                  </a:lnTo>
                  <a:lnTo>
                    <a:pt x="892467" y="2251074"/>
                  </a:lnTo>
                  <a:lnTo>
                    <a:pt x="818707" y="2231663"/>
                  </a:lnTo>
                  <a:lnTo>
                    <a:pt x="744947" y="2211983"/>
                  </a:lnTo>
                  <a:lnTo>
                    <a:pt x="671187" y="2192031"/>
                  </a:lnTo>
                  <a:lnTo>
                    <a:pt x="597427" y="2171802"/>
                  </a:lnTo>
                  <a:lnTo>
                    <a:pt x="523667" y="2151293"/>
                  </a:lnTo>
                  <a:lnTo>
                    <a:pt x="449907" y="2130500"/>
                  </a:lnTo>
                  <a:lnTo>
                    <a:pt x="376147" y="2109419"/>
                  </a:lnTo>
                  <a:lnTo>
                    <a:pt x="302387" y="2088046"/>
                  </a:lnTo>
                  <a:lnTo>
                    <a:pt x="228627" y="2066377"/>
                  </a:lnTo>
                  <a:lnTo>
                    <a:pt x="154867" y="2044408"/>
                  </a:lnTo>
                  <a:lnTo>
                    <a:pt x="81107" y="2022135"/>
                  </a:lnTo>
                  <a:lnTo>
                    <a:pt x="7347" y="1999553"/>
                  </a:lnTo>
                  <a:lnTo>
                    <a:pt x="0" y="19972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0458" y="1896563"/>
              <a:ext cx="6592889" cy="3223213"/>
            </a:xfrm>
            <a:custGeom>
              <a:avLst/>
              <a:pathLst>
                <a:path w="6592889" h="3223213">
                  <a:moveTo>
                    <a:pt x="0" y="0"/>
                  </a:moveTo>
                  <a:lnTo>
                    <a:pt x="28247" y="52939"/>
                  </a:lnTo>
                  <a:lnTo>
                    <a:pt x="102007" y="186062"/>
                  </a:lnTo>
                  <a:lnTo>
                    <a:pt x="175767" y="314261"/>
                  </a:lnTo>
                  <a:lnTo>
                    <a:pt x="249527" y="437720"/>
                  </a:lnTo>
                  <a:lnTo>
                    <a:pt x="323287" y="556613"/>
                  </a:lnTo>
                  <a:lnTo>
                    <a:pt x="397047" y="671109"/>
                  </a:lnTo>
                  <a:lnTo>
                    <a:pt x="470807" y="781371"/>
                  </a:lnTo>
                  <a:lnTo>
                    <a:pt x="544567" y="887555"/>
                  </a:lnTo>
                  <a:lnTo>
                    <a:pt x="618327" y="989812"/>
                  </a:lnTo>
                  <a:lnTo>
                    <a:pt x="692087" y="1088288"/>
                  </a:lnTo>
                  <a:lnTo>
                    <a:pt x="765847" y="1183122"/>
                  </a:lnTo>
                  <a:lnTo>
                    <a:pt x="839607" y="1274448"/>
                  </a:lnTo>
                  <a:lnTo>
                    <a:pt x="913367" y="1362398"/>
                  </a:lnTo>
                  <a:lnTo>
                    <a:pt x="987127" y="1447095"/>
                  </a:lnTo>
                  <a:lnTo>
                    <a:pt x="1060887" y="1528659"/>
                  </a:lnTo>
                  <a:lnTo>
                    <a:pt x="1134647" y="1607208"/>
                  </a:lnTo>
                  <a:lnTo>
                    <a:pt x="1208408" y="1682851"/>
                  </a:lnTo>
                  <a:lnTo>
                    <a:pt x="1282168" y="1755697"/>
                  </a:lnTo>
                  <a:lnTo>
                    <a:pt x="1355928" y="1825849"/>
                  </a:lnTo>
                  <a:lnTo>
                    <a:pt x="1429688" y="1893407"/>
                  </a:lnTo>
                  <a:lnTo>
                    <a:pt x="1503448" y="1958466"/>
                  </a:lnTo>
                  <a:lnTo>
                    <a:pt x="1577208" y="2021119"/>
                  </a:lnTo>
                  <a:lnTo>
                    <a:pt x="1650968" y="2081456"/>
                  </a:lnTo>
                  <a:lnTo>
                    <a:pt x="1724728" y="2139561"/>
                  </a:lnTo>
                  <a:lnTo>
                    <a:pt x="1798488" y="2195517"/>
                  </a:lnTo>
                  <a:lnTo>
                    <a:pt x="1872248" y="2249404"/>
                  </a:lnTo>
                  <a:lnTo>
                    <a:pt x="1946008" y="2301298"/>
                  </a:lnTo>
                  <a:lnTo>
                    <a:pt x="2019768" y="2351273"/>
                  </a:lnTo>
                  <a:lnTo>
                    <a:pt x="2093528" y="2399399"/>
                  </a:lnTo>
                  <a:lnTo>
                    <a:pt x="2167288" y="2445746"/>
                  </a:lnTo>
                  <a:lnTo>
                    <a:pt x="2241048" y="2490379"/>
                  </a:lnTo>
                  <a:lnTo>
                    <a:pt x="2314808" y="2533362"/>
                  </a:lnTo>
                  <a:lnTo>
                    <a:pt x="2388568" y="2574754"/>
                  </a:lnTo>
                  <a:lnTo>
                    <a:pt x="2462328" y="2614616"/>
                  </a:lnTo>
                  <a:lnTo>
                    <a:pt x="2536088" y="2653004"/>
                  </a:lnTo>
                  <a:lnTo>
                    <a:pt x="2609848" y="2689972"/>
                  </a:lnTo>
                  <a:lnTo>
                    <a:pt x="2683608" y="2725573"/>
                  </a:lnTo>
                  <a:lnTo>
                    <a:pt x="2757368" y="2759858"/>
                  </a:lnTo>
                  <a:lnTo>
                    <a:pt x="2831128" y="2786596"/>
                  </a:lnTo>
                  <a:lnTo>
                    <a:pt x="2904888" y="2798427"/>
                  </a:lnTo>
                  <a:lnTo>
                    <a:pt x="2978648" y="2810095"/>
                  </a:lnTo>
                  <a:lnTo>
                    <a:pt x="3052408" y="2821605"/>
                  </a:lnTo>
                  <a:lnTo>
                    <a:pt x="3126168" y="2832957"/>
                  </a:lnTo>
                  <a:lnTo>
                    <a:pt x="3199928" y="2844154"/>
                  </a:lnTo>
                  <a:lnTo>
                    <a:pt x="3273688" y="2855199"/>
                  </a:lnTo>
                  <a:lnTo>
                    <a:pt x="3347448" y="2866092"/>
                  </a:lnTo>
                  <a:lnTo>
                    <a:pt x="3421208" y="2876837"/>
                  </a:lnTo>
                  <a:lnTo>
                    <a:pt x="3494968" y="2887434"/>
                  </a:lnTo>
                  <a:lnTo>
                    <a:pt x="3568728" y="2897887"/>
                  </a:lnTo>
                  <a:lnTo>
                    <a:pt x="3642488" y="2908198"/>
                  </a:lnTo>
                  <a:lnTo>
                    <a:pt x="3716248" y="2918367"/>
                  </a:lnTo>
                  <a:lnTo>
                    <a:pt x="3790008" y="2928398"/>
                  </a:lnTo>
                  <a:lnTo>
                    <a:pt x="3863768" y="2938291"/>
                  </a:lnTo>
                  <a:lnTo>
                    <a:pt x="3937528" y="2948049"/>
                  </a:lnTo>
                  <a:lnTo>
                    <a:pt x="4011288" y="2957674"/>
                  </a:lnTo>
                  <a:lnTo>
                    <a:pt x="4085048" y="2967168"/>
                  </a:lnTo>
                  <a:lnTo>
                    <a:pt x="4158809" y="2976532"/>
                  </a:lnTo>
                  <a:lnTo>
                    <a:pt x="4232569" y="2985768"/>
                  </a:lnTo>
                  <a:lnTo>
                    <a:pt x="4306329" y="2994877"/>
                  </a:lnTo>
                  <a:lnTo>
                    <a:pt x="4380089" y="3003863"/>
                  </a:lnTo>
                  <a:lnTo>
                    <a:pt x="4453849" y="3012725"/>
                  </a:lnTo>
                  <a:lnTo>
                    <a:pt x="4527609" y="3021467"/>
                  </a:lnTo>
                  <a:lnTo>
                    <a:pt x="4601369" y="3030089"/>
                  </a:lnTo>
                  <a:lnTo>
                    <a:pt x="4675129" y="3038593"/>
                  </a:lnTo>
                  <a:lnTo>
                    <a:pt x="4748889" y="3046981"/>
                  </a:lnTo>
                  <a:lnTo>
                    <a:pt x="4822649" y="3055255"/>
                  </a:lnTo>
                  <a:lnTo>
                    <a:pt x="4896409" y="3063415"/>
                  </a:lnTo>
                  <a:lnTo>
                    <a:pt x="4970169" y="3071464"/>
                  </a:lnTo>
                  <a:lnTo>
                    <a:pt x="5043929" y="3079404"/>
                  </a:lnTo>
                  <a:lnTo>
                    <a:pt x="5117689" y="3087234"/>
                  </a:lnTo>
                  <a:lnTo>
                    <a:pt x="5191449" y="3094958"/>
                  </a:lnTo>
                  <a:lnTo>
                    <a:pt x="5265209" y="3102576"/>
                  </a:lnTo>
                  <a:lnTo>
                    <a:pt x="5338969" y="3110090"/>
                  </a:lnTo>
                  <a:lnTo>
                    <a:pt x="5412729" y="3117502"/>
                  </a:lnTo>
                  <a:lnTo>
                    <a:pt x="5486489" y="3124812"/>
                  </a:lnTo>
                  <a:lnTo>
                    <a:pt x="5560249" y="3132022"/>
                  </a:lnTo>
                  <a:lnTo>
                    <a:pt x="5634009" y="3139134"/>
                  </a:lnTo>
                  <a:lnTo>
                    <a:pt x="5707769" y="3146149"/>
                  </a:lnTo>
                  <a:lnTo>
                    <a:pt x="5781529" y="3153068"/>
                  </a:lnTo>
                  <a:lnTo>
                    <a:pt x="5855289" y="3159892"/>
                  </a:lnTo>
                  <a:lnTo>
                    <a:pt x="5929049" y="3166623"/>
                  </a:lnTo>
                  <a:lnTo>
                    <a:pt x="6002809" y="3173262"/>
                  </a:lnTo>
                  <a:lnTo>
                    <a:pt x="6076569" y="3179811"/>
                  </a:lnTo>
                  <a:lnTo>
                    <a:pt x="6150329" y="3186270"/>
                  </a:lnTo>
                  <a:lnTo>
                    <a:pt x="6224089" y="3192641"/>
                  </a:lnTo>
                  <a:lnTo>
                    <a:pt x="6297849" y="3198925"/>
                  </a:lnTo>
                  <a:lnTo>
                    <a:pt x="6371609" y="3205123"/>
                  </a:lnTo>
                  <a:lnTo>
                    <a:pt x="6445369" y="3211236"/>
                  </a:lnTo>
                  <a:lnTo>
                    <a:pt x="6519129" y="3217266"/>
                  </a:lnTo>
                  <a:lnTo>
                    <a:pt x="6592889" y="32232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93836"/>
              <a:ext cx="7235830" cy="1529551"/>
            </a:xfrm>
            <a:custGeom>
              <a:avLst/>
              <a:pathLst>
                <a:path w="7235830" h="1529551">
                  <a:moveTo>
                    <a:pt x="7235830" y="1529551"/>
                  </a:moveTo>
                  <a:lnTo>
                    <a:pt x="7162070" y="1524720"/>
                  </a:lnTo>
                  <a:lnTo>
                    <a:pt x="7088310" y="1519702"/>
                  </a:lnTo>
                  <a:lnTo>
                    <a:pt x="7014550" y="1514493"/>
                  </a:lnTo>
                  <a:lnTo>
                    <a:pt x="6940789" y="1509083"/>
                  </a:lnTo>
                  <a:lnTo>
                    <a:pt x="6867029" y="1503465"/>
                  </a:lnTo>
                  <a:lnTo>
                    <a:pt x="6793269" y="1497632"/>
                  </a:lnTo>
                  <a:lnTo>
                    <a:pt x="6719509" y="1491574"/>
                  </a:lnTo>
                  <a:lnTo>
                    <a:pt x="6645749" y="1485284"/>
                  </a:lnTo>
                  <a:lnTo>
                    <a:pt x="6571989" y="1478752"/>
                  </a:lnTo>
                  <a:lnTo>
                    <a:pt x="6498229" y="1471970"/>
                  </a:lnTo>
                  <a:lnTo>
                    <a:pt x="6424469" y="1464927"/>
                  </a:lnTo>
                  <a:lnTo>
                    <a:pt x="6350709" y="1457614"/>
                  </a:lnTo>
                  <a:lnTo>
                    <a:pt x="6276949" y="1450020"/>
                  </a:lnTo>
                  <a:lnTo>
                    <a:pt x="6203189" y="1442134"/>
                  </a:lnTo>
                  <a:lnTo>
                    <a:pt x="6129429" y="1433945"/>
                  </a:lnTo>
                  <a:lnTo>
                    <a:pt x="6055669" y="1425442"/>
                  </a:lnTo>
                  <a:lnTo>
                    <a:pt x="5981909" y="1416612"/>
                  </a:lnTo>
                  <a:lnTo>
                    <a:pt x="5908149" y="1407444"/>
                  </a:lnTo>
                  <a:lnTo>
                    <a:pt x="5834389" y="1397923"/>
                  </a:lnTo>
                  <a:lnTo>
                    <a:pt x="5760629" y="1388036"/>
                  </a:lnTo>
                  <a:lnTo>
                    <a:pt x="5686869" y="1377770"/>
                  </a:lnTo>
                  <a:lnTo>
                    <a:pt x="5613109" y="1367110"/>
                  </a:lnTo>
                  <a:lnTo>
                    <a:pt x="5539349" y="1356040"/>
                  </a:lnTo>
                  <a:lnTo>
                    <a:pt x="5465589" y="1344545"/>
                  </a:lnTo>
                  <a:lnTo>
                    <a:pt x="5391829" y="1332609"/>
                  </a:lnTo>
                  <a:lnTo>
                    <a:pt x="5318069" y="1320215"/>
                  </a:lnTo>
                  <a:lnTo>
                    <a:pt x="5244309" y="1307344"/>
                  </a:lnTo>
                  <a:lnTo>
                    <a:pt x="5170549" y="1293979"/>
                  </a:lnTo>
                  <a:lnTo>
                    <a:pt x="5096789" y="1280101"/>
                  </a:lnTo>
                  <a:lnTo>
                    <a:pt x="5023029" y="1265690"/>
                  </a:lnTo>
                  <a:lnTo>
                    <a:pt x="4949269" y="1250726"/>
                  </a:lnTo>
                  <a:lnTo>
                    <a:pt x="4875509" y="1235187"/>
                  </a:lnTo>
                  <a:lnTo>
                    <a:pt x="4801749" y="1219051"/>
                  </a:lnTo>
                  <a:lnTo>
                    <a:pt x="4727989" y="1202296"/>
                  </a:lnTo>
                  <a:lnTo>
                    <a:pt x="4654229" y="1184897"/>
                  </a:lnTo>
                  <a:lnTo>
                    <a:pt x="4580469" y="1166830"/>
                  </a:lnTo>
                  <a:lnTo>
                    <a:pt x="4506709" y="1148069"/>
                  </a:lnTo>
                  <a:lnTo>
                    <a:pt x="4432949" y="1128588"/>
                  </a:lnTo>
                  <a:lnTo>
                    <a:pt x="4359189" y="1108358"/>
                  </a:lnTo>
                  <a:lnTo>
                    <a:pt x="4285429" y="1087352"/>
                  </a:lnTo>
                  <a:lnTo>
                    <a:pt x="4211669" y="1065539"/>
                  </a:lnTo>
                  <a:lnTo>
                    <a:pt x="4137909" y="1042889"/>
                  </a:lnTo>
                  <a:lnTo>
                    <a:pt x="4064149" y="1019368"/>
                  </a:lnTo>
                  <a:lnTo>
                    <a:pt x="3990388" y="994945"/>
                  </a:lnTo>
                  <a:lnTo>
                    <a:pt x="3916628" y="969583"/>
                  </a:lnTo>
                  <a:lnTo>
                    <a:pt x="3842868" y="943248"/>
                  </a:lnTo>
                  <a:lnTo>
                    <a:pt x="3769108" y="915901"/>
                  </a:lnTo>
                  <a:lnTo>
                    <a:pt x="3695348" y="887504"/>
                  </a:lnTo>
                  <a:lnTo>
                    <a:pt x="3621588" y="858017"/>
                  </a:lnTo>
                  <a:lnTo>
                    <a:pt x="3547828" y="827397"/>
                  </a:lnTo>
                  <a:lnTo>
                    <a:pt x="3474068" y="795602"/>
                  </a:lnTo>
                  <a:lnTo>
                    <a:pt x="3400308" y="777329"/>
                  </a:lnTo>
                  <a:lnTo>
                    <a:pt x="3326548" y="765168"/>
                  </a:lnTo>
                  <a:lnTo>
                    <a:pt x="3252788" y="752839"/>
                  </a:lnTo>
                  <a:lnTo>
                    <a:pt x="3179028" y="740340"/>
                  </a:lnTo>
                  <a:lnTo>
                    <a:pt x="3105268" y="727667"/>
                  </a:lnTo>
                  <a:lnTo>
                    <a:pt x="3031508" y="714819"/>
                  </a:lnTo>
                  <a:lnTo>
                    <a:pt x="2957748" y="701792"/>
                  </a:lnTo>
                  <a:lnTo>
                    <a:pt x="2883988" y="688586"/>
                  </a:lnTo>
                  <a:lnTo>
                    <a:pt x="2810228" y="675196"/>
                  </a:lnTo>
                  <a:lnTo>
                    <a:pt x="2736468" y="661621"/>
                  </a:lnTo>
                  <a:lnTo>
                    <a:pt x="2662708" y="647858"/>
                  </a:lnTo>
                  <a:lnTo>
                    <a:pt x="2588948" y="633905"/>
                  </a:lnTo>
                  <a:lnTo>
                    <a:pt x="2515188" y="619758"/>
                  </a:lnTo>
                  <a:lnTo>
                    <a:pt x="2441428" y="605415"/>
                  </a:lnTo>
                  <a:lnTo>
                    <a:pt x="2367668" y="590874"/>
                  </a:lnTo>
                  <a:lnTo>
                    <a:pt x="2293908" y="576131"/>
                  </a:lnTo>
                  <a:lnTo>
                    <a:pt x="2220148" y="561184"/>
                  </a:lnTo>
                  <a:lnTo>
                    <a:pt x="2146388" y="546030"/>
                  </a:lnTo>
                  <a:lnTo>
                    <a:pt x="2072628" y="530666"/>
                  </a:lnTo>
                  <a:lnTo>
                    <a:pt x="1998868" y="515090"/>
                  </a:lnTo>
                  <a:lnTo>
                    <a:pt x="1925108" y="499297"/>
                  </a:lnTo>
                  <a:lnTo>
                    <a:pt x="1851348" y="483286"/>
                  </a:lnTo>
                  <a:lnTo>
                    <a:pt x="1777588" y="467053"/>
                  </a:lnTo>
                  <a:lnTo>
                    <a:pt x="1703828" y="450596"/>
                  </a:lnTo>
                  <a:lnTo>
                    <a:pt x="1630068" y="433910"/>
                  </a:lnTo>
                  <a:lnTo>
                    <a:pt x="1556308" y="416993"/>
                  </a:lnTo>
                  <a:lnTo>
                    <a:pt x="1482548" y="399842"/>
                  </a:lnTo>
                  <a:lnTo>
                    <a:pt x="1408788" y="382454"/>
                  </a:lnTo>
                  <a:lnTo>
                    <a:pt x="1335028" y="364825"/>
                  </a:lnTo>
                  <a:lnTo>
                    <a:pt x="1261268" y="346951"/>
                  </a:lnTo>
                  <a:lnTo>
                    <a:pt x="1187508" y="328830"/>
                  </a:lnTo>
                  <a:lnTo>
                    <a:pt x="1113747" y="310458"/>
                  </a:lnTo>
                  <a:lnTo>
                    <a:pt x="1039987" y="291832"/>
                  </a:lnTo>
                  <a:lnTo>
                    <a:pt x="966227" y="272947"/>
                  </a:lnTo>
                  <a:lnTo>
                    <a:pt x="892467" y="253801"/>
                  </a:lnTo>
                  <a:lnTo>
                    <a:pt x="818707" y="234390"/>
                  </a:lnTo>
                  <a:lnTo>
                    <a:pt x="744947" y="214710"/>
                  </a:lnTo>
                  <a:lnTo>
                    <a:pt x="671187" y="194758"/>
                  </a:lnTo>
                  <a:lnTo>
                    <a:pt x="597427" y="174529"/>
                  </a:lnTo>
                  <a:lnTo>
                    <a:pt x="523667" y="154020"/>
                  </a:lnTo>
                  <a:lnTo>
                    <a:pt x="449907" y="133227"/>
                  </a:lnTo>
                  <a:lnTo>
                    <a:pt x="376147" y="112146"/>
                  </a:lnTo>
                  <a:lnTo>
                    <a:pt x="302387" y="90773"/>
                  </a:lnTo>
                  <a:lnTo>
                    <a:pt x="228627" y="69104"/>
                  </a:lnTo>
                  <a:lnTo>
                    <a:pt x="154867" y="47135"/>
                  </a:lnTo>
                  <a:lnTo>
                    <a:pt x="81107" y="24862"/>
                  </a:lnTo>
                  <a:lnTo>
                    <a:pt x="7347" y="22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51519"/>
              <a:ext cx="7235830" cy="2665243"/>
            </a:xfrm>
            <a:custGeom>
              <a:avLst/>
              <a:pathLst>
                <a:path w="7235830" h="2665243">
                  <a:moveTo>
                    <a:pt x="0" y="0"/>
                  </a:moveTo>
                  <a:lnTo>
                    <a:pt x="7347" y="7500"/>
                  </a:lnTo>
                  <a:lnTo>
                    <a:pt x="81107" y="80884"/>
                  </a:lnTo>
                  <a:lnTo>
                    <a:pt x="154867" y="152405"/>
                  </a:lnTo>
                  <a:lnTo>
                    <a:pt x="228627" y="222109"/>
                  </a:lnTo>
                  <a:lnTo>
                    <a:pt x="302387" y="290044"/>
                  </a:lnTo>
                  <a:lnTo>
                    <a:pt x="376147" y="356254"/>
                  </a:lnTo>
                  <a:lnTo>
                    <a:pt x="449907" y="420783"/>
                  </a:lnTo>
                  <a:lnTo>
                    <a:pt x="523667" y="483673"/>
                  </a:lnTo>
                  <a:lnTo>
                    <a:pt x="597427" y="544967"/>
                  </a:lnTo>
                  <a:lnTo>
                    <a:pt x="671187" y="604704"/>
                  </a:lnTo>
                  <a:lnTo>
                    <a:pt x="744947" y="662925"/>
                  </a:lnTo>
                  <a:lnTo>
                    <a:pt x="818707" y="719667"/>
                  </a:lnTo>
                  <a:lnTo>
                    <a:pt x="892467" y="774968"/>
                  </a:lnTo>
                  <a:lnTo>
                    <a:pt x="966227" y="828866"/>
                  </a:lnTo>
                  <a:lnTo>
                    <a:pt x="1039987" y="881395"/>
                  </a:lnTo>
                  <a:lnTo>
                    <a:pt x="1113747" y="932590"/>
                  </a:lnTo>
                  <a:lnTo>
                    <a:pt x="1187508" y="982485"/>
                  </a:lnTo>
                  <a:lnTo>
                    <a:pt x="1261268" y="1031113"/>
                  </a:lnTo>
                  <a:lnTo>
                    <a:pt x="1335028" y="1078507"/>
                  </a:lnTo>
                  <a:lnTo>
                    <a:pt x="1408788" y="1124697"/>
                  </a:lnTo>
                  <a:lnTo>
                    <a:pt x="1482548" y="1169715"/>
                  </a:lnTo>
                  <a:lnTo>
                    <a:pt x="1556308" y="1213589"/>
                  </a:lnTo>
                  <a:lnTo>
                    <a:pt x="1630068" y="1256350"/>
                  </a:lnTo>
                  <a:lnTo>
                    <a:pt x="1703828" y="1298024"/>
                  </a:lnTo>
                  <a:lnTo>
                    <a:pt x="1777588" y="1338641"/>
                  </a:lnTo>
                  <a:lnTo>
                    <a:pt x="1851348" y="1378226"/>
                  </a:lnTo>
                  <a:lnTo>
                    <a:pt x="1925108" y="1416806"/>
                  </a:lnTo>
                  <a:lnTo>
                    <a:pt x="1998868" y="1454407"/>
                  </a:lnTo>
                  <a:lnTo>
                    <a:pt x="2072628" y="1491053"/>
                  </a:lnTo>
                  <a:lnTo>
                    <a:pt x="2146388" y="1526768"/>
                  </a:lnTo>
                  <a:lnTo>
                    <a:pt x="2220148" y="1561577"/>
                  </a:lnTo>
                  <a:lnTo>
                    <a:pt x="2293908" y="1595502"/>
                  </a:lnTo>
                  <a:lnTo>
                    <a:pt x="2367668" y="1628565"/>
                  </a:lnTo>
                  <a:lnTo>
                    <a:pt x="2441428" y="1660789"/>
                  </a:lnTo>
                  <a:lnTo>
                    <a:pt x="2515188" y="1692195"/>
                  </a:lnTo>
                  <a:lnTo>
                    <a:pt x="2588948" y="1722803"/>
                  </a:lnTo>
                  <a:lnTo>
                    <a:pt x="2662708" y="1752634"/>
                  </a:lnTo>
                  <a:lnTo>
                    <a:pt x="2736468" y="1781708"/>
                  </a:lnTo>
                  <a:lnTo>
                    <a:pt x="2810228" y="1810044"/>
                  </a:lnTo>
                  <a:lnTo>
                    <a:pt x="2883988" y="1837660"/>
                  </a:lnTo>
                  <a:lnTo>
                    <a:pt x="2957748" y="1864575"/>
                  </a:lnTo>
                  <a:lnTo>
                    <a:pt x="3031508" y="1890806"/>
                  </a:lnTo>
                  <a:lnTo>
                    <a:pt x="3105268" y="1916371"/>
                  </a:lnTo>
                  <a:lnTo>
                    <a:pt x="3179028" y="1941288"/>
                  </a:lnTo>
                  <a:lnTo>
                    <a:pt x="3252788" y="1965571"/>
                  </a:lnTo>
                  <a:lnTo>
                    <a:pt x="3326548" y="1989239"/>
                  </a:lnTo>
                  <a:lnTo>
                    <a:pt x="3400308" y="2012305"/>
                  </a:lnTo>
                  <a:lnTo>
                    <a:pt x="3474068" y="2034785"/>
                  </a:lnTo>
                  <a:lnTo>
                    <a:pt x="3547828" y="2056695"/>
                  </a:lnTo>
                  <a:lnTo>
                    <a:pt x="3621588" y="2078048"/>
                  </a:lnTo>
                  <a:lnTo>
                    <a:pt x="3695348" y="2098860"/>
                  </a:lnTo>
                  <a:lnTo>
                    <a:pt x="3769108" y="2119142"/>
                  </a:lnTo>
                  <a:lnTo>
                    <a:pt x="3842868" y="2138910"/>
                  </a:lnTo>
                  <a:lnTo>
                    <a:pt x="3916628" y="2158176"/>
                  </a:lnTo>
                  <a:lnTo>
                    <a:pt x="3990388" y="2176953"/>
                  </a:lnTo>
                  <a:lnTo>
                    <a:pt x="4064149" y="2195253"/>
                  </a:lnTo>
                  <a:lnTo>
                    <a:pt x="4137909" y="2213088"/>
                  </a:lnTo>
                  <a:lnTo>
                    <a:pt x="4211669" y="2230471"/>
                  </a:lnTo>
                  <a:lnTo>
                    <a:pt x="4285429" y="2247412"/>
                  </a:lnTo>
                  <a:lnTo>
                    <a:pt x="4359189" y="2263923"/>
                  </a:lnTo>
                  <a:lnTo>
                    <a:pt x="4432949" y="2280014"/>
                  </a:lnTo>
                  <a:lnTo>
                    <a:pt x="4506709" y="2295698"/>
                  </a:lnTo>
                  <a:lnTo>
                    <a:pt x="4580469" y="2310982"/>
                  </a:lnTo>
                  <a:lnTo>
                    <a:pt x="4654229" y="2325879"/>
                  </a:lnTo>
                  <a:lnTo>
                    <a:pt x="4727989" y="2340398"/>
                  </a:lnTo>
                  <a:lnTo>
                    <a:pt x="4801749" y="2354548"/>
                  </a:lnTo>
                  <a:lnTo>
                    <a:pt x="4875509" y="2368339"/>
                  </a:lnTo>
                  <a:lnTo>
                    <a:pt x="4949269" y="2381779"/>
                  </a:lnTo>
                  <a:lnTo>
                    <a:pt x="5023029" y="2394878"/>
                  </a:lnTo>
                  <a:lnTo>
                    <a:pt x="5096789" y="2407645"/>
                  </a:lnTo>
                  <a:lnTo>
                    <a:pt x="5170549" y="2420088"/>
                  </a:lnTo>
                  <a:lnTo>
                    <a:pt x="5244309" y="2432214"/>
                  </a:lnTo>
                  <a:lnTo>
                    <a:pt x="5318069" y="2444033"/>
                  </a:lnTo>
                  <a:lnTo>
                    <a:pt x="5391829" y="2455552"/>
                  </a:lnTo>
                  <a:lnTo>
                    <a:pt x="5465589" y="2466778"/>
                  </a:lnTo>
                  <a:lnTo>
                    <a:pt x="5539349" y="2477719"/>
                  </a:lnTo>
                  <a:lnTo>
                    <a:pt x="5613109" y="2488382"/>
                  </a:lnTo>
                  <a:lnTo>
                    <a:pt x="5686869" y="2498775"/>
                  </a:lnTo>
                  <a:lnTo>
                    <a:pt x="5760629" y="2508903"/>
                  </a:lnTo>
                  <a:lnTo>
                    <a:pt x="5834389" y="2518775"/>
                  </a:lnTo>
                  <a:lnTo>
                    <a:pt x="5908149" y="2528396"/>
                  </a:lnTo>
                  <a:lnTo>
                    <a:pt x="5981909" y="2537772"/>
                  </a:lnTo>
                  <a:lnTo>
                    <a:pt x="6055669" y="2546911"/>
                  </a:lnTo>
                  <a:lnTo>
                    <a:pt x="6129429" y="2555817"/>
                  </a:lnTo>
                  <a:lnTo>
                    <a:pt x="6203189" y="2564498"/>
                  </a:lnTo>
                  <a:lnTo>
                    <a:pt x="6276949" y="2572958"/>
                  </a:lnTo>
                  <a:lnTo>
                    <a:pt x="6350709" y="2581203"/>
                  </a:lnTo>
                  <a:lnTo>
                    <a:pt x="6424469" y="2589238"/>
                  </a:lnTo>
                  <a:lnTo>
                    <a:pt x="6498229" y="2597070"/>
                  </a:lnTo>
                  <a:lnTo>
                    <a:pt x="6571989" y="2604703"/>
                  </a:lnTo>
                  <a:lnTo>
                    <a:pt x="6645749" y="2612142"/>
                  </a:lnTo>
                  <a:lnTo>
                    <a:pt x="6719509" y="2619392"/>
                  </a:lnTo>
                  <a:lnTo>
                    <a:pt x="6793269" y="2626458"/>
                  </a:lnTo>
                  <a:lnTo>
                    <a:pt x="6867029" y="2633345"/>
                  </a:lnTo>
                  <a:lnTo>
                    <a:pt x="6940789" y="2640057"/>
                  </a:lnTo>
                  <a:lnTo>
                    <a:pt x="7014550" y="2646598"/>
                  </a:lnTo>
                  <a:lnTo>
                    <a:pt x="7088310" y="2652974"/>
                  </a:lnTo>
                  <a:lnTo>
                    <a:pt x="7162070" y="2659187"/>
                  </a:lnTo>
                  <a:lnTo>
                    <a:pt x="7235830" y="26652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2026-05-27T10:00:50Z</dcterms:modified>
  <cp:category/>
</cp:coreProperties>
</file>