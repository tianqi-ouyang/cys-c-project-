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24501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6553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68606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4065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2711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10527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8257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4632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26685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533281"/>
              <a:ext cx="6964104" cy="794804"/>
            </a:xfrm>
            <a:custGeom>
              <a:avLst/>
              <a:pathLst>
                <a:path w="6964104" h="794804">
                  <a:moveTo>
                    <a:pt x="0" y="0"/>
                  </a:moveTo>
                  <a:lnTo>
                    <a:pt x="70344" y="21496"/>
                  </a:lnTo>
                  <a:lnTo>
                    <a:pt x="140688" y="42459"/>
                  </a:lnTo>
                  <a:lnTo>
                    <a:pt x="211033" y="62903"/>
                  </a:lnTo>
                  <a:lnTo>
                    <a:pt x="281377" y="82840"/>
                  </a:lnTo>
                  <a:lnTo>
                    <a:pt x="351722" y="102282"/>
                  </a:lnTo>
                  <a:lnTo>
                    <a:pt x="422066" y="121242"/>
                  </a:lnTo>
                  <a:lnTo>
                    <a:pt x="492411" y="139733"/>
                  </a:lnTo>
                  <a:lnTo>
                    <a:pt x="562755" y="157765"/>
                  </a:lnTo>
                  <a:lnTo>
                    <a:pt x="633100" y="175349"/>
                  </a:lnTo>
                  <a:lnTo>
                    <a:pt x="703444" y="192498"/>
                  </a:lnTo>
                  <a:lnTo>
                    <a:pt x="773789" y="209222"/>
                  </a:lnTo>
                  <a:lnTo>
                    <a:pt x="844133" y="225531"/>
                  </a:lnTo>
                  <a:lnTo>
                    <a:pt x="914478" y="241435"/>
                  </a:lnTo>
                  <a:lnTo>
                    <a:pt x="984822" y="256946"/>
                  </a:lnTo>
                  <a:lnTo>
                    <a:pt x="1055167" y="272071"/>
                  </a:lnTo>
                  <a:lnTo>
                    <a:pt x="1125511" y="286822"/>
                  </a:lnTo>
                  <a:lnTo>
                    <a:pt x="1195856" y="301207"/>
                  </a:lnTo>
                  <a:lnTo>
                    <a:pt x="1266200" y="315235"/>
                  </a:lnTo>
                  <a:lnTo>
                    <a:pt x="1336545" y="328916"/>
                  </a:lnTo>
                  <a:lnTo>
                    <a:pt x="1406889" y="342257"/>
                  </a:lnTo>
                  <a:lnTo>
                    <a:pt x="1477234" y="355268"/>
                  </a:lnTo>
                  <a:lnTo>
                    <a:pt x="1547578" y="367956"/>
                  </a:lnTo>
                  <a:lnTo>
                    <a:pt x="1617923" y="380329"/>
                  </a:lnTo>
                  <a:lnTo>
                    <a:pt x="1688267" y="392396"/>
                  </a:lnTo>
                  <a:lnTo>
                    <a:pt x="1758612" y="404163"/>
                  </a:lnTo>
                  <a:lnTo>
                    <a:pt x="1828956" y="415639"/>
                  </a:lnTo>
                  <a:lnTo>
                    <a:pt x="1899301" y="426830"/>
                  </a:lnTo>
                  <a:lnTo>
                    <a:pt x="1969645" y="437744"/>
                  </a:lnTo>
                  <a:lnTo>
                    <a:pt x="2039990" y="448387"/>
                  </a:lnTo>
                  <a:lnTo>
                    <a:pt x="2110334" y="458766"/>
                  </a:lnTo>
                  <a:lnTo>
                    <a:pt x="2180679" y="468888"/>
                  </a:lnTo>
                  <a:lnTo>
                    <a:pt x="2251023" y="478759"/>
                  </a:lnTo>
                  <a:lnTo>
                    <a:pt x="2321368" y="488385"/>
                  </a:lnTo>
                  <a:lnTo>
                    <a:pt x="2391712" y="497773"/>
                  </a:lnTo>
                  <a:lnTo>
                    <a:pt x="2462057" y="506927"/>
                  </a:lnTo>
                  <a:lnTo>
                    <a:pt x="2532401" y="515855"/>
                  </a:lnTo>
                  <a:lnTo>
                    <a:pt x="2602746" y="524562"/>
                  </a:lnTo>
                  <a:lnTo>
                    <a:pt x="2673090" y="533052"/>
                  </a:lnTo>
                  <a:lnTo>
                    <a:pt x="2743435" y="541332"/>
                  </a:lnTo>
                  <a:lnTo>
                    <a:pt x="2813779" y="549407"/>
                  </a:lnTo>
                  <a:lnTo>
                    <a:pt x="2884124" y="557282"/>
                  </a:lnTo>
                  <a:lnTo>
                    <a:pt x="2954468" y="564961"/>
                  </a:lnTo>
                  <a:lnTo>
                    <a:pt x="3024813" y="568779"/>
                  </a:lnTo>
                  <a:lnTo>
                    <a:pt x="3095157" y="570490"/>
                  </a:lnTo>
                  <a:lnTo>
                    <a:pt x="3165502" y="572191"/>
                  </a:lnTo>
                  <a:lnTo>
                    <a:pt x="3235846" y="573882"/>
                  </a:lnTo>
                  <a:lnTo>
                    <a:pt x="3306191" y="575564"/>
                  </a:lnTo>
                  <a:lnTo>
                    <a:pt x="3376535" y="577236"/>
                  </a:lnTo>
                  <a:lnTo>
                    <a:pt x="3446880" y="578899"/>
                  </a:lnTo>
                  <a:lnTo>
                    <a:pt x="3517224" y="580552"/>
                  </a:lnTo>
                  <a:lnTo>
                    <a:pt x="3587569" y="582195"/>
                  </a:lnTo>
                  <a:lnTo>
                    <a:pt x="3657913" y="583830"/>
                  </a:lnTo>
                  <a:lnTo>
                    <a:pt x="3728257" y="585454"/>
                  </a:lnTo>
                  <a:lnTo>
                    <a:pt x="3798602" y="587070"/>
                  </a:lnTo>
                  <a:lnTo>
                    <a:pt x="3868946" y="588676"/>
                  </a:lnTo>
                  <a:lnTo>
                    <a:pt x="3939291" y="590273"/>
                  </a:lnTo>
                  <a:lnTo>
                    <a:pt x="4009635" y="591860"/>
                  </a:lnTo>
                  <a:lnTo>
                    <a:pt x="4079980" y="593439"/>
                  </a:lnTo>
                  <a:lnTo>
                    <a:pt x="4150324" y="595009"/>
                  </a:lnTo>
                  <a:lnTo>
                    <a:pt x="4220669" y="596569"/>
                  </a:lnTo>
                  <a:lnTo>
                    <a:pt x="4291013" y="598121"/>
                  </a:lnTo>
                  <a:lnTo>
                    <a:pt x="4361358" y="599664"/>
                  </a:lnTo>
                  <a:lnTo>
                    <a:pt x="4431702" y="601198"/>
                  </a:lnTo>
                  <a:lnTo>
                    <a:pt x="4502047" y="602723"/>
                  </a:lnTo>
                  <a:lnTo>
                    <a:pt x="4572391" y="604239"/>
                  </a:lnTo>
                  <a:lnTo>
                    <a:pt x="4642736" y="605747"/>
                  </a:lnTo>
                  <a:lnTo>
                    <a:pt x="4713080" y="607246"/>
                  </a:lnTo>
                  <a:lnTo>
                    <a:pt x="4783425" y="608736"/>
                  </a:lnTo>
                  <a:lnTo>
                    <a:pt x="4853769" y="610218"/>
                  </a:lnTo>
                  <a:lnTo>
                    <a:pt x="4924114" y="611691"/>
                  </a:lnTo>
                  <a:lnTo>
                    <a:pt x="4994458" y="613156"/>
                  </a:lnTo>
                  <a:lnTo>
                    <a:pt x="5064803" y="614612"/>
                  </a:lnTo>
                  <a:lnTo>
                    <a:pt x="5135147" y="616061"/>
                  </a:lnTo>
                  <a:lnTo>
                    <a:pt x="5205492" y="617500"/>
                  </a:lnTo>
                  <a:lnTo>
                    <a:pt x="5275836" y="618932"/>
                  </a:lnTo>
                  <a:lnTo>
                    <a:pt x="5346181" y="620355"/>
                  </a:lnTo>
                  <a:lnTo>
                    <a:pt x="5416525" y="621770"/>
                  </a:lnTo>
                  <a:lnTo>
                    <a:pt x="5486870" y="623177"/>
                  </a:lnTo>
                  <a:lnTo>
                    <a:pt x="5557214" y="624576"/>
                  </a:lnTo>
                  <a:lnTo>
                    <a:pt x="5627559" y="625967"/>
                  </a:lnTo>
                  <a:lnTo>
                    <a:pt x="5697903" y="627350"/>
                  </a:lnTo>
                  <a:lnTo>
                    <a:pt x="5768248" y="628725"/>
                  </a:lnTo>
                  <a:lnTo>
                    <a:pt x="5838592" y="630093"/>
                  </a:lnTo>
                  <a:lnTo>
                    <a:pt x="5908937" y="631452"/>
                  </a:lnTo>
                  <a:lnTo>
                    <a:pt x="5979281" y="632803"/>
                  </a:lnTo>
                  <a:lnTo>
                    <a:pt x="6049626" y="634147"/>
                  </a:lnTo>
                  <a:lnTo>
                    <a:pt x="6119970" y="635483"/>
                  </a:lnTo>
                  <a:lnTo>
                    <a:pt x="6190315" y="636812"/>
                  </a:lnTo>
                  <a:lnTo>
                    <a:pt x="6260659" y="638132"/>
                  </a:lnTo>
                  <a:lnTo>
                    <a:pt x="6331004" y="639445"/>
                  </a:lnTo>
                  <a:lnTo>
                    <a:pt x="6401348" y="640751"/>
                  </a:lnTo>
                  <a:lnTo>
                    <a:pt x="6471693" y="642049"/>
                  </a:lnTo>
                  <a:lnTo>
                    <a:pt x="6542037" y="643340"/>
                  </a:lnTo>
                  <a:lnTo>
                    <a:pt x="6612382" y="644623"/>
                  </a:lnTo>
                  <a:lnTo>
                    <a:pt x="6682726" y="645899"/>
                  </a:lnTo>
                  <a:lnTo>
                    <a:pt x="6753071" y="647168"/>
                  </a:lnTo>
                  <a:lnTo>
                    <a:pt x="6823415" y="648429"/>
                  </a:lnTo>
                  <a:lnTo>
                    <a:pt x="6893760" y="649683"/>
                  </a:lnTo>
                  <a:lnTo>
                    <a:pt x="6964104" y="650930"/>
                  </a:lnTo>
                  <a:lnTo>
                    <a:pt x="6964104" y="794804"/>
                  </a:lnTo>
                  <a:lnTo>
                    <a:pt x="6893760" y="792968"/>
                  </a:lnTo>
                  <a:lnTo>
                    <a:pt x="6823415" y="791086"/>
                  </a:lnTo>
                  <a:lnTo>
                    <a:pt x="6753071" y="789156"/>
                  </a:lnTo>
                  <a:lnTo>
                    <a:pt x="6682726" y="787176"/>
                  </a:lnTo>
                  <a:lnTo>
                    <a:pt x="6612382" y="785146"/>
                  </a:lnTo>
                  <a:lnTo>
                    <a:pt x="6542037" y="783065"/>
                  </a:lnTo>
                  <a:lnTo>
                    <a:pt x="6471693" y="780931"/>
                  </a:lnTo>
                  <a:lnTo>
                    <a:pt x="6401348" y="778742"/>
                  </a:lnTo>
                  <a:lnTo>
                    <a:pt x="6331004" y="776498"/>
                  </a:lnTo>
                  <a:lnTo>
                    <a:pt x="6260659" y="774197"/>
                  </a:lnTo>
                  <a:lnTo>
                    <a:pt x="6190315" y="771837"/>
                  </a:lnTo>
                  <a:lnTo>
                    <a:pt x="6119970" y="769418"/>
                  </a:lnTo>
                  <a:lnTo>
                    <a:pt x="6049626" y="766936"/>
                  </a:lnTo>
                  <a:lnTo>
                    <a:pt x="5979281" y="764392"/>
                  </a:lnTo>
                  <a:lnTo>
                    <a:pt x="5908937" y="761783"/>
                  </a:lnTo>
                  <a:lnTo>
                    <a:pt x="5838592" y="759108"/>
                  </a:lnTo>
                  <a:lnTo>
                    <a:pt x="5768248" y="756364"/>
                  </a:lnTo>
                  <a:lnTo>
                    <a:pt x="5697903" y="753551"/>
                  </a:lnTo>
                  <a:lnTo>
                    <a:pt x="5627559" y="750667"/>
                  </a:lnTo>
                  <a:lnTo>
                    <a:pt x="5557214" y="747709"/>
                  </a:lnTo>
                  <a:lnTo>
                    <a:pt x="5486870" y="744675"/>
                  </a:lnTo>
                  <a:lnTo>
                    <a:pt x="5416525" y="741565"/>
                  </a:lnTo>
                  <a:lnTo>
                    <a:pt x="5346181" y="738376"/>
                  </a:lnTo>
                  <a:lnTo>
                    <a:pt x="5275836" y="735105"/>
                  </a:lnTo>
                  <a:lnTo>
                    <a:pt x="5205492" y="731752"/>
                  </a:lnTo>
                  <a:lnTo>
                    <a:pt x="5135147" y="728313"/>
                  </a:lnTo>
                  <a:lnTo>
                    <a:pt x="5064803" y="724787"/>
                  </a:lnTo>
                  <a:lnTo>
                    <a:pt x="4994458" y="721171"/>
                  </a:lnTo>
                  <a:lnTo>
                    <a:pt x="4924114" y="717463"/>
                  </a:lnTo>
                  <a:lnTo>
                    <a:pt x="4853769" y="713661"/>
                  </a:lnTo>
                  <a:lnTo>
                    <a:pt x="4783425" y="709762"/>
                  </a:lnTo>
                  <a:lnTo>
                    <a:pt x="4713080" y="705764"/>
                  </a:lnTo>
                  <a:lnTo>
                    <a:pt x="4642736" y="701665"/>
                  </a:lnTo>
                  <a:lnTo>
                    <a:pt x="4572391" y="697461"/>
                  </a:lnTo>
                  <a:lnTo>
                    <a:pt x="4502047" y="693150"/>
                  </a:lnTo>
                  <a:lnTo>
                    <a:pt x="4431702" y="688730"/>
                  </a:lnTo>
                  <a:lnTo>
                    <a:pt x="4361358" y="684197"/>
                  </a:lnTo>
                  <a:lnTo>
                    <a:pt x="4291013" y="679549"/>
                  </a:lnTo>
                  <a:lnTo>
                    <a:pt x="4220669" y="674783"/>
                  </a:lnTo>
                  <a:lnTo>
                    <a:pt x="4150324" y="669896"/>
                  </a:lnTo>
                  <a:lnTo>
                    <a:pt x="4079980" y="664885"/>
                  </a:lnTo>
                  <a:lnTo>
                    <a:pt x="4009635" y="659746"/>
                  </a:lnTo>
                  <a:lnTo>
                    <a:pt x="3939291" y="654476"/>
                  </a:lnTo>
                  <a:lnTo>
                    <a:pt x="3868946" y="649073"/>
                  </a:lnTo>
                  <a:lnTo>
                    <a:pt x="3798602" y="643532"/>
                  </a:lnTo>
                  <a:lnTo>
                    <a:pt x="3728257" y="637850"/>
                  </a:lnTo>
                  <a:lnTo>
                    <a:pt x="3657913" y="632024"/>
                  </a:lnTo>
                  <a:lnTo>
                    <a:pt x="3587569" y="626050"/>
                  </a:lnTo>
                  <a:lnTo>
                    <a:pt x="3517224" y="619923"/>
                  </a:lnTo>
                  <a:lnTo>
                    <a:pt x="3446880" y="613641"/>
                  </a:lnTo>
                  <a:lnTo>
                    <a:pt x="3376535" y="607200"/>
                  </a:lnTo>
                  <a:lnTo>
                    <a:pt x="3306191" y="600594"/>
                  </a:lnTo>
                  <a:lnTo>
                    <a:pt x="3235846" y="593821"/>
                  </a:lnTo>
                  <a:lnTo>
                    <a:pt x="3165502" y="586875"/>
                  </a:lnTo>
                  <a:lnTo>
                    <a:pt x="3095157" y="579753"/>
                  </a:lnTo>
                  <a:lnTo>
                    <a:pt x="3024813" y="572450"/>
                  </a:lnTo>
                  <a:lnTo>
                    <a:pt x="2954468" y="567058"/>
                  </a:lnTo>
                  <a:lnTo>
                    <a:pt x="2884124" y="565327"/>
                  </a:lnTo>
                  <a:lnTo>
                    <a:pt x="2813779" y="563586"/>
                  </a:lnTo>
                  <a:lnTo>
                    <a:pt x="2743435" y="561835"/>
                  </a:lnTo>
                  <a:lnTo>
                    <a:pt x="2673090" y="560074"/>
                  </a:lnTo>
                  <a:lnTo>
                    <a:pt x="2602746" y="558303"/>
                  </a:lnTo>
                  <a:lnTo>
                    <a:pt x="2532401" y="556521"/>
                  </a:lnTo>
                  <a:lnTo>
                    <a:pt x="2462057" y="554730"/>
                  </a:lnTo>
                  <a:lnTo>
                    <a:pt x="2391712" y="552928"/>
                  </a:lnTo>
                  <a:lnTo>
                    <a:pt x="2321368" y="551115"/>
                  </a:lnTo>
                  <a:lnTo>
                    <a:pt x="2251023" y="549292"/>
                  </a:lnTo>
                  <a:lnTo>
                    <a:pt x="2180679" y="547459"/>
                  </a:lnTo>
                  <a:lnTo>
                    <a:pt x="2110334" y="545615"/>
                  </a:lnTo>
                  <a:lnTo>
                    <a:pt x="2039990" y="543760"/>
                  </a:lnTo>
                  <a:lnTo>
                    <a:pt x="1969645" y="541895"/>
                  </a:lnTo>
                  <a:lnTo>
                    <a:pt x="1899301" y="540019"/>
                  </a:lnTo>
                  <a:lnTo>
                    <a:pt x="1828956" y="538132"/>
                  </a:lnTo>
                  <a:lnTo>
                    <a:pt x="1758612" y="536234"/>
                  </a:lnTo>
                  <a:lnTo>
                    <a:pt x="1688267" y="534325"/>
                  </a:lnTo>
                  <a:lnTo>
                    <a:pt x="1617923" y="532406"/>
                  </a:lnTo>
                  <a:lnTo>
                    <a:pt x="1547578" y="530475"/>
                  </a:lnTo>
                  <a:lnTo>
                    <a:pt x="1477234" y="528533"/>
                  </a:lnTo>
                  <a:lnTo>
                    <a:pt x="1406889" y="526580"/>
                  </a:lnTo>
                  <a:lnTo>
                    <a:pt x="1336545" y="524615"/>
                  </a:lnTo>
                  <a:lnTo>
                    <a:pt x="1266200" y="522639"/>
                  </a:lnTo>
                  <a:lnTo>
                    <a:pt x="1195856" y="520652"/>
                  </a:lnTo>
                  <a:lnTo>
                    <a:pt x="1125511" y="518653"/>
                  </a:lnTo>
                  <a:lnTo>
                    <a:pt x="1055167" y="516643"/>
                  </a:lnTo>
                  <a:lnTo>
                    <a:pt x="984822" y="514621"/>
                  </a:lnTo>
                  <a:lnTo>
                    <a:pt x="914478" y="512588"/>
                  </a:lnTo>
                  <a:lnTo>
                    <a:pt x="844133" y="510543"/>
                  </a:lnTo>
                  <a:lnTo>
                    <a:pt x="773789" y="508486"/>
                  </a:lnTo>
                  <a:lnTo>
                    <a:pt x="703444" y="506417"/>
                  </a:lnTo>
                  <a:lnTo>
                    <a:pt x="633100" y="504336"/>
                  </a:lnTo>
                  <a:lnTo>
                    <a:pt x="562755" y="502243"/>
                  </a:lnTo>
                  <a:lnTo>
                    <a:pt x="492411" y="500138"/>
                  </a:lnTo>
                  <a:lnTo>
                    <a:pt x="422066" y="498021"/>
                  </a:lnTo>
                  <a:lnTo>
                    <a:pt x="351722" y="495892"/>
                  </a:lnTo>
                  <a:lnTo>
                    <a:pt x="281377" y="493750"/>
                  </a:lnTo>
                  <a:lnTo>
                    <a:pt x="211033" y="491597"/>
                  </a:lnTo>
                  <a:lnTo>
                    <a:pt x="140688" y="489430"/>
                  </a:lnTo>
                  <a:lnTo>
                    <a:pt x="70344" y="487251"/>
                  </a:lnTo>
                  <a:lnTo>
                    <a:pt x="0" y="4850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533281"/>
              <a:ext cx="6964104" cy="650930"/>
            </a:xfrm>
            <a:custGeom>
              <a:avLst/>
              <a:pathLst>
                <a:path w="6964104" h="650930">
                  <a:moveTo>
                    <a:pt x="0" y="0"/>
                  </a:moveTo>
                  <a:lnTo>
                    <a:pt x="70344" y="21496"/>
                  </a:lnTo>
                  <a:lnTo>
                    <a:pt x="140688" y="42459"/>
                  </a:lnTo>
                  <a:lnTo>
                    <a:pt x="211033" y="62903"/>
                  </a:lnTo>
                  <a:lnTo>
                    <a:pt x="281377" y="82840"/>
                  </a:lnTo>
                  <a:lnTo>
                    <a:pt x="351722" y="102282"/>
                  </a:lnTo>
                  <a:lnTo>
                    <a:pt x="422066" y="121242"/>
                  </a:lnTo>
                  <a:lnTo>
                    <a:pt x="492411" y="139733"/>
                  </a:lnTo>
                  <a:lnTo>
                    <a:pt x="562755" y="157765"/>
                  </a:lnTo>
                  <a:lnTo>
                    <a:pt x="633100" y="175349"/>
                  </a:lnTo>
                  <a:lnTo>
                    <a:pt x="703444" y="192498"/>
                  </a:lnTo>
                  <a:lnTo>
                    <a:pt x="773789" y="209222"/>
                  </a:lnTo>
                  <a:lnTo>
                    <a:pt x="844133" y="225531"/>
                  </a:lnTo>
                  <a:lnTo>
                    <a:pt x="914478" y="241435"/>
                  </a:lnTo>
                  <a:lnTo>
                    <a:pt x="984822" y="256946"/>
                  </a:lnTo>
                  <a:lnTo>
                    <a:pt x="1055167" y="272071"/>
                  </a:lnTo>
                  <a:lnTo>
                    <a:pt x="1125511" y="286822"/>
                  </a:lnTo>
                  <a:lnTo>
                    <a:pt x="1195856" y="301207"/>
                  </a:lnTo>
                  <a:lnTo>
                    <a:pt x="1266200" y="315235"/>
                  </a:lnTo>
                  <a:lnTo>
                    <a:pt x="1336545" y="328916"/>
                  </a:lnTo>
                  <a:lnTo>
                    <a:pt x="1406889" y="342257"/>
                  </a:lnTo>
                  <a:lnTo>
                    <a:pt x="1477234" y="355268"/>
                  </a:lnTo>
                  <a:lnTo>
                    <a:pt x="1547578" y="367956"/>
                  </a:lnTo>
                  <a:lnTo>
                    <a:pt x="1617923" y="380329"/>
                  </a:lnTo>
                  <a:lnTo>
                    <a:pt x="1688267" y="392396"/>
                  </a:lnTo>
                  <a:lnTo>
                    <a:pt x="1758612" y="404163"/>
                  </a:lnTo>
                  <a:lnTo>
                    <a:pt x="1828956" y="415639"/>
                  </a:lnTo>
                  <a:lnTo>
                    <a:pt x="1899301" y="426830"/>
                  </a:lnTo>
                  <a:lnTo>
                    <a:pt x="1969645" y="437744"/>
                  </a:lnTo>
                  <a:lnTo>
                    <a:pt x="2039990" y="448387"/>
                  </a:lnTo>
                  <a:lnTo>
                    <a:pt x="2110334" y="458766"/>
                  </a:lnTo>
                  <a:lnTo>
                    <a:pt x="2180679" y="468888"/>
                  </a:lnTo>
                  <a:lnTo>
                    <a:pt x="2251023" y="478759"/>
                  </a:lnTo>
                  <a:lnTo>
                    <a:pt x="2321368" y="488385"/>
                  </a:lnTo>
                  <a:lnTo>
                    <a:pt x="2391712" y="497773"/>
                  </a:lnTo>
                  <a:lnTo>
                    <a:pt x="2462057" y="506927"/>
                  </a:lnTo>
                  <a:lnTo>
                    <a:pt x="2532401" y="515855"/>
                  </a:lnTo>
                  <a:lnTo>
                    <a:pt x="2602746" y="524562"/>
                  </a:lnTo>
                  <a:lnTo>
                    <a:pt x="2673090" y="533052"/>
                  </a:lnTo>
                  <a:lnTo>
                    <a:pt x="2743435" y="541332"/>
                  </a:lnTo>
                  <a:lnTo>
                    <a:pt x="2813779" y="549407"/>
                  </a:lnTo>
                  <a:lnTo>
                    <a:pt x="2884124" y="557282"/>
                  </a:lnTo>
                  <a:lnTo>
                    <a:pt x="2954468" y="564961"/>
                  </a:lnTo>
                  <a:lnTo>
                    <a:pt x="3024813" y="568779"/>
                  </a:lnTo>
                  <a:lnTo>
                    <a:pt x="3095157" y="570490"/>
                  </a:lnTo>
                  <a:lnTo>
                    <a:pt x="3165502" y="572191"/>
                  </a:lnTo>
                  <a:lnTo>
                    <a:pt x="3235846" y="573882"/>
                  </a:lnTo>
                  <a:lnTo>
                    <a:pt x="3306191" y="575564"/>
                  </a:lnTo>
                  <a:lnTo>
                    <a:pt x="3376535" y="577236"/>
                  </a:lnTo>
                  <a:lnTo>
                    <a:pt x="3446880" y="578899"/>
                  </a:lnTo>
                  <a:lnTo>
                    <a:pt x="3517224" y="580552"/>
                  </a:lnTo>
                  <a:lnTo>
                    <a:pt x="3587569" y="582195"/>
                  </a:lnTo>
                  <a:lnTo>
                    <a:pt x="3657913" y="583830"/>
                  </a:lnTo>
                  <a:lnTo>
                    <a:pt x="3728257" y="585454"/>
                  </a:lnTo>
                  <a:lnTo>
                    <a:pt x="3798602" y="587070"/>
                  </a:lnTo>
                  <a:lnTo>
                    <a:pt x="3868946" y="588676"/>
                  </a:lnTo>
                  <a:lnTo>
                    <a:pt x="3939291" y="590273"/>
                  </a:lnTo>
                  <a:lnTo>
                    <a:pt x="4009635" y="591860"/>
                  </a:lnTo>
                  <a:lnTo>
                    <a:pt x="4079980" y="593439"/>
                  </a:lnTo>
                  <a:lnTo>
                    <a:pt x="4150324" y="595009"/>
                  </a:lnTo>
                  <a:lnTo>
                    <a:pt x="4220669" y="596569"/>
                  </a:lnTo>
                  <a:lnTo>
                    <a:pt x="4291013" y="598121"/>
                  </a:lnTo>
                  <a:lnTo>
                    <a:pt x="4361358" y="599664"/>
                  </a:lnTo>
                  <a:lnTo>
                    <a:pt x="4431702" y="601198"/>
                  </a:lnTo>
                  <a:lnTo>
                    <a:pt x="4502047" y="602723"/>
                  </a:lnTo>
                  <a:lnTo>
                    <a:pt x="4572391" y="604239"/>
                  </a:lnTo>
                  <a:lnTo>
                    <a:pt x="4642736" y="605747"/>
                  </a:lnTo>
                  <a:lnTo>
                    <a:pt x="4713080" y="607246"/>
                  </a:lnTo>
                  <a:lnTo>
                    <a:pt x="4783425" y="608736"/>
                  </a:lnTo>
                  <a:lnTo>
                    <a:pt x="4853769" y="610218"/>
                  </a:lnTo>
                  <a:lnTo>
                    <a:pt x="4924114" y="611691"/>
                  </a:lnTo>
                  <a:lnTo>
                    <a:pt x="4994458" y="613156"/>
                  </a:lnTo>
                  <a:lnTo>
                    <a:pt x="5064803" y="614612"/>
                  </a:lnTo>
                  <a:lnTo>
                    <a:pt x="5135147" y="616061"/>
                  </a:lnTo>
                  <a:lnTo>
                    <a:pt x="5205492" y="617500"/>
                  </a:lnTo>
                  <a:lnTo>
                    <a:pt x="5275836" y="618932"/>
                  </a:lnTo>
                  <a:lnTo>
                    <a:pt x="5346181" y="620355"/>
                  </a:lnTo>
                  <a:lnTo>
                    <a:pt x="5416525" y="621770"/>
                  </a:lnTo>
                  <a:lnTo>
                    <a:pt x="5486870" y="623177"/>
                  </a:lnTo>
                  <a:lnTo>
                    <a:pt x="5557214" y="624576"/>
                  </a:lnTo>
                  <a:lnTo>
                    <a:pt x="5627559" y="625967"/>
                  </a:lnTo>
                  <a:lnTo>
                    <a:pt x="5697903" y="627350"/>
                  </a:lnTo>
                  <a:lnTo>
                    <a:pt x="5768248" y="628725"/>
                  </a:lnTo>
                  <a:lnTo>
                    <a:pt x="5838592" y="630093"/>
                  </a:lnTo>
                  <a:lnTo>
                    <a:pt x="5908937" y="631452"/>
                  </a:lnTo>
                  <a:lnTo>
                    <a:pt x="5979281" y="632803"/>
                  </a:lnTo>
                  <a:lnTo>
                    <a:pt x="6049626" y="634147"/>
                  </a:lnTo>
                  <a:lnTo>
                    <a:pt x="6119970" y="635483"/>
                  </a:lnTo>
                  <a:lnTo>
                    <a:pt x="6190315" y="636812"/>
                  </a:lnTo>
                  <a:lnTo>
                    <a:pt x="6260659" y="638132"/>
                  </a:lnTo>
                  <a:lnTo>
                    <a:pt x="6331004" y="639445"/>
                  </a:lnTo>
                  <a:lnTo>
                    <a:pt x="6401348" y="640751"/>
                  </a:lnTo>
                  <a:lnTo>
                    <a:pt x="6471693" y="642049"/>
                  </a:lnTo>
                  <a:lnTo>
                    <a:pt x="6542037" y="643340"/>
                  </a:lnTo>
                  <a:lnTo>
                    <a:pt x="6612382" y="644623"/>
                  </a:lnTo>
                  <a:lnTo>
                    <a:pt x="6682726" y="645899"/>
                  </a:lnTo>
                  <a:lnTo>
                    <a:pt x="6753071" y="647168"/>
                  </a:lnTo>
                  <a:lnTo>
                    <a:pt x="6823415" y="648429"/>
                  </a:lnTo>
                  <a:lnTo>
                    <a:pt x="6893760" y="649683"/>
                  </a:lnTo>
                  <a:lnTo>
                    <a:pt x="6964104" y="650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18342"/>
              <a:ext cx="6964104" cy="309744"/>
            </a:xfrm>
            <a:custGeom>
              <a:avLst/>
              <a:pathLst>
                <a:path w="6964104" h="309744">
                  <a:moveTo>
                    <a:pt x="6964104" y="309744"/>
                  </a:moveTo>
                  <a:lnTo>
                    <a:pt x="6893760" y="307908"/>
                  </a:lnTo>
                  <a:lnTo>
                    <a:pt x="6823415" y="306025"/>
                  </a:lnTo>
                  <a:lnTo>
                    <a:pt x="6753071" y="304095"/>
                  </a:lnTo>
                  <a:lnTo>
                    <a:pt x="6682726" y="302116"/>
                  </a:lnTo>
                  <a:lnTo>
                    <a:pt x="6612382" y="300086"/>
                  </a:lnTo>
                  <a:lnTo>
                    <a:pt x="6542037" y="298005"/>
                  </a:lnTo>
                  <a:lnTo>
                    <a:pt x="6471693" y="295870"/>
                  </a:lnTo>
                  <a:lnTo>
                    <a:pt x="6401348" y="293682"/>
                  </a:lnTo>
                  <a:lnTo>
                    <a:pt x="6331004" y="291438"/>
                  </a:lnTo>
                  <a:lnTo>
                    <a:pt x="6260659" y="289136"/>
                  </a:lnTo>
                  <a:lnTo>
                    <a:pt x="6190315" y="286777"/>
                  </a:lnTo>
                  <a:lnTo>
                    <a:pt x="6119970" y="284357"/>
                  </a:lnTo>
                  <a:lnTo>
                    <a:pt x="6049626" y="281876"/>
                  </a:lnTo>
                  <a:lnTo>
                    <a:pt x="5979281" y="279331"/>
                  </a:lnTo>
                  <a:lnTo>
                    <a:pt x="5908937" y="276722"/>
                  </a:lnTo>
                  <a:lnTo>
                    <a:pt x="5838592" y="274047"/>
                  </a:lnTo>
                  <a:lnTo>
                    <a:pt x="5768248" y="271304"/>
                  </a:lnTo>
                  <a:lnTo>
                    <a:pt x="5697903" y="268491"/>
                  </a:lnTo>
                  <a:lnTo>
                    <a:pt x="5627559" y="265606"/>
                  </a:lnTo>
                  <a:lnTo>
                    <a:pt x="5557214" y="262648"/>
                  </a:lnTo>
                  <a:lnTo>
                    <a:pt x="5486870" y="259615"/>
                  </a:lnTo>
                  <a:lnTo>
                    <a:pt x="5416525" y="256505"/>
                  </a:lnTo>
                  <a:lnTo>
                    <a:pt x="5346181" y="253315"/>
                  </a:lnTo>
                  <a:lnTo>
                    <a:pt x="5275836" y="250045"/>
                  </a:lnTo>
                  <a:lnTo>
                    <a:pt x="5205492" y="246691"/>
                  </a:lnTo>
                  <a:lnTo>
                    <a:pt x="5135147" y="243252"/>
                  </a:lnTo>
                  <a:lnTo>
                    <a:pt x="5064803" y="239726"/>
                  </a:lnTo>
                  <a:lnTo>
                    <a:pt x="4994458" y="236110"/>
                  </a:lnTo>
                  <a:lnTo>
                    <a:pt x="4924114" y="232402"/>
                  </a:lnTo>
                  <a:lnTo>
                    <a:pt x="4853769" y="228600"/>
                  </a:lnTo>
                  <a:lnTo>
                    <a:pt x="4783425" y="224701"/>
                  </a:lnTo>
                  <a:lnTo>
                    <a:pt x="4713080" y="220704"/>
                  </a:lnTo>
                  <a:lnTo>
                    <a:pt x="4642736" y="216604"/>
                  </a:lnTo>
                  <a:lnTo>
                    <a:pt x="4572391" y="212400"/>
                  </a:lnTo>
                  <a:lnTo>
                    <a:pt x="4502047" y="208090"/>
                  </a:lnTo>
                  <a:lnTo>
                    <a:pt x="4431702" y="203669"/>
                  </a:lnTo>
                  <a:lnTo>
                    <a:pt x="4361358" y="199137"/>
                  </a:lnTo>
                  <a:lnTo>
                    <a:pt x="4291013" y="194489"/>
                  </a:lnTo>
                  <a:lnTo>
                    <a:pt x="4220669" y="189723"/>
                  </a:lnTo>
                  <a:lnTo>
                    <a:pt x="4150324" y="184836"/>
                  </a:lnTo>
                  <a:lnTo>
                    <a:pt x="4079980" y="179824"/>
                  </a:lnTo>
                  <a:lnTo>
                    <a:pt x="4009635" y="174685"/>
                  </a:lnTo>
                  <a:lnTo>
                    <a:pt x="3939291" y="169416"/>
                  </a:lnTo>
                  <a:lnTo>
                    <a:pt x="3868946" y="164012"/>
                  </a:lnTo>
                  <a:lnTo>
                    <a:pt x="3798602" y="158471"/>
                  </a:lnTo>
                  <a:lnTo>
                    <a:pt x="3728257" y="152790"/>
                  </a:lnTo>
                  <a:lnTo>
                    <a:pt x="3657913" y="146963"/>
                  </a:lnTo>
                  <a:lnTo>
                    <a:pt x="3587569" y="140989"/>
                  </a:lnTo>
                  <a:lnTo>
                    <a:pt x="3517224" y="134863"/>
                  </a:lnTo>
                  <a:lnTo>
                    <a:pt x="3446880" y="128581"/>
                  </a:lnTo>
                  <a:lnTo>
                    <a:pt x="3376535" y="122139"/>
                  </a:lnTo>
                  <a:lnTo>
                    <a:pt x="3306191" y="115534"/>
                  </a:lnTo>
                  <a:lnTo>
                    <a:pt x="3235846" y="108760"/>
                  </a:lnTo>
                  <a:lnTo>
                    <a:pt x="3165502" y="101815"/>
                  </a:lnTo>
                  <a:lnTo>
                    <a:pt x="3095157" y="94693"/>
                  </a:lnTo>
                  <a:lnTo>
                    <a:pt x="3024813" y="87389"/>
                  </a:lnTo>
                  <a:lnTo>
                    <a:pt x="2954468" y="81997"/>
                  </a:lnTo>
                  <a:lnTo>
                    <a:pt x="2884124" y="80266"/>
                  </a:lnTo>
                  <a:lnTo>
                    <a:pt x="2813779" y="78525"/>
                  </a:lnTo>
                  <a:lnTo>
                    <a:pt x="2743435" y="76774"/>
                  </a:lnTo>
                  <a:lnTo>
                    <a:pt x="2673090" y="75013"/>
                  </a:lnTo>
                  <a:lnTo>
                    <a:pt x="2602746" y="73242"/>
                  </a:lnTo>
                  <a:lnTo>
                    <a:pt x="2532401" y="71461"/>
                  </a:lnTo>
                  <a:lnTo>
                    <a:pt x="2462057" y="69669"/>
                  </a:lnTo>
                  <a:lnTo>
                    <a:pt x="2391712" y="67867"/>
                  </a:lnTo>
                  <a:lnTo>
                    <a:pt x="2321368" y="66055"/>
                  </a:lnTo>
                  <a:lnTo>
                    <a:pt x="2251023" y="64232"/>
                  </a:lnTo>
                  <a:lnTo>
                    <a:pt x="2180679" y="62398"/>
                  </a:lnTo>
                  <a:lnTo>
                    <a:pt x="2110334" y="60554"/>
                  </a:lnTo>
                  <a:lnTo>
                    <a:pt x="2039990" y="58700"/>
                  </a:lnTo>
                  <a:lnTo>
                    <a:pt x="1969645" y="56834"/>
                  </a:lnTo>
                  <a:lnTo>
                    <a:pt x="1899301" y="54958"/>
                  </a:lnTo>
                  <a:lnTo>
                    <a:pt x="1828956" y="53071"/>
                  </a:lnTo>
                  <a:lnTo>
                    <a:pt x="1758612" y="51174"/>
                  </a:lnTo>
                  <a:lnTo>
                    <a:pt x="1688267" y="49265"/>
                  </a:lnTo>
                  <a:lnTo>
                    <a:pt x="1617923" y="47345"/>
                  </a:lnTo>
                  <a:lnTo>
                    <a:pt x="1547578" y="45414"/>
                  </a:lnTo>
                  <a:lnTo>
                    <a:pt x="1477234" y="43472"/>
                  </a:lnTo>
                  <a:lnTo>
                    <a:pt x="1406889" y="41519"/>
                  </a:lnTo>
                  <a:lnTo>
                    <a:pt x="1336545" y="39555"/>
                  </a:lnTo>
                  <a:lnTo>
                    <a:pt x="1266200" y="37579"/>
                  </a:lnTo>
                  <a:lnTo>
                    <a:pt x="1195856" y="35592"/>
                  </a:lnTo>
                  <a:lnTo>
                    <a:pt x="1125511" y="33593"/>
                  </a:lnTo>
                  <a:lnTo>
                    <a:pt x="1055167" y="31583"/>
                  </a:lnTo>
                  <a:lnTo>
                    <a:pt x="984822" y="29561"/>
                  </a:lnTo>
                  <a:lnTo>
                    <a:pt x="914478" y="27527"/>
                  </a:lnTo>
                  <a:lnTo>
                    <a:pt x="844133" y="25482"/>
                  </a:lnTo>
                  <a:lnTo>
                    <a:pt x="773789" y="23425"/>
                  </a:lnTo>
                  <a:lnTo>
                    <a:pt x="703444" y="21356"/>
                  </a:lnTo>
                  <a:lnTo>
                    <a:pt x="633100" y="19276"/>
                  </a:lnTo>
                  <a:lnTo>
                    <a:pt x="562755" y="17183"/>
                  </a:lnTo>
                  <a:lnTo>
                    <a:pt x="492411" y="15078"/>
                  </a:lnTo>
                  <a:lnTo>
                    <a:pt x="422066" y="12961"/>
                  </a:lnTo>
                  <a:lnTo>
                    <a:pt x="351722" y="10832"/>
                  </a:lnTo>
                  <a:lnTo>
                    <a:pt x="281377" y="8690"/>
                  </a:lnTo>
                  <a:lnTo>
                    <a:pt x="211033" y="6536"/>
                  </a:lnTo>
                  <a:lnTo>
                    <a:pt x="140688" y="4370"/>
                  </a:lnTo>
                  <a:lnTo>
                    <a:pt x="70344" y="21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824831"/>
              <a:ext cx="6964104" cy="450551"/>
            </a:xfrm>
            <a:custGeom>
              <a:avLst/>
              <a:pathLst>
                <a:path w="6964104" h="450551">
                  <a:moveTo>
                    <a:pt x="0" y="0"/>
                  </a:moveTo>
                  <a:lnTo>
                    <a:pt x="70344" y="8811"/>
                  </a:lnTo>
                  <a:lnTo>
                    <a:pt x="140688" y="17487"/>
                  </a:lnTo>
                  <a:lnTo>
                    <a:pt x="211033" y="26031"/>
                  </a:lnTo>
                  <a:lnTo>
                    <a:pt x="281377" y="34443"/>
                  </a:lnTo>
                  <a:lnTo>
                    <a:pt x="351722" y="42727"/>
                  </a:lnTo>
                  <a:lnTo>
                    <a:pt x="422066" y="50884"/>
                  </a:lnTo>
                  <a:lnTo>
                    <a:pt x="492411" y="58916"/>
                  </a:lnTo>
                  <a:lnTo>
                    <a:pt x="562755" y="66825"/>
                  </a:lnTo>
                  <a:lnTo>
                    <a:pt x="633100" y="74613"/>
                  </a:lnTo>
                  <a:lnTo>
                    <a:pt x="703444" y="82282"/>
                  </a:lnTo>
                  <a:lnTo>
                    <a:pt x="773789" y="89834"/>
                  </a:lnTo>
                  <a:lnTo>
                    <a:pt x="844133" y="97269"/>
                  </a:lnTo>
                  <a:lnTo>
                    <a:pt x="914478" y="104591"/>
                  </a:lnTo>
                  <a:lnTo>
                    <a:pt x="984822" y="111801"/>
                  </a:lnTo>
                  <a:lnTo>
                    <a:pt x="1055167" y="118900"/>
                  </a:lnTo>
                  <a:lnTo>
                    <a:pt x="1125511" y="125891"/>
                  </a:lnTo>
                  <a:lnTo>
                    <a:pt x="1195856" y="132775"/>
                  </a:lnTo>
                  <a:lnTo>
                    <a:pt x="1266200" y="139553"/>
                  </a:lnTo>
                  <a:lnTo>
                    <a:pt x="1336545" y="146227"/>
                  </a:lnTo>
                  <a:lnTo>
                    <a:pt x="1406889" y="152800"/>
                  </a:lnTo>
                  <a:lnTo>
                    <a:pt x="1477234" y="159271"/>
                  </a:lnTo>
                  <a:lnTo>
                    <a:pt x="1547578" y="165644"/>
                  </a:lnTo>
                  <a:lnTo>
                    <a:pt x="1617923" y="171919"/>
                  </a:lnTo>
                  <a:lnTo>
                    <a:pt x="1688267" y="178098"/>
                  </a:lnTo>
                  <a:lnTo>
                    <a:pt x="1758612" y="184182"/>
                  </a:lnTo>
                  <a:lnTo>
                    <a:pt x="1828956" y="190173"/>
                  </a:lnTo>
                  <a:lnTo>
                    <a:pt x="1899301" y="196072"/>
                  </a:lnTo>
                  <a:lnTo>
                    <a:pt x="1969645" y="201881"/>
                  </a:lnTo>
                  <a:lnTo>
                    <a:pt x="2039990" y="207602"/>
                  </a:lnTo>
                  <a:lnTo>
                    <a:pt x="2110334" y="213234"/>
                  </a:lnTo>
                  <a:lnTo>
                    <a:pt x="2180679" y="218780"/>
                  </a:lnTo>
                  <a:lnTo>
                    <a:pt x="2251023" y="224242"/>
                  </a:lnTo>
                  <a:lnTo>
                    <a:pt x="2321368" y="229620"/>
                  </a:lnTo>
                  <a:lnTo>
                    <a:pt x="2391712" y="234915"/>
                  </a:lnTo>
                  <a:lnTo>
                    <a:pt x="2462057" y="240129"/>
                  </a:lnTo>
                  <a:lnTo>
                    <a:pt x="2532401" y="245264"/>
                  </a:lnTo>
                  <a:lnTo>
                    <a:pt x="2602746" y="250320"/>
                  </a:lnTo>
                  <a:lnTo>
                    <a:pt x="2673090" y="255298"/>
                  </a:lnTo>
                  <a:lnTo>
                    <a:pt x="2743435" y="260200"/>
                  </a:lnTo>
                  <a:lnTo>
                    <a:pt x="2813779" y="265027"/>
                  </a:lnTo>
                  <a:lnTo>
                    <a:pt x="2884124" y="269781"/>
                  </a:lnTo>
                  <a:lnTo>
                    <a:pt x="2954468" y="274461"/>
                  </a:lnTo>
                  <a:lnTo>
                    <a:pt x="3024813" y="279070"/>
                  </a:lnTo>
                  <a:lnTo>
                    <a:pt x="3095157" y="283608"/>
                  </a:lnTo>
                  <a:lnTo>
                    <a:pt x="3165502" y="288077"/>
                  </a:lnTo>
                  <a:lnTo>
                    <a:pt x="3235846" y="292477"/>
                  </a:lnTo>
                  <a:lnTo>
                    <a:pt x="3306191" y="296810"/>
                  </a:lnTo>
                  <a:lnTo>
                    <a:pt x="3376535" y="301077"/>
                  </a:lnTo>
                  <a:lnTo>
                    <a:pt x="3446880" y="305278"/>
                  </a:lnTo>
                  <a:lnTo>
                    <a:pt x="3517224" y="309415"/>
                  </a:lnTo>
                  <a:lnTo>
                    <a:pt x="3587569" y="313489"/>
                  </a:lnTo>
                  <a:lnTo>
                    <a:pt x="3657913" y="317500"/>
                  </a:lnTo>
                  <a:lnTo>
                    <a:pt x="3728257" y="321450"/>
                  </a:lnTo>
                  <a:lnTo>
                    <a:pt x="3798602" y="325339"/>
                  </a:lnTo>
                  <a:lnTo>
                    <a:pt x="3868946" y="329169"/>
                  </a:lnTo>
                  <a:lnTo>
                    <a:pt x="3939291" y="332940"/>
                  </a:lnTo>
                  <a:lnTo>
                    <a:pt x="4009635" y="336653"/>
                  </a:lnTo>
                  <a:lnTo>
                    <a:pt x="4079980" y="340310"/>
                  </a:lnTo>
                  <a:lnTo>
                    <a:pt x="4150324" y="343910"/>
                  </a:lnTo>
                  <a:lnTo>
                    <a:pt x="4220669" y="347456"/>
                  </a:lnTo>
                  <a:lnTo>
                    <a:pt x="4291013" y="350947"/>
                  </a:lnTo>
                  <a:lnTo>
                    <a:pt x="4361358" y="354385"/>
                  </a:lnTo>
                  <a:lnTo>
                    <a:pt x="4431702" y="357770"/>
                  </a:lnTo>
                  <a:lnTo>
                    <a:pt x="4502047" y="361103"/>
                  </a:lnTo>
                  <a:lnTo>
                    <a:pt x="4572391" y="364385"/>
                  </a:lnTo>
                  <a:lnTo>
                    <a:pt x="4642736" y="367617"/>
                  </a:lnTo>
                  <a:lnTo>
                    <a:pt x="4713080" y="370799"/>
                  </a:lnTo>
                  <a:lnTo>
                    <a:pt x="4783425" y="373933"/>
                  </a:lnTo>
                  <a:lnTo>
                    <a:pt x="4853769" y="377019"/>
                  </a:lnTo>
                  <a:lnTo>
                    <a:pt x="4924114" y="380057"/>
                  </a:lnTo>
                  <a:lnTo>
                    <a:pt x="4994458" y="383049"/>
                  </a:lnTo>
                  <a:lnTo>
                    <a:pt x="5064803" y="385995"/>
                  </a:lnTo>
                  <a:lnTo>
                    <a:pt x="5135147" y="388896"/>
                  </a:lnTo>
                  <a:lnTo>
                    <a:pt x="5205492" y="391753"/>
                  </a:lnTo>
                  <a:lnTo>
                    <a:pt x="5275836" y="394566"/>
                  </a:lnTo>
                  <a:lnTo>
                    <a:pt x="5346181" y="397336"/>
                  </a:lnTo>
                  <a:lnTo>
                    <a:pt x="5416525" y="400063"/>
                  </a:lnTo>
                  <a:lnTo>
                    <a:pt x="5486870" y="402749"/>
                  </a:lnTo>
                  <a:lnTo>
                    <a:pt x="5557214" y="405393"/>
                  </a:lnTo>
                  <a:lnTo>
                    <a:pt x="5627559" y="407997"/>
                  </a:lnTo>
                  <a:lnTo>
                    <a:pt x="5697903" y="410561"/>
                  </a:lnTo>
                  <a:lnTo>
                    <a:pt x="5768248" y="413086"/>
                  </a:lnTo>
                  <a:lnTo>
                    <a:pt x="5838592" y="415573"/>
                  </a:lnTo>
                  <a:lnTo>
                    <a:pt x="5908937" y="418021"/>
                  </a:lnTo>
                  <a:lnTo>
                    <a:pt x="5979281" y="420431"/>
                  </a:lnTo>
                  <a:lnTo>
                    <a:pt x="6049626" y="422805"/>
                  </a:lnTo>
                  <a:lnTo>
                    <a:pt x="6119970" y="425143"/>
                  </a:lnTo>
                  <a:lnTo>
                    <a:pt x="6190315" y="427444"/>
                  </a:lnTo>
                  <a:lnTo>
                    <a:pt x="6260659" y="429711"/>
                  </a:lnTo>
                  <a:lnTo>
                    <a:pt x="6331004" y="431942"/>
                  </a:lnTo>
                  <a:lnTo>
                    <a:pt x="6401348" y="434140"/>
                  </a:lnTo>
                  <a:lnTo>
                    <a:pt x="6471693" y="436304"/>
                  </a:lnTo>
                  <a:lnTo>
                    <a:pt x="6542037" y="438434"/>
                  </a:lnTo>
                  <a:lnTo>
                    <a:pt x="6612382" y="440533"/>
                  </a:lnTo>
                  <a:lnTo>
                    <a:pt x="6682726" y="442599"/>
                  </a:lnTo>
                  <a:lnTo>
                    <a:pt x="6753071" y="444633"/>
                  </a:lnTo>
                  <a:lnTo>
                    <a:pt x="6823415" y="446636"/>
                  </a:lnTo>
                  <a:lnTo>
                    <a:pt x="6893760" y="448609"/>
                  </a:lnTo>
                  <a:lnTo>
                    <a:pt x="6964104" y="450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151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467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0919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24485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7450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515235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20467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67514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53540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339566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42559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511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976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8367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69698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124501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1052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9655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825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68606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55463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6406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72668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2711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235312" y="4726674"/>
              <a:ext cx="6964104" cy="794804"/>
            </a:xfrm>
            <a:custGeom>
              <a:avLst/>
              <a:pathLst>
                <a:path w="6964104" h="794804">
                  <a:moveTo>
                    <a:pt x="0" y="0"/>
                  </a:moveTo>
                  <a:lnTo>
                    <a:pt x="70344" y="21496"/>
                  </a:lnTo>
                  <a:lnTo>
                    <a:pt x="140688" y="42459"/>
                  </a:lnTo>
                  <a:lnTo>
                    <a:pt x="211033" y="62903"/>
                  </a:lnTo>
                  <a:lnTo>
                    <a:pt x="281377" y="82840"/>
                  </a:lnTo>
                  <a:lnTo>
                    <a:pt x="351722" y="102282"/>
                  </a:lnTo>
                  <a:lnTo>
                    <a:pt x="422066" y="121242"/>
                  </a:lnTo>
                  <a:lnTo>
                    <a:pt x="492411" y="139733"/>
                  </a:lnTo>
                  <a:lnTo>
                    <a:pt x="562755" y="157765"/>
                  </a:lnTo>
                  <a:lnTo>
                    <a:pt x="633100" y="175349"/>
                  </a:lnTo>
                  <a:lnTo>
                    <a:pt x="703444" y="192498"/>
                  </a:lnTo>
                  <a:lnTo>
                    <a:pt x="773789" y="209222"/>
                  </a:lnTo>
                  <a:lnTo>
                    <a:pt x="844133" y="225531"/>
                  </a:lnTo>
                  <a:lnTo>
                    <a:pt x="914478" y="241435"/>
                  </a:lnTo>
                  <a:lnTo>
                    <a:pt x="984822" y="256946"/>
                  </a:lnTo>
                  <a:lnTo>
                    <a:pt x="1055167" y="272071"/>
                  </a:lnTo>
                  <a:lnTo>
                    <a:pt x="1125511" y="286822"/>
                  </a:lnTo>
                  <a:lnTo>
                    <a:pt x="1195856" y="301207"/>
                  </a:lnTo>
                  <a:lnTo>
                    <a:pt x="1266200" y="315235"/>
                  </a:lnTo>
                  <a:lnTo>
                    <a:pt x="1336545" y="328916"/>
                  </a:lnTo>
                  <a:lnTo>
                    <a:pt x="1406889" y="342257"/>
                  </a:lnTo>
                  <a:lnTo>
                    <a:pt x="1477234" y="355268"/>
                  </a:lnTo>
                  <a:lnTo>
                    <a:pt x="1547578" y="367956"/>
                  </a:lnTo>
                  <a:lnTo>
                    <a:pt x="1617923" y="380329"/>
                  </a:lnTo>
                  <a:lnTo>
                    <a:pt x="1688267" y="392396"/>
                  </a:lnTo>
                  <a:lnTo>
                    <a:pt x="1758612" y="404163"/>
                  </a:lnTo>
                  <a:lnTo>
                    <a:pt x="1828956" y="415639"/>
                  </a:lnTo>
                  <a:lnTo>
                    <a:pt x="1899301" y="426830"/>
                  </a:lnTo>
                  <a:lnTo>
                    <a:pt x="1969645" y="437744"/>
                  </a:lnTo>
                  <a:lnTo>
                    <a:pt x="2039990" y="448387"/>
                  </a:lnTo>
                  <a:lnTo>
                    <a:pt x="2110334" y="458766"/>
                  </a:lnTo>
                  <a:lnTo>
                    <a:pt x="2180679" y="468888"/>
                  </a:lnTo>
                  <a:lnTo>
                    <a:pt x="2251023" y="478759"/>
                  </a:lnTo>
                  <a:lnTo>
                    <a:pt x="2321368" y="488385"/>
                  </a:lnTo>
                  <a:lnTo>
                    <a:pt x="2391712" y="497773"/>
                  </a:lnTo>
                  <a:lnTo>
                    <a:pt x="2462057" y="506927"/>
                  </a:lnTo>
                  <a:lnTo>
                    <a:pt x="2532401" y="515855"/>
                  </a:lnTo>
                  <a:lnTo>
                    <a:pt x="2602746" y="524562"/>
                  </a:lnTo>
                  <a:lnTo>
                    <a:pt x="2673090" y="533052"/>
                  </a:lnTo>
                  <a:lnTo>
                    <a:pt x="2743435" y="541332"/>
                  </a:lnTo>
                  <a:lnTo>
                    <a:pt x="2813779" y="549407"/>
                  </a:lnTo>
                  <a:lnTo>
                    <a:pt x="2884124" y="557282"/>
                  </a:lnTo>
                  <a:lnTo>
                    <a:pt x="2954468" y="564961"/>
                  </a:lnTo>
                  <a:lnTo>
                    <a:pt x="3024813" y="568779"/>
                  </a:lnTo>
                  <a:lnTo>
                    <a:pt x="3095157" y="570490"/>
                  </a:lnTo>
                  <a:lnTo>
                    <a:pt x="3165502" y="572191"/>
                  </a:lnTo>
                  <a:lnTo>
                    <a:pt x="3235846" y="573882"/>
                  </a:lnTo>
                  <a:lnTo>
                    <a:pt x="3306191" y="575564"/>
                  </a:lnTo>
                  <a:lnTo>
                    <a:pt x="3376535" y="577236"/>
                  </a:lnTo>
                  <a:lnTo>
                    <a:pt x="3446880" y="578899"/>
                  </a:lnTo>
                  <a:lnTo>
                    <a:pt x="3517224" y="580552"/>
                  </a:lnTo>
                  <a:lnTo>
                    <a:pt x="3587569" y="582195"/>
                  </a:lnTo>
                  <a:lnTo>
                    <a:pt x="3657913" y="583830"/>
                  </a:lnTo>
                  <a:lnTo>
                    <a:pt x="3728257" y="585454"/>
                  </a:lnTo>
                  <a:lnTo>
                    <a:pt x="3798602" y="587070"/>
                  </a:lnTo>
                  <a:lnTo>
                    <a:pt x="3868946" y="588676"/>
                  </a:lnTo>
                  <a:lnTo>
                    <a:pt x="3939291" y="590273"/>
                  </a:lnTo>
                  <a:lnTo>
                    <a:pt x="4009635" y="591860"/>
                  </a:lnTo>
                  <a:lnTo>
                    <a:pt x="4079980" y="593439"/>
                  </a:lnTo>
                  <a:lnTo>
                    <a:pt x="4150324" y="595009"/>
                  </a:lnTo>
                  <a:lnTo>
                    <a:pt x="4220669" y="596569"/>
                  </a:lnTo>
                  <a:lnTo>
                    <a:pt x="4291013" y="598121"/>
                  </a:lnTo>
                  <a:lnTo>
                    <a:pt x="4361358" y="599664"/>
                  </a:lnTo>
                  <a:lnTo>
                    <a:pt x="4431702" y="601198"/>
                  </a:lnTo>
                  <a:lnTo>
                    <a:pt x="4502047" y="602723"/>
                  </a:lnTo>
                  <a:lnTo>
                    <a:pt x="4572391" y="604239"/>
                  </a:lnTo>
                  <a:lnTo>
                    <a:pt x="4642736" y="605747"/>
                  </a:lnTo>
                  <a:lnTo>
                    <a:pt x="4713080" y="607246"/>
                  </a:lnTo>
                  <a:lnTo>
                    <a:pt x="4783425" y="608736"/>
                  </a:lnTo>
                  <a:lnTo>
                    <a:pt x="4853769" y="610218"/>
                  </a:lnTo>
                  <a:lnTo>
                    <a:pt x="4924114" y="611691"/>
                  </a:lnTo>
                  <a:lnTo>
                    <a:pt x="4994458" y="613156"/>
                  </a:lnTo>
                  <a:lnTo>
                    <a:pt x="5064803" y="614612"/>
                  </a:lnTo>
                  <a:lnTo>
                    <a:pt x="5135147" y="616061"/>
                  </a:lnTo>
                  <a:lnTo>
                    <a:pt x="5205492" y="617500"/>
                  </a:lnTo>
                  <a:lnTo>
                    <a:pt x="5275836" y="618932"/>
                  </a:lnTo>
                  <a:lnTo>
                    <a:pt x="5346181" y="620355"/>
                  </a:lnTo>
                  <a:lnTo>
                    <a:pt x="5416525" y="621770"/>
                  </a:lnTo>
                  <a:lnTo>
                    <a:pt x="5486870" y="623177"/>
                  </a:lnTo>
                  <a:lnTo>
                    <a:pt x="5557214" y="624576"/>
                  </a:lnTo>
                  <a:lnTo>
                    <a:pt x="5627559" y="625967"/>
                  </a:lnTo>
                  <a:lnTo>
                    <a:pt x="5697903" y="627350"/>
                  </a:lnTo>
                  <a:lnTo>
                    <a:pt x="5768248" y="628725"/>
                  </a:lnTo>
                  <a:lnTo>
                    <a:pt x="5838592" y="630093"/>
                  </a:lnTo>
                  <a:lnTo>
                    <a:pt x="5908937" y="631452"/>
                  </a:lnTo>
                  <a:lnTo>
                    <a:pt x="5979281" y="632803"/>
                  </a:lnTo>
                  <a:lnTo>
                    <a:pt x="6049626" y="634147"/>
                  </a:lnTo>
                  <a:lnTo>
                    <a:pt x="6119970" y="635483"/>
                  </a:lnTo>
                  <a:lnTo>
                    <a:pt x="6190315" y="636812"/>
                  </a:lnTo>
                  <a:lnTo>
                    <a:pt x="6260659" y="638132"/>
                  </a:lnTo>
                  <a:lnTo>
                    <a:pt x="6331004" y="639445"/>
                  </a:lnTo>
                  <a:lnTo>
                    <a:pt x="6401348" y="640751"/>
                  </a:lnTo>
                  <a:lnTo>
                    <a:pt x="6471693" y="642049"/>
                  </a:lnTo>
                  <a:lnTo>
                    <a:pt x="6542037" y="643340"/>
                  </a:lnTo>
                  <a:lnTo>
                    <a:pt x="6612382" y="644623"/>
                  </a:lnTo>
                  <a:lnTo>
                    <a:pt x="6682726" y="645899"/>
                  </a:lnTo>
                  <a:lnTo>
                    <a:pt x="6753071" y="647168"/>
                  </a:lnTo>
                  <a:lnTo>
                    <a:pt x="6823415" y="648429"/>
                  </a:lnTo>
                  <a:lnTo>
                    <a:pt x="6893760" y="649683"/>
                  </a:lnTo>
                  <a:lnTo>
                    <a:pt x="6964104" y="650930"/>
                  </a:lnTo>
                  <a:lnTo>
                    <a:pt x="6964104" y="794804"/>
                  </a:lnTo>
                  <a:lnTo>
                    <a:pt x="6893760" y="792968"/>
                  </a:lnTo>
                  <a:lnTo>
                    <a:pt x="6823415" y="791086"/>
                  </a:lnTo>
                  <a:lnTo>
                    <a:pt x="6753071" y="789156"/>
                  </a:lnTo>
                  <a:lnTo>
                    <a:pt x="6682726" y="787176"/>
                  </a:lnTo>
                  <a:lnTo>
                    <a:pt x="6612382" y="785146"/>
                  </a:lnTo>
                  <a:lnTo>
                    <a:pt x="6542037" y="783065"/>
                  </a:lnTo>
                  <a:lnTo>
                    <a:pt x="6471693" y="780931"/>
                  </a:lnTo>
                  <a:lnTo>
                    <a:pt x="6401348" y="778742"/>
                  </a:lnTo>
                  <a:lnTo>
                    <a:pt x="6331004" y="776498"/>
                  </a:lnTo>
                  <a:lnTo>
                    <a:pt x="6260659" y="774197"/>
                  </a:lnTo>
                  <a:lnTo>
                    <a:pt x="6190315" y="771837"/>
                  </a:lnTo>
                  <a:lnTo>
                    <a:pt x="6119970" y="769418"/>
                  </a:lnTo>
                  <a:lnTo>
                    <a:pt x="6049626" y="766936"/>
                  </a:lnTo>
                  <a:lnTo>
                    <a:pt x="5979281" y="764392"/>
                  </a:lnTo>
                  <a:lnTo>
                    <a:pt x="5908937" y="761783"/>
                  </a:lnTo>
                  <a:lnTo>
                    <a:pt x="5838592" y="759108"/>
                  </a:lnTo>
                  <a:lnTo>
                    <a:pt x="5768248" y="756364"/>
                  </a:lnTo>
                  <a:lnTo>
                    <a:pt x="5697903" y="753551"/>
                  </a:lnTo>
                  <a:lnTo>
                    <a:pt x="5627559" y="750667"/>
                  </a:lnTo>
                  <a:lnTo>
                    <a:pt x="5557214" y="747709"/>
                  </a:lnTo>
                  <a:lnTo>
                    <a:pt x="5486870" y="744675"/>
                  </a:lnTo>
                  <a:lnTo>
                    <a:pt x="5416525" y="741565"/>
                  </a:lnTo>
                  <a:lnTo>
                    <a:pt x="5346181" y="738376"/>
                  </a:lnTo>
                  <a:lnTo>
                    <a:pt x="5275836" y="735105"/>
                  </a:lnTo>
                  <a:lnTo>
                    <a:pt x="5205492" y="731752"/>
                  </a:lnTo>
                  <a:lnTo>
                    <a:pt x="5135147" y="728313"/>
                  </a:lnTo>
                  <a:lnTo>
                    <a:pt x="5064803" y="724787"/>
                  </a:lnTo>
                  <a:lnTo>
                    <a:pt x="4994458" y="721171"/>
                  </a:lnTo>
                  <a:lnTo>
                    <a:pt x="4924114" y="717463"/>
                  </a:lnTo>
                  <a:lnTo>
                    <a:pt x="4853769" y="713661"/>
                  </a:lnTo>
                  <a:lnTo>
                    <a:pt x="4783425" y="709762"/>
                  </a:lnTo>
                  <a:lnTo>
                    <a:pt x="4713080" y="705764"/>
                  </a:lnTo>
                  <a:lnTo>
                    <a:pt x="4642736" y="701665"/>
                  </a:lnTo>
                  <a:lnTo>
                    <a:pt x="4572391" y="697461"/>
                  </a:lnTo>
                  <a:lnTo>
                    <a:pt x="4502047" y="693150"/>
                  </a:lnTo>
                  <a:lnTo>
                    <a:pt x="4431702" y="688730"/>
                  </a:lnTo>
                  <a:lnTo>
                    <a:pt x="4361358" y="684197"/>
                  </a:lnTo>
                  <a:lnTo>
                    <a:pt x="4291013" y="679549"/>
                  </a:lnTo>
                  <a:lnTo>
                    <a:pt x="4220669" y="674783"/>
                  </a:lnTo>
                  <a:lnTo>
                    <a:pt x="4150324" y="669896"/>
                  </a:lnTo>
                  <a:lnTo>
                    <a:pt x="4079980" y="664885"/>
                  </a:lnTo>
                  <a:lnTo>
                    <a:pt x="4009635" y="659746"/>
                  </a:lnTo>
                  <a:lnTo>
                    <a:pt x="3939291" y="654476"/>
                  </a:lnTo>
                  <a:lnTo>
                    <a:pt x="3868946" y="649073"/>
                  </a:lnTo>
                  <a:lnTo>
                    <a:pt x="3798602" y="643532"/>
                  </a:lnTo>
                  <a:lnTo>
                    <a:pt x="3728257" y="637850"/>
                  </a:lnTo>
                  <a:lnTo>
                    <a:pt x="3657913" y="632024"/>
                  </a:lnTo>
                  <a:lnTo>
                    <a:pt x="3587569" y="626050"/>
                  </a:lnTo>
                  <a:lnTo>
                    <a:pt x="3517224" y="619923"/>
                  </a:lnTo>
                  <a:lnTo>
                    <a:pt x="3446880" y="613641"/>
                  </a:lnTo>
                  <a:lnTo>
                    <a:pt x="3376535" y="607200"/>
                  </a:lnTo>
                  <a:lnTo>
                    <a:pt x="3306191" y="600594"/>
                  </a:lnTo>
                  <a:lnTo>
                    <a:pt x="3235846" y="593821"/>
                  </a:lnTo>
                  <a:lnTo>
                    <a:pt x="3165502" y="586875"/>
                  </a:lnTo>
                  <a:lnTo>
                    <a:pt x="3095157" y="579753"/>
                  </a:lnTo>
                  <a:lnTo>
                    <a:pt x="3024813" y="572450"/>
                  </a:lnTo>
                  <a:lnTo>
                    <a:pt x="2954468" y="567058"/>
                  </a:lnTo>
                  <a:lnTo>
                    <a:pt x="2884124" y="565327"/>
                  </a:lnTo>
                  <a:lnTo>
                    <a:pt x="2813779" y="563586"/>
                  </a:lnTo>
                  <a:lnTo>
                    <a:pt x="2743435" y="561835"/>
                  </a:lnTo>
                  <a:lnTo>
                    <a:pt x="2673090" y="560074"/>
                  </a:lnTo>
                  <a:lnTo>
                    <a:pt x="2602746" y="558303"/>
                  </a:lnTo>
                  <a:lnTo>
                    <a:pt x="2532401" y="556521"/>
                  </a:lnTo>
                  <a:lnTo>
                    <a:pt x="2462057" y="554730"/>
                  </a:lnTo>
                  <a:lnTo>
                    <a:pt x="2391712" y="552928"/>
                  </a:lnTo>
                  <a:lnTo>
                    <a:pt x="2321368" y="551115"/>
                  </a:lnTo>
                  <a:lnTo>
                    <a:pt x="2251023" y="549292"/>
                  </a:lnTo>
                  <a:lnTo>
                    <a:pt x="2180679" y="547459"/>
                  </a:lnTo>
                  <a:lnTo>
                    <a:pt x="2110334" y="545615"/>
                  </a:lnTo>
                  <a:lnTo>
                    <a:pt x="2039990" y="543760"/>
                  </a:lnTo>
                  <a:lnTo>
                    <a:pt x="1969645" y="541895"/>
                  </a:lnTo>
                  <a:lnTo>
                    <a:pt x="1899301" y="540019"/>
                  </a:lnTo>
                  <a:lnTo>
                    <a:pt x="1828956" y="538132"/>
                  </a:lnTo>
                  <a:lnTo>
                    <a:pt x="1758612" y="536234"/>
                  </a:lnTo>
                  <a:lnTo>
                    <a:pt x="1688267" y="534325"/>
                  </a:lnTo>
                  <a:lnTo>
                    <a:pt x="1617923" y="532406"/>
                  </a:lnTo>
                  <a:lnTo>
                    <a:pt x="1547578" y="530475"/>
                  </a:lnTo>
                  <a:lnTo>
                    <a:pt x="1477234" y="528533"/>
                  </a:lnTo>
                  <a:lnTo>
                    <a:pt x="1406889" y="526580"/>
                  </a:lnTo>
                  <a:lnTo>
                    <a:pt x="1336545" y="524615"/>
                  </a:lnTo>
                  <a:lnTo>
                    <a:pt x="1266200" y="522639"/>
                  </a:lnTo>
                  <a:lnTo>
                    <a:pt x="1195856" y="520652"/>
                  </a:lnTo>
                  <a:lnTo>
                    <a:pt x="1125511" y="518653"/>
                  </a:lnTo>
                  <a:lnTo>
                    <a:pt x="1055167" y="516643"/>
                  </a:lnTo>
                  <a:lnTo>
                    <a:pt x="984822" y="514621"/>
                  </a:lnTo>
                  <a:lnTo>
                    <a:pt x="914478" y="512588"/>
                  </a:lnTo>
                  <a:lnTo>
                    <a:pt x="844133" y="510543"/>
                  </a:lnTo>
                  <a:lnTo>
                    <a:pt x="773789" y="508486"/>
                  </a:lnTo>
                  <a:lnTo>
                    <a:pt x="703444" y="506417"/>
                  </a:lnTo>
                  <a:lnTo>
                    <a:pt x="633100" y="504336"/>
                  </a:lnTo>
                  <a:lnTo>
                    <a:pt x="562755" y="502243"/>
                  </a:lnTo>
                  <a:lnTo>
                    <a:pt x="492411" y="500138"/>
                  </a:lnTo>
                  <a:lnTo>
                    <a:pt x="422066" y="498021"/>
                  </a:lnTo>
                  <a:lnTo>
                    <a:pt x="351722" y="495892"/>
                  </a:lnTo>
                  <a:lnTo>
                    <a:pt x="281377" y="493750"/>
                  </a:lnTo>
                  <a:lnTo>
                    <a:pt x="211033" y="491597"/>
                  </a:lnTo>
                  <a:lnTo>
                    <a:pt x="140688" y="489430"/>
                  </a:lnTo>
                  <a:lnTo>
                    <a:pt x="70344" y="487251"/>
                  </a:lnTo>
                  <a:lnTo>
                    <a:pt x="0" y="4850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1235312" y="4726674"/>
              <a:ext cx="6964104" cy="650930"/>
            </a:xfrm>
            <a:custGeom>
              <a:avLst/>
              <a:pathLst>
                <a:path w="6964104" h="650930">
                  <a:moveTo>
                    <a:pt x="0" y="0"/>
                  </a:moveTo>
                  <a:lnTo>
                    <a:pt x="70344" y="21496"/>
                  </a:lnTo>
                  <a:lnTo>
                    <a:pt x="140688" y="42459"/>
                  </a:lnTo>
                  <a:lnTo>
                    <a:pt x="211033" y="62903"/>
                  </a:lnTo>
                  <a:lnTo>
                    <a:pt x="281377" y="82840"/>
                  </a:lnTo>
                  <a:lnTo>
                    <a:pt x="351722" y="102282"/>
                  </a:lnTo>
                  <a:lnTo>
                    <a:pt x="422066" y="121242"/>
                  </a:lnTo>
                  <a:lnTo>
                    <a:pt x="492411" y="139733"/>
                  </a:lnTo>
                  <a:lnTo>
                    <a:pt x="562755" y="157765"/>
                  </a:lnTo>
                  <a:lnTo>
                    <a:pt x="633100" y="175349"/>
                  </a:lnTo>
                  <a:lnTo>
                    <a:pt x="703444" y="192498"/>
                  </a:lnTo>
                  <a:lnTo>
                    <a:pt x="773789" y="209222"/>
                  </a:lnTo>
                  <a:lnTo>
                    <a:pt x="844133" y="225531"/>
                  </a:lnTo>
                  <a:lnTo>
                    <a:pt x="914478" y="241435"/>
                  </a:lnTo>
                  <a:lnTo>
                    <a:pt x="984822" y="256946"/>
                  </a:lnTo>
                  <a:lnTo>
                    <a:pt x="1055167" y="272071"/>
                  </a:lnTo>
                  <a:lnTo>
                    <a:pt x="1125511" y="286822"/>
                  </a:lnTo>
                  <a:lnTo>
                    <a:pt x="1195856" y="301207"/>
                  </a:lnTo>
                  <a:lnTo>
                    <a:pt x="1266200" y="315235"/>
                  </a:lnTo>
                  <a:lnTo>
                    <a:pt x="1336545" y="328916"/>
                  </a:lnTo>
                  <a:lnTo>
                    <a:pt x="1406889" y="342257"/>
                  </a:lnTo>
                  <a:lnTo>
                    <a:pt x="1477234" y="355268"/>
                  </a:lnTo>
                  <a:lnTo>
                    <a:pt x="1547578" y="367956"/>
                  </a:lnTo>
                  <a:lnTo>
                    <a:pt x="1617923" y="380329"/>
                  </a:lnTo>
                  <a:lnTo>
                    <a:pt x="1688267" y="392396"/>
                  </a:lnTo>
                  <a:lnTo>
                    <a:pt x="1758612" y="404163"/>
                  </a:lnTo>
                  <a:lnTo>
                    <a:pt x="1828956" y="415639"/>
                  </a:lnTo>
                  <a:lnTo>
                    <a:pt x="1899301" y="426830"/>
                  </a:lnTo>
                  <a:lnTo>
                    <a:pt x="1969645" y="437744"/>
                  </a:lnTo>
                  <a:lnTo>
                    <a:pt x="2039990" y="448387"/>
                  </a:lnTo>
                  <a:lnTo>
                    <a:pt x="2110334" y="458766"/>
                  </a:lnTo>
                  <a:lnTo>
                    <a:pt x="2180679" y="468888"/>
                  </a:lnTo>
                  <a:lnTo>
                    <a:pt x="2251023" y="478759"/>
                  </a:lnTo>
                  <a:lnTo>
                    <a:pt x="2321368" y="488385"/>
                  </a:lnTo>
                  <a:lnTo>
                    <a:pt x="2391712" y="497773"/>
                  </a:lnTo>
                  <a:lnTo>
                    <a:pt x="2462057" y="506927"/>
                  </a:lnTo>
                  <a:lnTo>
                    <a:pt x="2532401" y="515855"/>
                  </a:lnTo>
                  <a:lnTo>
                    <a:pt x="2602746" y="524562"/>
                  </a:lnTo>
                  <a:lnTo>
                    <a:pt x="2673090" y="533052"/>
                  </a:lnTo>
                  <a:lnTo>
                    <a:pt x="2743435" y="541332"/>
                  </a:lnTo>
                  <a:lnTo>
                    <a:pt x="2813779" y="549407"/>
                  </a:lnTo>
                  <a:lnTo>
                    <a:pt x="2884124" y="557282"/>
                  </a:lnTo>
                  <a:lnTo>
                    <a:pt x="2954468" y="564961"/>
                  </a:lnTo>
                  <a:lnTo>
                    <a:pt x="3024813" y="568779"/>
                  </a:lnTo>
                  <a:lnTo>
                    <a:pt x="3095157" y="570490"/>
                  </a:lnTo>
                  <a:lnTo>
                    <a:pt x="3165502" y="572191"/>
                  </a:lnTo>
                  <a:lnTo>
                    <a:pt x="3235846" y="573882"/>
                  </a:lnTo>
                  <a:lnTo>
                    <a:pt x="3306191" y="575564"/>
                  </a:lnTo>
                  <a:lnTo>
                    <a:pt x="3376535" y="577236"/>
                  </a:lnTo>
                  <a:lnTo>
                    <a:pt x="3446880" y="578899"/>
                  </a:lnTo>
                  <a:lnTo>
                    <a:pt x="3517224" y="580552"/>
                  </a:lnTo>
                  <a:lnTo>
                    <a:pt x="3587569" y="582195"/>
                  </a:lnTo>
                  <a:lnTo>
                    <a:pt x="3657913" y="583830"/>
                  </a:lnTo>
                  <a:lnTo>
                    <a:pt x="3728257" y="585454"/>
                  </a:lnTo>
                  <a:lnTo>
                    <a:pt x="3798602" y="587070"/>
                  </a:lnTo>
                  <a:lnTo>
                    <a:pt x="3868946" y="588676"/>
                  </a:lnTo>
                  <a:lnTo>
                    <a:pt x="3939291" y="590273"/>
                  </a:lnTo>
                  <a:lnTo>
                    <a:pt x="4009635" y="591860"/>
                  </a:lnTo>
                  <a:lnTo>
                    <a:pt x="4079980" y="593439"/>
                  </a:lnTo>
                  <a:lnTo>
                    <a:pt x="4150324" y="595009"/>
                  </a:lnTo>
                  <a:lnTo>
                    <a:pt x="4220669" y="596569"/>
                  </a:lnTo>
                  <a:lnTo>
                    <a:pt x="4291013" y="598121"/>
                  </a:lnTo>
                  <a:lnTo>
                    <a:pt x="4361358" y="599664"/>
                  </a:lnTo>
                  <a:lnTo>
                    <a:pt x="4431702" y="601198"/>
                  </a:lnTo>
                  <a:lnTo>
                    <a:pt x="4502047" y="602723"/>
                  </a:lnTo>
                  <a:lnTo>
                    <a:pt x="4572391" y="604239"/>
                  </a:lnTo>
                  <a:lnTo>
                    <a:pt x="4642736" y="605747"/>
                  </a:lnTo>
                  <a:lnTo>
                    <a:pt x="4713080" y="607246"/>
                  </a:lnTo>
                  <a:lnTo>
                    <a:pt x="4783425" y="608736"/>
                  </a:lnTo>
                  <a:lnTo>
                    <a:pt x="4853769" y="610218"/>
                  </a:lnTo>
                  <a:lnTo>
                    <a:pt x="4924114" y="611691"/>
                  </a:lnTo>
                  <a:lnTo>
                    <a:pt x="4994458" y="613156"/>
                  </a:lnTo>
                  <a:lnTo>
                    <a:pt x="5064803" y="614612"/>
                  </a:lnTo>
                  <a:lnTo>
                    <a:pt x="5135147" y="616061"/>
                  </a:lnTo>
                  <a:lnTo>
                    <a:pt x="5205492" y="617500"/>
                  </a:lnTo>
                  <a:lnTo>
                    <a:pt x="5275836" y="618932"/>
                  </a:lnTo>
                  <a:lnTo>
                    <a:pt x="5346181" y="620355"/>
                  </a:lnTo>
                  <a:lnTo>
                    <a:pt x="5416525" y="621770"/>
                  </a:lnTo>
                  <a:lnTo>
                    <a:pt x="5486870" y="623177"/>
                  </a:lnTo>
                  <a:lnTo>
                    <a:pt x="5557214" y="624576"/>
                  </a:lnTo>
                  <a:lnTo>
                    <a:pt x="5627559" y="625967"/>
                  </a:lnTo>
                  <a:lnTo>
                    <a:pt x="5697903" y="627350"/>
                  </a:lnTo>
                  <a:lnTo>
                    <a:pt x="5768248" y="628725"/>
                  </a:lnTo>
                  <a:lnTo>
                    <a:pt x="5838592" y="630093"/>
                  </a:lnTo>
                  <a:lnTo>
                    <a:pt x="5908937" y="631452"/>
                  </a:lnTo>
                  <a:lnTo>
                    <a:pt x="5979281" y="632803"/>
                  </a:lnTo>
                  <a:lnTo>
                    <a:pt x="6049626" y="634147"/>
                  </a:lnTo>
                  <a:lnTo>
                    <a:pt x="6119970" y="635483"/>
                  </a:lnTo>
                  <a:lnTo>
                    <a:pt x="6190315" y="636812"/>
                  </a:lnTo>
                  <a:lnTo>
                    <a:pt x="6260659" y="638132"/>
                  </a:lnTo>
                  <a:lnTo>
                    <a:pt x="6331004" y="639445"/>
                  </a:lnTo>
                  <a:lnTo>
                    <a:pt x="6401348" y="640751"/>
                  </a:lnTo>
                  <a:lnTo>
                    <a:pt x="6471693" y="642049"/>
                  </a:lnTo>
                  <a:lnTo>
                    <a:pt x="6542037" y="643340"/>
                  </a:lnTo>
                  <a:lnTo>
                    <a:pt x="6612382" y="644623"/>
                  </a:lnTo>
                  <a:lnTo>
                    <a:pt x="6682726" y="645899"/>
                  </a:lnTo>
                  <a:lnTo>
                    <a:pt x="6753071" y="647168"/>
                  </a:lnTo>
                  <a:lnTo>
                    <a:pt x="6823415" y="648429"/>
                  </a:lnTo>
                  <a:lnTo>
                    <a:pt x="6893760" y="649683"/>
                  </a:lnTo>
                  <a:lnTo>
                    <a:pt x="6964104" y="6509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5211734"/>
              <a:ext cx="6964104" cy="309744"/>
            </a:xfrm>
            <a:custGeom>
              <a:avLst/>
              <a:pathLst>
                <a:path w="6964104" h="309744">
                  <a:moveTo>
                    <a:pt x="6964104" y="309744"/>
                  </a:moveTo>
                  <a:lnTo>
                    <a:pt x="6893760" y="307908"/>
                  </a:lnTo>
                  <a:lnTo>
                    <a:pt x="6823415" y="306025"/>
                  </a:lnTo>
                  <a:lnTo>
                    <a:pt x="6753071" y="304095"/>
                  </a:lnTo>
                  <a:lnTo>
                    <a:pt x="6682726" y="302116"/>
                  </a:lnTo>
                  <a:lnTo>
                    <a:pt x="6612382" y="300086"/>
                  </a:lnTo>
                  <a:lnTo>
                    <a:pt x="6542037" y="298005"/>
                  </a:lnTo>
                  <a:lnTo>
                    <a:pt x="6471693" y="295870"/>
                  </a:lnTo>
                  <a:lnTo>
                    <a:pt x="6401348" y="293682"/>
                  </a:lnTo>
                  <a:lnTo>
                    <a:pt x="6331004" y="291438"/>
                  </a:lnTo>
                  <a:lnTo>
                    <a:pt x="6260659" y="289136"/>
                  </a:lnTo>
                  <a:lnTo>
                    <a:pt x="6190315" y="286777"/>
                  </a:lnTo>
                  <a:lnTo>
                    <a:pt x="6119970" y="284357"/>
                  </a:lnTo>
                  <a:lnTo>
                    <a:pt x="6049626" y="281876"/>
                  </a:lnTo>
                  <a:lnTo>
                    <a:pt x="5979281" y="279331"/>
                  </a:lnTo>
                  <a:lnTo>
                    <a:pt x="5908937" y="276722"/>
                  </a:lnTo>
                  <a:lnTo>
                    <a:pt x="5838592" y="274047"/>
                  </a:lnTo>
                  <a:lnTo>
                    <a:pt x="5768248" y="271304"/>
                  </a:lnTo>
                  <a:lnTo>
                    <a:pt x="5697903" y="268491"/>
                  </a:lnTo>
                  <a:lnTo>
                    <a:pt x="5627559" y="265606"/>
                  </a:lnTo>
                  <a:lnTo>
                    <a:pt x="5557214" y="262648"/>
                  </a:lnTo>
                  <a:lnTo>
                    <a:pt x="5486870" y="259615"/>
                  </a:lnTo>
                  <a:lnTo>
                    <a:pt x="5416525" y="256505"/>
                  </a:lnTo>
                  <a:lnTo>
                    <a:pt x="5346181" y="253315"/>
                  </a:lnTo>
                  <a:lnTo>
                    <a:pt x="5275836" y="250045"/>
                  </a:lnTo>
                  <a:lnTo>
                    <a:pt x="5205492" y="246691"/>
                  </a:lnTo>
                  <a:lnTo>
                    <a:pt x="5135147" y="243252"/>
                  </a:lnTo>
                  <a:lnTo>
                    <a:pt x="5064803" y="239726"/>
                  </a:lnTo>
                  <a:lnTo>
                    <a:pt x="4994458" y="236110"/>
                  </a:lnTo>
                  <a:lnTo>
                    <a:pt x="4924114" y="232402"/>
                  </a:lnTo>
                  <a:lnTo>
                    <a:pt x="4853769" y="228600"/>
                  </a:lnTo>
                  <a:lnTo>
                    <a:pt x="4783425" y="224701"/>
                  </a:lnTo>
                  <a:lnTo>
                    <a:pt x="4713080" y="220704"/>
                  </a:lnTo>
                  <a:lnTo>
                    <a:pt x="4642736" y="216604"/>
                  </a:lnTo>
                  <a:lnTo>
                    <a:pt x="4572391" y="212400"/>
                  </a:lnTo>
                  <a:lnTo>
                    <a:pt x="4502047" y="208090"/>
                  </a:lnTo>
                  <a:lnTo>
                    <a:pt x="4431702" y="203669"/>
                  </a:lnTo>
                  <a:lnTo>
                    <a:pt x="4361358" y="199137"/>
                  </a:lnTo>
                  <a:lnTo>
                    <a:pt x="4291013" y="194489"/>
                  </a:lnTo>
                  <a:lnTo>
                    <a:pt x="4220669" y="189723"/>
                  </a:lnTo>
                  <a:lnTo>
                    <a:pt x="4150324" y="184836"/>
                  </a:lnTo>
                  <a:lnTo>
                    <a:pt x="4079980" y="179824"/>
                  </a:lnTo>
                  <a:lnTo>
                    <a:pt x="4009635" y="174685"/>
                  </a:lnTo>
                  <a:lnTo>
                    <a:pt x="3939291" y="169416"/>
                  </a:lnTo>
                  <a:lnTo>
                    <a:pt x="3868946" y="164012"/>
                  </a:lnTo>
                  <a:lnTo>
                    <a:pt x="3798602" y="158471"/>
                  </a:lnTo>
                  <a:lnTo>
                    <a:pt x="3728257" y="152790"/>
                  </a:lnTo>
                  <a:lnTo>
                    <a:pt x="3657913" y="146963"/>
                  </a:lnTo>
                  <a:lnTo>
                    <a:pt x="3587569" y="140989"/>
                  </a:lnTo>
                  <a:lnTo>
                    <a:pt x="3517224" y="134863"/>
                  </a:lnTo>
                  <a:lnTo>
                    <a:pt x="3446880" y="128581"/>
                  </a:lnTo>
                  <a:lnTo>
                    <a:pt x="3376535" y="122139"/>
                  </a:lnTo>
                  <a:lnTo>
                    <a:pt x="3306191" y="115534"/>
                  </a:lnTo>
                  <a:lnTo>
                    <a:pt x="3235846" y="108760"/>
                  </a:lnTo>
                  <a:lnTo>
                    <a:pt x="3165502" y="101815"/>
                  </a:lnTo>
                  <a:lnTo>
                    <a:pt x="3095157" y="94693"/>
                  </a:lnTo>
                  <a:lnTo>
                    <a:pt x="3024813" y="87389"/>
                  </a:lnTo>
                  <a:lnTo>
                    <a:pt x="2954468" y="81997"/>
                  </a:lnTo>
                  <a:lnTo>
                    <a:pt x="2884124" y="80266"/>
                  </a:lnTo>
                  <a:lnTo>
                    <a:pt x="2813779" y="78525"/>
                  </a:lnTo>
                  <a:lnTo>
                    <a:pt x="2743435" y="76774"/>
                  </a:lnTo>
                  <a:lnTo>
                    <a:pt x="2673090" y="75013"/>
                  </a:lnTo>
                  <a:lnTo>
                    <a:pt x="2602746" y="73242"/>
                  </a:lnTo>
                  <a:lnTo>
                    <a:pt x="2532401" y="71461"/>
                  </a:lnTo>
                  <a:lnTo>
                    <a:pt x="2462057" y="69669"/>
                  </a:lnTo>
                  <a:lnTo>
                    <a:pt x="2391712" y="67867"/>
                  </a:lnTo>
                  <a:lnTo>
                    <a:pt x="2321368" y="66055"/>
                  </a:lnTo>
                  <a:lnTo>
                    <a:pt x="2251023" y="64232"/>
                  </a:lnTo>
                  <a:lnTo>
                    <a:pt x="2180679" y="62398"/>
                  </a:lnTo>
                  <a:lnTo>
                    <a:pt x="2110334" y="60554"/>
                  </a:lnTo>
                  <a:lnTo>
                    <a:pt x="2039990" y="58700"/>
                  </a:lnTo>
                  <a:lnTo>
                    <a:pt x="1969645" y="56834"/>
                  </a:lnTo>
                  <a:lnTo>
                    <a:pt x="1899301" y="54958"/>
                  </a:lnTo>
                  <a:lnTo>
                    <a:pt x="1828956" y="53071"/>
                  </a:lnTo>
                  <a:lnTo>
                    <a:pt x="1758612" y="51174"/>
                  </a:lnTo>
                  <a:lnTo>
                    <a:pt x="1688267" y="49265"/>
                  </a:lnTo>
                  <a:lnTo>
                    <a:pt x="1617923" y="47345"/>
                  </a:lnTo>
                  <a:lnTo>
                    <a:pt x="1547578" y="45414"/>
                  </a:lnTo>
                  <a:lnTo>
                    <a:pt x="1477234" y="43472"/>
                  </a:lnTo>
                  <a:lnTo>
                    <a:pt x="1406889" y="41519"/>
                  </a:lnTo>
                  <a:lnTo>
                    <a:pt x="1336545" y="39555"/>
                  </a:lnTo>
                  <a:lnTo>
                    <a:pt x="1266200" y="37579"/>
                  </a:lnTo>
                  <a:lnTo>
                    <a:pt x="1195856" y="35592"/>
                  </a:lnTo>
                  <a:lnTo>
                    <a:pt x="1125511" y="33593"/>
                  </a:lnTo>
                  <a:lnTo>
                    <a:pt x="1055167" y="31583"/>
                  </a:lnTo>
                  <a:lnTo>
                    <a:pt x="984822" y="29561"/>
                  </a:lnTo>
                  <a:lnTo>
                    <a:pt x="914478" y="27527"/>
                  </a:lnTo>
                  <a:lnTo>
                    <a:pt x="844133" y="25482"/>
                  </a:lnTo>
                  <a:lnTo>
                    <a:pt x="773789" y="23425"/>
                  </a:lnTo>
                  <a:lnTo>
                    <a:pt x="703444" y="21356"/>
                  </a:lnTo>
                  <a:lnTo>
                    <a:pt x="633100" y="19276"/>
                  </a:lnTo>
                  <a:lnTo>
                    <a:pt x="562755" y="17183"/>
                  </a:lnTo>
                  <a:lnTo>
                    <a:pt x="492411" y="15078"/>
                  </a:lnTo>
                  <a:lnTo>
                    <a:pt x="422066" y="12961"/>
                  </a:lnTo>
                  <a:lnTo>
                    <a:pt x="351722" y="10832"/>
                  </a:lnTo>
                  <a:lnTo>
                    <a:pt x="281377" y="8690"/>
                  </a:lnTo>
                  <a:lnTo>
                    <a:pt x="211033" y="6536"/>
                  </a:lnTo>
                  <a:lnTo>
                    <a:pt x="140688" y="4370"/>
                  </a:lnTo>
                  <a:lnTo>
                    <a:pt x="70344" y="21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018224"/>
              <a:ext cx="6964104" cy="450551"/>
            </a:xfrm>
            <a:custGeom>
              <a:avLst/>
              <a:pathLst>
                <a:path w="6964104" h="450551">
                  <a:moveTo>
                    <a:pt x="0" y="0"/>
                  </a:moveTo>
                  <a:lnTo>
                    <a:pt x="70344" y="8811"/>
                  </a:lnTo>
                  <a:lnTo>
                    <a:pt x="140688" y="17487"/>
                  </a:lnTo>
                  <a:lnTo>
                    <a:pt x="211033" y="26031"/>
                  </a:lnTo>
                  <a:lnTo>
                    <a:pt x="281377" y="34443"/>
                  </a:lnTo>
                  <a:lnTo>
                    <a:pt x="351722" y="42727"/>
                  </a:lnTo>
                  <a:lnTo>
                    <a:pt x="422066" y="50884"/>
                  </a:lnTo>
                  <a:lnTo>
                    <a:pt x="492411" y="58916"/>
                  </a:lnTo>
                  <a:lnTo>
                    <a:pt x="562755" y="66825"/>
                  </a:lnTo>
                  <a:lnTo>
                    <a:pt x="633100" y="74613"/>
                  </a:lnTo>
                  <a:lnTo>
                    <a:pt x="703444" y="82282"/>
                  </a:lnTo>
                  <a:lnTo>
                    <a:pt x="773789" y="89834"/>
                  </a:lnTo>
                  <a:lnTo>
                    <a:pt x="844133" y="97269"/>
                  </a:lnTo>
                  <a:lnTo>
                    <a:pt x="914478" y="104591"/>
                  </a:lnTo>
                  <a:lnTo>
                    <a:pt x="984822" y="111801"/>
                  </a:lnTo>
                  <a:lnTo>
                    <a:pt x="1055167" y="118900"/>
                  </a:lnTo>
                  <a:lnTo>
                    <a:pt x="1125511" y="125891"/>
                  </a:lnTo>
                  <a:lnTo>
                    <a:pt x="1195856" y="132775"/>
                  </a:lnTo>
                  <a:lnTo>
                    <a:pt x="1266200" y="139553"/>
                  </a:lnTo>
                  <a:lnTo>
                    <a:pt x="1336545" y="146227"/>
                  </a:lnTo>
                  <a:lnTo>
                    <a:pt x="1406889" y="152800"/>
                  </a:lnTo>
                  <a:lnTo>
                    <a:pt x="1477234" y="159271"/>
                  </a:lnTo>
                  <a:lnTo>
                    <a:pt x="1547578" y="165644"/>
                  </a:lnTo>
                  <a:lnTo>
                    <a:pt x="1617923" y="171919"/>
                  </a:lnTo>
                  <a:lnTo>
                    <a:pt x="1688267" y="178098"/>
                  </a:lnTo>
                  <a:lnTo>
                    <a:pt x="1758612" y="184182"/>
                  </a:lnTo>
                  <a:lnTo>
                    <a:pt x="1828956" y="190173"/>
                  </a:lnTo>
                  <a:lnTo>
                    <a:pt x="1899301" y="196072"/>
                  </a:lnTo>
                  <a:lnTo>
                    <a:pt x="1969645" y="201881"/>
                  </a:lnTo>
                  <a:lnTo>
                    <a:pt x="2039990" y="207602"/>
                  </a:lnTo>
                  <a:lnTo>
                    <a:pt x="2110334" y="213234"/>
                  </a:lnTo>
                  <a:lnTo>
                    <a:pt x="2180679" y="218780"/>
                  </a:lnTo>
                  <a:lnTo>
                    <a:pt x="2251023" y="224242"/>
                  </a:lnTo>
                  <a:lnTo>
                    <a:pt x="2321368" y="229620"/>
                  </a:lnTo>
                  <a:lnTo>
                    <a:pt x="2391712" y="234915"/>
                  </a:lnTo>
                  <a:lnTo>
                    <a:pt x="2462057" y="240129"/>
                  </a:lnTo>
                  <a:lnTo>
                    <a:pt x="2532401" y="245264"/>
                  </a:lnTo>
                  <a:lnTo>
                    <a:pt x="2602746" y="250320"/>
                  </a:lnTo>
                  <a:lnTo>
                    <a:pt x="2673090" y="255298"/>
                  </a:lnTo>
                  <a:lnTo>
                    <a:pt x="2743435" y="260200"/>
                  </a:lnTo>
                  <a:lnTo>
                    <a:pt x="2813779" y="265027"/>
                  </a:lnTo>
                  <a:lnTo>
                    <a:pt x="2884124" y="269781"/>
                  </a:lnTo>
                  <a:lnTo>
                    <a:pt x="2954468" y="274461"/>
                  </a:lnTo>
                  <a:lnTo>
                    <a:pt x="3024813" y="279070"/>
                  </a:lnTo>
                  <a:lnTo>
                    <a:pt x="3095157" y="283608"/>
                  </a:lnTo>
                  <a:lnTo>
                    <a:pt x="3165502" y="288077"/>
                  </a:lnTo>
                  <a:lnTo>
                    <a:pt x="3235846" y="292477"/>
                  </a:lnTo>
                  <a:lnTo>
                    <a:pt x="3306191" y="296810"/>
                  </a:lnTo>
                  <a:lnTo>
                    <a:pt x="3376535" y="301077"/>
                  </a:lnTo>
                  <a:lnTo>
                    <a:pt x="3446880" y="305278"/>
                  </a:lnTo>
                  <a:lnTo>
                    <a:pt x="3517224" y="309415"/>
                  </a:lnTo>
                  <a:lnTo>
                    <a:pt x="3587569" y="313489"/>
                  </a:lnTo>
                  <a:lnTo>
                    <a:pt x="3657913" y="317500"/>
                  </a:lnTo>
                  <a:lnTo>
                    <a:pt x="3728257" y="321450"/>
                  </a:lnTo>
                  <a:lnTo>
                    <a:pt x="3798602" y="325339"/>
                  </a:lnTo>
                  <a:lnTo>
                    <a:pt x="3868946" y="329169"/>
                  </a:lnTo>
                  <a:lnTo>
                    <a:pt x="3939291" y="332940"/>
                  </a:lnTo>
                  <a:lnTo>
                    <a:pt x="4009635" y="336653"/>
                  </a:lnTo>
                  <a:lnTo>
                    <a:pt x="4079980" y="340310"/>
                  </a:lnTo>
                  <a:lnTo>
                    <a:pt x="4150324" y="343910"/>
                  </a:lnTo>
                  <a:lnTo>
                    <a:pt x="4220669" y="347456"/>
                  </a:lnTo>
                  <a:lnTo>
                    <a:pt x="4291013" y="350947"/>
                  </a:lnTo>
                  <a:lnTo>
                    <a:pt x="4361358" y="354385"/>
                  </a:lnTo>
                  <a:lnTo>
                    <a:pt x="4431702" y="357770"/>
                  </a:lnTo>
                  <a:lnTo>
                    <a:pt x="4502047" y="361103"/>
                  </a:lnTo>
                  <a:lnTo>
                    <a:pt x="4572391" y="364385"/>
                  </a:lnTo>
                  <a:lnTo>
                    <a:pt x="4642736" y="367617"/>
                  </a:lnTo>
                  <a:lnTo>
                    <a:pt x="4713080" y="370799"/>
                  </a:lnTo>
                  <a:lnTo>
                    <a:pt x="4783425" y="373933"/>
                  </a:lnTo>
                  <a:lnTo>
                    <a:pt x="4853769" y="377019"/>
                  </a:lnTo>
                  <a:lnTo>
                    <a:pt x="4924114" y="380057"/>
                  </a:lnTo>
                  <a:lnTo>
                    <a:pt x="4994458" y="383049"/>
                  </a:lnTo>
                  <a:lnTo>
                    <a:pt x="5064803" y="385995"/>
                  </a:lnTo>
                  <a:lnTo>
                    <a:pt x="5135147" y="388896"/>
                  </a:lnTo>
                  <a:lnTo>
                    <a:pt x="5205492" y="391753"/>
                  </a:lnTo>
                  <a:lnTo>
                    <a:pt x="5275836" y="394566"/>
                  </a:lnTo>
                  <a:lnTo>
                    <a:pt x="5346181" y="397336"/>
                  </a:lnTo>
                  <a:lnTo>
                    <a:pt x="5416525" y="400063"/>
                  </a:lnTo>
                  <a:lnTo>
                    <a:pt x="5486870" y="402749"/>
                  </a:lnTo>
                  <a:lnTo>
                    <a:pt x="5557214" y="405393"/>
                  </a:lnTo>
                  <a:lnTo>
                    <a:pt x="5627559" y="407997"/>
                  </a:lnTo>
                  <a:lnTo>
                    <a:pt x="5697903" y="410561"/>
                  </a:lnTo>
                  <a:lnTo>
                    <a:pt x="5768248" y="413086"/>
                  </a:lnTo>
                  <a:lnTo>
                    <a:pt x="5838592" y="415573"/>
                  </a:lnTo>
                  <a:lnTo>
                    <a:pt x="5908937" y="418021"/>
                  </a:lnTo>
                  <a:lnTo>
                    <a:pt x="5979281" y="420431"/>
                  </a:lnTo>
                  <a:lnTo>
                    <a:pt x="6049626" y="422805"/>
                  </a:lnTo>
                  <a:lnTo>
                    <a:pt x="6119970" y="425143"/>
                  </a:lnTo>
                  <a:lnTo>
                    <a:pt x="6190315" y="427444"/>
                  </a:lnTo>
                  <a:lnTo>
                    <a:pt x="6260659" y="429711"/>
                  </a:lnTo>
                  <a:lnTo>
                    <a:pt x="6331004" y="431942"/>
                  </a:lnTo>
                  <a:lnTo>
                    <a:pt x="6401348" y="434140"/>
                  </a:lnTo>
                  <a:lnTo>
                    <a:pt x="6471693" y="436304"/>
                  </a:lnTo>
                  <a:lnTo>
                    <a:pt x="6542037" y="438434"/>
                  </a:lnTo>
                  <a:lnTo>
                    <a:pt x="6612382" y="440533"/>
                  </a:lnTo>
                  <a:lnTo>
                    <a:pt x="6682726" y="442599"/>
                  </a:lnTo>
                  <a:lnTo>
                    <a:pt x="6753071" y="444633"/>
                  </a:lnTo>
                  <a:lnTo>
                    <a:pt x="6823415" y="446636"/>
                  </a:lnTo>
                  <a:lnTo>
                    <a:pt x="6893760" y="448609"/>
                  </a:lnTo>
                  <a:lnTo>
                    <a:pt x="6964104" y="4505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42151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30467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54091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11642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202448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88474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7450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60527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5515235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634440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720467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806493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3" name="tx93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1.21 (1.07-1.36), p_Bonf = 0.011 (n = 6)  |  per IQR decline (Δ = 27.5 %): 1.68 (1.21-2.32)  |  IQR: [-29.1, -1.6] %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3932770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2026-07-22T07:54:41Z</dcterms:modified>
  <cp:category/>
</cp:coreProperties>
</file>