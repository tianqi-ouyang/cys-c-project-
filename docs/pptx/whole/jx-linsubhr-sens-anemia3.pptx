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154731"/>
              <a:ext cx="7090630" cy="2202428"/>
            </a:xfrm>
            <a:custGeom>
              <a:avLst/>
              <a:pathLst>
                <a:path w="7090630" h="2202428">
                  <a:moveTo>
                    <a:pt x="0" y="0"/>
                  </a:moveTo>
                  <a:lnTo>
                    <a:pt x="71622" y="59567"/>
                  </a:lnTo>
                  <a:lnTo>
                    <a:pt x="143245" y="117657"/>
                  </a:lnTo>
                  <a:lnTo>
                    <a:pt x="214867" y="174307"/>
                  </a:lnTo>
                  <a:lnTo>
                    <a:pt x="286490" y="229552"/>
                  </a:lnTo>
                  <a:lnTo>
                    <a:pt x="358112" y="283428"/>
                  </a:lnTo>
                  <a:lnTo>
                    <a:pt x="429735" y="335967"/>
                  </a:lnTo>
                  <a:lnTo>
                    <a:pt x="501357" y="387205"/>
                  </a:lnTo>
                  <a:lnTo>
                    <a:pt x="572980" y="437172"/>
                  </a:lnTo>
                  <a:lnTo>
                    <a:pt x="644602" y="485900"/>
                  </a:lnTo>
                  <a:lnTo>
                    <a:pt x="716225" y="533419"/>
                  </a:lnTo>
                  <a:lnTo>
                    <a:pt x="787847" y="579761"/>
                  </a:lnTo>
                  <a:lnTo>
                    <a:pt x="859470" y="624954"/>
                  </a:lnTo>
                  <a:lnTo>
                    <a:pt x="931092" y="669026"/>
                  </a:lnTo>
                  <a:lnTo>
                    <a:pt x="1002715" y="712005"/>
                  </a:lnTo>
                  <a:lnTo>
                    <a:pt x="1074337" y="753919"/>
                  </a:lnTo>
                  <a:lnTo>
                    <a:pt x="1145960" y="794794"/>
                  </a:lnTo>
                  <a:lnTo>
                    <a:pt x="1217582" y="834655"/>
                  </a:lnTo>
                  <a:lnTo>
                    <a:pt x="1289205" y="873528"/>
                  </a:lnTo>
                  <a:lnTo>
                    <a:pt x="1360827" y="911437"/>
                  </a:lnTo>
                  <a:lnTo>
                    <a:pt x="1432450" y="948407"/>
                  </a:lnTo>
                  <a:lnTo>
                    <a:pt x="1504073" y="984459"/>
                  </a:lnTo>
                  <a:lnTo>
                    <a:pt x="1575695" y="1019618"/>
                  </a:lnTo>
                  <a:lnTo>
                    <a:pt x="1647318" y="1053905"/>
                  </a:lnTo>
                  <a:lnTo>
                    <a:pt x="1718940" y="1087342"/>
                  </a:lnTo>
                  <a:lnTo>
                    <a:pt x="1790563" y="1119950"/>
                  </a:lnTo>
                  <a:lnTo>
                    <a:pt x="1862185" y="1151749"/>
                  </a:lnTo>
                  <a:lnTo>
                    <a:pt x="1933808" y="1182760"/>
                  </a:lnTo>
                  <a:lnTo>
                    <a:pt x="2005430" y="1213003"/>
                  </a:lnTo>
                  <a:lnTo>
                    <a:pt x="2077053" y="1242495"/>
                  </a:lnTo>
                  <a:lnTo>
                    <a:pt x="2148675" y="1271256"/>
                  </a:lnTo>
                  <a:lnTo>
                    <a:pt x="2220298" y="1299304"/>
                  </a:lnTo>
                  <a:lnTo>
                    <a:pt x="2291920" y="1326657"/>
                  </a:lnTo>
                  <a:lnTo>
                    <a:pt x="2363543" y="1353331"/>
                  </a:lnTo>
                  <a:lnTo>
                    <a:pt x="2435165" y="1379344"/>
                  </a:lnTo>
                  <a:lnTo>
                    <a:pt x="2506788" y="1404712"/>
                  </a:lnTo>
                  <a:lnTo>
                    <a:pt x="2578410" y="1429452"/>
                  </a:lnTo>
                  <a:lnTo>
                    <a:pt x="2650033" y="1453577"/>
                  </a:lnTo>
                  <a:lnTo>
                    <a:pt x="2721655" y="1477105"/>
                  </a:lnTo>
                  <a:lnTo>
                    <a:pt x="2793278" y="1500049"/>
                  </a:lnTo>
                  <a:lnTo>
                    <a:pt x="2864901" y="1522425"/>
                  </a:lnTo>
                  <a:lnTo>
                    <a:pt x="2936523" y="1544246"/>
                  </a:lnTo>
                  <a:lnTo>
                    <a:pt x="3008146" y="1565525"/>
                  </a:lnTo>
                  <a:lnTo>
                    <a:pt x="3079768" y="1576104"/>
                  </a:lnTo>
                  <a:lnTo>
                    <a:pt x="3151391" y="1580845"/>
                  </a:lnTo>
                  <a:lnTo>
                    <a:pt x="3223013" y="1585560"/>
                  </a:lnTo>
                  <a:lnTo>
                    <a:pt x="3294636" y="1590247"/>
                  </a:lnTo>
                  <a:lnTo>
                    <a:pt x="3366258" y="1594907"/>
                  </a:lnTo>
                  <a:lnTo>
                    <a:pt x="3437881" y="1599541"/>
                  </a:lnTo>
                  <a:lnTo>
                    <a:pt x="3509503" y="1604148"/>
                  </a:lnTo>
                  <a:lnTo>
                    <a:pt x="3581126" y="1608728"/>
                  </a:lnTo>
                  <a:lnTo>
                    <a:pt x="3652748" y="1613283"/>
                  </a:lnTo>
                  <a:lnTo>
                    <a:pt x="3724371" y="1617811"/>
                  </a:lnTo>
                  <a:lnTo>
                    <a:pt x="3795993" y="1622313"/>
                  </a:lnTo>
                  <a:lnTo>
                    <a:pt x="3867616" y="1626789"/>
                  </a:lnTo>
                  <a:lnTo>
                    <a:pt x="3939238" y="1631240"/>
                  </a:lnTo>
                  <a:lnTo>
                    <a:pt x="4010861" y="1635665"/>
                  </a:lnTo>
                  <a:lnTo>
                    <a:pt x="4082483" y="1640065"/>
                  </a:lnTo>
                  <a:lnTo>
                    <a:pt x="4154106" y="1644439"/>
                  </a:lnTo>
                  <a:lnTo>
                    <a:pt x="4225729" y="1648789"/>
                  </a:lnTo>
                  <a:lnTo>
                    <a:pt x="4297351" y="1653113"/>
                  </a:lnTo>
                  <a:lnTo>
                    <a:pt x="4368974" y="1657413"/>
                  </a:lnTo>
                  <a:lnTo>
                    <a:pt x="4440596" y="1661688"/>
                  </a:lnTo>
                  <a:lnTo>
                    <a:pt x="4512219" y="1665938"/>
                  </a:lnTo>
                  <a:lnTo>
                    <a:pt x="4583841" y="1670164"/>
                  </a:lnTo>
                  <a:lnTo>
                    <a:pt x="4655464" y="1674366"/>
                  </a:lnTo>
                  <a:lnTo>
                    <a:pt x="4727086" y="1678544"/>
                  </a:lnTo>
                  <a:lnTo>
                    <a:pt x="4798709" y="1682697"/>
                  </a:lnTo>
                  <a:lnTo>
                    <a:pt x="4870331" y="1686827"/>
                  </a:lnTo>
                  <a:lnTo>
                    <a:pt x="4941954" y="1690934"/>
                  </a:lnTo>
                  <a:lnTo>
                    <a:pt x="5013576" y="1695016"/>
                  </a:lnTo>
                  <a:lnTo>
                    <a:pt x="5085199" y="1699075"/>
                  </a:lnTo>
                  <a:lnTo>
                    <a:pt x="5156821" y="1703111"/>
                  </a:lnTo>
                  <a:lnTo>
                    <a:pt x="5228444" y="1707124"/>
                  </a:lnTo>
                  <a:lnTo>
                    <a:pt x="5300066" y="1711114"/>
                  </a:lnTo>
                  <a:lnTo>
                    <a:pt x="5371689" y="1715081"/>
                  </a:lnTo>
                  <a:lnTo>
                    <a:pt x="5443311" y="1719025"/>
                  </a:lnTo>
                  <a:lnTo>
                    <a:pt x="5514934" y="1722946"/>
                  </a:lnTo>
                  <a:lnTo>
                    <a:pt x="5586557" y="1726845"/>
                  </a:lnTo>
                  <a:lnTo>
                    <a:pt x="5658179" y="1730722"/>
                  </a:lnTo>
                  <a:lnTo>
                    <a:pt x="5729802" y="1734576"/>
                  </a:lnTo>
                  <a:lnTo>
                    <a:pt x="5801424" y="1738408"/>
                  </a:lnTo>
                  <a:lnTo>
                    <a:pt x="5873047" y="1742219"/>
                  </a:lnTo>
                  <a:lnTo>
                    <a:pt x="5944669" y="1746007"/>
                  </a:lnTo>
                  <a:lnTo>
                    <a:pt x="6016292" y="1749774"/>
                  </a:lnTo>
                  <a:lnTo>
                    <a:pt x="6087914" y="1753519"/>
                  </a:lnTo>
                  <a:lnTo>
                    <a:pt x="6159537" y="1757242"/>
                  </a:lnTo>
                  <a:lnTo>
                    <a:pt x="6231159" y="1760945"/>
                  </a:lnTo>
                  <a:lnTo>
                    <a:pt x="6302782" y="1764626"/>
                  </a:lnTo>
                  <a:lnTo>
                    <a:pt x="6374404" y="1768285"/>
                  </a:lnTo>
                  <a:lnTo>
                    <a:pt x="6446027" y="1771924"/>
                  </a:lnTo>
                  <a:lnTo>
                    <a:pt x="6517649" y="1775542"/>
                  </a:lnTo>
                  <a:lnTo>
                    <a:pt x="6589272" y="1779139"/>
                  </a:lnTo>
                  <a:lnTo>
                    <a:pt x="6660894" y="1782716"/>
                  </a:lnTo>
                  <a:lnTo>
                    <a:pt x="6732517" y="1786272"/>
                  </a:lnTo>
                  <a:lnTo>
                    <a:pt x="6804139" y="1789808"/>
                  </a:lnTo>
                  <a:lnTo>
                    <a:pt x="6875762" y="1793323"/>
                  </a:lnTo>
                  <a:lnTo>
                    <a:pt x="6947385" y="1796818"/>
                  </a:lnTo>
                  <a:lnTo>
                    <a:pt x="7019007" y="1800293"/>
                  </a:lnTo>
                  <a:lnTo>
                    <a:pt x="7090630" y="1803749"/>
                  </a:lnTo>
                  <a:lnTo>
                    <a:pt x="7090630" y="2202428"/>
                  </a:lnTo>
                  <a:lnTo>
                    <a:pt x="7019007" y="2197341"/>
                  </a:lnTo>
                  <a:lnTo>
                    <a:pt x="6947385" y="2192125"/>
                  </a:lnTo>
                  <a:lnTo>
                    <a:pt x="6875762" y="2186776"/>
                  </a:lnTo>
                  <a:lnTo>
                    <a:pt x="6804139" y="2181291"/>
                  </a:lnTo>
                  <a:lnTo>
                    <a:pt x="6732517" y="2175666"/>
                  </a:lnTo>
                  <a:lnTo>
                    <a:pt x="6660894" y="2169899"/>
                  </a:lnTo>
                  <a:lnTo>
                    <a:pt x="6589272" y="2163985"/>
                  </a:lnTo>
                  <a:lnTo>
                    <a:pt x="6517649" y="2157920"/>
                  </a:lnTo>
                  <a:lnTo>
                    <a:pt x="6446027" y="2151702"/>
                  </a:lnTo>
                  <a:lnTo>
                    <a:pt x="6374404" y="2145325"/>
                  </a:lnTo>
                  <a:lnTo>
                    <a:pt x="6302782" y="2138786"/>
                  </a:lnTo>
                  <a:lnTo>
                    <a:pt x="6231159" y="2132081"/>
                  </a:lnTo>
                  <a:lnTo>
                    <a:pt x="6159537" y="2125205"/>
                  </a:lnTo>
                  <a:lnTo>
                    <a:pt x="6087914" y="2118155"/>
                  </a:lnTo>
                  <a:lnTo>
                    <a:pt x="6016292" y="2110925"/>
                  </a:lnTo>
                  <a:lnTo>
                    <a:pt x="5944669" y="2103512"/>
                  </a:lnTo>
                  <a:lnTo>
                    <a:pt x="5873047" y="2095910"/>
                  </a:lnTo>
                  <a:lnTo>
                    <a:pt x="5801424" y="2088115"/>
                  </a:lnTo>
                  <a:lnTo>
                    <a:pt x="5729802" y="2080121"/>
                  </a:lnTo>
                  <a:lnTo>
                    <a:pt x="5658179" y="2071925"/>
                  </a:lnTo>
                  <a:lnTo>
                    <a:pt x="5586557" y="2063520"/>
                  </a:lnTo>
                  <a:lnTo>
                    <a:pt x="5514934" y="2054901"/>
                  </a:lnTo>
                  <a:lnTo>
                    <a:pt x="5443311" y="2046063"/>
                  </a:lnTo>
                  <a:lnTo>
                    <a:pt x="5371689" y="2037001"/>
                  </a:lnTo>
                  <a:lnTo>
                    <a:pt x="5300066" y="2027708"/>
                  </a:lnTo>
                  <a:lnTo>
                    <a:pt x="5228444" y="2018179"/>
                  </a:lnTo>
                  <a:lnTo>
                    <a:pt x="5156821" y="2008407"/>
                  </a:lnTo>
                  <a:lnTo>
                    <a:pt x="5085199" y="1998388"/>
                  </a:lnTo>
                  <a:lnTo>
                    <a:pt x="5013576" y="1988113"/>
                  </a:lnTo>
                  <a:lnTo>
                    <a:pt x="4941954" y="1977577"/>
                  </a:lnTo>
                  <a:lnTo>
                    <a:pt x="4870331" y="1966774"/>
                  </a:lnTo>
                  <a:lnTo>
                    <a:pt x="4798709" y="1955695"/>
                  </a:lnTo>
                  <a:lnTo>
                    <a:pt x="4727086" y="1944335"/>
                  </a:lnTo>
                  <a:lnTo>
                    <a:pt x="4655464" y="1932686"/>
                  </a:lnTo>
                  <a:lnTo>
                    <a:pt x="4583841" y="1920741"/>
                  </a:lnTo>
                  <a:lnTo>
                    <a:pt x="4512219" y="1908493"/>
                  </a:lnTo>
                  <a:lnTo>
                    <a:pt x="4440596" y="1895933"/>
                  </a:lnTo>
                  <a:lnTo>
                    <a:pt x="4368974" y="1883053"/>
                  </a:lnTo>
                  <a:lnTo>
                    <a:pt x="4297351" y="1869846"/>
                  </a:lnTo>
                  <a:lnTo>
                    <a:pt x="4225729" y="1856304"/>
                  </a:lnTo>
                  <a:lnTo>
                    <a:pt x="4154106" y="1842417"/>
                  </a:lnTo>
                  <a:lnTo>
                    <a:pt x="4082483" y="1828177"/>
                  </a:lnTo>
                  <a:lnTo>
                    <a:pt x="4010861" y="1813575"/>
                  </a:lnTo>
                  <a:lnTo>
                    <a:pt x="3939238" y="1798602"/>
                  </a:lnTo>
                  <a:lnTo>
                    <a:pt x="3867616" y="1783248"/>
                  </a:lnTo>
                  <a:lnTo>
                    <a:pt x="3795993" y="1767503"/>
                  </a:lnTo>
                  <a:lnTo>
                    <a:pt x="3724371" y="1751359"/>
                  </a:lnTo>
                  <a:lnTo>
                    <a:pt x="3652748" y="1734804"/>
                  </a:lnTo>
                  <a:lnTo>
                    <a:pt x="3581126" y="1717828"/>
                  </a:lnTo>
                  <a:lnTo>
                    <a:pt x="3509503" y="1700420"/>
                  </a:lnTo>
                  <a:lnTo>
                    <a:pt x="3437881" y="1682570"/>
                  </a:lnTo>
                  <a:lnTo>
                    <a:pt x="3366258" y="1664266"/>
                  </a:lnTo>
                  <a:lnTo>
                    <a:pt x="3294636" y="1645497"/>
                  </a:lnTo>
                  <a:lnTo>
                    <a:pt x="3223013" y="1626251"/>
                  </a:lnTo>
                  <a:lnTo>
                    <a:pt x="3151391" y="1606515"/>
                  </a:lnTo>
                  <a:lnTo>
                    <a:pt x="3079768" y="1586277"/>
                  </a:lnTo>
                  <a:lnTo>
                    <a:pt x="3008146" y="1571335"/>
                  </a:lnTo>
                  <a:lnTo>
                    <a:pt x="2936523" y="1566539"/>
                  </a:lnTo>
                  <a:lnTo>
                    <a:pt x="2864901" y="1561715"/>
                  </a:lnTo>
                  <a:lnTo>
                    <a:pt x="2793278" y="1556863"/>
                  </a:lnTo>
                  <a:lnTo>
                    <a:pt x="2721655" y="1551983"/>
                  </a:lnTo>
                  <a:lnTo>
                    <a:pt x="2650033" y="1547075"/>
                  </a:lnTo>
                  <a:lnTo>
                    <a:pt x="2578410" y="1542139"/>
                  </a:lnTo>
                  <a:lnTo>
                    <a:pt x="2506788" y="1537174"/>
                  </a:lnTo>
                  <a:lnTo>
                    <a:pt x="2435165" y="1532180"/>
                  </a:lnTo>
                  <a:lnTo>
                    <a:pt x="2363543" y="1527158"/>
                  </a:lnTo>
                  <a:lnTo>
                    <a:pt x="2291920" y="1522107"/>
                  </a:lnTo>
                  <a:lnTo>
                    <a:pt x="2220298" y="1517026"/>
                  </a:lnTo>
                  <a:lnTo>
                    <a:pt x="2148675" y="1511917"/>
                  </a:lnTo>
                  <a:lnTo>
                    <a:pt x="2077053" y="1506778"/>
                  </a:lnTo>
                  <a:lnTo>
                    <a:pt x="2005430" y="1501609"/>
                  </a:lnTo>
                  <a:lnTo>
                    <a:pt x="1933808" y="1496410"/>
                  </a:lnTo>
                  <a:lnTo>
                    <a:pt x="1862185" y="1491181"/>
                  </a:lnTo>
                  <a:lnTo>
                    <a:pt x="1790563" y="1485922"/>
                  </a:lnTo>
                  <a:lnTo>
                    <a:pt x="1718940" y="1480633"/>
                  </a:lnTo>
                  <a:lnTo>
                    <a:pt x="1647318" y="1475313"/>
                  </a:lnTo>
                  <a:lnTo>
                    <a:pt x="1575695" y="1469963"/>
                  </a:lnTo>
                  <a:lnTo>
                    <a:pt x="1504073" y="1464582"/>
                  </a:lnTo>
                  <a:lnTo>
                    <a:pt x="1432450" y="1459169"/>
                  </a:lnTo>
                  <a:lnTo>
                    <a:pt x="1360827" y="1453726"/>
                  </a:lnTo>
                  <a:lnTo>
                    <a:pt x="1289205" y="1448251"/>
                  </a:lnTo>
                  <a:lnTo>
                    <a:pt x="1217582" y="1442744"/>
                  </a:lnTo>
                  <a:lnTo>
                    <a:pt x="1145960" y="1437206"/>
                  </a:lnTo>
                  <a:lnTo>
                    <a:pt x="1074337" y="1431635"/>
                  </a:lnTo>
                  <a:lnTo>
                    <a:pt x="1002715" y="1426033"/>
                  </a:lnTo>
                  <a:lnTo>
                    <a:pt x="931092" y="1420398"/>
                  </a:lnTo>
                  <a:lnTo>
                    <a:pt x="859470" y="1414731"/>
                  </a:lnTo>
                  <a:lnTo>
                    <a:pt x="787847" y="1409031"/>
                  </a:lnTo>
                  <a:lnTo>
                    <a:pt x="716225" y="1403298"/>
                  </a:lnTo>
                  <a:lnTo>
                    <a:pt x="644602" y="1397532"/>
                  </a:lnTo>
                  <a:lnTo>
                    <a:pt x="572980" y="1391733"/>
                  </a:lnTo>
                  <a:lnTo>
                    <a:pt x="501357" y="1385900"/>
                  </a:lnTo>
                  <a:lnTo>
                    <a:pt x="429735" y="1380033"/>
                  </a:lnTo>
                  <a:lnTo>
                    <a:pt x="358112" y="1374133"/>
                  </a:lnTo>
                  <a:lnTo>
                    <a:pt x="286490" y="1368199"/>
                  </a:lnTo>
                  <a:lnTo>
                    <a:pt x="214867" y="1362230"/>
                  </a:lnTo>
                  <a:lnTo>
                    <a:pt x="143245" y="1356227"/>
                  </a:lnTo>
                  <a:lnTo>
                    <a:pt x="71622" y="1350190"/>
                  </a:lnTo>
                  <a:lnTo>
                    <a:pt x="0" y="134411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154731"/>
              <a:ext cx="7090630" cy="1803749"/>
            </a:xfrm>
            <a:custGeom>
              <a:avLst/>
              <a:pathLst>
                <a:path w="7090630" h="1803749">
                  <a:moveTo>
                    <a:pt x="0" y="0"/>
                  </a:moveTo>
                  <a:lnTo>
                    <a:pt x="71622" y="59567"/>
                  </a:lnTo>
                  <a:lnTo>
                    <a:pt x="143245" y="117657"/>
                  </a:lnTo>
                  <a:lnTo>
                    <a:pt x="214867" y="174307"/>
                  </a:lnTo>
                  <a:lnTo>
                    <a:pt x="286490" y="229552"/>
                  </a:lnTo>
                  <a:lnTo>
                    <a:pt x="358112" y="283428"/>
                  </a:lnTo>
                  <a:lnTo>
                    <a:pt x="429735" y="335967"/>
                  </a:lnTo>
                  <a:lnTo>
                    <a:pt x="501357" y="387205"/>
                  </a:lnTo>
                  <a:lnTo>
                    <a:pt x="572980" y="437172"/>
                  </a:lnTo>
                  <a:lnTo>
                    <a:pt x="644602" y="485900"/>
                  </a:lnTo>
                  <a:lnTo>
                    <a:pt x="716225" y="533419"/>
                  </a:lnTo>
                  <a:lnTo>
                    <a:pt x="787847" y="579761"/>
                  </a:lnTo>
                  <a:lnTo>
                    <a:pt x="859470" y="624954"/>
                  </a:lnTo>
                  <a:lnTo>
                    <a:pt x="931092" y="669026"/>
                  </a:lnTo>
                  <a:lnTo>
                    <a:pt x="1002715" y="712005"/>
                  </a:lnTo>
                  <a:lnTo>
                    <a:pt x="1074337" y="753919"/>
                  </a:lnTo>
                  <a:lnTo>
                    <a:pt x="1145960" y="794794"/>
                  </a:lnTo>
                  <a:lnTo>
                    <a:pt x="1217582" y="834655"/>
                  </a:lnTo>
                  <a:lnTo>
                    <a:pt x="1289205" y="873528"/>
                  </a:lnTo>
                  <a:lnTo>
                    <a:pt x="1360827" y="911437"/>
                  </a:lnTo>
                  <a:lnTo>
                    <a:pt x="1432450" y="948407"/>
                  </a:lnTo>
                  <a:lnTo>
                    <a:pt x="1504073" y="984459"/>
                  </a:lnTo>
                  <a:lnTo>
                    <a:pt x="1575695" y="1019618"/>
                  </a:lnTo>
                  <a:lnTo>
                    <a:pt x="1647318" y="1053905"/>
                  </a:lnTo>
                  <a:lnTo>
                    <a:pt x="1718940" y="1087342"/>
                  </a:lnTo>
                  <a:lnTo>
                    <a:pt x="1790563" y="1119950"/>
                  </a:lnTo>
                  <a:lnTo>
                    <a:pt x="1862185" y="1151749"/>
                  </a:lnTo>
                  <a:lnTo>
                    <a:pt x="1933808" y="1182760"/>
                  </a:lnTo>
                  <a:lnTo>
                    <a:pt x="2005430" y="1213003"/>
                  </a:lnTo>
                  <a:lnTo>
                    <a:pt x="2077053" y="1242495"/>
                  </a:lnTo>
                  <a:lnTo>
                    <a:pt x="2148675" y="1271256"/>
                  </a:lnTo>
                  <a:lnTo>
                    <a:pt x="2220298" y="1299304"/>
                  </a:lnTo>
                  <a:lnTo>
                    <a:pt x="2291920" y="1326657"/>
                  </a:lnTo>
                  <a:lnTo>
                    <a:pt x="2363543" y="1353331"/>
                  </a:lnTo>
                  <a:lnTo>
                    <a:pt x="2435165" y="1379344"/>
                  </a:lnTo>
                  <a:lnTo>
                    <a:pt x="2506788" y="1404712"/>
                  </a:lnTo>
                  <a:lnTo>
                    <a:pt x="2578410" y="1429452"/>
                  </a:lnTo>
                  <a:lnTo>
                    <a:pt x="2650033" y="1453577"/>
                  </a:lnTo>
                  <a:lnTo>
                    <a:pt x="2721655" y="1477105"/>
                  </a:lnTo>
                  <a:lnTo>
                    <a:pt x="2793278" y="1500049"/>
                  </a:lnTo>
                  <a:lnTo>
                    <a:pt x="2864901" y="1522425"/>
                  </a:lnTo>
                  <a:lnTo>
                    <a:pt x="2936523" y="1544246"/>
                  </a:lnTo>
                  <a:lnTo>
                    <a:pt x="3008146" y="1565525"/>
                  </a:lnTo>
                  <a:lnTo>
                    <a:pt x="3079768" y="1576104"/>
                  </a:lnTo>
                  <a:lnTo>
                    <a:pt x="3151391" y="1580845"/>
                  </a:lnTo>
                  <a:lnTo>
                    <a:pt x="3223013" y="1585560"/>
                  </a:lnTo>
                  <a:lnTo>
                    <a:pt x="3294636" y="1590247"/>
                  </a:lnTo>
                  <a:lnTo>
                    <a:pt x="3366258" y="1594907"/>
                  </a:lnTo>
                  <a:lnTo>
                    <a:pt x="3437881" y="1599541"/>
                  </a:lnTo>
                  <a:lnTo>
                    <a:pt x="3509503" y="1604148"/>
                  </a:lnTo>
                  <a:lnTo>
                    <a:pt x="3581126" y="1608728"/>
                  </a:lnTo>
                  <a:lnTo>
                    <a:pt x="3652748" y="1613283"/>
                  </a:lnTo>
                  <a:lnTo>
                    <a:pt x="3724371" y="1617811"/>
                  </a:lnTo>
                  <a:lnTo>
                    <a:pt x="3795993" y="1622313"/>
                  </a:lnTo>
                  <a:lnTo>
                    <a:pt x="3867616" y="1626789"/>
                  </a:lnTo>
                  <a:lnTo>
                    <a:pt x="3939238" y="1631240"/>
                  </a:lnTo>
                  <a:lnTo>
                    <a:pt x="4010861" y="1635665"/>
                  </a:lnTo>
                  <a:lnTo>
                    <a:pt x="4082483" y="1640065"/>
                  </a:lnTo>
                  <a:lnTo>
                    <a:pt x="4154106" y="1644439"/>
                  </a:lnTo>
                  <a:lnTo>
                    <a:pt x="4225729" y="1648789"/>
                  </a:lnTo>
                  <a:lnTo>
                    <a:pt x="4297351" y="1653113"/>
                  </a:lnTo>
                  <a:lnTo>
                    <a:pt x="4368974" y="1657413"/>
                  </a:lnTo>
                  <a:lnTo>
                    <a:pt x="4440596" y="1661688"/>
                  </a:lnTo>
                  <a:lnTo>
                    <a:pt x="4512219" y="1665938"/>
                  </a:lnTo>
                  <a:lnTo>
                    <a:pt x="4583841" y="1670164"/>
                  </a:lnTo>
                  <a:lnTo>
                    <a:pt x="4655464" y="1674366"/>
                  </a:lnTo>
                  <a:lnTo>
                    <a:pt x="4727086" y="1678544"/>
                  </a:lnTo>
                  <a:lnTo>
                    <a:pt x="4798709" y="1682697"/>
                  </a:lnTo>
                  <a:lnTo>
                    <a:pt x="4870331" y="1686827"/>
                  </a:lnTo>
                  <a:lnTo>
                    <a:pt x="4941954" y="1690934"/>
                  </a:lnTo>
                  <a:lnTo>
                    <a:pt x="5013576" y="1695016"/>
                  </a:lnTo>
                  <a:lnTo>
                    <a:pt x="5085199" y="1699075"/>
                  </a:lnTo>
                  <a:lnTo>
                    <a:pt x="5156821" y="1703111"/>
                  </a:lnTo>
                  <a:lnTo>
                    <a:pt x="5228444" y="1707124"/>
                  </a:lnTo>
                  <a:lnTo>
                    <a:pt x="5300066" y="1711114"/>
                  </a:lnTo>
                  <a:lnTo>
                    <a:pt x="5371689" y="1715081"/>
                  </a:lnTo>
                  <a:lnTo>
                    <a:pt x="5443311" y="1719025"/>
                  </a:lnTo>
                  <a:lnTo>
                    <a:pt x="5514934" y="1722946"/>
                  </a:lnTo>
                  <a:lnTo>
                    <a:pt x="5586557" y="1726845"/>
                  </a:lnTo>
                  <a:lnTo>
                    <a:pt x="5658179" y="1730722"/>
                  </a:lnTo>
                  <a:lnTo>
                    <a:pt x="5729802" y="1734576"/>
                  </a:lnTo>
                  <a:lnTo>
                    <a:pt x="5801424" y="1738408"/>
                  </a:lnTo>
                  <a:lnTo>
                    <a:pt x="5873047" y="1742219"/>
                  </a:lnTo>
                  <a:lnTo>
                    <a:pt x="5944669" y="1746007"/>
                  </a:lnTo>
                  <a:lnTo>
                    <a:pt x="6016292" y="1749774"/>
                  </a:lnTo>
                  <a:lnTo>
                    <a:pt x="6087914" y="1753519"/>
                  </a:lnTo>
                  <a:lnTo>
                    <a:pt x="6159537" y="1757242"/>
                  </a:lnTo>
                  <a:lnTo>
                    <a:pt x="6231159" y="1760945"/>
                  </a:lnTo>
                  <a:lnTo>
                    <a:pt x="6302782" y="1764626"/>
                  </a:lnTo>
                  <a:lnTo>
                    <a:pt x="6374404" y="1768285"/>
                  </a:lnTo>
                  <a:lnTo>
                    <a:pt x="6446027" y="1771924"/>
                  </a:lnTo>
                  <a:lnTo>
                    <a:pt x="6517649" y="1775542"/>
                  </a:lnTo>
                  <a:lnTo>
                    <a:pt x="6589272" y="1779139"/>
                  </a:lnTo>
                  <a:lnTo>
                    <a:pt x="6660894" y="1782716"/>
                  </a:lnTo>
                  <a:lnTo>
                    <a:pt x="6732517" y="1786272"/>
                  </a:lnTo>
                  <a:lnTo>
                    <a:pt x="6804139" y="1789808"/>
                  </a:lnTo>
                  <a:lnTo>
                    <a:pt x="6875762" y="1793323"/>
                  </a:lnTo>
                  <a:lnTo>
                    <a:pt x="6947385" y="1796818"/>
                  </a:lnTo>
                  <a:lnTo>
                    <a:pt x="7019007" y="1800293"/>
                  </a:lnTo>
                  <a:lnTo>
                    <a:pt x="7090630" y="18037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498848"/>
              <a:ext cx="7090630" cy="858311"/>
            </a:xfrm>
            <a:custGeom>
              <a:avLst/>
              <a:pathLst>
                <a:path w="7090630" h="858311">
                  <a:moveTo>
                    <a:pt x="7090630" y="858311"/>
                  </a:moveTo>
                  <a:lnTo>
                    <a:pt x="7019007" y="853223"/>
                  </a:lnTo>
                  <a:lnTo>
                    <a:pt x="6947385" y="848007"/>
                  </a:lnTo>
                  <a:lnTo>
                    <a:pt x="6875762" y="842658"/>
                  </a:lnTo>
                  <a:lnTo>
                    <a:pt x="6804139" y="837173"/>
                  </a:lnTo>
                  <a:lnTo>
                    <a:pt x="6732517" y="831549"/>
                  </a:lnTo>
                  <a:lnTo>
                    <a:pt x="6660894" y="825781"/>
                  </a:lnTo>
                  <a:lnTo>
                    <a:pt x="6589272" y="819867"/>
                  </a:lnTo>
                  <a:lnTo>
                    <a:pt x="6517649" y="813803"/>
                  </a:lnTo>
                  <a:lnTo>
                    <a:pt x="6446027" y="807584"/>
                  </a:lnTo>
                  <a:lnTo>
                    <a:pt x="6374404" y="801207"/>
                  </a:lnTo>
                  <a:lnTo>
                    <a:pt x="6302782" y="794668"/>
                  </a:lnTo>
                  <a:lnTo>
                    <a:pt x="6231159" y="787963"/>
                  </a:lnTo>
                  <a:lnTo>
                    <a:pt x="6159537" y="781088"/>
                  </a:lnTo>
                  <a:lnTo>
                    <a:pt x="6087914" y="774037"/>
                  </a:lnTo>
                  <a:lnTo>
                    <a:pt x="6016292" y="766808"/>
                  </a:lnTo>
                  <a:lnTo>
                    <a:pt x="5944669" y="759394"/>
                  </a:lnTo>
                  <a:lnTo>
                    <a:pt x="5873047" y="751792"/>
                  </a:lnTo>
                  <a:lnTo>
                    <a:pt x="5801424" y="743997"/>
                  </a:lnTo>
                  <a:lnTo>
                    <a:pt x="5729802" y="736004"/>
                  </a:lnTo>
                  <a:lnTo>
                    <a:pt x="5658179" y="727807"/>
                  </a:lnTo>
                  <a:lnTo>
                    <a:pt x="5586557" y="719402"/>
                  </a:lnTo>
                  <a:lnTo>
                    <a:pt x="5514934" y="710783"/>
                  </a:lnTo>
                  <a:lnTo>
                    <a:pt x="5443311" y="701946"/>
                  </a:lnTo>
                  <a:lnTo>
                    <a:pt x="5371689" y="692883"/>
                  </a:lnTo>
                  <a:lnTo>
                    <a:pt x="5300066" y="683590"/>
                  </a:lnTo>
                  <a:lnTo>
                    <a:pt x="5228444" y="674061"/>
                  </a:lnTo>
                  <a:lnTo>
                    <a:pt x="5156821" y="664290"/>
                  </a:lnTo>
                  <a:lnTo>
                    <a:pt x="5085199" y="654270"/>
                  </a:lnTo>
                  <a:lnTo>
                    <a:pt x="5013576" y="643995"/>
                  </a:lnTo>
                  <a:lnTo>
                    <a:pt x="4941954" y="633459"/>
                  </a:lnTo>
                  <a:lnTo>
                    <a:pt x="4870331" y="622656"/>
                  </a:lnTo>
                  <a:lnTo>
                    <a:pt x="4798709" y="611577"/>
                  </a:lnTo>
                  <a:lnTo>
                    <a:pt x="4727086" y="600217"/>
                  </a:lnTo>
                  <a:lnTo>
                    <a:pt x="4655464" y="588569"/>
                  </a:lnTo>
                  <a:lnTo>
                    <a:pt x="4583841" y="576624"/>
                  </a:lnTo>
                  <a:lnTo>
                    <a:pt x="4512219" y="564375"/>
                  </a:lnTo>
                  <a:lnTo>
                    <a:pt x="4440596" y="551815"/>
                  </a:lnTo>
                  <a:lnTo>
                    <a:pt x="4368974" y="538935"/>
                  </a:lnTo>
                  <a:lnTo>
                    <a:pt x="4297351" y="525729"/>
                  </a:lnTo>
                  <a:lnTo>
                    <a:pt x="4225729" y="512186"/>
                  </a:lnTo>
                  <a:lnTo>
                    <a:pt x="4154106" y="498299"/>
                  </a:lnTo>
                  <a:lnTo>
                    <a:pt x="4082483" y="484059"/>
                  </a:lnTo>
                  <a:lnTo>
                    <a:pt x="4010861" y="469457"/>
                  </a:lnTo>
                  <a:lnTo>
                    <a:pt x="3939238" y="454484"/>
                  </a:lnTo>
                  <a:lnTo>
                    <a:pt x="3867616" y="439130"/>
                  </a:lnTo>
                  <a:lnTo>
                    <a:pt x="3795993" y="423386"/>
                  </a:lnTo>
                  <a:lnTo>
                    <a:pt x="3724371" y="407241"/>
                  </a:lnTo>
                  <a:lnTo>
                    <a:pt x="3652748" y="390686"/>
                  </a:lnTo>
                  <a:lnTo>
                    <a:pt x="3581126" y="373710"/>
                  </a:lnTo>
                  <a:lnTo>
                    <a:pt x="3509503" y="356302"/>
                  </a:lnTo>
                  <a:lnTo>
                    <a:pt x="3437881" y="338452"/>
                  </a:lnTo>
                  <a:lnTo>
                    <a:pt x="3366258" y="320148"/>
                  </a:lnTo>
                  <a:lnTo>
                    <a:pt x="3294636" y="301379"/>
                  </a:lnTo>
                  <a:lnTo>
                    <a:pt x="3223013" y="282133"/>
                  </a:lnTo>
                  <a:lnTo>
                    <a:pt x="3151391" y="262397"/>
                  </a:lnTo>
                  <a:lnTo>
                    <a:pt x="3079768" y="242159"/>
                  </a:lnTo>
                  <a:lnTo>
                    <a:pt x="3008146" y="227217"/>
                  </a:lnTo>
                  <a:lnTo>
                    <a:pt x="2936523" y="222421"/>
                  </a:lnTo>
                  <a:lnTo>
                    <a:pt x="2864901" y="217597"/>
                  </a:lnTo>
                  <a:lnTo>
                    <a:pt x="2793278" y="212745"/>
                  </a:lnTo>
                  <a:lnTo>
                    <a:pt x="2721655" y="207865"/>
                  </a:lnTo>
                  <a:lnTo>
                    <a:pt x="2650033" y="202957"/>
                  </a:lnTo>
                  <a:lnTo>
                    <a:pt x="2578410" y="198021"/>
                  </a:lnTo>
                  <a:lnTo>
                    <a:pt x="2506788" y="193056"/>
                  </a:lnTo>
                  <a:lnTo>
                    <a:pt x="2435165" y="188063"/>
                  </a:lnTo>
                  <a:lnTo>
                    <a:pt x="2363543" y="183040"/>
                  </a:lnTo>
                  <a:lnTo>
                    <a:pt x="2291920" y="177989"/>
                  </a:lnTo>
                  <a:lnTo>
                    <a:pt x="2220298" y="172909"/>
                  </a:lnTo>
                  <a:lnTo>
                    <a:pt x="2148675" y="167799"/>
                  </a:lnTo>
                  <a:lnTo>
                    <a:pt x="2077053" y="162660"/>
                  </a:lnTo>
                  <a:lnTo>
                    <a:pt x="2005430" y="157491"/>
                  </a:lnTo>
                  <a:lnTo>
                    <a:pt x="1933808" y="152292"/>
                  </a:lnTo>
                  <a:lnTo>
                    <a:pt x="1862185" y="147063"/>
                  </a:lnTo>
                  <a:lnTo>
                    <a:pt x="1790563" y="141805"/>
                  </a:lnTo>
                  <a:lnTo>
                    <a:pt x="1718940" y="136515"/>
                  </a:lnTo>
                  <a:lnTo>
                    <a:pt x="1647318" y="131196"/>
                  </a:lnTo>
                  <a:lnTo>
                    <a:pt x="1575695" y="125845"/>
                  </a:lnTo>
                  <a:lnTo>
                    <a:pt x="1504073" y="120464"/>
                  </a:lnTo>
                  <a:lnTo>
                    <a:pt x="1432450" y="115051"/>
                  </a:lnTo>
                  <a:lnTo>
                    <a:pt x="1360827" y="109608"/>
                  </a:lnTo>
                  <a:lnTo>
                    <a:pt x="1289205" y="104133"/>
                  </a:lnTo>
                  <a:lnTo>
                    <a:pt x="1217582" y="98626"/>
                  </a:lnTo>
                  <a:lnTo>
                    <a:pt x="1145960" y="93088"/>
                  </a:lnTo>
                  <a:lnTo>
                    <a:pt x="1074337" y="87518"/>
                  </a:lnTo>
                  <a:lnTo>
                    <a:pt x="1002715" y="81915"/>
                  </a:lnTo>
                  <a:lnTo>
                    <a:pt x="931092" y="76280"/>
                  </a:lnTo>
                  <a:lnTo>
                    <a:pt x="859470" y="70613"/>
                  </a:lnTo>
                  <a:lnTo>
                    <a:pt x="787847" y="64913"/>
                  </a:lnTo>
                  <a:lnTo>
                    <a:pt x="716225" y="59180"/>
                  </a:lnTo>
                  <a:lnTo>
                    <a:pt x="644602" y="53414"/>
                  </a:lnTo>
                  <a:lnTo>
                    <a:pt x="572980" y="47615"/>
                  </a:lnTo>
                  <a:lnTo>
                    <a:pt x="501357" y="41782"/>
                  </a:lnTo>
                  <a:lnTo>
                    <a:pt x="429735" y="35916"/>
                  </a:lnTo>
                  <a:lnTo>
                    <a:pt x="358112" y="30015"/>
                  </a:lnTo>
                  <a:lnTo>
                    <a:pt x="286490" y="24081"/>
                  </a:lnTo>
                  <a:lnTo>
                    <a:pt x="214867" y="18113"/>
                  </a:lnTo>
                  <a:lnTo>
                    <a:pt x="143245" y="12110"/>
                  </a:lnTo>
                  <a:lnTo>
                    <a:pt x="71622" y="60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962625"/>
              <a:ext cx="7090630" cy="1248492"/>
            </a:xfrm>
            <a:custGeom>
              <a:avLst/>
              <a:pathLst>
                <a:path w="7090630" h="1248492">
                  <a:moveTo>
                    <a:pt x="0" y="0"/>
                  </a:moveTo>
                  <a:lnTo>
                    <a:pt x="71622" y="24416"/>
                  </a:lnTo>
                  <a:lnTo>
                    <a:pt x="143245" y="48458"/>
                  </a:lnTo>
                  <a:lnTo>
                    <a:pt x="214867" y="72132"/>
                  </a:lnTo>
                  <a:lnTo>
                    <a:pt x="286490" y="95444"/>
                  </a:lnTo>
                  <a:lnTo>
                    <a:pt x="358112" y="118399"/>
                  </a:lnTo>
                  <a:lnTo>
                    <a:pt x="429735" y="141002"/>
                  </a:lnTo>
                  <a:lnTo>
                    <a:pt x="501357" y="163260"/>
                  </a:lnTo>
                  <a:lnTo>
                    <a:pt x="572980" y="185176"/>
                  </a:lnTo>
                  <a:lnTo>
                    <a:pt x="644602" y="206757"/>
                  </a:lnTo>
                  <a:lnTo>
                    <a:pt x="716225" y="228007"/>
                  </a:lnTo>
                  <a:lnTo>
                    <a:pt x="787847" y="248932"/>
                  </a:lnTo>
                  <a:lnTo>
                    <a:pt x="859470" y="269537"/>
                  </a:lnTo>
                  <a:lnTo>
                    <a:pt x="931092" y="289826"/>
                  </a:lnTo>
                  <a:lnTo>
                    <a:pt x="1002715" y="309805"/>
                  </a:lnTo>
                  <a:lnTo>
                    <a:pt x="1074337" y="329477"/>
                  </a:lnTo>
                  <a:lnTo>
                    <a:pt x="1145960" y="348849"/>
                  </a:lnTo>
                  <a:lnTo>
                    <a:pt x="1217582" y="367924"/>
                  </a:lnTo>
                  <a:lnTo>
                    <a:pt x="1289205" y="386706"/>
                  </a:lnTo>
                  <a:lnTo>
                    <a:pt x="1360827" y="405201"/>
                  </a:lnTo>
                  <a:lnTo>
                    <a:pt x="1432450" y="423413"/>
                  </a:lnTo>
                  <a:lnTo>
                    <a:pt x="1504073" y="441347"/>
                  </a:lnTo>
                  <a:lnTo>
                    <a:pt x="1575695" y="459005"/>
                  </a:lnTo>
                  <a:lnTo>
                    <a:pt x="1647318" y="476393"/>
                  </a:lnTo>
                  <a:lnTo>
                    <a:pt x="1718940" y="493515"/>
                  </a:lnTo>
                  <a:lnTo>
                    <a:pt x="1790563" y="510375"/>
                  </a:lnTo>
                  <a:lnTo>
                    <a:pt x="1862185" y="526976"/>
                  </a:lnTo>
                  <a:lnTo>
                    <a:pt x="1933808" y="543324"/>
                  </a:lnTo>
                  <a:lnTo>
                    <a:pt x="2005430" y="559421"/>
                  </a:lnTo>
                  <a:lnTo>
                    <a:pt x="2077053" y="575271"/>
                  </a:lnTo>
                  <a:lnTo>
                    <a:pt x="2148675" y="590879"/>
                  </a:lnTo>
                  <a:lnTo>
                    <a:pt x="2220298" y="606248"/>
                  </a:lnTo>
                  <a:lnTo>
                    <a:pt x="2291920" y="621382"/>
                  </a:lnTo>
                  <a:lnTo>
                    <a:pt x="2363543" y="636284"/>
                  </a:lnTo>
                  <a:lnTo>
                    <a:pt x="2435165" y="650957"/>
                  </a:lnTo>
                  <a:lnTo>
                    <a:pt x="2506788" y="665407"/>
                  </a:lnTo>
                  <a:lnTo>
                    <a:pt x="2578410" y="679634"/>
                  </a:lnTo>
                  <a:lnTo>
                    <a:pt x="2650033" y="693644"/>
                  </a:lnTo>
                  <a:lnTo>
                    <a:pt x="2721655" y="707440"/>
                  </a:lnTo>
                  <a:lnTo>
                    <a:pt x="2793278" y="721024"/>
                  </a:lnTo>
                  <a:lnTo>
                    <a:pt x="2864901" y="734400"/>
                  </a:lnTo>
                  <a:lnTo>
                    <a:pt x="2936523" y="747571"/>
                  </a:lnTo>
                  <a:lnTo>
                    <a:pt x="3008146" y="760541"/>
                  </a:lnTo>
                  <a:lnTo>
                    <a:pt x="3079768" y="773312"/>
                  </a:lnTo>
                  <a:lnTo>
                    <a:pt x="3151391" y="785888"/>
                  </a:lnTo>
                  <a:lnTo>
                    <a:pt x="3223013" y="798271"/>
                  </a:lnTo>
                  <a:lnTo>
                    <a:pt x="3294636" y="810464"/>
                  </a:lnTo>
                  <a:lnTo>
                    <a:pt x="3366258" y="822471"/>
                  </a:lnTo>
                  <a:lnTo>
                    <a:pt x="3437881" y="834294"/>
                  </a:lnTo>
                  <a:lnTo>
                    <a:pt x="3509503" y="845936"/>
                  </a:lnTo>
                  <a:lnTo>
                    <a:pt x="3581126" y="857399"/>
                  </a:lnTo>
                  <a:lnTo>
                    <a:pt x="3652748" y="868688"/>
                  </a:lnTo>
                  <a:lnTo>
                    <a:pt x="3724371" y="879803"/>
                  </a:lnTo>
                  <a:lnTo>
                    <a:pt x="3795993" y="890748"/>
                  </a:lnTo>
                  <a:lnTo>
                    <a:pt x="3867616" y="901525"/>
                  </a:lnTo>
                  <a:lnTo>
                    <a:pt x="3939238" y="912138"/>
                  </a:lnTo>
                  <a:lnTo>
                    <a:pt x="4010861" y="922588"/>
                  </a:lnTo>
                  <a:lnTo>
                    <a:pt x="4082483" y="932878"/>
                  </a:lnTo>
                  <a:lnTo>
                    <a:pt x="4154106" y="943010"/>
                  </a:lnTo>
                  <a:lnTo>
                    <a:pt x="4225729" y="952987"/>
                  </a:lnTo>
                  <a:lnTo>
                    <a:pt x="4297351" y="962812"/>
                  </a:lnTo>
                  <a:lnTo>
                    <a:pt x="4368974" y="972486"/>
                  </a:lnTo>
                  <a:lnTo>
                    <a:pt x="4440596" y="982012"/>
                  </a:lnTo>
                  <a:lnTo>
                    <a:pt x="4512219" y="991392"/>
                  </a:lnTo>
                  <a:lnTo>
                    <a:pt x="4583841" y="1000628"/>
                  </a:lnTo>
                  <a:lnTo>
                    <a:pt x="4655464" y="1009723"/>
                  </a:lnTo>
                  <a:lnTo>
                    <a:pt x="4727086" y="1018679"/>
                  </a:lnTo>
                  <a:lnTo>
                    <a:pt x="4798709" y="1027498"/>
                  </a:lnTo>
                  <a:lnTo>
                    <a:pt x="4870331" y="1036181"/>
                  </a:lnTo>
                  <a:lnTo>
                    <a:pt x="4941954" y="1044732"/>
                  </a:lnTo>
                  <a:lnTo>
                    <a:pt x="5013576" y="1053152"/>
                  </a:lnTo>
                  <a:lnTo>
                    <a:pt x="5085199" y="1061442"/>
                  </a:lnTo>
                  <a:lnTo>
                    <a:pt x="5156821" y="1069606"/>
                  </a:lnTo>
                  <a:lnTo>
                    <a:pt x="5228444" y="1077645"/>
                  </a:lnTo>
                  <a:lnTo>
                    <a:pt x="5300066" y="1085561"/>
                  </a:lnTo>
                  <a:lnTo>
                    <a:pt x="5371689" y="1093356"/>
                  </a:lnTo>
                  <a:lnTo>
                    <a:pt x="5443311" y="1101031"/>
                  </a:lnTo>
                  <a:lnTo>
                    <a:pt x="5514934" y="1108588"/>
                  </a:lnTo>
                  <a:lnTo>
                    <a:pt x="5586557" y="1116030"/>
                  </a:lnTo>
                  <a:lnTo>
                    <a:pt x="5658179" y="1123358"/>
                  </a:lnTo>
                  <a:lnTo>
                    <a:pt x="5729802" y="1130574"/>
                  </a:lnTo>
                  <a:lnTo>
                    <a:pt x="5801424" y="1137680"/>
                  </a:lnTo>
                  <a:lnTo>
                    <a:pt x="5873047" y="1144676"/>
                  </a:lnTo>
                  <a:lnTo>
                    <a:pt x="5944669" y="1151566"/>
                  </a:lnTo>
                  <a:lnTo>
                    <a:pt x="6016292" y="1158350"/>
                  </a:lnTo>
                  <a:lnTo>
                    <a:pt x="6087914" y="1165030"/>
                  </a:lnTo>
                  <a:lnTo>
                    <a:pt x="6159537" y="1171607"/>
                  </a:lnTo>
                  <a:lnTo>
                    <a:pt x="6231159" y="1178084"/>
                  </a:lnTo>
                  <a:lnTo>
                    <a:pt x="6302782" y="1184462"/>
                  </a:lnTo>
                  <a:lnTo>
                    <a:pt x="6374404" y="1190743"/>
                  </a:lnTo>
                  <a:lnTo>
                    <a:pt x="6446027" y="1196927"/>
                  </a:lnTo>
                  <a:lnTo>
                    <a:pt x="6517649" y="1203016"/>
                  </a:lnTo>
                  <a:lnTo>
                    <a:pt x="6589272" y="1209012"/>
                  </a:lnTo>
                  <a:lnTo>
                    <a:pt x="6660894" y="1214916"/>
                  </a:lnTo>
                  <a:lnTo>
                    <a:pt x="6732517" y="1220730"/>
                  </a:lnTo>
                  <a:lnTo>
                    <a:pt x="6804139" y="1226455"/>
                  </a:lnTo>
                  <a:lnTo>
                    <a:pt x="6875762" y="1232093"/>
                  </a:lnTo>
                  <a:lnTo>
                    <a:pt x="6947385" y="1237643"/>
                  </a:lnTo>
                  <a:lnTo>
                    <a:pt x="7019007" y="1243109"/>
                  </a:lnTo>
                  <a:lnTo>
                    <a:pt x="7090630" y="124849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1.21 (1.07-1.36), p_Bonf = 0.011 (n = 6)  |  per IQR decline (Δ = 27.5 %): 1.68 (1.21-2.32)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1321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2026-09-28T15:19:58Z</dcterms:modified>
  <cp:category/>
</cp:coreProperties>
</file>