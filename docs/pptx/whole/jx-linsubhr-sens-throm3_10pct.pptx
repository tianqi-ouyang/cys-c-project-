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387432"/>
            </a:xfrm>
            <a:custGeom>
              <a:avLst/>
              <a:pathLst>
                <a:path w="7090630" h="3387432">
                  <a:moveTo>
                    <a:pt x="330451" y="0"/>
                  </a:moveTo>
                  <a:lnTo>
                    <a:pt x="358112" y="51363"/>
                  </a:lnTo>
                  <a:lnTo>
                    <a:pt x="429735" y="179396"/>
                  </a:lnTo>
                  <a:lnTo>
                    <a:pt x="501357" y="302652"/>
                  </a:lnTo>
                  <a:lnTo>
                    <a:pt x="572980" y="421311"/>
                  </a:lnTo>
                  <a:lnTo>
                    <a:pt x="644602" y="535544"/>
                  </a:lnTo>
                  <a:lnTo>
                    <a:pt x="716225" y="645516"/>
                  </a:lnTo>
                  <a:lnTo>
                    <a:pt x="787847" y="751386"/>
                  </a:lnTo>
                  <a:lnTo>
                    <a:pt x="859470" y="853306"/>
                  </a:lnTo>
                  <a:lnTo>
                    <a:pt x="931092" y="951425"/>
                  </a:lnTo>
                  <a:lnTo>
                    <a:pt x="1002715" y="1045884"/>
                  </a:lnTo>
                  <a:lnTo>
                    <a:pt x="1074337" y="1136820"/>
                  </a:lnTo>
                  <a:lnTo>
                    <a:pt x="1145960" y="1224363"/>
                  </a:lnTo>
                  <a:lnTo>
                    <a:pt x="1217582" y="1308641"/>
                  </a:lnTo>
                  <a:lnTo>
                    <a:pt x="1289205" y="1389775"/>
                  </a:lnTo>
                  <a:lnTo>
                    <a:pt x="1360827" y="1467883"/>
                  </a:lnTo>
                  <a:lnTo>
                    <a:pt x="1432450" y="1543078"/>
                  </a:lnTo>
                  <a:lnTo>
                    <a:pt x="1504073" y="1615467"/>
                  </a:lnTo>
                  <a:lnTo>
                    <a:pt x="1575695" y="1685156"/>
                  </a:lnTo>
                  <a:lnTo>
                    <a:pt x="1647318" y="1752246"/>
                  </a:lnTo>
                  <a:lnTo>
                    <a:pt x="1718940" y="1816833"/>
                  </a:lnTo>
                  <a:lnTo>
                    <a:pt x="1790563" y="1879011"/>
                  </a:lnTo>
                  <a:lnTo>
                    <a:pt x="1862185" y="1938870"/>
                  </a:lnTo>
                  <a:lnTo>
                    <a:pt x="1933808" y="1996496"/>
                  </a:lnTo>
                  <a:lnTo>
                    <a:pt x="2005430" y="2051972"/>
                  </a:lnTo>
                  <a:lnTo>
                    <a:pt x="2077053" y="2105379"/>
                  </a:lnTo>
                  <a:lnTo>
                    <a:pt x="2148675" y="2156794"/>
                  </a:lnTo>
                  <a:lnTo>
                    <a:pt x="2220298" y="2206291"/>
                  </a:lnTo>
                  <a:lnTo>
                    <a:pt x="2291920" y="2253942"/>
                  </a:lnTo>
                  <a:lnTo>
                    <a:pt x="2363543" y="2299815"/>
                  </a:lnTo>
                  <a:lnTo>
                    <a:pt x="2435165" y="2343978"/>
                  </a:lnTo>
                  <a:lnTo>
                    <a:pt x="2506788" y="2386493"/>
                  </a:lnTo>
                  <a:lnTo>
                    <a:pt x="2578410" y="2427422"/>
                  </a:lnTo>
                  <a:lnTo>
                    <a:pt x="2650033" y="2466824"/>
                  </a:lnTo>
                  <a:lnTo>
                    <a:pt x="2721655" y="2504756"/>
                  </a:lnTo>
                  <a:lnTo>
                    <a:pt x="2793278" y="2541274"/>
                  </a:lnTo>
                  <a:lnTo>
                    <a:pt x="2864901" y="2576429"/>
                  </a:lnTo>
                  <a:lnTo>
                    <a:pt x="2936523" y="2610274"/>
                  </a:lnTo>
                  <a:lnTo>
                    <a:pt x="3008146" y="2642855"/>
                  </a:lnTo>
                  <a:lnTo>
                    <a:pt x="3079768" y="2656036"/>
                  </a:lnTo>
                  <a:lnTo>
                    <a:pt x="3151391" y="2658768"/>
                  </a:lnTo>
                  <a:lnTo>
                    <a:pt x="3223013" y="2661491"/>
                  </a:lnTo>
                  <a:lnTo>
                    <a:pt x="3294636" y="2664206"/>
                  </a:lnTo>
                  <a:lnTo>
                    <a:pt x="3366258" y="2666911"/>
                  </a:lnTo>
                  <a:lnTo>
                    <a:pt x="3437881" y="2669607"/>
                  </a:lnTo>
                  <a:lnTo>
                    <a:pt x="3509503" y="2672294"/>
                  </a:lnTo>
                  <a:lnTo>
                    <a:pt x="3581126" y="2674973"/>
                  </a:lnTo>
                  <a:lnTo>
                    <a:pt x="3652748" y="2677642"/>
                  </a:lnTo>
                  <a:lnTo>
                    <a:pt x="3724371" y="2680303"/>
                  </a:lnTo>
                  <a:lnTo>
                    <a:pt x="3795993" y="2682955"/>
                  </a:lnTo>
                  <a:lnTo>
                    <a:pt x="3867616" y="2685598"/>
                  </a:lnTo>
                  <a:lnTo>
                    <a:pt x="3939238" y="2688233"/>
                  </a:lnTo>
                  <a:lnTo>
                    <a:pt x="4010861" y="2690858"/>
                  </a:lnTo>
                  <a:lnTo>
                    <a:pt x="4082483" y="2693476"/>
                  </a:lnTo>
                  <a:lnTo>
                    <a:pt x="4154106" y="2696084"/>
                  </a:lnTo>
                  <a:lnTo>
                    <a:pt x="4225729" y="2698684"/>
                  </a:lnTo>
                  <a:lnTo>
                    <a:pt x="4297351" y="2701275"/>
                  </a:lnTo>
                  <a:lnTo>
                    <a:pt x="4368974" y="2703858"/>
                  </a:lnTo>
                  <a:lnTo>
                    <a:pt x="4440596" y="2706432"/>
                  </a:lnTo>
                  <a:lnTo>
                    <a:pt x="4512219" y="2708998"/>
                  </a:lnTo>
                  <a:lnTo>
                    <a:pt x="4583841" y="2711555"/>
                  </a:lnTo>
                  <a:lnTo>
                    <a:pt x="4655464" y="2714104"/>
                  </a:lnTo>
                  <a:lnTo>
                    <a:pt x="4727086" y="2716644"/>
                  </a:lnTo>
                  <a:lnTo>
                    <a:pt x="4798709" y="2719176"/>
                  </a:lnTo>
                  <a:lnTo>
                    <a:pt x="4870331" y="2721700"/>
                  </a:lnTo>
                  <a:lnTo>
                    <a:pt x="4941954" y="2724215"/>
                  </a:lnTo>
                  <a:lnTo>
                    <a:pt x="5013576" y="2726722"/>
                  </a:lnTo>
                  <a:lnTo>
                    <a:pt x="5085199" y="2729221"/>
                  </a:lnTo>
                  <a:lnTo>
                    <a:pt x="5156821" y="2731712"/>
                  </a:lnTo>
                  <a:lnTo>
                    <a:pt x="5228444" y="2734194"/>
                  </a:lnTo>
                  <a:lnTo>
                    <a:pt x="5300066" y="2736668"/>
                  </a:lnTo>
                  <a:lnTo>
                    <a:pt x="5371689" y="2739134"/>
                  </a:lnTo>
                  <a:lnTo>
                    <a:pt x="5443311" y="2741592"/>
                  </a:lnTo>
                  <a:lnTo>
                    <a:pt x="5514934" y="2744042"/>
                  </a:lnTo>
                  <a:lnTo>
                    <a:pt x="5586557" y="2746483"/>
                  </a:lnTo>
                  <a:lnTo>
                    <a:pt x="5658179" y="2748917"/>
                  </a:lnTo>
                  <a:lnTo>
                    <a:pt x="5729802" y="2751342"/>
                  </a:lnTo>
                  <a:lnTo>
                    <a:pt x="5801424" y="2753760"/>
                  </a:lnTo>
                  <a:lnTo>
                    <a:pt x="5873047" y="2756169"/>
                  </a:lnTo>
                  <a:lnTo>
                    <a:pt x="5944669" y="2758571"/>
                  </a:lnTo>
                  <a:lnTo>
                    <a:pt x="6016292" y="2760964"/>
                  </a:lnTo>
                  <a:lnTo>
                    <a:pt x="6087914" y="2763350"/>
                  </a:lnTo>
                  <a:lnTo>
                    <a:pt x="6159537" y="2765728"/>
                  </a:lnTo>
                  <a:lnTo>
                    <a:pt x="6231159" y="2768098"/>
                  </a:lnTo>
                  <a:lnTo>
                    <a:pt x="6302782" y="2770460"/>
                  </a:lnTo>
                  <a:lnTo>
                    <a:pt x="6374404" y="2772815"/>
                  </a:lnTo>
                  <a:lnTo>
                    <a:pt x="6446027" y="2775161"/>
                  </a:lnTo>
                  <a:lnTo>
                    <a:pt x="6517649" y="2777500"/>
                  </a:lnTo>
                  <a:lnTo>
                    <a:pt x="6589272" y="2779831"/>
                  </a:lnTo>
                  <a:lnTo>
                    <a:pt x="6660894" y="2782155"/>
                  </a:lnTo>
                  <a:lnTo>
                    <a:pt x="6732517" y="2784471"/>
                  </a:lnTo>
                  <a:lnTo>
                    <a:pt x="6804139" y="2786779"/>
                  </a:lnTo>
                  <a:lnTo>
                    <a:pt x="6875762" y="2789079"/>
                  </a:lnTo>
                  <a:lnTo>
                    <a:pt x="6947385" y="2791372"/>
                  </a:lnTo>
                  <a:lnTo>
                    <a:pt x="7019007" y="2793657"/>
                  </a:lnTo>
                  <a:lnTo>
                    <a:pt x="7090630" y="2795935"/>
                  </a:lnTo>
                  <a:lnTo>
                    <a:pt x="7090630" y="3387432"/>
                  </a:lnTo>
                  <a:lnTo>
                    <a:pt x="7019007" y="3383700"/>
                  </a:lnTo>
                  <a:lnTo>
                    <a:pt x="6947385" y="3379824"/>
                  </a:lnTo>
                  <a:lnTo>
                    <a:pt x="6875762" y="3375797"/>
                  </a:lnTo>
                  <a:lnTo>
                    <a:pt x="6804139" y="3371614"/>
                  </a:lnTo>
                  <a:lnTo>
                    <a:pt x="6732517" y="3367270"/>
                  </a:lnTo>
                  <a:lnTo>
                    <a:pt x="6660894" y="3362757"/>
                  </a:lnTo>
                  <a:lnTo>
                    <a:pt x="6589272" y="3358069"/>
                  </a:lnTo>
                  <a:lnTo>
                    <a:pt x="6517649" y="3353199"/>
                  </a:lnTo>
                  <a:lnTo>
                    <a:pt x="6446027" y="3348141"/>
                  </a:lnTo>
                  <a:lnTo>
                    <a:pt x="6374404" y="3342886"/>
                  </a:lnTo>
                  <a:lnTo>
                    <a:pt x="6302782" y="3337429"/>
                  </a:lnTo>
                  <a:lnTo>
                    <a:pt x="6231159" y="3331759"/>
                  </a:lnTo>
                  <a:lnTo>
                    <a:pt x="6159537" y="3325870"/>
                  </a:lnTo>
                  <a:lnTo>
                    <a:pt x="6087914" y="3319753"/>
                  </a:lnTo>
                  <a:lnTo>
                    <a:pt x="6016292" y="3313399"/>
                  </a:lnTo>
                  <a:lnTo>
                    <a:pt x="5944669" y="3306799"/>
                  </a:lnTo>
                  <a:lnTo>
                    <a:pt x="5873047" y="3299942"/>
                  </a:lnTo>
                  <a:lnTo>
                    <a:pt x="5801424" y="3292821"/>
                  </a:lnTo>
                  <a:lnTo>
                    <a:pt x="5729802" y="3285423"/>
                  </a:lnTo>
                  <a:lnTo>
                    <a:pt x="5658179" y="3277739"/>
                  </a:lnTo>
                  <a:lnTo>
                    <a:pt x="5586557" y="3269756"/>
                  </a:lnTo>
                  <a:lnTo>
                    <a:pt x="5514934" y="3261465"/>
                  </a:lnTo>
                  <a:lnTo>
                    <a:pt x="5443311" y="3252852"/>
                  </a:lnTo>
                  <a:lnTo>
                    <a:pt x="5371689" y="3243906"/>
                  </a:lnTo>
                  <a:lnTo>
                    <a:pt x="5300066" y="3234613"/>
                  </a:lnTo>
                  <a:lnTo>
                    <a:pt x="5228444" y="3224960"/>
                  </a:lnTo>
                  <a:lnTo>
                    <a:pt x="5156821" y="3214933"/>
                  </a:lnTo>
                  <a:lnTo>
                    <a:pt x="5085199" y="3204517"/>
                  </a:lnTo>
                  <a:lnTo>
                    <a:pt x="5013576" y="3193698"/>
                  </a:lnTo>
                  <a:lnTo>
                    <a:pt x="4941954" y="3182460"/>
                  </a:lnTo>
                  <a:lnTo>
                    <a:pt x="4870331" y="3170786"/>
                  </a:lnTo>
                  <a:lnTo>
                    <a:pt x="4798709" y="3158660"/>
                  </a:lnTo>
                  <a:lnTo>
                    <a:pt x="4727086" y="3146064"/>
                  </a:lnTo>
                  <a:lnTo>
                    <a:pt x="4655464" y="3132980"/>
                  </a:lnTo>
                  <a:lnTo>
                    <a:pt x="4583841" y="3119389"/>
                  </a:lnTo>
                  <a:lnTo>
                    <a:pt x="4512219" y="3105271"/>
                  </a:lnTo>
                  <a:lnTo>
                    <a:pt x="4440596" y="3090606"/>
                  </a:lnTo>
                  <a:lnTo>
                    <a:pt x="4368974" y="3075373"/>
                  </a:lnTo>
                  <a:lnTo>
                    <a:pt x="4297351" y="3059550"/>
                  </a:lnTo>
                  <a:lnTo>
                    <a:pt x="4225729" y="3043114"/>
                  </a:lnTo>
                  <a:lnTo>
                    <a:pt x="4154106" y="3026041"/>
                  </a:lnTo>
                  <a:lnTo>
                    <a:pt x="4082483" y="3008307"/>
                  </a:lnTo>
                  <a:lnTo>
                    <a:pt x="4010861" y="2989885"/>
                  </a:lnTo>
                  <a:lnTo>
                    <a:pt x="3939238" y="2970750"/>
                  </a:lnTo>
                  <a:lnTo>
                    <a:pt x="3867616" y="2950873"/>
                  </a:lnTo>
                  <a:lnTo>
                    <a:pt x="3795993" y="2930226"/>
                  </a:lnTo>
                  <a:lnTo>
                    <a:pt x="3724371" y="2908779"/>
                  </a:lnTo>
                  <a:lnTo>
                    <a:pt x="3652748" y="2886500"/>
                  </a:lnTo>
                  <a:lnTo>
                    <a:pt x="3581126" y="2863359"/>
                  </a:lnTo>
                  <a:lnTo>
                    <a:pt x="3509503" y="2839321"/>
                  </a:lnTo>
                  <a:lnTo>
                    <a:pt x="3437881" y="2814352"/>
                  </a:lnTo>
                  <a:lnTo>
                    <a:pt x="3366258" y="2788415"/>
                  </a:lnTo>
                  <a:lnTo>
                    <a:pt x="3294636" y="2761474"/>
                  </a:lnTo>
                  <a:lnTo>
                    <a:pt x="3223013" y="2733488"/>
                  </a:lnTo>
                  <a:lnTo>
                    <a:pt x="3151391" y="2704418"/>
                  </a:lnTo>
                  <a:lnTo>
                    <a:pt x="3079768" y="2674222"/>
                  </a:lnTo>
                  <a:lnTo>
                    <a:pt x="3008146" y="2653295"/>
                  </a:lnTo>
                  <a:lnTo>
                    <a:pt x="2936523" y="2650545"/>
                  </a:lnTo>
                  <a:lnTo>
                    <a:pt x="2864901" y="2647786"/>
                  </a:lnTo>
                  <a:lnTo>
                    <a:pt x="2793278" y="2645017"/>
                  </a:lnTo>
                  <a:lnTo>
                    <a:pt x="2721655" y="2642240"/>
                  </a:lnTo>
                  <a:lnTo>
                    <a:pt x="2650033" y="2639453"/>
                  </a:lnTo>
                  <a:lnTo>
                    <a:pt x="2578410" y="2636657"/>
                  </a:lnTo>
                  <a:lnTo>
                    <a:pt x="2506788" y="2633851"/>
                  </a:lnTo>
                  <a:lnTo>
                    <a:pt x="2435165" y="2631037"/>
                  </a:lnTo>
                  <a:lnTo>
                    <a:pt x="2363543" y="2628213"/>
                  </a:lnTo>
                  <a:lnTo>
                    <a:pt x="2291920" y="2625380"/>
                  </a:lnTo>
                  <a:lnTo>
                    <a:pt x="2220298" y="2622537"/>
                  </a:lnTo>
                  <a:lnTo>
                    <a:pt x="2148675" y="2619685"/>
                  </a:lnTo>
                  <a:lnTo>
                    <a:pt x="2077053" y="2616823"/>
                  </a:lnTo>
                  <a:lnTo>
                    <a:pt x="2005430" y="2613952"/>
                  </a:lnTo>
                  <a:lnTo>
                    <a:pt x="1933808" y="2611072"/>
                  </a:lnTo>
                  <a:lnTo>
                    <a:pt x="1862185" y="2608182"/>
                  </a:lnTo>
                  <a:lnTo>
                    <a:pt x="1790563" y="2605282"/>
                  </a:lnTo>
                  <a:lnTo>
                    <a:pt x="1718940" y="2602373"/>
                  </a:lnTo>
                  <a:lnTo>
                    <a:pt x="1647318" y="2599454"/>
                  </a:lnTo>
                  <a:lnTo>
                    <a:pt x="1575695" y="2596526"/>
                  </a:lnTo>
                  <a:lnTo>
                    <a:pt x="1504073" y="2593588"/>
                  </a:lnTo>
                  <a:lnTo>
                    <a:pt x="1432450" y="2590640"/>
                  </a:lnTo>
                  <a:lnTo>
                    <a:pt x="1360827" y="2587682"/>
                  </a:lnTo>
                  <a:lnTo>
                    <a:pt x="1289205" y="2584714"/>
                  </a:lnTo>
                  <a:lnTo>
                    <a:pt x="1217582" y="2581737"/>
                  </a:lnTo>
                  <a:lnTo>
                    <a:pt x="1145960" y="2578750"/>
                  </a:lnTo>
                  <a:lnTo>
                    <a:pt x="1074337" y="2575753"/>
                  </a:lnTo>
                  <a:lnTo>
                    <a:pt x="1002715" y="2572746"/>
                  </a:lnTo>
                  <a:lnTo>
                    <a:pt x="931092" y="2569729"/>
                  </a:lnTo>
                  <a:lnTo>
                    <a:pt x="859470" y="2566702"/>
                  </a:lnTo>
                  <a:lnTo>
                    <a:pt x="787847" y="2563665"/>
                  </a:lnTo>
                  <a:lnTo>
                    <a:pt x="716225" y="2560618"/>
                  </a:lnTo>
                  <a:lnTo>
                    <a:pt x="644602" y="2557561"/>
                  </a:lnTo>
                  <a:lnTo>
                    <a:pt x="572980" y="2554493"/>
                  </a:lnTo>
                  <a:lnTo>
                    <a:pt x="501357" y="2551416"/>
                  </a:lnTo>
                  <a:lnTo>
                    <a:pt x="429735" y="2548328"/>
                  </a:lnTo>
                  <a:lnTo>
                    <a:pt x="358112" y="2545231"/>
                  </a:lnTo>
                  <a:lnTo>
                    <a:pt x="286490" y="2542123"/>
                  </a:lnTo>
                  <a:lnTo>
                    <a:pt x="214867" y="2539004"/>
                  </a:lnTo>
                  <a:lnTo>
                    <a:pt x="143245" y="2535876"/>
                  </a:lnTo>
                  <a:lnTo>
                    <a:pt x="71622" y="2532736"/>
                  </a:lnTo>
                  <a:lnTo>
                    <a:pt x="0" y="252958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502500" y="2073503"/>
              <a:ext cx="6760179" cy="2795935"/>
            </a:xfrm>
            <a:custGeom>
              <a:avLst/>
              <a:pathLst>
                <a:path w="6760179" h="2795935">
                  <a:moveTo>
                    <a:pt x="0" y="0"/>
                  </a:moveTo>
                  <a:lnTo>
                    <a:pt x="27661" y="51363"/>
                  </a:lnTo>
                  <a:lnTo>
                    <a:pt x="99284" y="179396"/>
                  </a:lnTo>
                  <a:lnTo>
                    <a:pt x="170906" y="302652"/>
                  </a:lnTo>
                  <a:lnTo>
                    <a:pt x="242529" y="421311"/>
                  </a:lnTo>
                  <a:lnTo>
                    <a:pt x="314151" y="535544"/>
                  </a:lnTo>
                  <a:lnTo>
                    <a:pt x="385774" y="645516"/>
                  </a:lnTo>
                  <a:lnTo>
                    <a:pt x="457396" y="751386"/>
                  </a:lnTo>
                  <a:lnTo>
                    <a:pt x="529019" y="853306"/>
                  </a:lnTo>
                  <a:lnTo>
                    <a:pt x="600641" y="951425"/>
                  </a:lnTo>
                  <a:lnTo>
                    <a:pt x="672264" y="1045884"/>
                  </a:lnTo>
                  <a:lnTo>
                    <a:pt x="743886" y="1136820"/>
                  </a:lnTo>
                  <a:lnTo>
                    <a:pt x="815509" y="1224363"/>
                  </a:lnTo>
                  <a:lnTo>
                    <a:pt x="887131" y="1308641"/>
                  </a:lnTo>
                  <a:lnTo>
                    <a:pt x="958754" y="1389775"/>
                  </a:lnTo>
                  <a:lnTo>
                    <a:pt x="1030376" y="1467883"/>
                  </a:lnTo>
                  <a:lnTo>
                    <a:pt x="1101999" y="1543078"/>
                  </a:lnTo>
                  <a:lnTo>
                    <a:pt x="1173622" y="1615467"/>
                  </a:lnTo>
                  <a:lnTo>
                    <a:pt x="1245244" y="1685156"/>
                  </a:lnTo>
                  <a:lnTo>
                    <a:pt x="1316867" y="1752246"/>
                  </a:lnTo>
                  <a:lnTo>
                    <a:pt x="1388489" y="1816833"/>
                  </a:lnTo>
                  <a:lnTo>
                    <a:pt x="1460112" y="1879011"/>
                  </a:lnTo>
                  <a:lnTo>
                    <a:pt x="1531734" y="1938870"/>
                  </a:lnTo>
                  <a:lnTo>
                    <a:pt x="1603357" y="1996496"/>
                  </a:lnTo>
                  <a:lnTo>
                    <a:pt x="1674979" y="2051972"/>
                  </a:lnTo>
                  <a:lnTo>
                    <a:pt x="1746602" y="2105379"/>
                  </a:lnTo>
                  <a:lnTo>
                    <a:pt x="1818224" y="2156794"/>
                  </a:lnTo>
                  <a:lnTo>
                    <a:pt x="1889847" y="2206291"/>
                  </a:lnTo>
                  <a:lnTo>
                    <a:pt x="1961469" y="2253942"/>
                  </a:lnTo>
                  <a:lnTo>
                    <a:pt x="2033092" y="2299815"/>
                  </a:lnTo>
                  <a:lnTo>
                    <a:pt x="2104714" y="2343978"/>
                  </a:lnTo>
                  <a:lnTo>
                    <a:pt x="2176337" y="2386493"/>
                  </a:lnTo>
                  <a:lnTo>
                    <a:pt x="2247959" y="2427422"/>
                  </a:lnTo>
                  <a:lnTo>
                    <a:pt x="2319582" y="2466824"/>
                  </a:lnTo>
                  <a:lnTo>
                    <a:pt x="2391204" y="2504756"/>
                  </a:lnTo>
                  <a:lnTo>
                    <a:pt x="2462827" y="2541274"/>
                  </a:lnTo>
                  <a:lnTo>
                    <a:pt x="2534450" y="2576429"/>
                  </a:lnTo>
                  <a:lnTo>
                    <a:pt x="2606072" y="2610274"/>
                  </a:lnTo>
                  <a:lnTo>
                    <a:pt x="2677695" y="2642855"/>
                  </a:lnTo>
                  <a:lnTo>
                    <a:pt x="2749317" y="2656036"/>
                  </a:lnTo>
                  <a:lnTo>
                    <a:pt x="2820940" y="2658768"/>
                  </a:lnTo>
                  <a:lnTo>
                    <a:pt x="2892562" y="2661491"/>
                  </a:lnTo>
                  <a:lnTo>
                    <a:pt x="2964185" y="2664206"/>
                  </a:lnTo>
                  <a:lnTo>
                    <a:pt x="3035807" y="2666911"/>
                  </a:lnTo>
                  <a:lnTo>
                    <a:pt x="3107430" y="2669607"/>
                  </a:lnTo>
                  <a:lnTo>
                    <a:pt x="3179052" y="2672294"/>
                  </a:lnTo>
                  <a:lnTo>
                    <a:pt x="3250675" y="2674973"/>
                  </a:lnTo>
                  <a:lnTo>
                    <a:pt x="3322297" y="2677642"/>
                  </a:lnTo>
                  <a:lnTo>
                    <a:pt x="3393920" y="2680303"/>
                  </a:lnTo>
                  <a:lnTo>
                    <a:pt x="3465542" y="2682955"/>
                  </a:lnTo>
                  <a:lnTo>
                    <a:pt x="3537165" y="2685598"/>
                  </a:lnTo>
                  <a:lnTo>
                    <a:pt x="3608787" y="2688233"/>
                  </a:lnTo>
                  <a:lnTo>
                    <a:pt x="3680410" y="2690858"/>
                  </a:lnTo>
                  <a:lnTo>
                    <a:pt x="3752032" y="2693476"/>
                  </a:lnTo>
                  <a:lnTo>
                    <a:pt x="3823655" y="2696084"/>
                  </a:lnTo>
                  <a:lnTo>
                    <a:pt x="3895277" y="2698684"/>
                  </a:lnTo>
                  <a:lnTo>
                    <a:pt x="3966900" y="2701275"/>
                  </a:lnTo>
                  <a:lnTo>
                    <a:pt x="4038523" y="2703858"/>
                  </a:lnTo>
                  <a:lnTo>
                    <a:pt x="4110145" y="2706432"/>
                  </a:lnTo>
                  <a:lnTo>
                    <a:pt x="4181768" y="2708998"/>
                  </a:lnTo>
                  <a:lnTo>
                    <a:pt x="4253390" y="2711555"/>
                  </a:lnTo>
                  <a:lnTo>
                    <a:pt x="4325013" y="2714104"/>
                  </a:lnTo>
                  <a:lnTo>
                    <a:pt x="4396635" y="2716644"/>
                  </a:lnTo>
                  <a:lnTo>
                    <a:pt x="4468258" y="2719176"/>
                  </a:lnTo>
                  <a:lnTo>
                    <a:pt x="4539880" y="2721700"/>
                  </a:lnTo>
                  <a:lnTo>
                    <a:pt x="4611503" y="2724215"/>
                  </a:lnTo>
                  <a:lnTo>
                    <a:pt x="4683125" y="2726722"/>
                  </a:lnTo>
                  <a:lnTo>
                    <a:pt x="4754748" y="2729221"/>
                  </a:lnTo>
                  <a:lnTo>
                    <a:pt x="4826370" y="2731712"/>
                  </a:lnTo>
                  <a:lnTo>
                    <a:pt x="4897993" y="2734194"/>
                  </a:lnTo>
                  <a:lnTo>
                    <a:pt x="4969615" y="2736668"/>
                  </a:lnTo>
                  <a:lnTo>
                    <a:pt x="5041238" y="2739134"/>
                  </a:lnTo>
                  <a:lnTo>
                    <a:pt x="5112860" y="2741592"/>
                  </a:lnTo>
                  <a:lnTo>
                    <a:pt x="5184483" y="2744042"/>
                  </a:lnTo>
                  <a:lnTo>
                    <a:pt x="5256105" y="2746483"/>
                  </a:lnTo>
                  <a:lnTo>
                    <a:pt x="5327728" y="2748917"/>
                  </a:lnTo>
                  <a:lnTo>
                    <a:pt x="5399351" y="2751342"/>
                  </a:lnTo>
                  <a:lnTo>
                    <a:pt x="5470973" y="2753760"/>
                  </a:lnTo>
                  <a:lnTo>
                    <a:pt x="5542596" y="2756169"/>
                  </a:lnTo>
                  <a:lnTo>
                    <a:pt x="5614218" y="2758571"/>
                  </a:lnTo>
                  <a:lnTo>
                    <a:pt x="5685841" y="2760964"/>
                  </a:lnTo>
                  <a:lnTo>
                    <a:pt x="5757463" y="2763350"/>
                  </a:lnTo>
                  <a:lnTo>
                    <a:pt x="5829086" y="2765728"/>
                  </a:lnTo>
                  <a:lnTo>
                    <a:pt x="5900708" y="2768098"/>
                  </a:lnTo>
                  <a:lnTo>
                    <a:pt x="5972331" y="2770460"/>
                  </a:lnTo>
                  <a:lnTo>
                    <a:pt x="6043953" y="2772815"/>
                  </a:lnTo>
                  <a:lnTo>
                    <a:pt x="6115576" y="2775161"/>
                  </a:lnTo>
                  <a:lnTo>
                    <a:pt x="6187198" y="2777500"/>
                  </a:lnTo>
                  <a:lnTo>
                    <a:pt x="6258821" y="2779831"/>
                  </a:lnTo>
                  <a:lnTo>
                    <a:pt x="6330443" y="2782155"/>
                  </a:lnTo>
                  <a:lnTo>
                    <a:pt x="6402066" y="2784471"/>
                  </a:lnTo>
                  <a:lnTo>
                    <a:pt x="6473688" y="2786779"/>
                  </a:lnTo>
                  <a:lnTo>
                    <a:pt x="6545311" y="2789079"/>
                  </a:lnTo>
                  <a:lnTo>
                    <a:pt x="6616933" y="2791372"/>
                  </a:lnTo>
                  <a:lnTo>
                    <a:pt x="6688556" y="2793657"/>
                  </a:lnTo>
                  <a:lnTo>
                    <a:pt x="6760179" y="27959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603090"/>
              <a:ext cx="7090630" cy="857844"/>
            </a:xfrm>
            <a:custGeom>
              <a:avLst/>
              <a:pathLst>
                <a:path w="7090630" h="857844">
                  <a:moveTo>
                    <a:pt x="7090630" y="857844"/>
                  </a:moveTo>
                  <a:lnTo>
                    <a:pt x="7019007" y="854113"/>
                  </a:lnTo>
                  <a:lnTo>
                    <a:pt x="6947385" y="850236"/>
                  </a:lnTo>
                  <a:lnTo>
                    <a:pt x="6875762" y="846210"/>
                  </a:lnTo>
                  <a:lnTo>
                    <a:pt x="6804139" y="842027"/>
                  </a:lnTo>
                  <a:lnTo>
                    <a:pt x="6732517" y="837682"/>
                  </a:lnTo>
                  <a:lnTo>
                    <a:pt x="6660894" y="833169"/>
                  </a:lnTo>
                  <a:lnTo>
                    <a:pt x="6589272" y="828481"/>
                  </a:lnTo>
                  <a:lnTo>
                    <a:pt x="6517649" y="823611"/>
                  </a:lnTo>
                  <a:lnTo>
                    <a:pt x="6446027" y="818553"/>
                  </a:lnTo>
                  <a:lnTo>
                    <a:pt x="6374404" y="813299"/>
                  </a:lnTo>
                  <a:lnTo>
                    <a:pt x="6302782" y="807841"/>
                  </a:lnTo>
                  <a:lnTo>
                    <a:pt x="6231159" y="802172"/>
                  </a:lnTo>
                  <a:lnTo>
                    <a:pt x="6159537" y="796283"/>
                  </a:lnTo>
                  <a:lnTo>
                    <a:pt x="6087914" y="790166"/>
                  </a:lnTo>
                  <a:lnTo>
                    <a:pt x="6016292" y="783811"/>
                  </a:lnTo>
                  <a:lnTo>
                    <a:pt x="5944669" y="777211"/>
                  </a:lnTo>
                  <a:lnTo>
                    <a:pt x="5873047" y="770355"/>
                  </a:lnTo>
                  <a:lnTo>
                    <a:pt x="5801424" y="763233"/>
                  </a:lnTo>
                  <a:lnTo>
                    <a:pt x="5729802" y="755835"/>
                  </a:lnTo>
                  <a:lnTo>
                    <a:pt x="5658179" y="748151"/>
                  </a:lnTo>
                  <a:lnTo>
                    <a:pt x="5586557" y="740169"/>
                  </a:lnTo>
                  <a:lnTo>
                    <a:pt x="5514934" y="731878"/>
                  </a:lnTo>
                  <a:lnTo>
                    <a:pt x="5443311" y="723265"/>
                  </a:lnTo>
                  <a:lnTo>
                    <a:pt x="5371689" y="714319"/>
                  </a:lnTo>
                  <a:lnTo>
                    <a:pt x="5300066" y="705026"/>
                  </a:lnTo>
                  <a:lnTo>
                    <a:pt x="5228444" y="695372"/>
                  </a:lnTo>
                  <a:lnTo>
                    <a:pt x="5156821" y="685345"/>
                  </a:lnTo>
                  <a:lnTo>
                    <a:pt x="5085199" y="674930"/>
                  </a:lnTo>
                  <a:lnTo>
                    <a:pt x="5013576" y="664111"/>
                  </a:lnTo>
                  <a:lnTo>
                    <a:pt x="4941954" y="652872"/>
                  </a:lnTo>
                  <a:lnTo>
                    <a:pt x="4870331" y="641198"/>
                  </a:lnTo>
                  <a:lnTo>
                    <a:pt x="4798709" y="629072"/>
                  </a:lnTo>
                  <a:lnTo>
                    <a:pt x="4727086" y="616476"/>
                  </a:lnTo>
                  <a:lnTo>
                    <a:pt x="4655464" y="603392"/>
                  </a:lnTo>
                  <a:lnTo>
                    <a:pt x="4583841" y="589801"/>
                  </a:lnTo>
                  <a:lnTo>
                    <a:pt x="4512219" y="575683"/>
                  </a:lnTo>
                  <a:lnTo>
                    <a:pt x="4440596" y="561019"/>
                  </a:lnTo>
                  <a:lnTo>
                    <a:pt x="4368974" y="545786"/>
                  </a:lnTo>
                  <a:lnTo>
                    <a:pt x="4297351" y="529963"/>
                  </a:lnTo>
                  <a:lnTo>
                    <a:pt x="4225729" y="513527"/>
                  </a:lnTo>
                  <a:lnTo>
                    <a:pt x="4154106" y="496454"/>
                  </a:lnTo>
                  <a:lnTo>
                    <a:pt x="4082483" y="478719"/>
                  </a:lnTo>
                  <a:lnTo>
                    <a:pt x="4010861" y="460298"/>
                  </a:lnTo>
                  <a:lnTo>
                    <a:pt x="3939238" y="441162"/>
                  </a:lnTo>
                  <a:lnTo>
                    <a:pt x="3867616" y="421285"/>
                  </a:lnTo>
                  <a:lnTo>
                    <a:pt x="3795993" y="400638"/>
                  </a:lnTo>
                  <a:lnTo>
                    <a:pt x="3724371" y="379191"/>
                  </a:lnTo>
                  <a:lnTo>
                    <a:pt x="3652748" y="356913"/>
                  </a:lnTo>
                  <a:lnTo>
                    <a:pt x="3581126" y="333772"/>
                  </a:lnTo>
                  <a:lnTo>
                    <a:pt x="3509503" y="309734"/>
                  </a:lnTo>
                  <a:lnTo>
                    <a:pt x="3437881" y="284765"/>
                  </a:lnTo>
                  <a:lnTo>
                    <a:pt x="3366258" y="258828"/>
                  </a:lnTo>
                  <a:lnTo>
                    <a:pt x="3294636" y="231886"/>
                  </a:lnTo>
                  <a:lnTo>
                    <a:pt x="3223013" y="203900"/>
                  </a:lnTo>
                  <a:lnTo>
                    <a:pt x="3151391" y="174830"/>
                  </a:lnTo>
                  <a:lnTo>
                    <a:pt x="3079768" y="144634"/>
                  </a:lnTo>
                  <a:lnTo>
                    <a:pt x="3008146" y="123708"/>
                  </a:lnTo>
                  <a:lnTo>
                    <a:pt x="2936523" y="120957"/>
                  </a:lnTo>
                  <a:lnTo>
                    <a:pt x="2864901" y="118198"/>
                  </a:lnTo>
                  <a:lnTo>
                    <a:pt x="2793278" y="115430"/>
                  </a:lnTo>
                  <a:lnTo>
                    <a:pt x="2721655" y="112652"/>
                  </a:lnTo>
                  <a:lnTo>
                    <a:pt x="2650033" y="109865"/>
                  </a:lnTo>
                  <a:lnTo>
                    <a:pt x="2578410" y="107069"/>
                  </a:lnTo>
                  <a:lnTo>
                    <a:pt x="2506788" y="104264"/>
                  </a:lnTo>
                  <a:lnTo>
                    <a:pt x="2435165" y="101449"/>
                  </a:lnTo>
                  <a:lnTo>
                    <a:pt x="2363543" y="98625"/>
                  </a:lnTo>
                  <a:lnTo>
                    <a:pt x="2291920" y="95792"/>
                  </a:lnTo>
                  <a:lnTo>
                    <a:pt x="2220298" y="92949"/>
                  </a:lnTo>
                  <a:lnTo>
                    <a:pt x="2148675" y="90097"/>
                  </a:lnTo>
                  <a:lnTo>
                    <a:pt x="2077053" y="87236"/>
                  </a:lnTo>
                  <a:lnTo>
                    <a:pt x="2005430" y="84365"/>
                  </a:lnTo>
                  <a:lnTo>
                    <a:pt x="1933808" y="81484"/>
                  </a:lnTo>
                  <a:lnTo>
                    <a:pt x="1862185" y="78594"/>
                  </a:lnTo>
                  <a:lnTo>
                    <a:pt x="1790563" y="75695"/>
                  </a:lnTo>
                  <a:lnTo>
                    <a:pt x="1718940" y="72786"/>
                  </a:lnTo>
                  <a:lnTo>
                    <a:pt x="1647318" y="69867"/>
                  </a:lnTo>
                  <a:lnTo>
                    <a:pt x="1575695" y="66938"/>
                  </a:lnTo>
                  <a:lnTo>
                    <a:pt x="1504073" y="64000"/>
                  </a:lnTo>
                  <a:lnTo>
                    <a:pt x="1432450" y="61052"/>
                  </a:lnTo>
                  <a:lnTo>
                    <a:pt x="1360827" y="58094"/>
                  </a:lnTo>
                  <a:lnTo>
                    <a:pt x="1289205" y="55127"/>
                  </a:lnTo>
                  <a:lnTo>
                    <a:pt x="1217582" y="52150"/>
                  </a:lnTo>
                  <a:lnTo>
                    <a:pt x="1145960" y="49162"/>
                  </a:lnTo>
                  <a:lnTo>
                    <a:pt x="1074337" y="46165"/>
                  </a:lnTo>
                  <a:lnTo>
                    <a:pt x="1002715" y="43158"/>
                  </a:lnTo>
                  <a:lnTo>
                    <a:pt x="931092" y="40141"/>
                  </a:lnTo>
                  <a:lnTo>
                    <a:pt x="859470" y="37114"/>
                  </a:lnTo>
                  <a:lnTo>
                    <a:pt x="787847" y="34077"/>
                  </a:lnTo>
                  <a:lnTo>
                    <a:pt x="716225" y="31030"/>
                  </a:lnTo>
                  <a:lnTo>
                    <a:pt x="644602" y="27973"/>
                  </a:lnTo>
                  <a:lnTo>
                    <a:pt x="572980" y="24906"/>
                  </a:lnTo>
                  <a:lnTo>
                    <a:pt x="501357" y="21829"/>
                  </a:lnTo>
                  <a:lnTo>
                    <a:pt x="429735" y="18741"/>
                  </a:lnTo>
                  <a:lnTo>
                    <a:pt x="358112" y="15643"/>
                  </a:lnTo>
                  <a:lnTo>
                    <a:pt x="286490" y="12535"/>
                  </a:lnTo>
                  <a:lnTo>
                    <a:pt x="214867" y="9417"/>
                  </a:lnTo>
                  <a:lnTo>
                    <a:pt x="143245" y="6288"/>
                  </a:lnTo>
                  <a:lnTo>
                    <a:pt x="71622" y="314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567115"/>
              <a:ext cx="7090630" cy="1732751"/>
            </a:xfrm>
            <a:custGeom>
              <a:avLst/>
              <a:pathLst>
                <a:path w="7090630" h="1732751">
                  <a:moveTo>
                    <a:pt x="0" y="0"/>
                  </a:moveTo>
                  <a:lnTo>
                    <a:pt x="71622" y="40695"/>
                  </a:lnTo>
                  <a:lnTo>
                    <a:pt x="143245" y="80558"/>
                  </a:lnTo>
                  <a:lnTo>
                    <a:pt x="214867" y="119606"/>
                  </a:lnTo>
                  <a:lnTo>
                    <a:pt x="286490" y="157856"/>
                  </a:lnTo>
                  <a:lnTo>
                    <a:pt x="358112" y="195323"/>
                  </a:lnTo>
                  <a:lnTo>
                    <a:pt x="429735" y="232024"/>
                  </a:lnTo>
                  <a:lnTo>
                    <a:pt x="501357" y="267975"/>
                  </a:lnTo>
                  <a:lnTo>
                    <a:pt x="572980" y="303191"/>
                  </a:lnTo>
                  <a:lnTo>
                    <a:pt x="644602" y="337686"/>
                  </a:lnTo>
                  <a:lnTo>
                    <a:pt x="716225" y="371477"/>
                  </a:lnTo>
                  <a:lnTo>
                    <a:pt x="787847" y="404576"/>
                  </a:lnTo>
                  <a:lnTo>
                    <a:pt x="859470" y="436998"/>
                  </a:lnTo>
                  <a:lnTo>
                    <a:pt x="931092" y="468757"/>
                  </a:lnTo>
                  <a:lnTo>
                    <a:pt x="1002715" y="499867"/>
                  </a:lnTo>
                  <a:lnTo>
                    <a:pt x="1074337" y="530341"/>
                  </a:lnTo>
                  <a:lnTo>
                    <a:pt x="1145960" y="560192"/>
                  </a:lnTo>
                  <a:lnTo>
                    <a:pt x="1217582" y="589432"/>
                  </a:lnTo>
                  <a:lnTo>
                    <a:pt x="1289205" y="618074"/>
                  </a:lnTo>
                  <a:lnTo>
                    <a:pt x="1360827" y="646131"/>
                  </a:lnTo>
                  <a:lnTo>
                    <a:pt x="1432450" y="673614"/>
                  </a:lnTo>
                  <a:lnTo>
                    <a:pt x="1504073" y="700535"/>
                  </a:lnTo>
                  <a:lnTo>
                    <a:pt x="1575695" y="726905"/>
                  </a:lnTo>
                  <a:lnTo>
                    <a:pt x="1647318" y="752737"/>
                  </a:lnTo>
                  <a:lnTo>
                    <a:pt x="1718940" y="778040"/>
                  </a:lnTo>
                  <a:lnTo>
                    <a:pt x="1790563" y="802825"/>
                  </a:lnTo>
                  <a:lnTo>
                    <a:pt x="1862185" y="827104"/>
                  </a:lnTo>
                  <a:lnTo>
                    <a:pt x="1933808" y="850886"/>
                  </a:lnTo>
                  <a:lnTo>
                    <a:pt x="2005430" y="874182"/>
                  </a:lnTo>
                  <a:lnTo>
                    <a:pt x="2077053" y="897002"/>
                  </a:lnTo>
                  <a:lnTo>
                    <a:pt x="2148675" y="919355"/>
                  </a:lnTo>
                  <a:lnTo>
                    <a:pt x="2220298" y="941251"/>
                  </a:lnTo>
                  <a:lnTo>
                    <a:pt x="2291920" y="962699"/>
                  </a:lnTo>
                  <a:lnTo>
                    <a:pt x="2363543" y="983708"/>
                  </a:lnTo>
                  <a:lnTo>
                    <a:pt x="2435165" y="1004288"/>
                  </a:lnTo>
                  <a:lnTo>
                    <a:pt x="2506788" y="1024447"/>
                  </a:lnTo>
                  <a:lnTo>
                    <a:pt x="2578410" y="1044194"/>
                  </a:lnTo>
                  <a:lnTo>
                    <a:pt x="2650033" y="1063537"/>
                  </a:lnTo>
                  <a:lnTo>
                    <a:pt x="2721655" y="1082485"/>
                  </a:lnTo>
                  <a:lnTo>
                    <a:pt x="2793278" y="1101045"/>
                  </a:lnTo>
                  <a:lnTo>
                    <a:pt x="2864901" y="1119226"/>
                  </a:lnTo>
                  <a:lnTo>
                    <a:pt x="2936523" y="1137034"/>
                  </a:lnTo>
                  <a:lnTo>
                    <a:pt x="3008146" y="1154479"/>
                  </a:lnTo>
                  <a:lnTo>
                    <a:pt x="3079768" y="1171567"/>
                  </a:lnTo>
                  <a:lnTo>
                    <a:pt x="3151391" y="1188305"/>
                  </a:lnTo>
                  <a:lnTo>
                    <a:pt x="3223013" y="1204702"/>
                  </a:lnTo>
                  <a:lnTo>
                    <a:pt x="3294636" y="1220763"/>
                  </a:lnTo>
                  <a:lnTo>
                    <a:pt x="3366258" y="1236495"/>
                  </a:lnTo>
                  <a:lnTo>
                    <a:pt x="3437881" y="1251906"/>
                  </a:lnTo>
                  <a:lnTo>
                    <a:pt x="3509503" y="1267002"/>
                  </a:lnTo>
                  <a:lnTo>
                    <a:pt x="3581126" y="1281789"/>
                  </a:lnTo>
                  <a:lnTo>
                    <a:pt x="3652748" y="1296273"/>
                  </a:lnTo>
                  <a:lnTo>
                    <a:pt x="3724371" y="1310462"/>
                  </a:lnTo>
                  <a:lnTo>
                    <a:pt x="3795993" y="1324360"/>
                  </a:lnTo>
                  <a:lnTo>
                    <a:pt x="3867616" y="1337974"/>
                  </a:lnTo>
                  <a:lnTo>
                    <a:pt x="3939238" y="1351310"/>
                  </a:lnTo>
                  <a:lnTo>
                    <a:pt x="4010861" y="1364373"/>
                  </a:lnTo>
                  <a:lnTo>
                    <a:pt x="4082483" y="1377169"/>
                  </a:lnTo>
                  <a:lnTo>
                    <a:pt x="4154106" y="1389703"/>
                  </a:lnTo>
                  <a:lnTo>
                    <a:pt x="4225729" y="1401981"/>
                  </a:lnTo>
                  <a:lnTo>
                    <a:pt x="4297351" y="1414008"/>
                  </a:lnTo>
                  <a:lnTo>
                    <a:pt x="4368974" y="1425789"/>
                  </a:lnTo>
                  <a:lnTo>
                    <a:pt x="4440596" y="1437329"/>
                  </a:lnTo>
                  <a:lnTo>
                    <a:pt x="4512219" y="1448633"/>
                  </a:lnTo>
                  <a:lnTo>
                    <a:pt x="4583841" y="1459706"/>
                  </a:lnTo>
                  <a:lnTo>
                    <a:pt x="4655464" y="1470552"/>
                  </a:lnTo>
                  <a:lnTo>
                    <a:pt x="4727086" y="1481177"/>
                  </a:lnTo>
                  <a:lnTo>
                    <a:pt x="4798709" y="1491584"/>
                  </a:lnTo>
                  <a:lnTo>
                    <a:pt x="4870331" y="1501779"/>
                  </a:lnTo>
                  <a:lnTo>
                    <a:pt x="4941954" y="1511765"/>
                  </a:lnTo>
                  <a:lnTo>
                    <a:pt x="5013576" y="1521547"/>
                  </a:lnTo>
                  <a:lnTo>
                    <a:pt x="5085199" y="1531129"/>
                  </a:lnTo>
                  <a:lnTo>
                    <a:pt x="5156821" y="1540515"/>
                  </a:lnTo>
                  <a:lnTo>
                    <a:pt x="5228444" y="1549709"/>
                  </a:lnTo>
                  <a:lnTo>
                    <a:pt x="5300066" y="1558715"/>
                  </a:lnTo>
                  <a:lnTo>
                    <a:pt x="5371689" y="1567537"/>
                  </a:lnTo>
                  <a:lnTo>
                    <a:pt x="5443311" y="1576179"/>
                  </a:lnTo>
                  <a:lnTo>
                    <a:pt x="5514934" y="1584643"/>
                  </a:lnTo>
                  <a:lnTo>
                    <a:pt x="5586557" y="1592935"/>
                  </a:lnTo>
                  <a:lnTo>
                    <a:pt x="5658179" y="1601057"/>
                  </a:lnTo>
                  <a:lnTo>
                    <a:pt x="5729802" y="1609013"/>
                  </a:lnTo>
                  <a:lnTo>
                    <a:pt x="5801424" y="1616807"/>
                  </a:lnTo>
                  <a:lnTo>
                    <a:pt x="5873047" y="1624441"/>
                  </a:lnTo>
                  <a:lnTo>
                    <a:pt x="5944669" y="1631918"/>
                  </a:lnTo>
                  <a:lnTo>
                    <a:pt x="6016292" y="1639243"/>
                  </a:lnTo>
                  <a:lnTo>
                    <a:pt x="6087914" y="1646419"/>
                  </a:lnTo>
                  <a:lnTo>
                    <a:pt x="6159537" y="1653447"/>
                  </a:lnTo>
                  <a:lnTo>
                    <a:pt x="6231159" y="1660332"/>
                  </a:lnTo>
                  <a:lnTo>
                    <a:pt x="6302782" y="1667076"/>
                  </a:lnTo>
                  <a:lnTo>
                    <a:pt x="6374404" y="1673682"/>
                  </a:lnTo>
                  <a:lnTo>
                    <a:pt x="6446027" y="1680153"/>
                  </a:lnTo>
                  <a:lnTo>
                    <a:pt x="6517649" y="1686492"/>
                  </a:lnTo>
                  <a:lnTo>
                    <a:pt x="6589272" y="1692701"/>
                  </a:lnTo>
                  <a:lnTo>
                    <a:pt x="6660894" y="1698783"/>
                  </a:lnTo>
                  <a:lnTo>
                    <a:pt x="6732517" y="1704740"/>
                  </a:lnTo>
                  <a:lnTo>
                    <a:pt x="6804139" y="1710576"/>
                  </a:lnTo>
                  <a:lnTo>
                    <a:pt x="6875762" y="1716293"/>
                  </a:lnTo>
                  <a:lnTo>
                    <a:pt x="6947385" y="1721893"/>
                  </a:lnTo>
                  <a:lnTo>
                    <a:pt x="7019007" y="1727378"/>
                  </a:lnTo>
                  <a:lnTo>
                    <a:pt x="7090630" y="173275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(1.04-1.59), p_Bonf = 0.118 (n = 6)  |  per IQR decline (Δ = 27.5 %): 2.00 (1.12-3.58)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95159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2026-09-28T15:19:59Z</dcterms:modified>
  <cp:category/>
</cp:coreProperties>
</file>