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83390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54919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26448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2997977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19154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090683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362212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51755" y="2633741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718136"/>
                  </a:moveTo>
                  <a:lnTo>
                    <a:pt x="11148" y="2716107"/>
                  </a:lnTo>
                  <a:lnTo>
                    <a:pt x="22296" y="2714068"/>
                  </a:lnTo>
                  <a:lnTo>
                    <a:pt x="33444" y="2712023"/>
                  </a:lnTo>
                  <a:lnTo>
                    <a:pt x="44592" y="2709974"/>
                  </a:lnTo>
                  <a:lnTo>
                    <a:pt x="55740" y="2707923"/>
                  </a:lnTo>
                  <a:lnTo>
                    <a:pt x="66889" y="2705873"/>
                  </a:lnTo>
                  <a:lnTo>
                    <a:pt x="78037" y="2703827"/>
                  </a:lnTo>
                  <a:lnTo>
                    <a:pt x="89185" y="2701787"/>
                  </a:lnTo>
                  <a:lnTo>
                    <a:pt x="100333" y="2699759"/>
                  </a:lnTo>
                  <a:lnTo>
                    <a:pt x="111481" y="2697747"/>
                  </a:lnTo>
                  <a:lnTo>
                    <a:pt x="122629" y="2695752"/>
                  </a:lnTo>
                  <a:lnTo>
                    <a:pt x="133778" y="2693776"/>
                  </a:lnTo>
                  <a:lnTo>
                    <a:pt x="144926" y="2691828"/>
                  </a:lnTo>
                  <a:lnTo>
                    <a:pt x="156074" y="2689915"/>
                  </a:lnTo>
                  <a:lnTo>
                    <a:pt x="167222" y="2688033"/>
                  </a:lnTo>
                  <a:lnTo>
                    <a:pt x="178370" y="2686186"/>
                  </a:lnTo>
                  <a:lnTo>
                    <a:pt x="189518" y="2684384"/>
                  </a:lnTo>
                  <a:lnTo>
                    <a:pt x="200667" y="2682637"/>
                  </a:lnTo>
                  <a:lnTo>
                    <a:pt x="211815" y="2680937"/>
                  </a:lnTo>
                  <a:lnTo>
                    <a:pt x="222963" y="2679286"/>
                  </a:lnTo>
                  <a:lnTo>
                    <a:pt x="234111" y="2677696"/>
                  </a:lnTo>
                  <a:lnTo>
                    <a:pt x="245259" y="2676179"/>
                  </a:lnTo>
                  <a:lnTo>
                    <a:pt x="256407" y="2674720"/>
                  </a:lnTo>
                  <a:lnTo>
                    <a:pt x="267556" y="2673321"/>
                  </a:lnTo>
                  <a:lnTo>
                    <a:pt x="278704" y="2671991"/>
                  </a:lnTo>
                  <a:lnTo>
                    <a:pt x="289852" y="2670745"/>
                  </a:lnTo>
                  <a:lnTo>
                    <a:pt x="301000" y="2669560"/>
                  </a:lnTo>
                  <a:lnTo>
                    <a:pt x="312148" y="2668437"/>
                  </a:lnTo>
                  <a:lnTo>
                    <a:pt x="323296" y="2667383"/>
                  </a:lnTo>
                  <a:lnTo>
                    <a:pt x="334445" y="2666407"/>
                  </a:lnTo>
                  <a:lnTo>
                    <a:pt x="345593" y="2665485"/>
                  </a:lnTo>
                  <a:lnTo>
                    <a:pt x="356741" y="2664614"/>
                  </a:lnTo>
                  <a:lnTo>
                    <a:pt x="367889" y="2663796"/>
                  </a:lnTo>
                  <a:lnTo>
                    <a:pt x="379037" y="2663034"/>
                  </a:lnTo>
                  <a:lnTo>
                    <a:pt x="390185" y="2662304"/>
                  </a:lnTo>
                  <a:lnTo>
                    <a:pt x="401334" y="2661600"/>
                  </a:lnTo>
                  <a:lnTo>
                    <a:pt x="412482" y="2660919"/>
                  </a:lnTo>
                  <a:lnTo>
                    <a:pt x="423630" y="2660251"/>
                  </a:lnTo>
                  <a:lnTo>
                    <a:pt x="434778" y="2659580"/>
                  </a:lnTo>
                  <a:lnTo>
                    <a:pt x="445926" y="2658898"/>
                  </a:lnTo>
                  <a:lnTo>
                    <a:pt x="457075" y="2658197"/>
                  </a:lnTo>
                  <a:lnTo>
                    <a:pt x="468223" y="2657448"/>
                  </a:lnTo>
                  <a:lnTo>
                    <a:pt x="479371" y="2656651"/>
                  </a:lnTo>
                  <a:lnTo>
                    <a:pt x="490519" y="2655798"/>
                  </a:lnTo>
                  <a:lnTo>
                    <a:pt x="501667" y="2654879"/>
                  </a:lnTo>
                  <a:lnTo>
                    <a:pt x="512815" y="2653843"/>
                  </a:lnTo>
                  <a:lnTo>
                    <a:pt x="523964" y="2652711"/>
                  </a:lnTo>
                  <a:lnTo>
                    <a:pt x="535112" y="2651477"/>
                  </a:lnTo>
                  <a:lnTo>
                    <a:pt x="546260" y="2650132"/>
                  </a:lnTo>
                  <a:lnTo>
                    <a:pt x="557408" y="2648603"/>
                  </a:lnTo>
                  <a:lnTo>
                    <a:pt x="568556" y="2646939"/>
                  </a:lnTo>
                  <a:lnTo>
                    <a:pt x="579704" y="2645132"/>
                  </a:lnTo>
                  <a:lnTo>
                    <a:pt x="590853" y="2643178"/>
                  </a:lnTo>
                  <a:lnTo>
                    <a:pt x="602001" y="2640995"/>
                  </a:lnTo>
                  <a:lnTo>
                    <a:pt x="613149" y="2638646"/>
                  </a:lnTo>
                  <a:lnTo>
                    <a:pt x="624297" y="2636131"/>
                  </a:lnTo>
                  <a:lnTo>
                    <a:pt x="635445" y="2633449"/>
                  </a:lnTo>
                  <a:lnTo>
                    <a:pt x="646593" y="2630520"/>
                  </a:lnTo>
                  <a:lnTo>
                    <a:pt x="657742" y="2627415"/>
                  </a:lnTo>
                  <a:lnTo>
                    <a:pt x="668890" y="2624141"/>
                  </a:lnTo>
                  <a:lnTo>
                    <a:pt x="680038" y="2620699"/>
                  </a:lnTo>
                  <a:lnTo>
                    <a:pt x="691186" y="2617024"/>
                  </a:lnTo>
                  <a:lnTo>
                    <a:pt x="702334" y="2613182"/>
                  </a:lnTo>
                  <a:lnTo>
                    <a:pt x="713482" y="2609187"/>
                  </a:lnTo>
                  <a:lnTo>
                    <a:pt x="724631" y="2605043"/>
                  </a:lnTo>
                  <a:lnTo>
                    <a:pt x="735779" y="2600704"/>
                  </a:lnTo>
                  <a:lnTo>
                    <a:pt x="746927" y="2596224"/>
                  </a:lnTo>
                  <a:lnTo>
                    <a:pt x="758075" y="2591620"/>
                  </a:lnTo>
                  <a:lnTo>
                    <a:pt x="769223" y="2586899"/>
                  </a:lnTo>
                  <a:lnTo>
                    <a:pt x="780371" y="2582030"/>
                  </a:lnTo>
                  <a:lnTo>
                    <a:pt x="791520" y="2577052"/>
                  </a:lnTo>
                  <a:lnTo>
                    <a:pt x="802668" y="2571982"/>
                  </a:lnTo>
                  <a:lnTo>
                    <a:pt x="813816" y="2566824"/>
                  </a:lnTo>
                  <a:lnTo>
                    <a:pt x="824964" y="2561557"/>
                  </a:lnTo>
                  <a:lnTo>
                    <a:pt x="836112" y="2556203"/>
                  </a:lnTo>
                  <a:lnTo>
                    <a:pt x="847261" y="2550774"/>
                  </a:lnTo>
                  <a:lnTo>
                    <a:pt x="858409" y="2545270"/>
                  </a:lnTo>
                  <a:lnTo>
                    <a:pt x="869557" y="2539667"/>
                  </a:lnTo>
                  <a:lnTo>
                    <a:pt x="880705" y="2533969"/>
                  </a:lnTo>
                  <a:lnTo>
                    <a:pt x="891853" y="2528183"/>
                  </a:lnTo>
                  <a:lnTo>
                    <a:pt x="903001" y="2522304"/>
                  </a:lnTo>
                  <a:lnTo>
                    <a:pt x="914150" y="2516286"/>
                  </a:lnTo>
                  <a:lnTo>
                    <a:pt x="925298" y="2510121"/>
                  </a:lnTo>
                  <a:lnTo>
                    <a:pt x="936446" y="2503812"/>
                  </a:lnTo>
                  <a:lnTo>
                    <a:pt x="947594" y="2497347"/>
                  </a:lnTo>
                  <a:lnTo>
                    <a:pt x="958742" y="2490652"/>
                  </a:lnTo>
                  <a:lnTo>
                    <a:pt x="969890" y="2483695"/>
                  </a:lnTo>
                  <a:lnTo>
                    <a:pt x="981039" y="2476494"/>
                  </a:lnTo>
                  <a:lnTo>
                    <a:pt x="992187" y="2469027"/>
                  </a:lnTo>
                  <a:lnTo>
                    <a:pt x="1003335" y="2461183"/>
                  </a:lnTo>
                  <a:lnTo>
                    <a:pt x="1014483" y="2452910"/>
                  </a:lnTo>
                  <a:lnTo>
                    <a:pt x="1025631" y="2444249"/>
                  </a:lnTo>
                  <a:lnTo>
                    <a:pt x="1036779" y="2435173"/>
                  </a:lnTo>
                  <a:lnTo>
                    <a:pt x="1047928" y="2425538"/>
                  </a:lnTo>
                  <a:lnTo>
                    <a:pt x="1059076" y="2415261"/>
                  </a:lnTo>
                  <a:lnTo>
                    <a:pt x="1070224" y="2404430"/>
                  </a:lnTo>
                  <a:lnTo>
                    <a:pt x="1081372" y="2393016"/>
                  </a:lnTo>
                  <a:lnTo>
                    <a:pt x="1092520" y="2380850"/>
                  </a:lnTo>
                  <a:lnTo>
                    <a:pt x="1103668" y="2367815"/>
                  </a:lnTo>
                  <a:lnTo>
                    <a:pt x="1114817" y="2354063"/>
                  </a:lnTo>
                  <a:lnTo>
                    <a:pt x="1125965" y="2339566"/>
                  </a:lnTo>
                  <a:lnTo>
                    <a:pt x="1137113" y="2324149"/>
                  </a:lnTo>
                  <a:lnTo>
                    <a:pt x="1148261" y="2307664"/>
                  </a:lnTo>
                  <a:lnTo>
                    <a:pt x="1159409" y="2290328"/>
                  </a:lnTo>
                  <a:lnTo>
                    <a:pt x="1170557" y="2272127"/>
                  </a:lnTo>
                  <a:lnTo>
                    <a:pt x="1181706" y="2252899"/>
                  </a:lnTo>
                  <a:lnTo>
                    <a:pt x="1192854" y="2232467"/>
                  </a:lnTo>
                  <a:lnTo>
                    <a:pt x="1204002" y="2211118"/>
                  </a:lnTo>
                  <a:lnTo>
                    <a:pt x="1215150" y="2188849"/>
                  </a:lnTo>
                  <a:lnTo>
                    <a:pt x="1226298" y="2165535"/>
                  </a:lnTo>
                  <a:lnTo>
                    <a:pt x="1237447" y="2140984"/>
                  </a:lnTo>
                  <a:lnTo>
                    <a:pt x="1248595" y="2115536"/>
                  </a:lnTo>
                  <a:lnTo>
                    <a:pt x="1259743" y="2089202"/>
                  </a:lnTo>
                  <a:lnTo>
                    <a:pt x="1270891" y="2061904"/>
                  </a:lnTo>
                  <a:lnTo>
                    <a:pt x="1282039" y="2033465"/>
                  </a:lnTo>
                  <a:lnTo>
                    <a:pt x="1293187" y="2004240"/>
                  </a:lnTo>
                  <a:lnTo>
                    <a:pt x="1304336" y="1974257"/>
                  </a:lnTo>
                  <a:lnTo>
                    <a:pt x="1315484" y="1943489"/>
                  </a:lnTo>
                  <a:lnTo>
                    <a:pt x="1326632" y="1911800"/>
                  </a:lnTo>
                  <a:lnTo>
                    <a:pt x="1337780" y="1879522"/>
                  </a:lnTo>
                  <a:lnTo>
                    <a:pt x="1348928" y="1846694"/>
                  </a:lnTo>
                  <a:lnTo>
                    <a:pt x="1360076" y="1813332"/>
                  </a:lnTo>
                  <a:lnTo>
                    <a:pt x="1371225" y="1779375"/>
                  </a:lnTo>
                  <a:lnTo>
                    <a:pt x="1382373" y="1745082"/>
                  </a:lnTo>
                  <a:lnTo>
                    <a:pt x="1393521" y="1710501"/>
                  </a:lnTo>
                  <a:lnTo>
                    <a:pt x="1404669" y="1675672"/>
                  </a:lnTo>
                  <a:lnTo>
                    <a:pt x="1415817" y="1640629"/>
                  </a:lnTo>
                  <a:lnTo>
                    <a:pt x="1426965" y="1605526"/>
                  </a:lnTo>
                  <a:lnTo>
                    <a:pt x="1438114" y="1570408"/>
                  </a:lnTo>
                  <a:lnTo>
                    <a:pt x="1449262" y="1535320"/>
                  </a:lnTo>
                  <a:lnTo>
                    <a:pt x="1460410" y="1500400"/>
                  </a:lnTo>
                  <a:lnTo>
                    <a:pt x="1471558" y="1465670"/>
                  </a:lnTo>
                  <a:lnTo>
                    <a:pt x="1482706" y="1431168"/>
                  </a:lnTo>
                  <a:lnTo>
                    <a:pt x="1493854" y="1396928"/>
                  </a:lnTo>
                  <a:lnTo>
                    <a:pt x="1505003" y="1363170"/>
                  </a:lnTo>
                  <a:lnTo>
                    <a:pt x="1516151" y="1329795"/>
                  </a:lnTo>
                  <a:lnTo>
                    <a:pt x="1527299" y="1296823"/>
                  </a:lnTo>
                  <a:lnTo>
                    <a:pt x="1538447" y="1264276"/>
                  </a:lnTo>
                  <a:lnTo>
                    <a:pt x="1549595" y="1232396"/>
                  </a:lnTo>
                  <a:lnTo>
                    <a:pt x="1560743" y="1201016"/>
                  </a:lnTo>
                  <a:lnTo>
                    <a:pt x="1571892" y="1170126"/>
                  </a:lnTo>
                  <a:lnTo>
                    <a:pt x="1583040" y="1139734"/>
                  </a:lnTo>
                  <a:lnTo>
                    <a:pt x="1594188" y="1110059"/>
                  </a:lnTo>
                  <a:lnTo>
                    <a:pt x="1605336" y="1080909"/>
                  </a:lnTo>
                  <a:lnTo>
                    <a:pt x="1616484" y="1052248"/>
                  </a:lnTo>
                  <a:lnTo>
                    <a:pt x="1627633" y="1024068"/>
                  </a:lnTo>
                  <a:lnTo>
                    <a:pt x="1638781" y="996538"/>
                  </a:lnTo>
                  <a:lnTo>
                    <a:pt x="1649929" y="969476"/>
                  </a:lnTo>
                  <a:lnTo>
                    <a:pt x="1661077" y="942830"/>
                  </a:lnTo>
                  <a:lnTo>
                    <a:pt x="1672225" y="916580"/>
                  </a:lnTo>
                  <a:lnTo>
                    <a:pt x="1683373" y="890834"/>
                  </a:lnTo>
                  <a:lnTo>
                    <a:pt x="1694522" y="865447"/>
                  </a:lnTo>
                  <a:lnTo>
                    <a:pt x="1705670" y="840361"/>
                  </a:lnTo>
                  <a:lnTo>
                    <a:pt x="1716818" y="815555"/>
                  </a:lnTo>
                  <a:lnTo>
                    <a:pt x="1727966" y="791083"/>
                  </a:lnTo>
                  <a:lnTo>
                    <a:pt x="1739114" y="766845"/>
                  </a:lnTo>
                  <a:lnTo>
                    <a:pt x="1750262" y="742793"/>
                  </a:lnTo>
                  <a:lnTo>
                    <a:pt x="1761411" y="718909"/>
                  </a:lnTo>
                  <a:lnTo>
                    <a:pt x="1772559" y="695216"/>
                  </a:lnTo>
                  <a:lnTo>
                    <a:pt x="1783707" y="671659"/>
                  </a:lnTo>
                  <a:lnTo>
                    <a:pt x="1794855" y="648206"/>
                  </a:lnTo>
                  <a:lnTo>
                    <a:pt x="1806003" y="624851"/>
                  </a:lnTo>
                  <a:lnTo>
                    <a:pt x="1817151" y="601608"/>
                  </a:lnTo>
                  <a:lnTo>
                    <a:pt x="1828300" y="578461"/>
                  </a:lnTo>
                  <a:lnTo>
                    <a:pt x="1839448" y="555397"/>
                  </a:lnTo>
                  <a:lnTo>
                    <a:pt x="1850596" y="532418"/>
                  </a:lnTo>
                  <a:lnTo>
                    <a:pt x="1861744" y="509558"/>
                  </a:lnTo>
                  <a:lnTo>
                    <a:pt x="1872892" y="486829"/>
                  </a:lnTo>
                  <a:lnTo>
                    <a:pt x="1884040" y="464225"/>
                  </a:lnTo>
                  <a:lnTo>
                    <a:pt x="1895189" y="441759"/>
                  </a:lnTo>
                  <a:lnTo>
                    <a:pt x="1906337" y="419497"/>
                  </a:lnTo>
                  <a:lnTo>
                    <a:pt x="1917485" y="397473"/>
                  </a:lnTo>
                  <a:lnTo>
                    <a:pt x="1928633" y="375673"/>
                  </a:lnTo>
                  <a:lnTo>
                    <a:pt x="1939781" y="354117"/>
                  </a:lnTo>
                  <a:lnTo>
                    <a:pt x="1950929" y="332903"/>
                  </a:lnTo>
                  <a:lnTo>
                    <a:pt x="1962078" y="312090"/>
                  </a:lnTo>
                  <a:lnTo>
                    <a:pt x="1973226" y="291633"/>
                  </a:lnTo>
                  <a:lnTo>
                    <a:pt x="1984374" y="271558"/>
                  </a:lnTo>
                  <a:lnTo>
                    <a:pt x="1995522" y="251986"/>
                  </a:lnTo>
                  <a:lnTo>
                    <a:pt x="2006670" y="233002"/>
                  </a:lnTo>
                  <a:lnTo>
                    <a:pt x="2017818" y="214516"/>
                  </a:lnTo>
                  <a:lnTo>
                    <a:pt x="2028967" y="196551"/>
                  </a:lnTo>
                  <a:lnTo>
                    <a:pt x="2040115" y="179243"/>
                  </a:lnTo>
                  <a:lnTo>
                    <a:pt x="2051263" y="162704"/>
                  </a:lnTo>
                  <a:lnTo>
                    <a:pt x="2062411" y="146789"/>
                  </a:lnTo>
                  <a:lnTo>
                    <a:pt x="2073559" y="131516"/>
                  </a:lnTo>
                  <a:lnTo>
                    <a:pt x="2084708" y="117018"/>
                  </a:lnTo>
                  <a:lnTo>
                    <a:pt x="2095856" y="103441"/>
                  </a:lnTo>
                  <a:lnTo>
                    <a:pt x="2107004" y="90581"/>
                  </a:lnTo>
                  <a:lnTo>
                    <a:pt x="2118152" y="78450"/>
                  </a:lnTo>
                  <a:lnTo>
                    <a:pt x="2129300" y="67168"/>
                  </a:lnTo>
                  <a:lnTo>
                    <a:pt x="2140448" y="56909"/>
                  </a:lnTo>
                  <a:lnTo>
                    <a:pt x="2151597" y="47421"/>
                  </a:lnTo>
                  <a:lnTo>
                    <a:pt x="2162745" y="38708"/>
                  </a:lnTo>
                  <a:lnTo>
                    <a:pt x="2173893" y="30867"/>
                  </a:lnTo>
                  <a:lnTo>
                    <a:pt x="2185041" y="24101"/>
                  </a:lnTo>
                  <a:lnTo>
                    <a:pt x="2196189" y="18117"/>
                  </a:lnTo>
                  <a:lnTo>
                    <a:pt x="2207337" y="12915"/>
                  </a:lnTo>
                  <a:lnTo>
                    <a:pt x="2218486" y="8563"/>
                  </a:lnTo>
                  <a:lnTo>
                    <a:pt x="2229634" y="5283"/>
                  </a:lnTo>
                  <a:lnTo>
                    <a:pt x="2240782" y="2760"/>
                  </a:lnTo>
                  <a:lnTo>
                    <a:pt x="2251930" y="985"/>
                  </a:lnTo>
                  <a:lnTo>
                    <a:pt x="2263078" y="0"/>
                  </a:lnTo>
                  <a:lnTo>
                    <a:pt x="2274226" y="32"/>
                  </a:lnTo>
                  <a:lnTo>
                    <a:pt x="2285375" y="758"/>
                  </a:lnTo>
                  <a:lnTo>
                    <a:pt x="2296523" y="2163"/>
                  </a:lnTo>
                  <a:lnTo>
                    <a:pt x="2307671" y="4262"/>
                  </a:lnTo>
                  <a:lnTo>
                    <a:pt x="2318819" y="7270"/>
                  </a:lnTo>
                  <a:lnTo>
                    <a:pt x="2329967" y="10872"/>
                  </a:lnTo>
                  <a:lnTo>
                    <a:pt x="2341115" y="15048"/>
                  </a:lnTo>
                  <a:lnTo>
                    <a:pt x="2352264" y="19787"/>
                  </a:lnTo>
                  <a:lnTo>
                    <a:pt x="2363412" y="25269"/>
                  </a:lnTo>
                  <a:lnTo>
                    <a:pt x="2374560" y="31208"/>
                  </a:lnTo>
                  <a:lnTo>
                    <a:pt x="2385708" y="37577"/>
                  </a:lnTo>
                  <a:lnTo>
                    <a:pt x="2396856" y="44349"/>
                  </a:lnTo>
                  <a:lnTo>
                    <a:pt x="2408004" y="51632"/>
                  </a:lnTo>
                  <a:lnTo>
                    <a:pt x="2419153" y="59199"/>
                  </a:lnTo>
                  <a:lnTo>
                    <a:pt x="2430301" y="67015"/>
                  </a:lnTo>
                  <a:lnTo>
                    <a:pt x="2441449" y="75047"/>
                  </a:lnTo>
                  <a:lnTo>
                    <a:pt x="2452597" y="83297"/>
                  </a:lnTo>
                  <a:lnTo>
                    <a:pt x="2463745" y="91629"/>
                  </a:lnTo>
                  <a:lnTo>
                    <a:pt x="2474894" y="100000"/>
                  </a:lnTo>
                  <a:lnTo>
                    <a:pt x="2486042" y="108374"/>
                  </a:lnTo>
                  <a:lnTo>
                    <a:pt x="2497190" y="116653"/>
                  </a:lnTo>
                  <a:lnTo>
                    <a:pt x="2508338" y="124784"/>
                  </a:lnTo>
                  <a:lnTo>
                    <a:pt x="2519486" y="132734"/>
                  </a:lnTo>
                  <a:lnTo>
                    <a:pt x="2530634" y="140466"/>
                  </a:lnTo>
                  <a:lnTo>
                    <a:pt x="2541783" y="147799"/>
                  </a:lnTo>
                  <a:lnTo>
                    <a:pt x="2552931" y="154755"/>
                  </a:lnTo>
                  <a:lnTo>
                    <a:pt x="2564079" y="161325"/>
                  </a:lnTo>
                  <a:lnTo>
                    <a:pt x="2575227" y="167477"/>
                  </a:lnTo>
                  <a:lnTo>
                    <a:pt x="2586375" y="172978"/>
                  </a:lnTo>
                  <a:lnTo>
                    <a:pt x="2597523" y="177908"/>
                  </a:lnTo>
                  <a:lnTo>
                    <a:pt x="2608672" y="182293"/>
                  </a:lnTo>
                  <a:lnTo>
                    <a:pt x="2619820" y="186112"/>
                  </a:lnTo>
                  <a:lnTo>
                    <a:pt x="2630968" y="189122"/>
                  </a:lnTo>
                  <a:lnTo>
                    <a:pt x="2642116" y="191439"/>
                  </a:lnTo>
                  <a:lnTo>
                    <a:pt x="2653264" y="193131"/>
                  </a:lnTo>
                  <a:lnTo>
                    <a:pt x="2664412" y="194195"/>
                  </a:lnTo>
                  <a:lnTo>
                    <a:pt x="2675561" y="194415"/>
                  </a:lnTo>
                  <a:lnTo>
                    <a:pt x="2686709" y="193928"/>
                  </a:lnTo>
                  <a:lnTo>
                    <a:pt x="2697857" y="192839"/>
                  </a:lnTo>
                  <a:lnTo>
                    <a:pt x="2709005" y="191162"/>
                  </a:lnTo>
                  <a:lnTo>
                    <a:pt x="2720153" y="188752"/>
                  </a:lnTo>
                  <a:lnTo>
                    <a:pt x="2731301" y="185746"/>
                  </a:lnTo>
                  <a:lnTo>
                    <a:pt x="2742450" y="182272"/>
                  </a:lnTo>
                  <a:lnTo>
                    <a:pt x="2753598" y="178363"/>
                  </a:lnTo>
                  <a:lnTo>
                    <a:pt x="2764746" y="173967"/>
                  </a:lnTo>
                  <a:lnTo>
                    <a:pt x="2775894" y="169216"/>
                  </a:lnTo>
                  <a:lnTo>
                    <a:pt x="2787042" y="164233"/>
                  </a:lnTo>
                  <a:lnTo>
                    <a:pt x="2798190" y="159066"/>
                  </a:lnTo>
                  <a:lnTo>
                    <a:pt x="2809339" y="153765"/>
                  </a:lnTo>
                  <a:lnTo>
                    <a:pt x="2820487" y="148461"/>
                  </a:lnTo>
                  <a:lnTo>
                    <a:pt x="2831635" y="143237"/>
                  </a:lnTo>
                  <a:lnTo>
                    <a:pt x="2842783" y="138150"/>
                  </a:lnTo>
                  <a:lnTo>
                    <a:pt x="2853931" y="133340"/>
                  </a:lnTo>
                  <a:lnTo>
                    <a:pt x="2865080" y="128952"/>
                  </a:lnTo>
                  <a:lnTo>
                    <a:pt x="2876228" y="124991"/>
                  </a:lnTo>
                  <a:lnTo>
                    <a:pt x="2887376" y="121514"/>
                  </a:lnTo>
                  <a:lnTo>
                    <a:pt x="2898524" y="118732"/>
                  </a:lnTo>
                  <a:lnTo>
                    <a:pt x="2909672" y="116811"/>
                  </a:lnTo>
                  <a:lnTo>
                    <a:pt x="2920820" y="115653"/>
                  </a:lnTo>
                  <a:lnTo>
                    <a:pt x="2931969" y="115309"/>
                  </a:lnTo>
                  <a:lnTo>
                    <a:pt x="2943117" y="116022"/>
                  </a:lnTo>
                  <a:lnTo>
                    <a:pt x="2954265" y="117996"/>
                  </a:lnTo>
                  <a:lnTo>
                    <a:pt x="2965413" y="121012"/>
                  </a:lnTo>
                  <a:lnTo>
                    <a:pt x="2976561" y="125108"/>
                  </a:lnTo>
                  <a:lnTo>
                    <a:pt x="2987709" y="130526"/>
                  </a:lnTo>
                  <a:lnTo>
                    <a:pt x="2998858" y="137508"/>
                  </a:lnTo>
                  <a:lnTo>
                    <a:pt x="3010006" y="145718"/>
                  </a:lnTo>
                  <a:lnTo>
                    <a:pt x="3021154" y="155176"/>
                  </a:lnTo>
                  <a:lnTo>
                    <a:pt x="3032302" y="166093"/>
                  </a:lnTo>
                  <a:lnTo>
                    <a:pt x="3043450" y="178742"/>
                  </a:lnTo>
                  <a:lnTo>
                    <a:pt x="3054598" y="192692"/>
                  </a:lnTo>
                  <a:lnTo>
                    <a:pt x="3065747" y="207941"/>
                  </a:lnTo>
                  <a:lnTo>
                    <a:pt x="3076895" y="224648"/>
                  </a:lnTo>
                  <a:lnTo>
                    <a:pt x="3088043" y="243101"/>
                  </a:lnTo>
                  <a:lnTo>
                    <a:pt x="3099191" y="262808"/>
                  </a:lnTo>
                  <a:lnTo>
                    <a:pt x="3110339" y="283749"/>
                  </a:lnTo>
                  <a:lnTo>
                    <a:pt x="3121487" y="306020"/>
                  </a:lnTo>
                  <a:lnTo>
                    <a:pt x="3132636" y="329896"/>
                  </a:lnTo>
                  <a:lnTo>
                    <a:pt x="3143784" y="354874"/>
                  </a:lnTo>
                  <a:lnTo>
                    <a:pt x="3154932" y="380916"/>
                  </a:lnTo>
                  <a:lnTo>
                    <a:pt x="3166080" y="408060"/>
                  </a:lnTo>
                  <a:lnTo>
                    <a:pt x="3177228" y="436538"/>
                  </a:lnTo>
                  <a:lnTo>
                    <a:pt x="3188376" y="465882"/>
                  </a:lnTo>
                  <a:lnTo>
                    <a:pt x="3199525" y="496045"/>
                  </a:lnTo>
                  <a:lnTo>
                    <a:pt x="3210673" y="527016"/>
                  </a:lnTo>
                  <a:lnTo>
                    <a:pt x="3221821" y="558954"/>
                  </a:lnTo>
                  <a:lnTo>
                    <a:pt x="3232969" y="591472"/>
                  </a:lnTo>
                  <a:lnTo>
                    <a:pt x="3244117" y="624520"/>
                  </a:lnTo>
                  <a:lnTo>
                    <a:pt x="3255266" y="658055"/>
                  </a:lnTo>
                  <a:lnTo>
                    <a:pt x="3266414" y="692139"/>
                  </a:lnTo>
                  <a:lnTo>
                    <a:pt x="3277562" y="726499"/>
                  </a:lnTo>
                  <a:lnTo>
                    <a:pt x="3288710" y="761087"/>
                  </a:lnTo>
                  <a:lnTo>
                    <a:pt x="3299858" y="795851"/>
                  </a:lnTo>
                  <a:lnTo>
                    <a:pt x="3311006" y="830734"/>
                  </a:lnTo>
                  <a:lnTo>
                    <a:pt x="3322155" y="865604"/>
                  </a:lnTo>
                  <a:lnTo>
                    <a:pt x="3333303" y="900415"/>
                  </a:lnTo>
                  <a:lnTo>
                    <a:pt x="3344451" y="935122"/>
                  </a:lnTo>
                  <a:lnTo>
                    <a:pt x="3355599" y="969554"/>
                  </a:lnTo>
                  <a:lnTo>
                    <a:pt x="3366747" y="1003713"/>
                  </a:lnTo>
                  <a:lnTo>
                    <a:pt x="3377895" y="1037566"/>
                  </a:lnTo>
                  <a:lnTo>
                    <a:pt x="3389044" y="1071074"/>
                  </a:lnTo>
                  <a:lnTo>
                    <a:pt x="3400192" y="1103990"/>
                  </a:lnTo>
                  <a:lnTo>
                    <a:pt x="3411340" y="1136412"/>
                  </a:lnTo>
                  <a:lnTo>
                    <a:pt x="3422488" y="1168329"/>
                  </a:lnTo>
                  <a:lnTo>
                    <a:pt x="3433636" y="1199712"/>
                  </a:lnTo>
                  <a:lnTo>
                    <a:pt x="3444784" y="1230271"/>
                  </a:lnTo>
                  <a:lnTo>
                    <a:pt x="3455933" y="1260162"/>
                  </a:lnTo>
                  <a:lnTo>
                    <a:pt x="3467081" y="1289404"/>
                  </a:lnTo>
                  <a:lnTo>
                    <a:pt x="3478229" y="1317980"/>
                  </a:lnTo>
                  <a:lnTo>
                    <a:pt x="3489377" y="1345583"/>
                  </a:lnTo>
                  <a:lnTo>
                    <a:pt x="3500525" y="1372394"/>
                  </a:lnTo>
                  <a:lnTo>
                    <a:pt x="3511673" y="1398468"/>
                  </a:lnTo>
                  <a:lnTo>
                    <a:pt x="3522822" y="1423794"/>
                  </a:lnTo>
                  <a:lnTo>
                    <a:pt x="3533970" y="1448076"/>
                  </a:lnTo>
                  <a:lnTo>
                    <a:pt x="3545118" y="1471493"/>
                  </a:lnTo>
                  <a:lnTo>
                    <a:pt x="3556266" y="1494134"/>
                  </a:lnTo>
                  <a:lnTo>
                    <a:pt x="3567414" y="1515995"/>
                  </a:lnTo>
                  <a:lnTo>
                    <a:pt x="3578562" y="1536803"/>
                  </a:lnTo>
                  <a:lnTo>
                    <a:pt x="3589711" y="1556724"/>
                  </a:lnTo>
                  <a:lnTo>
                    <a:pt x="3600859" y="1575870"/>
                  </a:lnTo>
                  <a:lnTo>
                    <a:pt x="3612007" y="1594247"/>
                  </a:lnTo>
                  <a:lnTo>
                    <a:pt x="3623155" y="1611618"/>
                  </a:lnTo>
                  <a:lnTo>
                    <a:pt x="3634303" y="1628120"/>
                  </a:lnTo>
                  <a:lnTo>
                    <a:pt x="3645452" y="1643889"/>
                  </a:lnTo>
                  <a:lnTo>
                    <a:pt x="3656600" y="1658934"/>
                  </a:lnTo>
                  <a:lnTo>
                    <a:pt x="3667748" y="1673062"/>
                  </a:lnTo>
                  <a:lnTo>
                    <a:pt x="3678896" y="1686381"/>
                  </a:lnTo>
                  <a:lnTo>
                    <a:pt x="3690044" y="1699037"/>
                  </a:lnTo>
                  <a:lnTo>
                    <a:pt x="3701192" y="1711046"/>
                  </a:lnTo>
                  <a:lnTo>
                    <a:pt x="3712341" y="1722261"/>
                  </a:lnTo>
                  <a:lnTo>
                    <a:pt x="3723489" y="1732759"/>
                  </a:lnTo>
                  <a:lnTo>
                    <a:pt x="3734637" y="1742692"/>
                  </a:lnTo>
                  <a:lnTo>
                    <a:pt x="3745785" y="1752079"/>
                  </a:lnTo>
                  <a:lnTo>
                    <a:pt x="3756933" y="1760817"/>
                  </a:lnTo>
                  <a:lnTo>
                    <a:pt x="3768081" y="1768963"/>
                  </a:lnTo>
                  <a:lnTo>
                    <a:pt x="3779230" y="1776659"/>
                  </a:lnTo>
                  <a:lnTo>
                    <a:pt x="3790378" y="1783928"/>
                  </a:lnTo>
                  <a:lnTo>
                    <a:pt x="3801526" y="1790710"/>
                  </a:lnTo>
                  <a:lnTo>
                    <a:pt x="3812674" y="1797046"/>
                  </a:lnTo>
                  <a:lnTo>
                    <a:pt x="3823822" y="1803061"/>
                  </a:lnTo>
                  <a:lnTo>
                    <a:pt x="3834970" y="1808778"/>
                  </a:lnTo>
                  <a:lnTo>
                    <a:pt x="3846119" y="1814174"/>
                  </a:lnTo>
                  <a:lnTo>
                    <a:pt x="3857267" y="1819285"/>
                  </a:lnTo>
                  <a:lnTo>
                    <a:pt x="3868415" y="1824208"/>
                  </a:lnTo>
                  <a:lnTo>
                    <a:pt x="3879563" y="1828967"/>
                  </a:lnTo>
                  <a:lnTo>
                    <a:pt x="3890711" y="1833566"/>
                  </a:lnTo>
                  <a:lnTo>
                    <a:pt x="3901859" y="1838045"/>
                  </a:lnTo>
                  <a:lnTo>
                    <a:pt x="3913008" y="1842465"/>
                  </a:lnTo>
                  <a:lnTo>
                    <a:pt x="3924156" y="1846849"/>
                  </a:lnTo>
                  <a:lnTo>
                    <a:pt x="3935304" y="1851220"/>
                  </a:lnTo>
                  <a:lnTo>
                    <a:pt x="3946452" y="1855629"/>
                  </a:lnTo>
                  <a:lnTo>
                    <a:pt x="3957600" y="1860097"/>
                  </a:lnTo>
                  <a:lnTo>
                    <a:pt x="3968748" y="1864642"/>
                  </a:lnTo>
                  <a:lnTo>
                    <a:pt x="3979897" y="1869300"/>
                  </a:lnTo>
                  <a:lnTo>
                    <a:pt x="3991045" y="1874137"/>
                  </a:lnTo>
                  <a:lnTo>
                    <a:pt x="4002193" y="1879131"/>
                  </a:lnTo>
                  <a:lnTo>
                    <a:pt x="4013341" y="1884298"/>
                  </a:lnTo>
                  <a:lnTo>
                    <a:pt x="4024489" y="1889673"/>
                  </a:lnTo>
                  <a:lnTo>
                    <a:pt x="4035637" y="1895342"/>
                  </a:lnTo>
                  <a:lnTo>
                    <a:pt x="4046786" y="1901243"/>
                  </a:lnTo>
                  <a:lnTo>
                    <a:pt x="4057934" y="1907386"/>
                  </a:lnTo>
                  <a:lnTo>
                    <a:pt x="4069082" y="1913803"/>
                  </a:lnTo>
                  <a:lnTo>
                    <a:pt x="4080230" y="1920598"/>
                  </a:lnTo>
                  <a:lnTo>
                    <a:pt x="4091378" y="1927673"/>
                  </a:lnTo>
                  <a:lnTo>
                    <a:pt x="4102527" y="1935033"/>
                  </a:lnTo>
                  <a:lnTo>
                    <a:pt x="4113675" y="1942700"/>
                  </a:lnTo>
                  <a:lnTo>
                    <a:pt x="4124823" y="1950793"/>
                  </a:lnTo>
                  <a:lnTo>
                    <a:pt x="4135971" y="1959187"/>
                  </a:lnTo>
                  <a:lnTo>
                    <a:pt x="4147119" y="1967883"/>
                  </a:lnTo>
                  <a:lnTo>
                    <a:pt x="4158267" y="1976891"/>
                  </a:lnTo>
                  <a:lnTo>
                    <a:pt x="4169416" y="1986335"/>
                  </a:lnTo>
                  <a:lnTo>
                    <a:pt x="4180564" y="1996075"/>
                  </a:lnTo>
                  <a:lnTo>
                    <a:pt x="4191712" y="2006108"/>
                  </a:lnTo>
                  <a:lnTo>
                    <a:pt x="4202860" y="2016432"/>
                  </a:lnTo>
                  <a:lnTo>
                    <a:pt x="4214008" y="2027168"/>
                  </a:lnTo>
                  <a:lnTo>
                    <a:pt x="4225156" y="2038172"/>
                  </a:lnTo>
                  <a:lnTo>
                    <a:pt x="4236305" y="2049436"/>
                  </a:lnTo>
                  <a:lnTo>
                    <a:pt x="4247453" y="2060953"/>
                  </a:lnTo>
                  <a:lnTo>
                    <a:pt x="4258601" y="2072819"/>
                  </a:lnTo>
                  <a:lnTo>
                    <a:pt x="4269749" y="2084908"/>
                  </a:lnTo>
                  <a:lnTo>
                    <a:pt x="4280897" y="2097205"/>
                  </a:lnTo>
                  <a:lnTo>
                    <a:pt x="4292045" y="2109700"/>
                  </a:lnTo>
                  <a:lnTo>
                    <a:pt x="4303194" y="2122453"/>
                  </a:lnTo>
                  <a:lnTo>
                    <a:pt x="4314342" y="2135367"/>
                  </a:lnTo>
                  <a:lnTo>
                    <a:pt x="4325490" y="2148423"/>
                  </a:lnTo>
                  <a:lnTo>
                    <a:pt x="4336638" y="2161608"/>
                  </a:lnTo>
                  <a:lnTo>
                    <a:pt x="4347786" y="2174944"/>
                  </a:lnTo>
                  <a:lnTo>
                    <a:pt x="4358934" y="2188366"/>
                  </a:lnTo>
                  <a:lnTo>
                    <a:pt x="4370083" y="2201852"/>
                  </a:lnTo>
                  <a:lnTo>
                    <a:pt x="4381231" y="2215390"/>
                  </a:lnTo>
                  <a:lnTo>
                    <a:pt x="4392379" y="2228966"/>
                  </a:lnTo>
                  <a:lnTo>
                    <a:pt x="4403527" y="2242541"/>
                  </a:lnTo>
                  <a:lnTo>
                    <a:pt x="4414675" y="2256099"/>
                  </a:lnTo>
                  <a:lnTo>
                    <a:pt x="4425823" y="2269627"/>
                  </a:lnTo>
                  <a:lnTo>
                    <a:pt x="4436972" y="2283079"/>
                  </a:lnTo>
                  <a:lnTo>
                    <a:pt x="4448120" y="2296442"/>
                  </a:lnTo>
                  <a:lnTo>
                    <a:pt x="4459268" y="2309707"/>
                  </a:lnTo>
                  <a:lnTo>
                    <a:pt x="4470416" y="2322861"/>
                  </a:lnTo>
                  <a:lnTo>
                    <a:pt x="4481564" y="2335836"/>
                  </a:lnTo>
                  <a:lnTo>
                    <a:pt x="4492713" y="2348633"/>
                  </a:lnTo>
                  <a:lnTo>
                    <a:pt x="4503861" y="2361258"/>
                  </a:lnTo>
                  <a:lnTo>
                    <a:pt x="4515009" y="2373699"/>
                  </a:lnTo>
                  <a:lnTo>
                    <a:pt x="4526157" y="2385871"/>
                  </a:lnTo>
                  <a:lnTo>
                    <a:pt x="4537305" y="2397784"/>
                  </a:lnTo>
                  <a:lnTo>
                    <a:pt x="4548453" y="2409461"/>
                  </a:lnTo>
                  <a:lnTo>
                    <a:pt x="4559602" y="2420891"/>
                  </a:lnTo>
                  <a:lnTo>
                    <a:pt x="4570750" y="2431982"/>
                  </a:lnTo>
                  <a:lnTo>
                    <a:pt x="4581898" y="2442744"/>
                  </a:lnTo>
                  <a:lnTo>
                    <a:pt x="4593046" y="2453219"/>
                  </a:lnTo>
                  <a:lnTo>
                    <a:pt x="4604194" y="2463400"/>
                  </a:lnTo>
                  <a:lnTo>
                    <a:pt x="4615342" y="2473191"/>
                  </a:lnTo>
                  <a:lnTo>
                    <a:pt x="4626491" y="2482602"/>
                  </a:lnTo>
                  <a:lnTo>
                    <a:pt x="4637639" y="2491690"/>
                  </a:lnTo>
                  <a:lnTo>
                    <a:pt x="4648787" y="2500452"/>
                  </a:lnTo>
                  <a:lnTo>
                    <a:pt x="4659935" y="2508797"/>
                  </a:lnTo>
                  <a:lnTo>
                    <a:pt x="4671083" y="2516728"/>
                  </a:lnTo>
                  <a:lnTo>
                    <a:pt x="4682231" y="2524319"/>
                  </a:lnTo>
                  <a:lnTo>
                    <a:pt x="4693380" y="2531571"/>
                  </a:lnTo>
                  <a:lnTo>
                    <a:pt x="4704528" y="2538401"/>
                  </a:lnTo>
                  <a:lnTo>
                    <a:pt x="4715676" y="2544805"/>
                  </a:lnTo>
                  <a:lnTo>
                    <a:pt x="4726824" y="2550871"/>
                  </a:lnTo>
                  <a:lnTo>
                    <a:pt x="4737972" y="2556602"/>
                  </a:lnTo>
                  <a:lnTo>
                    <a:pt x="4749120" y="2561931"/>
                  </a:lnTo>
                  <a:lnTo>
                    <a:pt x="4760269" y="2566846"/>
                  </a:lnTo>
                  <a:lnTo>
                    <a:pt x="4771417" y="2571443"/>
                  </a:lnTo>
                  <a:lnTo>
                    <a:pt x="4782565" y="2575728"/>
                  </a:lnTo>
                  <a:lnTo>
                    <a:pt x="4793713" y="2579653"/>
                  </a:lnTo>
                  <a:lnTo>
                    <a:pt x="4804861" y="2583200"/>
                  </a:lnTo>
                  <a:lnTo>
                    <a:pt x="4816009" y="2586468"/>
                  </a:lnTo>
                  <a:lnTo>
                    <a:pt x="4827158" y="2589467"/>
                  </a:lnTo>
                  <a:lnTo>
                    <a:pt x="4838306" y="2592166"/>
                  </a:lnTo>
                  <a:lnTo>
                    <a:pt x="4849454" y="2594547"/>
                  </a:lnTo>
                  <a:lnTo>
                    <a:pt x="4860602" y="2596706"/>
                  </a:lnTo>
                  <a:lnTo>
                    <a:pt x="4871750" y="2598653"/>
                  </a:lnTo>
                  <a:lnTo>
                    <a:pt x="4882899" y="2600375"/>
                  </a:lnTo>
                  <a:lnTo>
                    <a:pt x="4894047" y="2601860"/>
                  </a:lnTo>
                  <a:lnTo>
                    <a:pt x="4905195" y="2603191"/>
                  </a:lnTo>
                  <a:lnTo>
                    <a:pt x="4916343" y="2604380"/>
                  </a:lnTo>
                  <a:lnTo>
                    <a:pt x="4927491" y="2605427"/>
                  </a:lnTo>
                  <a:lnTo>
                    <a:pt x="4938639" y="2606332"/>
                  </a:lnTo>
                  <a:lnTo>
                    <a:pt x="4949788" y="2607157"/>
                  </a:lnTo>
                  <a:lnTo>
                    <a:pt x="4960936" y="2607914"/>
                  </a:lnTo>
                  <a:lnTo>
                    <a:pt x="4972084" y="2608613"/>
                  </a:lnTo>
                  <a:lnTo>
                    <a:pt x="4983232" y="2609271"/>
                  </a:lnTo>
                  <a:lnTo>
                    <a:pt x="4994380" y="2609920"/>
                  </a:lnTo>
                  <a:lnTo>
                    <a:pt x="5005528" y="2610573"/>
                  </a:lnTo>
                  <a:lnTo>
                    <a:pt x="5016677" y="2611242"/>
                  </a:lnTo>
                  <a:lnTo>
                    <a:pt x="5027825" y="2611963"/>
                  </a:lnTo>
                  <a:lnTo>
                    <a:pt x="5038973" y="2612739"/>
                  </a:lnTo>
                  <a:lnTo>
                    <a:pt x="5050121" y="2613577"/>
                  </a:lnTo>
                  <a:lnTo>
                    <a:pt x="5061269" y="2614492"/>
                  </a:lnTo>
                  <a:lnTo>
                    <a:pt x="5072417" y="2615533"/>
                  </a:lnTo>
                  <a:lnTo>
                    <a:pt x="5083566" y="2616674"/>
                  </a:lnTo>
                  <a:lnTo>
                    <a:pt x="5094714" y="2617920"/>
                  </a:lnTo>
                  <a:lnTo>
                    <a:pt x="5105862" y="2619279"/>
                  </a:lnTo>
                  <a:lnTo>
                    <a:pt x="5117010" y="2620811"/>
                  </a:lnTo>
                  <a:lnTo>
                    <a:pt x="5128158" y="2622467"/>
                  </a:lnTo>
                  <a:lnTo>
                    <a:pt x="5139306" y="2624248"/>
                  </a:lnTo>
                  <a:lnTo>
                    <a:pt x="5150455" y="2626154"/>
                  </a:lnTo>
                  <a:lnTo>
                    <a:pt x="5161603" y="2628247"/>
                  </a:lnTo>
                  <a:lnTo>
                    <a:pt x="5172751" y="2630463"/>
                  </a:lnTo>
                  <a:lnTo>
                    <a:pt x="5183899" y="2632800"/>
                  </a:lnTo>
                  <a:lnTo>
                    <a:pt x="5195047" y="2635256"/>
                  </a:lnTo>
                  <a:lnTo>
                    <a:pt x="5206195" y="2637872"/>
                  </a:lnTo>
                  <a:lnTo>
                    <a:pt x="5217344" y="2640594"/>
                  </a:lnTo>
                  <a:lnTo>
                    <a:pt x="5228492" y="2643412"/>
                  </a:lnTo>
                  <a:lnTo>
                    <a:pt x="5239640" y="2646319"/>
                  </a:lnTo>
                  <a:lnTo>
                    <a:pt x="5250788" y="2649339"/>
                  </a:lnTo>
                  <a:lnTo>
                    <a:pt x="5261936" y="2652427"/>
                  </a:lnTo>
                  <a:lnTo>
                    <a:pt x="5273085" y="2655571"/>
                  </a:lnTo>
                  <a:lnTo>
                    <a:pt x="5284233" y="2658764"/>
                  </a:lnTo>
                  <a:lnTo>
                    <a:pt x="5295381" y="2662006"/>
                  </a:lnTo>
                  <a:lnTo>
                    <a:pt x="5306529" y="2665268"/>
                  </a:lnTo>
                  <a:lnTo>
                    <a:pt x="5317677" y="2668541"/>
                  </a:lnTo>
                  <a:lnTo>
                    <a:pt x="5328825" y="2671815"/>
                  </a:lnTo>
                  <a:lnTo>
                    <a:pt x="5339974" y="2675074"/>
                  </a:lnTo>
                  <a:lnTo>
                    <a:pt x="5351122" y="2678304"/>
                  </a:lnTo>
                  <a:lnTo>
                    <a:pt x="5362270" y="2681499"/>
                  </a:lnTo>
                  <a:lnTo>
                    <a:pt x="5373418" y="2684653"/>
                  </a:lnTo>
                  <a:lnTo>
                    <a:pt x="5384566" y="2687736"/>
                  </a:lnTo>
                  <a:lnTo>
                    <a:pt x="5395714" y="2690746"/>
                  </a:lnTo>
                  <a:lnTo>
                    <a:pt x="5406863" y="2693687"/>
                  </a:lnTo>
                  <a:lnTo>
                    <a:pt x="5418011" y="2696554"/>
                  </a:lnTo>
                  <a:lnTo>
                    <a:pt x="5429159" y="2699311"/>
                  </a:lnTo>
                  <a:lnTo>
                    <a:pt x="5440307" y="2701967"/>
                  </a:lnTo>
                  <a:lnTo>
                    <a:pt x="5451455" y="2704532"/>
                  </a:lnTo>
                  <a:lnTo>
                    <a:pt x="5462603" y="2707003"/>
                  </a:lnTo>
                  <a:lnTo>
                    <a:pt x="5473752" y="2709349"/>
                  </a:lnTo>
                  <a:lnTo>
                    <a:pt x="5484900" y="2711580"/>
                  </a:lnTo>
                  <a:lnTo>
                    <a:pt x="5496048" y="2713715"/>
                  </a:lnTo>
                  <a:lnTo>
                    <a:pt x="5507196" y="2715753"/>
                  </a:lnTo>
                  <a:lnTo>
                    <a:pt x="5518344" y="2717670"/>
                  </a:lnTo>
                  <a:lnTo>
                    <a:pt x="5529492" y="2719477"/>
                  </a:lnTo>
                  <a:lnTo>
                    <a:pt x="5540641" y="2721196"/>
                  </a:lnTo>
                  <a:lnTo>
                    <a:pt x="5551789" y="2722829"/>
                  </a:lnTo>
                  <a:lnTo>
                    <a:pt x="5562937" y="2724360"/>
                  </a:lnTo>
                  <a:lnTo>
                    <a:pt x="5574085" y="2725800"/>
                  </a:lnTo>
                  <a:lnTo>
                    <a:pt x="5585233" y="2727171"/>
                  </a:lnTo>
                  <a:lnTo>
                    <a:pt x="5596381" y="2728477"/>
                  </a:lnTo>
                  <a:lnTo>
                    <a:pt x="5607530" y="2729710"/>
                  </a:lnTo>
                  <a:lnTo>
                    <a:pt x="5618678" y="2730878"/>
                  </a:lnTo>
                  <a:lnTo>
                    <a:pt x="5629826" y="2732002"/>
                  </a:lnTo>
                  <a:lnTo>
                    <a:pt x="5640974" y="2733084"/>
                  </a:lnTo>
                  <a:lnTo>
                    <a:pt x="5652122" y="2734123"/>
                  </a:lnTo>
                  <a:lnTo>
                    <a:pt x="5663270" y="2735128"/>
                  </a:lnTo>
                  <a:lnTo>
                    <a:pt x="5674419" y="2736111"/>
                  </a:lnTo>
                  <a:lnTo>
                    <a:pt x="5685567" y="2737076"/>
                  </a:lnTo>
                  <a:lnTo>
                    <a:pt x="5696715" y="2738024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4623" y="2768891"/>
              <a:ext cx="5696715" cy="2738024"/>
            </a:xfrm>
            <a:custGeom>
              <a:avLst/>
              <a:pathLst>
                <a:path w="5696715" h="2738024">
                  <a:moveTo>
                    <a:pt x="0" y="2718136"/>
                  </a:moveTo>
                  <a:lnTo>
                    <a:pt x="11148" y="2716107"/>
                  </a:lnTo>
                  <a:lnTo>
                    <a:pt x="22296" y="2714068"/>
                  </a:lnTo>
                  <a:lnTo>
                    <a:pt x="33444" y="2712023"/>
                  </a:lnTo>
                  <a:lnTo>
                    <a:pt x="44592" y="2709974"/>
                  </a:lnTo>
                  <a:lnTo>
                    <a:pt x="55740" y="2707923"/>
                  </a:lnTo>
                  <a:lnTo>
                    <a:pt x="66889" y="2705873"/>
                  </a:lnTo>
                  <a:lnTo>
                    <a:pt x="78037" y="2703827"/>
                  </a:lnTo>
                  <a:lnTo>
                    <a:pt x="89185" y="2701787"/>
                  </a:lnTo>
                  <a:lnTo>
                    <a:pt x="100333" y="2699759"/>
                  </a:lnTo>
                  <a:lnTo>
                    <a:pt x="111481" y="2697747"/>
                  </a:lnTo>
                  <a:lnTo>
                    <a:pt x="122629" y="2695752"/>
                  </a:lnTo>
                  <a:lnTo>
                    <a:pt x="133778" y="2693776"/>
                  </a:lnTo>
                  <a:lnTo>
                    <a:pt x="144926" y="2691828"/>
                  </a:lnTo>
                  <a:lnTo>
                    <a:pt x="156074" y="2689915"/>
                  </a:lnTo>
                  <a:lnTo>
                    <a:pt x="167222" y="2688033"/>
                  </a:lnTo>
                  <a:lnTo>
                    <a:pt x="178370" y="2686186"/>
                  </a:lnTo>
                  <a:lnTo>
                    <a:pt x="189518" y="2684384"/>
                  </a:lnTo>
                  <a:lnTo>
                    <a:pt x="200667" y="2682637"/>
                  </a:lnTo>
                  <a:lnTo>
                    <a:pt x="211815" y="2680937"/>
                  </a:lnTo>
                  <a:lnTo>
                    <a:pt x="222963" y="2679286"/>
                  </a:lnTo>
                  <a:lnTo>
                    <a:pt x="234111" y="2677696"/>
                  </a:lnTo>
                  <a:lnTo>
                    <a:pt x="245259" y="2676179"/>
                  </a:lnTo>
                  <a:lnTo>
                    <a:pt x="256407" y="2674720"/>
                  </a:lnTo>
                  <a:lnTo>
                    <a:pt x="267556" y="2673321"/>
                  </a:lnTo>
                  <a:lnTo>
                    <a:pt x="278704" y="2671991"/>
                  </a:lnTo>
                  <a:lnTo>
                    <a:pt x="289852" y="2670745"/>
                  </a:lnTo>
                  <a:lnTo>
                    <a:pt x="301000" y="2669560"/>
                  </a:lnTo>
                  <a:lnTo>
                    <a:pt x="312148" y="2668437"/>
                  </a:lnTo>
                  <a:lnTo>
                    <a:pt x="323296" y="2667383"/>
                  </a:lnTo>
                  <a:lnTo>
                    <a:pt x="334445" y="2666407"/>
                  </a:lnTo>
                  <a:lnTo>
                    <a:pt x="345593" y="2665485"/>
                  </a:lnTo>
                  <a:lnTo>
                    <a:pt x="356741" y="2664614"/>
                  </a:lnTo>
                  <a:lnTo>
                    <a:pt x="367889" y="2663796"/>
                  </a:lnTo>
                  <a:lnTo>
                    <a:pt x="379037" y="2663034"/>
                  </a:lnTo>
                  <a:lnTo>
                    <a:pt x="390185" y="2662304"/>
                  </a:lnTo>
                  <a:lnTo>
                    <a:pt x="401334" y="2661600"/>
                  </a:lnTo>
                  <a:lnTo>
                    <a:pt x="412482" y="2660919"/>
                  </a:lnTo>
                  <a:lnTo>
                    <a:pt x="423630" y="2660251"/>
                  </a:lnTo>
                  <a:lnTo>
                    <a:pt x="434778" y="2659580"/>
                  </a:lnTo>
                  <a:lnTo>
                    <a:pt x="445926" y="2658898"/>
                  </a:lnTo>
                  <a:lnTo>
                    <a:pt x="457075" y="2658197"/>
                  </a:lnTo>
                  <a:lnTo>
                    <a:pt x="468223" y="2657448"/>
                  </a:lnTo>
                  <a:lnTo>
                    <a:pt x="479371" y="2656651"/>
                  </a:lnTo>
                  <a:lnTo>
                    <a:pt x="490519" y="2655798"/>
                  </a:lnTo>
                  <a:lnTo>
                    <a:pt x="501667" y="2654879"/>
                  </a:lnTo>
                  <a:lnTo>
                    <a:pt x="512815" y="2653843"/>
                  </a:lnTo>
                  <a:lnTo>
                    <a:pt x="523964" y="2652711"/>
                  </a:lnTo>
                  <a:lnTo>
                    <a:pt x="535112" y="2651477"/>
                  </a:lnTo>
                  <a:lnTo>
                    <a:pt x="546260" y="2650132"/>
                  </a:lnTo>
                  <a:lnTo>
                    <a:pt x="557408" y="2648603"/>
                  </a:lnTo>
                  <a:lnTo>
                    <a:pt x="568556" y="2646939"/>
                  </a:lnTo>
                  <a:lnTo>
                    <a:pt x="579704" y="2645132"/>
                  </a:lnTo>
                  <a:lnTo>
                    <a:pt x="590853" y="2643178"/>
                  </a:lnTo>
                  <a:lnTo>
                    <a:pt x="602001" y="2640995"/>
                  </a:lnTo>
                  <a:lnTo>
                    <a:pt x="613149" y="2638646"/>
                  </a:lnTo>
                  <a:lnTo>
                    <a:pt x="624297" y="2636131"/>
                  </a:lnTo>
                  <a:lnTo>
                    <a:pt x="635445" y="2633449"/>
                  </a:lnTo>
                  <a:lnTo>
                    <a:pt x="646593" y="2630520"/>
                  </a:lnTo>
                  <a:lnTo>
                    <a:pt x="657742" y="2627415"/>
                  </a:lnTo>
                  <a:lnTo>
                    <a:pt x="668890" y="2624141"/>
                  </a:lnTo>
                  <a:lnTo>
                    <a:pt x="680038" y="2620699"/>
                  </a:lnTo>
                  <a:lnTo>
                    <a:pt x="691186" y="2617024"/>
                  </a:lnTo>
                  <a:lnTo>
                    <a:pt x="702334" y="2613182"/>
                  </a:lnTo>
                  <a:lnTo>
                    <a:pt x="713482" y="2609187"/>
                  </a:lnTo>
                  <a:lnTo>
                    <a:pt x="724631" y="2605043"/>
                  </a:lnTo>
                  <a:lnTo>
                    <a:pt x="735779" y="2600704"/>
                  </a:lnTo>
                  <a:lnTo>
                    <a:pt x="746927" y="2596224"/>
                  </a:lnTo>
                  <a:lnTo>
                    <a:pt x="758075" y="2591620"/>
                  </a:lnTo>
                  <a:lnTo>
                    <a:pt x="769223" y="2586899"/>
                  </a:lnTo>
                  <a:lnTo>
                    <a:pt x="780371" y="2582030"/>
                  </a:lnTo>
                  <a:lnTo>
                    <a:pt x="791520" y="2577052"/>
                  </a:lnTo>
                  <a:lnTo>
                    <a:pt x="802668" y="2571982"/>
                  </a:lnTo>
                  <a:lnTo>
                    <a:pt x="813816" y="2566824"/>
                  </a:lnTo>
                  <a:lnTo>
                    <a:pt x="824964" y="2561557"/>
                  </a:lnTo>
                  <a:lnTo>
                    <a:pt x="836112" y="2556203"/>
                  </a:lnTo>
                  <a:lnTo>
                    <a:pt x="847261" y="2550774"/>
                  </a:lnTo>
                  <a:lnTo>
                    <a:pt x="858409" y="2545270"/>
                  </a:lnTo>
                  <a:lnTo>
                    <a:pt x="869557" y="2539667"/>
                  </a:lnTo>
                  <a:lnTo>
                    <a:pt x="880705" y="2533969"/>
                  </a:lnTo>
                  <a:lnTo>
                    <a:pt x="891853" y="2528183"/>
                  </a:lnTo>
                  <a:lnTo>
                    <a:pt x="903001" y="2522304"/>
                  </a:lnTo>
                  <a:lnTo>
                    <a:pt x="914150" y="2516286"/>
                  </a:lnTo>
                  <a:lnTo>
                    <a:pt x="925298" y="2510121"/>
                  </a:lnTo>
                  <a:lnTo>
                    <a:pt x="936446" y="2503812"/>
                  </a:lnTo>
                  <a:lnTo>
                    <a:pt x="947594" y="2497347"/>
                  </a:lnTo>
                  <a:lnTo>
                    <a:pt x="958742" y="2490652"/>
                  </a:lnTo>
                  <a:lnTo>
                    <a:pt x="969890" y="2483695"/>
                  </a:lnTo>
                  <a:lnTo>
                    <a:pt x="981039" y="2476494"/>
                  </a:lnTo>
                  <a:lnTo>
                    <a:pt x="992187" y="2469027"/>
                  </a:lnTo>
                  <a:lnTo>
                    <a:pt x="1003335" y="2461183"/>
                  </a:lnTo>
                  <a:lnTo>
                    <a:pt x="1014483" y="2452910"/>
                  </a:lnTo>
                  <a:lnTo>
                    <a:pt x="1025631" y="2444249"/>
                  </a:lnTo>
                  <a:lnTo>
                    <a:pt x="1036779" y="2435173"/>
                  </a:lnTo>
                  <a:lnTo>
                    <a:pt x="1047928" y="2425538"/>
                  </a:lnTo>
                  <a:lnTo>
                    <a:pt x="1059076" y="2415261"/>
                  </a:lnTo>
                  <a:lnTo>
                    <a:pt x="1070224" y="2404430"/>
                  </a:lnTo>
                  <a:lnTo>
                    <a:pt x="1081372" y="2393016"/>
                  </a:lnTo>
                  <a:lnTo>
                    <a:pt x="1092520" y="2380850"/>
                  </a:lnTo>
                  <a:lnTo>
                    <a:pt x="1103668" y="2367815"/>
                  </a:lnTo>
                  <a:lnTo>
                    <a:pt x="1114817" y="2354063"/>
                  </a:lnTo>
                  <a:lnTo>
                    <a:pt x="1125965" y="2339566"/>
                  </a:lnTo>
                  <a:lnTo>
                    <a:pt x="1137113" y="2324149"/>
                  </a:lnTo>
                  <a:lnTo>
                    <a:pt x="1148261" y="2307664"/>
                  </a:lnTo>
                  <a:lnTo>
                    <a:pt x="1159409" y="2290328"/>
                  </a:lnTo>
                  <a:lnTo>
                    <a:pt x="1170557" y="2272127"/>
                  </a:lnTo>
                  <a:lnTo>
                    <a:pt x="1181706" y="2252899"/>
                  </a:lnTo>
                  <a:lnTo>
                    <a:pt x="1192854" y="2232467"/>
                  </a:lnTo>
                  <a:lnTo>
                    <a:pt x="1204002" y="2211118"/>
                  </a:lnTo>
                  <a:lnTo>
                    <a:pt x="1215150" y="2188849"/>
                  </a:lnTo>
                  <a:lnTo>
                    <a:pt x="1226298" y="2165535"/>
                  </a:lnTo>
                  <a:lnTo>
                    <a:pt x="1237447" y="2140984"/>
                  </a:lnTo>
                  <a:lnTo>
                    <a:pt x="1248595" y="2115536"/>
                  </a:lnTo>
                  <a:lnTo>
                    <a:pt x="1259743" y="2089202"/>
                  </a:lnTo>
                  <a:lnTo>
                    <a:pt x="1270891" y="2061904"/>
                  </a:lnTo>
                  <a:lnTo>
                    <a:pt x="1282039" y="2033465"/>
                  </a:lnTo>
                  <a:lnTo>
                    <a:pt x="1293187" y="2004240"/>
                  </a:lnTo>
                  <a:lnTo>
                    <a:pt x="1304336" y="1974257"/>
                  </a:lnTo>
                  <a:lnTo>
                    <a:pt x="1315484" y="1943489"/>
                  </a:lnTo>
                  <a:lnTo>
                    <a:pt x="1326632" y="1911800"/>
                  </a:lnTo>
                  <a:lnTo>
                    <a:pt x="1337780" y="1879522"/>
                  </a:lnTo>
                  <a:lnTo>
                    <a:pt x="1348928" y="1846694"/>
                  </a:lnTo>
                  <a:lnTo>
                    <a:pt x="1360076" y="1813332"/>
                  </a:lnTo>
                  <a:lnTo>
                    <a:pt x="1371225" y="1779375"/>
                  </a:lnTo>
                  <a:lnTo>
                    <a:pt x="1382373" y="1745082"/>
                  </a:lnTo>
                  <a:lnTo>
                    <a:pt x="1393521" y="1710501"/>
                  </a:lnTo>
                  <a:lnTo>
                    <a:pt x="1404669" y="1675672"/>
                  </a:lnTo>
                  <a:lnTo>
                    <a:pt x="1415817" y="1640629"/>
                  </a:lnTo>
                  <a:lnTo>
                    <a:pt x="1426965" y="1605526"/>
                  </a:lnTo>
                  <a:lnTo>
                    <a:pt x="1438114" y="1570408"/>
                  </a:lnTo>
                  <a:lnTo>
                    <a:pt x="1449262" y="1535320"/>
                  </a:lnTo>
                  <a:lnTo>
                    <a:pt x="1460410" y="1500400"/>
                  </a:lnTo>
                  <a:lnTo>
                    <a:pt x="1471558" y="1465670"/>
                  </a:lnTo>
                  <a:lnTo>
                    <a:pt x="1482706" y="1431168"/>
                  </a:lnTo>
                  <a:lnTo>
                    <a:pt x="1493854" y="1396928"/>
                  </a:lnTo>
                  <a:lnTo>
                    <a:pt x="1505003" y="1363170"/>
                  </a:lnTo>
                  <a:lnTo>
                    <a:pt x="1516151" y="1329795"/>
                  </a:lnTo>
                  <a:lnTo>
                    <a:pt x="1527299" y="1296823"/>
                  </a:lnTo>
                  <a:lnTo>
                    <a:pt x="1538447" y="1264276"/>
                  </a:lnTo>
                  <a:lnTo>
                    <a:pt x="1549595" y="1232396"/>
                  </a:lnTo>
                  <a:lnTo>
                    <a:pt x="1560743" y="1201016"/>
                  </a:lnTo>
                  <a:lnTo>
                    <a:pt x="1571892" y="1170126"/>
                  </a:lnTo>
                  <a:lnTo>
                    <a:pt x="1583040" y="1139734"/>
                  </a:lnTo>
                  <a:lnTo>
                    <a:pt x="1594188" y="1110059"/>
                  </a:lnTo>
                  <a:lnTo>
                    <a:pt x="1605336" y="1080909"/>
                  </a:lnTo>
                  <a:lnTo>
                    <a:pt x="1616484" y="1052248"/>
                  </a:lnTo>
                  <a:lnTo>
                    <a:pt x="1627633" y="1024068"/>
                  </a:lnTo>
                  <a:lnTo>
                    <a:pt x="1638781" y="996538"/>
                  </a:lnTo>
                  <a:lnTo>
                    <a:pt x="1649929" y="969476"/>
                  </a:lnTo>
                  <a:lnTo>
                    <a:pt x="1661077" y="942830"/>
                  </a:lnTo>
                  <a:lnTo>
                    <a:pt x="1672225" y="916580"/>
                  </a:lnTo>
                  <a:lnTo>
                    <a:pt x="1683373" y="890834"/>
                  </a:lnTo>
                  <a:lnTo>
                    <a:pt x="1694522" y="865447"/>
                  </a:lnTo>
                  <a:lnTo>
                    <a:pt x="1705670" y="840361"/>
                  </a:lnTo>
                  <a:lnTo>
                    <a:pt x="1716818" y="815555"/>
                  </a:lnTo>
                  <a:lnTo>
                    <a:pt x="1727966" y="791083"/>
                  </a:lnTo>
                  <a:lnTo>
                    <a:pt x="1739114" y="766845"/>
                  </a:lnTo>
                  <a:lnTo>
                    <a:pt x="1750262" y="742793"/>
                  </a:lnTo>
                  <a:lnTo>
                    <a:pt x="1761411" y="718909"/>
                  </a:lnTo>
                  <a:lnTo>
                    <a:pt x="1772559" y="695216"/>
                  </a:lnTo>
                  <a:lnTo>
                    <a:pt x="1783707" y="671659"/>
                  </a:lnTo>
                  <a:lnTo>
                    <a:pt x="1794855" y="648206"/>
                  </a:lnTo>
                  <a:lnTo>
                    <a:pt x="1806003" y="624851"/>
                  </a:lnTo>
                  <a:lnTo>
                    <a:pt x="1817151" y="601608"/>
                  </a:lnTo>
                  <a:lnTo>
                    <a:pt x="1828300" y="578461"/>
                  </a:lnTo>
                  <a:lnTo>
                    <a:pt x="1839448" y="555397"/>
                  </a:lnTo>
                  <a:lnTo>
                    <a:pt x="1850596" y="532418"/>
                  </a:lnTo>
                  <a:lnTo>
                    <a:pt x="1861744" y="509558"/>
                  </a:lnTo>
                  <a:lnTo>
                    <a:pt x="1872892" y="486829"/>
                  </a:lnTo>
                  <a:lnTo>
                    <a:pt x="1884040" y="464225"/>
                  </a:lnTo>
                  <a:lnTo>
                    <a:pt x="1895189" y="441759"/>
                  </a:lnTo>
                  <a:lnTo>
                    <a:pt x="1906337" y="419497"/>
                  </a:lnTo>
                  <a:lnTo>
                    <a:pt x="1917485" y="397473"/>
                  </a:lnTo>
                  <a:lnTo>
                    <a:pt x="1928633" y="375673"/>
                  </a:lnTo>
                  <a:lnTo>
                    <a:pt x="1939781" y="354117"/>
                  </a:lnTo>
                  <a:lnTo>
                    <a:pt x="1950929" y="332903"/>
                  </a:lnTo>
                  <a:lnTo>
                    <a:pt x="1962078" y="312090"/>
                  </a:lnTo>
                  <a:lnTo>
                    <a:pt x="1973226" y="291633"/>
                  </a:lnTo>
                  <a:lnTo>
                    <a:pt x="1984374" y="271558"/>
                  </a:lnTo>
                  <a:lnTo>
                    <a:pt x="1995522" y="251986"/>
                  </a:lnTo>
                  <a:lnTo>
                    <a:pt x="2006670" y="233002"/>
                  </a:lnTo>
                  <a:lnTo>
                    <a:pt x="2017818" y="214516"/>
                  </a:lnTo>
                  <a:lnTo>
                    <a:pt x="2028967" y="196551"/>
                  </a:lnTo>
                  <a:lnTo>
                    <a:pt x="2040115" y="179243"/>
                  </a:lnTo>
                  <a:lnTo>
                    <a:pt x="2051263" y="162704"/>
                  </a:lnTo>
                  <a:lnTo>
                    <a:pt x="2062411" y="146789"/>
                  </a:lnTo>
                  <a:lnTo>
                    <a:pt x="2073559" y="131516"/>
                  </a:lnTo>
                  <a:lnTo>
                    <a:pt x="2084708" y="117018"/>
                  </a:lnTo>
                  <a:lnTo>
                    <a:pt x="2095856" y="103441"/>
                  </a:lnTo>
                  <a:lnTo>
                    <a:pt x="2107004" y="90581"/>
                  </a:lnTo>
                  <a:lnTo>
                    <a:pt x="2118152" y="78450"/>
                  </a:lnTo>
                  <a:lnTo>
                    <a:pt x="2129300" y="67168"/>
                  </a:lnTo>
                  <a:lnTo>
                    <a:pt x="2140448" y="56909"/>
                  </a:lnTo>
                  <a:lnTo>
                    <a:pt x="2151597" y="47421"/>
                  </a:lnTo>
                  <a:lnTo>
                    <a:pt x="2162745" y="38708"/>
                  </a:lnTo>
                  <a:lnTo>
                    <a:pt x="2173893" y="30867"/>
                  </a:lnTo>
                  <a:lnTo>
                    <a:pt x="2185041" y="24101"/>
                  </a:lnTo>
                  <a:lnTo>
                    <a:pt x="2196189" y="18117"/>
                  </a:lnTo>
                  <a:lnTo>
                    <a:pt x="2207337" y="12915"/>
                  </a:lnTo>
                  <a:lnTo>
                    <a:pt x="2218486" y="8563"/>
                  </a:lnTo>
                  <a:lnTo>
                    <a:pt x="2229634" y="5283"/>
                  </a:lnTo>
                  <a:lnTo>
                    <a:pt x="2240782" y="2760"/>
                  </a:lnTo>
                  <a:lnTo>
                    <a:pt x="2251930" y="985"/>
                  </a:lnTo>
                  <a:lnTo>
                    <a:pt x="2263078" y="0"/>
                  </a:lnTo>
                  <a:lnTo>
                    <a:pt x="2274226" y="32"/>
                  </a:lnTo>
                  <a:lnTo>
                    <a:pt x="2285375" y="758"/>
                  </a:lnTo>
                  <a:lnTo>
                    <a:pt x="2296523" y="2163"/>
                  </a:lnTo>
                  <a:lnTo>
                    <a:pt x="2307671" y="4262"/>
                  </a:lnTo>
                  <a:lnTo>
                    <a:pt x="2318819" y="7270"/>
                  </a:lnTo>
                  <a:lnTo>
                    <a:pt x="2329967" y="10872"/>
                  </a:lnTo>
                  <a:lnTo>
                    <a:pt x="2341115" y="15048"/>
                  </a:lnTo>
                  <a:lnTo>
                    <a:pt x="2352264" y="19787"/>
                  </a:lnTo>
                  <a:lnTo>
                    <a:pt x="2363412" y="25269"/>
                  </a:lnTo>
                  <a:lnTo>
                    <a:pt x="2374560" y="31208"/>
                  </a:lnTo>
                  <a:lnTo>
                    <a:pt x="2385708" y="37577"/>
                  </a:lnTo>
                  <a:lnTo>
                    <a:pt x="2396856" y="44349"/>
                  </a:lnTo>
                  <a:lnTo>
                    <a:pt x="2408004" y="51632"/>
                  </a:lnTo>
                  <a:lnTo>
                    <a:pt x="2419153" y="59199"/>
                  </a:lnTo>
                  <a:lnTo>
                    <a:pt x="2430301" y="67015"/>
                  </a:lnTo>
                  <a:lnTo>
                    <a:pt x="2441449" y="75047"/>
                  </a:lnTo>
                  <a:lnTo>
                    <a:pt x="2452597" y="83297"/>
                  </a:lnTo>
                  <a:lnTo>
                    <a:pt x="2463745" y="91629"/>
                  </a:lnTo>
                  <a:lnTo>
                    <a:pt x="2474894" y="100000"/>
                  </a:lnTo>
                  <a:lnTo>
                    <a:pt x="2486042" y="108374"/>
                  </a:lnTo>
                  <a:lnTo>
                    <a:pt x="2497190" y="116653"/>
                  </a:lnTo>
                  <a:lnTo>
                    <a:pt x="2508338" y="124784"/>
                  </a:lnTo>
                  <a:lnTo>
                    <a:pt x="2519486" y="132734"/>
                  </a:lnTo>
                  <a:lnTo>
                    <a:pt x="2530634" y="140466"/>
                  </a:lnTo>
                  <a:lnTo>
                    <a:pt x="2541783" y="147799"/>
                  </a:lnTo>
                  <a:lnTo>
                    <a:pt x="2552931" y="154755"/>
                  </a:lnTo>
                  <a:lnTo>
                    <a:pt x="2564079" y="161325"/>
                  </a:lnTo>
                  <a:lnTo>
                    <a:pt x="2575227" y="167477"/>
                  </a:lnTo>
                  <a:lnTo>
                    <a:pt x="2586375" y="172978"/>
                  </a:lnTo>
                  <a:lnTo>
                    <a:pt x="2597523" y="177908"/>
                  </a:lnTo>
                  <a:lnTo>
                    <a:pt x="2608672" y="182293"/>
                  </a:lnTo>
                  <a:lnTo>
                    <a:pt x="2619820" y="186112"/>
                  </a:lnTo>
                  <a:lnTo>
                    <a:pt x="2630968" y="189122"/>
                  </a:lnTo>
                  <a:lnTo>
                    <a:pt x="2642116" y="191439"/>
                  </a:lnTo>
                  <a:lnTo>
                    <a:pt x="2653264" y="193131"/>
                  </a:lnTo>
                  <a:lnTo>
                    <a:pt x="2664412" y="194195"/>
                  </a:lnTo>
                  <a:lnTo>
                    <a:pt x="2675561" y="194415"/>
                  </a:lnTo>
                  <a:lnTo>
                    <a:pt x="2686709" y="193928"/>
                  </a:lnTo>
                  <a:lnTo>
                    <a:pt x="2697857" y="192839"/>
                  </a:lnTo>
                  <a:lnTo>
                    <a:pt x="2709005" y="191162"/>
                  </a:lnTo>
                  <a:lnTo>
                    <a:pt x="2720153" y="188752"/>
                  </a:lnTo>
                  <a:lnTo>
                    <a:pt x="2731301" y="185746"/>
                  </a:lnTo>
                  <a:lnTo>
                    <a:pt x="2742450" y="182272"/>
                  </a:lnTo>
                  <a:lnTo>
                    <a:pt x="2753598" y="178363"/>
                  </a:lnTo>
                  <a:lnTo>
                    <a:pt x="2764746" y="173967"/>
                  </a:lnTo>
                  <a:lnTo>
                    <a:pt x="2775894" y="169216"/>
                  </a:lnTo>
                  <a:lnTo>
                    <a:pt x="2787042" y="164233"/>
                  </a:lnTo>
                  <a:lnTo>
                    <a:pt x="2798190" y="159066"/>
                  </a:lnTo>
                  <a:lnTo>
                    <a:pt x="2809339" y="153765"/>
                  </a:lnTo>
                  <a:lnTo>
                    <a:pt x="2820487" y="148461"/>
                  </a:lnTo>
                  <a:lnTo>
                    <a:pt x="2831635" y="143237"/>
                  </a:lnTo>
                  <a:lnTo>
                    <a:pt x="2842783" y="138150"/>
                  </a:lnTo>
                  <a:lnTo>
                    <a:pt x="2853931" y="133340"/>
                  </a:lnTo>
                  <a:lnTo>
                    <a:pt x="2865080" y="128952"/>
                  </a:lnTo>
                  <a:lnTo>
                    <a:pt x="2876228" y="124991"/>
                  </a:lnTo>
                  <a:lnTo>
                    <a:pt x="2887376" y="121514"/>
                  </a:lnTo>
                  <a:lnTo>
                    <a:pt x="2898524" y="118732"/>
                  </a:lnTo>
                  <a:lnTo>
                    <a:pt x="2909672" y="116811"/>
                  </a:lnTo>
                  <a:lnTo>
                    <a:pt x="2920820" y="115653"/>
                  </a:lnTo>
                  <a:lnTo>
                    <a:pt x="2931969" y="115309"/>
                  </a:lnTo>
                  <a:lnTo>
                    <a:pt x="2943117" y="116022"/>
                  </a:lnTo>
                  <a:lnTo>
                    <a:pt x="2954265" y="117996"/>
                  </a:lnTo>
                  <a:lnTo>
                    <a:pt x="2965413" y="121012"/>
                  </a:lnTo>
                  <a:lnTo>
                    <a:pt x="2976561" y="125108"/>
                  </a:lnTo>
                  <a:lnTo>
                    <a:pt x="2987709" y="130526"/>
                  </a:lnTo>
                  <a:lnTo>
                    <a:pt x="2998858" y="137508"/>
                  </a:lnTo>
                  <a:lnTo>
                    <a:pt x="3010006" y="145718"/>
                  </a:lnTo>
                  <a:lnTo>
                    <a:pt x="3021154" y="155176"/>
                  </a:lnTo>
                  <a:lnTo>
                    <a:pt x="3032302" y="166093"/>
                  </a:lnTo>
                  <a:lnTo>
                    <a:pt x="3043450" y="178742"/>
                  </a:lnTo>
                  <a:lnTo>
                    <a:pt x="3054598" y="192692"/>
                  </a:lnTo>
                  <a:lnTo>
                    <a:pt x="3065747" y="207941"/>
                  </a:lnTo>
                  <a:lnTo>
                    <a:pt x="3076895" y="224648"/>
                  </a:lnTo>
                  <a:lnTo>
                    <a:pt x="3088043" y="243101"/>
                  </a:lnTo>
                  <a:lnTo>
                    <a:pt x="3099191" y="262808"/>
                  </a:lnTo>
                  <a:lnTo>
                    <a:pt x="3110339" y="283749"/>
                  </a:lnTo>
                  <a:lnTo>
                    <a:pt x="3121487" y="306020"/>
                  </a:lnTo>
                  <a:lnTo>
                    <a:pt x="3132636" y="329896"/>
                  </a:lnTo>
                  <a:lnTo>
                    <a:pt x="3143784" y="354874"/>
                  </a:lnTo>
                  <a:lnTo>
                    <a:pt x="3154932" y="380916"/>
                  </a:lnTo>
                  <a:lnTo>
                    <a:pt x="3166080" y="408060"/>
                  </a:lnTo>
                  <a:lnTo>
                    <a:pt x="3177228" y="436538"/>
                  </a:lnTo>
                  <a:lnTo>
                    <a:pt x="3188376" y="465882"/>
                  </a:lnTo>
                  <a:lnTo>
                    <a:pt x="3199525" y="496045"/>
                  </a:lnTo>
                  <a:lnTo>
                    <a:pt x="3210673" y="527016"/>
                  </a:lnTo>
                  <a:lnTo>
                    <a:pt x="3221821" y="558954"/>
                  </a:lnTo>
                  <a:lnTo>
                    <a:pt x="3232969" y="591472"/>
                  </a:lnTo>
                  <a:lnTo>
                    <a:pt x="3244117" y="624520"/>
                  </a:lnTo>
                  <a:lnTo>
                    <a:pt x="3255266" y="658055"/>
                  </a:lnTo>
                  <a:lnTo>
                    <a:pt x="3266414" y="692139"/>
                  </a:lnTo>
                  <a:lnTo>
                    <a:pt x="3277562" y="726499"/>
                  </a:lnTo>
                  <a:lnTo>
                    <a:pt x="3288710" y="761087"/>
                  </a:lnTo>
                  <a:lnTo>
                    <a:pt x="3299858" y="795851"/>
                  </a:lnTo>
                  <a:lnTo>
                    <a:pt x="3311006" y="830734"/>
                  </a:lnTo>
                  <a:lnTo>
                    <a:pt x="3322155" y="865604"/>
                  </a:lnTo>
                  <a:lnTo>
                    <a:pt x="3333303" y="900415"/>
                  </a:lnTo>
                  <a:lnTo>
                    <a:pt x="3344451" y="935122"/>
                  </a:lnTo>
                  <a:lnTo>
                    <a:pt x="3355599" y="969554"/>
                  </a:lnTo>
                  <a:lnTo>
                    <a:pt x="3366747" y="1003713"/>
                  </a:lnTo>
                  <a:lnTo>
                    <a:pt x="3377895" y="1037566"/>
                  </a:lnTo>
                  <a:lnTo>
                    <a:pt x="3389044" y="1071074"/>
                  </a:lnTo>
                  <a:lnTo>
                    <a:pt x="3400192" y="1103990"/>
                  </a:lnTo>
                  <a:lnTo>
                    <a:pt x="3411340" y="1136412"/>
                  </a:lnTo>
                  <a:lnTo>
                    <a:pt x="3422488" y="1168329"/>
                  </a:lnTo>
                  <a:lnTo>
                    <a:pt x="3433636" y="1199712"/>
                  </a:lnTo>
                  <a:lnTo>
                    <a:pt x="3444784" y="1230271"/>
                  </a:lnTo>
                  <a:lnTo>
                    <a:pt x="3455933" y="1260162"/>
                  </a:lnTo>
                  <a:lnTo>
                    <a:pt x="3467081" y="1289404"/>
                  </a:lnTo>
                  <a:lnTo>
                    <a:pt x="3478229" y="1317980"/>
                  </a:lnTo>
                  <a:lnTo>
                    <a:pt x="3489377" y="1345583"/>
                  </a:lnTo>
                  <a:lnTo>
                    <a:pt x="3500525" y="1372394"/>
                  </a:lnTo>
                  <a:lnTo>
                    <a:pt x="3511673" y="1398468"/>
                  </a:lnTo>
                  <a:lnTo>
                    <a:pt x="3522822" y="1423794"/>
                  </a:lnTo>
                  <a:lnTo>
                    <a:pt x="3533970" y="1448076"/>
                  </a:lnTo>
                  <a:lnTo>
                    <a:pt x="3545118" y="1471493"/>
                  </a:lnTo>
                  <a:lnTo>
                    <a:pt x="3556266" y="1494134"/>
                  </a:lnTo>
                  <a:lnTo>
                    <a:pt x="3567414" y="1515995"/>
                  </a:lnTo>
                  <a:lnTo>
                    <a:pt x="3578562" y="1536803"/>
                  </a:lnTo>
                  <a:lnTo>
                    <a:pt x="3589711" y="1556724"/>
                  </a:lnTo>
                  <a:lnTo>
                    <a:pt x="3600859" y="1575870"/>
                  </a:lnTo>
                  <a:lnTo>
                    <a:pt x="3612007" y="1594247"/>
                  </a:lnTo>
                  <a:lnTo>
                    <a:pt x="3623155" y="1611618"/>
                  </a:lnTo>
                  <a:lnTo>
                    <a:pt x="3634303" y="1628120"/>
                  </a:lnTo>
                  <a:lnTo>
                    <a:pt x="3645452" y="1643889"/>
                  </a:lnTo>
                  <a:lnTo>
                    <a:pt x="3656600" y="1658934"/>
                  </a:lnTo>
                  <a:lnTo>
                    <a:pt x="3667748" y="1673062"/>
                  </a:lnTo>
                  <a:lnTo>
                    <a:pt x="3678896" y="1686381"/>
                  </a:lnTo>
                  <a:lnTo>
                    <a:pt x="3690044" y="1699037"/>
                  </a:lnTo>
                  <a:lnTo>
                    <a:pt x="3701192" y="1711046"/>
                  </a:lnTo>
                  <a:lnTo>
                    <a:pt x="3712341" y="1722261"/>
                  </a:lnTo>
                  <a:lnTo>
                    <a:pt x="3723489" y="1732759"/>
                  </a:lnTo>
                  <a:lnTo>
                    <a:pt x="3734637" y="1742692"/>
                  </a:lnTo>
                  <a:lnTo>
                    <a:pt x="3745785" y="1752079"/>
                  </a:lnTo>
                  <a:lnTo>
                    <a:pt x="3756933" y="1760817"/>
                  </a:lnTo>
                  <a:lnTo>
                    <a:pt x="3768081" y="1768963"/>
                  </a:lnTo>
                  <a:lnTo>
                    <a:pt x="3779230" y="1776659"/>
                  </a:lnTo>
                  <a:lnTo>
                    <a:pt x="3790378" y="1783928"/>
                  </a:lnTo>
                  <a:lnTo>
                    <a:pt x="3801526" y="1790710"/>
                  </a:lnTo>
                  <a:lnTo>
                    <a:pt x="3812674" y="1797046"/>
                  </a:lnTo>
                  <a:lnTo>
                    <a:pt x="3823822" y="1803061"/>
                  </a:lnTo>
                  <a:lnTo>
                    <a:pt x="3834970" y="1808778"/>
                  </a:lnTo>
                  <a:lnTo>
                    <a:pt x="3846119" y="1814174"/>
                  </a:lnTo>
                  <a:lnTo>
                    <a:pt x="3857267" y="1819285"/>
                  </a:lnTo>
                  <a:lnTo>
                    <a:pt x="3868415" y="1824208"/>
                  </a:lnTo>
                  <a:lnTo>
                    <a:pt x="3879563" y="1828967"/>
                  </a:lnTo>
                  <a:lnTo>
                    <a:pt x="3890711" y="1833566"/>
                  </a:lnTo>
                  <a:lnTo>
                    <a:pt x="3901859" y="1838045"/>
                  </a:lnTo>
                  <a:lnTo>
                    <a:pt x="3913008" y="1842465"/>
                  </a:lnTo>
                  <a:lnTo>
                    <a:pt x="3924156" y="1846849"/>
                  </a:lnTo>
                  <a:lnTo>
                    <a:pt x="3935304" y="1851220"/>
                  </a:lnTo>
                  <a:lnTo>
                    <a:pt x="3946452" y="1855629"/>
                  </a:lnTo>
                  <a:lnTo>
                    <a:pt x="3957600" y="1860097"/>
                  </a:lnTo>
                  <a:lnTo>
                    <a:pt x="3968748" y="1864642"/>
                  </a:lnTo>
                  <a:lnTo>
                    <a:pt x="3979897" y="1869300"/>
                  </a:lnTo>
                  <a:lnTo>
                    <a:pt x="3991045" y="1874137"/>
                  </a:lnTo>
                  <a:lnTo>
                    <a:pt x="4002193" y="1879131"/>
                  </a:lnTo>
                  <a:lnTo>
                    <a:pt x="4013341" y="1884298"/>
                  </a:lnTo>
                  <a:lnTo>
                    <a:pt x="4024489" y="1889673"/>
                  </a:lnTo>
                  <a:lnTo>
                    <a:pt x="4035637" y="1895342"/>
                  </a:lnTo>
                  <a:lnTo>
                    <a:pt x="4046786" y="1901243"/>
                  </a:lnTo>
                  <a:lnTo>
                    <a:pt x="4057934" y="1907386"/>
                  </a:lnTo>
                  <a:lnTo>
                    <a:pt x="4069082" y="1913803"/>
                  </a:lnTo>
                  <a:lnTo>
                    <a:pt x="4080230" y="1920598"/>
                  </a:lnTo>
                  <a:lnTo>
                    <a:pt x="4091378" y="1927673"/>
                  </a:lnTo>
                  <a:lnTo>
                    <a:pt x="4102527" y="1935033"/>
                  </a:lnTo>
                  <a:lnTo>
                    <a:pt x="4113675" y="1942700"/>
                  </a:lnTo>
                  <a:lnTo>
                    <a:pt x="4124823" y="1950793"/>
                  </a:lnTo>
                  <a:lnTo>
                    <a:pt x="4135971" y="1959187"/>
                  </a:lnTo>
                  <a:lnTo>
                    <a:pt x="4147119" y="1967883"/>
                  </a:lnTo>
                  <a:lnTo>
                    <a:pt x="4158267" y="1976891"/>
                  </a:lnTo>
                  <a:lnTo>
                    <a:pt x="4169416" y="1986335"/>
                  </a:lnTo>
                  <a:lnTo>
                    <a:pt x="4180564" y="1996075"/>
                  </a:lnTo>
                  <a:lnTo>
                    <a:pt x="4191712" y="2006108"/>
                  </a:lnTo>
                  <a:lnTo>
                    <a:pt x="4202860" y="2016432"/>
                  </a:lnTo>
                  <a:lnTo>
                    <a:pt x="4214008" y="2027168"/>
                  </a:lnTo>
                  <a:lnTo>
                    <a:pt x="4225156" y="2038172"/>
                  </a:lnTo>
                  <a:lnTo>
                    <a:pt x="4236305" y="2049436"/>
                  </a:lnTo>
                  <a:lnTo>
                    <a:pt x="4247453" y="2060953"/>
                  </a:lnTo>
                  <a:lnTo>
                    <a:pt x="4258601" y="2072819"/>
                  </a:lnTo>
                  <a:lnTo>
                    <a:pt x="4269749" y="2084908"/>
                  </a:lnTo>
                  <a:lnTo>
                    <a:pt x="4280897" y="2097205"/>
                  </a:lnTo>
                  <a:lnTo>
                    <a:pt x="4292045" y="2109700"/>
                  </a:lnTo>
                  <a:lnTo>
                    <a:pt x="4303194" y="2122453"/>
                  </a:lnTo>
                  <a:lnTo>
                    <a:pt x="4314342" y="2135367"/>
                  </a:lnTo>
                  <a:lnTo>
                    <a:pt x="4325490" y="2148423"/>
                  </a:lnTo>
                  <a:lnTo>
                    <a:pt x="4336638" y="2161608"/>
                  </a:lnTo>
                  <a:lnTo>
                    <a:pt x="4347786" y="2174944"/>
                  </a:lnTo>
                  <a:lnTo>
                    <a:pt x="4358934" y="2188366"/>
                  </a:lnTo>
                  <a:lnTo>
                    <a:pt x="4370083" y="2201852"/>
                  </a:lnTo>
                  <a:lnTo>
                    <a:pt x="4381231" y="2215390"/>
                  </a:lnTo>
                  <a:lnTo>
                    <a:pt x="4392379" y="2228966"/>
                  </a:lnTo>
                  <a:lnTo>
                    <a:pt x="4403527" y="2242541"/>
                  </a:lnTo>
                  <a:lnTo>
                    <a:pt x="4414675" y="2256099"/>
                  </a:lnTo>
                  <a:lnTo>
                    <a:pt x="4425823" y="2269627"/>
                  </a:lnTo>
                  <a:lnTo>
                    <a:pt x="4436972" y="2283079"/>
                  </a:lnTo>
                  <a:lnTo>
                    <a:pt x="4448120" y="2296442"/>
                  </a:lnTo>
                  <a:lnTo>
                    <a:pt x="4459268" y="2309707"/>
                  </a:lnTo>
                  <a:lnTo>
                    <a:pt x="4470416" y="2322861"/>
                  </a:lnTo>
                  <a:lnTo>
                    <a:pt x="4481564" y="2335836"/>
                  </a:lnTo>
                  <a:lnTo>
                    <a:pt x="4492713" y="2348633"/>
                  </a:lnTo>
                  <a:lnTo>
                    <a:pt x="4503861" y="2361258"/>
                  </a:lnTo>
                  <a:lnTo>
                    <a:pt x="4515009" y="2373699"/>
                  </a:lnTo>
                  <a:lnTo>
                    <a:pt x="4526157" y="2385871"/>
                  </a:lnTo>
                  <a:lnTo>
                    <a:pt x="4537305" y="2397784"/>
                  </a:lnTo>
                  <a:lnTo>
                    <a:pt x="4548453" y="2409461"/>
                  </a:lnTo>
                  <a:lnTo>
                    <a:pt x="4559602" y="2420891"/>
                  </a:lnTo>
                  <a:lnTo>
                    <a:pt x="4570750" y="2431982"/>
                  </a:lnTo>
                  <a:lnTo>
                    <a:pt x="4581898" y="2442744"/>
                  </a:lnTo>
                  <a:lnTo>
                    <a:pt x="4593046" y="2453219"/>
                  </a:lnTo>
                  <a:lnTo>
                    <a:pt x="4604194" y="2463400"/>
                  </a:lnTo>
                  <a:lnTo>
                    <a:pt x="4615342" y="2473191"/>
                  </a:lnTo>
                  <a:lnTo>
                    <a:pt x="4626491" y="2482602"/>
                  </a:lnTo>
                  <a:lnTo>
                    <a:pt x="4637639" y="2491690"/>
                  </a:lnTo>
                  <a:lnTo>
                    <a:pt x="4648787" y="2500452"/>
                  </a:lnTo>
                  <a:lnTo>
                    <a:pt x="4659935" y="2508797"/>
                  </a:lnTo>
                  <a:lnTo>
                    <a:pt x="4671083" y="2516728"/>
                  </a:lnTo>
                  <a:lnTo>
                    <a:pt x="4682231" y="2524319"/>
                  </a:lnTo>
                  <a:lnTo>
                    <a:pt x="4693380" y="2531571"/>
                  </a:lnTo>
                  <a:lnTo>
                    <a:pt x="4704528" y="2538401"/>
                  </a:lnTo>
                  <a:lnTo>
                    <a:pt x="4715676" y="2544805"/>
                  </a:lnTo>
                  <a:lnTo>
                    <a:pt x="4726824" y="2550871"/>
                  </a:lnTo>
                  <a:lnTo>
                    <a:pt x="4737972" y="2556602"/>
                  </a:lnTo>
                  <a:lnTo>
                    <a:pt x="4749120" y="2561931"/>
                  </a:lnTo>
                  <a:lnTo>
                    <a:pt x="4760269" y="2566846"/>
                  </a:lnTo>
                  <a:lnTo>
                    <a:pt x="4771417" y="2571443"/>
                  </a:lnTo>
                  <a:lnTo>
                    <a:pt x="4782565" y="2575728"/>
                  </a:lnTo>
                  <a:lnTo>
                    <a:pt x="4793713" y="2579653"/>
                  </a:lnTo>
                  <a:lnTo>
                    <a:pt x="4804861" y="2583200"/>
                  </a:lnTo>
                  <a:lnTo>
                    <a:pt x="4816009" y="2586468"/>
                  </a:lnTo>
                  <a:lnTo>
                    <a:pt x="4827158" y="2589467"/>
                  </a:lnTo>
                  <a:lnTo>
                    <a:pt x="4838306" y="2592166"/>
                  </a:lnTo>
                  <a:lnTo>
                    <a:pt x="4849454" y="2594547"/>
                  </a:lnTo>
                  <a:lnTo>
                    <a:pt x="4860602" y="2596706"/>
                  </a:lnTo>
                  <a:lnTo>
                    <a:pt x="4871750" y="2598653"/>
                  </a:lnTo>
                  <a:lnTo>
                    <a:pt x="4882899" y="2600375"/>
                  </a:lnTo>
                  <a:lnTo>
                    <a:pt x="4894047" y="2601860"/>
                  </a:lnTo>
                  <a:lnTo>
                    <a:pt x="4905195" y="2603191"/>
                  </a:lnTo>
                  <a:lnTo>
                    <a:pt x="4916343" y="2604380"/>
                  </a:lnTo>
                  <a:lnTo>
                    <a:pt x="4927491" y="2605427"/>
                  </a:lnTo>
                  <a:lnTo>
                    <a:pt x="4938639" y="2606332"/>
                  </a:lnTo>
                  <a:lnTo>
                    <a:pt x="4949788" y="2607157"/>
                  </a:lnTo>
                  <a:lnTo>
                    <a:pt x="4960936" y="2607914"/>
                  </a:lnTo>
                  <a:lnTo>
                    <a:pt x="4972084" y="2608613"/>
                  </a:lnTo>
                  <a:lnTo>
                    <a:pt x="4983232" y="2609271"/>
                  </a:lnTo>
                  <a:lnTo>
                    <a:pt x="4994380" y="2609920"/>
                  </a:lnTo>
                  <a:lnTo>
                    <a:pt x="5005528" y="2610573"/>
                  </a:lnTo>
                  <a:lnTo>
                    <a:pt x="5016677" y="2611242"/>
                  </a:lnTo>
                  <a:lnTo>
                    <a:pt x="5027825" y="2611963"/>
                  </a:lnTo>
                  <a:lnTo>
                    <a:pt x="5038973" y="2612739"/>
                  </a:lnTo>
                  <a:lnTo>
                    <a:pt x="5050121" y="2613577"/>
                  </a:lnTo>
                  <a:lnTo>
                    <a:pt x="5061269" y="2614492"/>
                  </a:lnTo>
                  <a:lnTo>
                    <a:pt x="5072417" y="2615533"/>
                  </a:lnTo>
                  <a:lnTo>
                    <a:pt x="5083566" y="2616674"/>
                  </a:lnTo>
                  <a:lnTo>
                    <a:pt x="5094714" y="2617920"/>
                  </a:lnTo>
                  <a:lnTo>
                    <a:pt x="5105862" y="2619279"/>
                  </a:lnTo>
                  <a:lnTo>
                    <a:pt x="5117010" y="2620811"/>
                  </a:lnTo>
                  <a:lnTo>
                    <a:pt x="5128158" y="2622467"/>
                  </a:lnTo>
                  <a:lnTo>
                    <a:pt x="5139306" y="2624248"/>
                  </a:lnTo>
                  <a:lnTo>
                    <a:pt x="5150455" y="2626154"/>
                  </a:lnTo>
                  <a:lnTo>
                    <a:pt x="5161603" y="2628247"/>
                  </a:lnTo>
                  <a:lnTo>
                    <a:pt x="5172751" y="2630463"/>
                  </a:lnTo>
                  <a:lnTo>
                    <a:pt x="5183899" y="2632800"/>
                  </a:lnTo>
                  <a:lnTo>
                    <a:pt x="5195047" y="2635256"/>
                  </a:lnTo>
                  <a:lnTo>
                    <a:pt x="5206195" y="2637872"/>
                  </a:lnTo>
                  <a:lnTo>
                    <a:pt x="5217344" y="2640594"/>
                  </a:lnTo>
                  <a:lnTo>
                    <a:pt x="5228492" y="2643412"/>
                  </a:lnTo>
                  <a:lnTo>
                    <a:pt x="5239640" y="2646319"/>
                  </a:lnTo>
                  <a:lnTo>
                    <a:pt x="5250788" y="2649339"/>
                  </a:lnTo>
                  <a:lnTo>
                    <a:pt x="5261936" y="2652427"/>
                  </a:lnTo>
                  <a:lnTo>
                    <a:pt x="5273085" y="2655571"/>
                  </a:lnTo>
                  <a:lnTo>
                    <a:pt x="5284233" y="2658764"/>
                  </a:lnTo>
                  <a:lnTo>
                    <a:pt x="5295381" y="2662006"/>
                  </a:lnTo>
                  <a:lnTo>
                    <a:pt x="5306529" y="2665268"/>
                  </a:lnTo>
                  <a:lnTo>
                    <a:pt x="5317677" y="2668541"/>
                  </a:lnTo>
                  <a:lnTo>
                    <a:pt x="5328825" y="2671815"/>
                  </a:lnTo>
                  <a:lnTo>
                    <a:pt x="5339974" y="2675074"/>
                  </a:lnTo>
                  <a:lnTo>
                    <a:pt x="5351122" y="2678304"/>
                  </a:lnTo>
                  <a:lnTo>
                    <a:pt x="5362270" y="2681499"/>
                  </a:lnTo>
                  <a:lnTo>
                    <a:pt x="5373418" y="2684653"/>
                  </a:lnTo>
                  <a:lnTo>
                    <a:pt x="5384566" y="2687736"/>
                  </a:lnTo>
                  <a:lnTo>
                    <a:pt x="5395714" y="2690746"/>
                  </a:lnTo>
                  <a:lnTo>
                    <a:pt x="5406863" y="2693687"/>
                  </a:lnTo>
                  <a:lnTo>
                    <a:pt x="5418011" y="2696554"/>
                  </a:lnTo>
                  <a:lnTo>
                    <a:pt x="5429159" y="2699311"/>
                  </a:lnTo>
                  <a:lnTo>
                    <a:pt x="5440307" y="2701967"/>
                  </a:lnTo>
                  <a:lnTo>
                    <a:pt x="5451455" y="2704532"/>
                  </a:lnTo>
                  <a:lnTo>
                    <a:pt x="5462603" y="2707003"/>
                  </a:lnTo>
                  <a:lnTo>
                    <a:pt x="5473752" y="2709349"/>
                  </a:lnTo>
                  <a:lnTo>
                    <a:pt x="5484900" y="2711580"/>
                  </a:lnTo>
                  <a:lnTo>
                    <a:pt x="5496048" y="2713715"/>
                  </a:lnTo>
                  <a:lnTo>
                    <a:pt x="5507196" y="2715753"/>
                  </a:lnTo>
                  <a:lnTo>
                    <a:pt x="5518344" y="2717670"/>
                  </a:lnTo>
                  <a:lnTo>
                    <a:pt x="5529492" y="2719477"/>
                  </a:lnTo>
                  <a:lnTo>
                    <a:pt x="5540641" y="2721196"/>
                  </a:lnTo>
                  <a:lnTo>
                    <a:pt x="5551789" y="2722829"/>
                  </a:lnTo>
                  <a:lnTo>
                    <a:pt x="5562937" y="2724360"/>
                  </a:lnTo>
                  <a:lnTo>
                    <a:pt x="5574085" y="2725800"/>
                  </a:lnTo>
                  <a:lnTo>
                    <a:pt x="5585233" y="2727171"/>
                  </a:lnTo>
                  <a:lnTo>
                    <a:pt x="5596381" y="2728477"/>
                  </a:lnTo>
                  <a:lnTo>
                    <a:pt x="5607530" y="2729710"/>
                  </a:lnTo>
                  <a:lnTo>
                    <a:pt x="5618678" y="2730878"/>
                  </a:lnTo>
                  <a:lnTo>
                    <a:pt x="5629826" y="2732002"/>
                  </a:lnTo>
                  <a:lnTo>
                    <a:pt x="5640974" y="2733084"/>
                  </a:lnTo>
                  <a:lnTo>
                    <a:pt x="5652122" y="2734123"/>
                  </a:lnTo>
                  <a:lnTo>
                    <a:pt x="5663270" y="2735128"/>
                  </a:lnTo>
                  <a:lnTo>
                    <a:pt x="5674419" y="2736111"/>
                  </a:lnTo>
                  <a:lnTo>
                    <a:pt x="5685567" y="2737076"/>
                  </a:lnTo>
                  <a:lnTo>
                    <a:pt x="5696715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554623" y="2778582"/>
              <a:ext cx="5696715" cy="2769043"/>
            </a:xfrm>
            <a:custGeom>
              <a:avLst/>
              <a:pathLst>
                <a:path w="5696715" h="2769043">
                  <a:moveTo>
                    <a:pt x="0" y="2670024"/>
                  </a:moveTo>
                  <a:lnTo>
                    <a:pt x="11148" y="2663950"/>
                  </a:lnTo>
                  <a:lnTo>
                    <a:pt x="22296" y="2657656"/>
                  </a:lnTo>
                  <a:lnTo>
                    <a:pt x="33444" y="2651092"/>
                  </a:lnTo>
                  <a:lnTo>
                    <a:pt x="44592" y="2644261"/>
                  </a:lnTo>
                  <a:lnTo>
                    <a:pt x="55740" y="2637214"/>
                  </a:lnTo>
                  <a:lnTo>
                    <a:pt x="66889" y="2629954"/>
                  </a:lnTo>
                  <a:lnTo>
                    <a:pt x="78037" y="2622464"/>
                  </a:lnTo>
                  <a:lnTo>
                    <a:pt x="89185" y="2614703"/>
                  </a:lnTo>
                  <a:lnTo>
                    <a:pt x="100333" y="2606748"/>
                  </a:lnTo>
                  <a:lnTo>
                    <a:pt x="111481" y="2598605"/>
                  </a:lnTo>
                  <a:lnTo>
                    <a:pt x="122629" y="2590282"/>
                  </a:lnTo>
                  <a:lnTo>
                    <a:pt x="133778" y="2581723"/>
                  </a:lnTo>
                  <a:lnTo>
                    <a:pt x="144926" y="2573006"/>
                  </a:lnTo>
                  <a:lnTo>
                    <a:pt x="156074" y="2564148"/>
                  </a:lnTo>
                  <a:lnTo>
                    <a:pt x="167222" y="2555158"/>
                  </a:lnTo>
                  <a:lnTo>
                    <a:pt x="178370" y="2546021"/>
                  </a:lnTo>
                  <a:lnTo>
                    <a:pt x="189518" y="2536773"/>
                  </a:lnTo>
                  <a:lnTo>
                    <a:pt x="200667" y="2527445"/>
                  </a:lnTo>
                  <a:lnTo>
                    <a:pt x="211815" y="2518051"/>
                  </a:lnTo>
                  <a:lnTo>
                    <a:pt x="222963" y="2508598"/>
                  </a:lnTo>
                  <a:lnTo>
                    <a:pt x="234111" y="2499110"/>
                  </a:lnTo>
                  <a:lnTo>
                    <a:pt x="245259" y="2489615"/>
                  </a:lnTo>
                  <a:lnTo>
                    <a:pt x="256407" y="2480125"/>
                  </a:lnTo>
                  <a:lnTo>
                    <a:pt x="267556" y="2470655"/>
                  </a:lnTo>
                  <a:lnTo>
                    <a:pt x="278704" y="2461245"/>
                  </a:lnTo>
                  <a:lnTo>
                    <a:pt x="289852" y="2451897"/>
                  </a:lnTo>
                  <a:lnTo>
                    <a:pt x="301000" y="2442623"/>
                  </a:lnTo>
                  <a:lnTo>
                    <a:pt x="312148" y="2433434"/>
                  </a:lnTo>
                  <a:lnTo>
                    <a:pt x="323296" y="2424380"/>
                  </a:lnTo>
                  <a:lnTo>
                    <a:pt x="334445" y="2415452"/>
                  </a:lnTo>
                  <a:lnTo>
                    <a:pt x="345593" y="2406649"/>
                  </a:lnTo>
                  <a:lnTo>
                    <a:pt x="356741" y="2397975"/>
                  </a:lnTo>
                  <a:lnTo>
                    <a:pt x="367889" y="2389467"/>
                  </a:lnTo>
                  <a:lnTo>
                    <a:pt x="379037" y="2381132"/>
                  </a:lnTo>
                  <a:lnTo>
                    <a:pt x="390185" y="2372941"/>
                  </a:lnTo>
                  <a:lnTo>
                    <a:pt x="401334" y="2364891"/>
                  </a:lnTo>
                  <a:lnTo>
                    <a:pt x="412482" y="2356993"/>
                  </a:lnTo>
                  <a:lnTo>
                    <a:pt x="423630" y="2349275"/>
                  </a:lnTo>
                  <a:lnTo>
                    <a:pt x="434778" y="2341679"/>
                  </a:lnTo>
                  <a:lnTo>
                    <a:pt x="445926" y="2334196"/>
                  </a:lnTo>
                  <a:lnTo>
                    <a:pt x="457075" y="2326818"/>
                  </a:lnTo>
                  <a:lnTo>
                    <a:pt x="468223" y="2319560"/>
                  </a:lnTo>
                  <a:lnTo>
                    <a:pt x="479371" y="2312365"/>
                  </a:lnTo>
                  <a:lnTo>
                    <a:pt x="490519" y="2305215"/>
                  </a:lnTo>
                  <a:lnTo>
                    <a:pt x="501667" y="2298094"/>
                  </a:lnTo>
                  <a:lnTo>
                    <a:pt x="512815" y="2290975"/>
                  </a:lnTo>
                  <a:lnTo>
                    <a:pt x="523964" y="2283821"/>
                  </a:lnTo>
                  <a:lnTo>
                    <a:pt x="535112" y="2276608"/>
                  </a:lnTo>
                  <a:lnTo>
                    <a:pt x="546260" y="2269315"/>
                  </a:lnTo>
                  <a:lnTo>
                    <a:pt x="557408" y="2261901"/>
                  </a:lnTo>
                  <a:lnTo>
                    <a:pt x="568556" y="2254297"/>
                  </a:lnTo>
                  <a:lnTo>
                    <a:pt x="579704" y="2246511"/>
                  </a:lnTo>
                  <a:lnTo>
                    <a:pt x="590853" y="2238520"/>
                  </a:lnTo>
                  <a:lnTo>
                    <a:pt x="602001" y="2230295"/>
                  </a:lnTo>
                  <a:lnTo>
                    <a:pt x="613149" y="2221688"/>
                  </a:lnTo>
                  <a:lnTo>
                    <a:pt x="624297" y="2212771"/>
                  </a:lnTo>
                  <a:lnTo>
                    <a:pt x="635445" y="2203522"/>
                  </a:lnTo>
                  <a:lnTo>
                    <a:pt x="646593" y="2193920"/>
                  </a:lnTo>
                  <a:lnTo>
                    <a:pt x="657742" y="2183806"/>
                  </a:lnTo>
                  <a:lnTo>
                    <a:pt x="668890" y="2173226"/>
                  </a:lnTo>
                  <a:lnTo>
                    <a:pt x="680038" y="2162206"/>
                  </a:lnTo>
                  <a:lnTo>
                    <a:pt x="691186" y="2150727"/>
                  </a:lnTo>
                  <a:lnTo>
                    <a:pt x="702334" y="2138672"/>
                  </a:lnTo>
                  <a:lnTo>
                    <a:pt x="713482" y="2125996"/>
                  </a:lnTo>
                  <a:lnTo>
                    <a:pt x="724631" y="2112801"/>
                  </a:lnTo>
                  <a:lnTo>
                    <a:pt x="735779" y="2099078"/>
                  </a:lnTo>
                  <a:lnTo>
                    <a:pt x="746927" y="2084774"/>
                  </a:lnTo>
                  <a:lnTo>
                    <a:pt x="758075" y="2069722"/>
                  </a:lnTo>
                  <a:lnTo>
                    <a:pt x="769223" y="2054115"/>
                  </a:lnTo>
                  <a:lnTo>
                    <a:pt x="780371" y="2037952"/>
                  </a:lnTo>
                  <a:lnTo>
                    <a:pt x="791520" y="2021231"/>
                  </a:lnTo>
                  <a:lnTo>
                    <a:pt x="802668" y="2003741"/>
                  </a:lnTo>
                  <a:lnTo>
                    <a:pt x="813816" y="1985677"/>
                  </a:lnTo>
                  <a:lnTo>
                    <a:pt x="824964" y="1967075"/>
                  </a:lnTo>
                  <a:lnTo>
                    <a:pt x="836112" y="1947942"/>
                  </a:lnTo>
                  <a:lnTo>
                    <a:pt x="847261" y="1928155"/>
                  </a:lnTo>
                  <a:lnTo>
                    <a:pt x="858409" y="1907784"/>
                  </a:lnTo>
                  <a:lnTo>
                    <a:pt x="869557" y="1886934"/>
                  </a:lnTo>
                  <a:lnTo>
                    <a:pt x="880705" y="1865619"/>
                  </a:lnTo>
                  <a:lnTo>
                    <a:pt x="891853" y="1843797"/>
                  </a:lnTo>
                  <a:lnTo>
                    <a:pt x="903001" y="1821435"/>
                  </a:lnTo>
                  <a:lnTo>
                    <a:pt x="914150" y="1798684"/>
                  </a:lnTo>
                  <a:lnTo>
                    <a:pt x="925298" y="1775563"/>
                  </a:lnTo>
                  <a:lnTo>
                    <a:pt x="936446" y="1752087"/>
                  </a:lnTo>
                  <a:lnTo>
                    <a:pt x="947594" y="1728161"/>
                  </a:lnTo>
                  <a:lnTo>
                    <a:pt x="958742" y="1703953"/>
                  </a:lnTo>
                  <a:lnTo>
                    <a:pt x="969890" y="1679483"/>
                  </a:lnTo>
                  <a:lnTo>
                    <a:pt x="981039" y="1654769"/>
                  </a:lnTo>
                  <a:lnTo>
                    <a:pt x="992187" y="1629773"/>
                  </a:lnTo>
                  <a:lnTo>
                    <a:pt x="1003335" y="1604575"/>
                  </a:lnTo>
                  <a:lnTo>
                    <a:pt x="1014483" y="1579215"/>
                  </a:lnTo>
                  <a:lnTo>
                    <a:pt x="1025631" y="1553711"/>
                  </a:lnTo>
                  <a:lnTo>
                    <a:pt x="1036779" y="1528058"/>
                  </a:lnTo>
                  <a:lnTo>
                    <a:pt x="1047928" y="1502280"/>
                  </a:lnTo>
                  <a:lnTo>
                    <a:pt x="1059076" y="1476420"/>
                  </a:lnTo>
                  <a:lnTo>
                    <a:pt x="1070224" y="1450488"/>
                  </a:lnTo>
                  <a:lnTo>
                    <a:pt x="1081372" y="1424490"/>
                  </a:lnTo>
                  <a:lnTo>
                    <a:pt x="1092520" y="1398427"/>
                  </a:lnTo>
                  <a:lnTo>
                    <a:pt x="1103668" y="1372326"/>
                  </a:lnTo>
                  <a:lnTo>
                    <a:pt x="1114817" y="1346191"/>
                  </a:lnTo>
                  <a:lnTo>
                    <a:pt x="1125965" y="1320025"/>
                  </a:lnTo>
                  <a:lnTo>
                    <a:pt x="1137113" y="1293821"/>
                  </a:lnTo>
                  <a:lnTo>
                    <a:pt x="1148261" y="1267589"/>
                  </a:lnTo>
                  <a:lnTo>
                    <a:pt x="1159409" y="1241327"/>
                  </a:lnTo>
                  <a:lnTo>
                    <a:pt x="1170557" y="1215034"/>
                  </a:lnTo>
                  <a:lnTo>
                    <a:pt x="1181706" y="1188698"/>
                  </a:lnTo>
                  <a:lnTo>
                    <a:pt x="1192854" y="1162315"/>
                  </a:lnTo>
                  <a:lnTo>
                    <a:pt x="1204002" y="1135887"/>
                  </a:lnTo>
                  <a:lnTo>
                    <a:pt x="1215150" y="1109410"/>
                  </a:lnTo>
                  <a:lnTo>
                    <a:pt x="1226298" y="1082874"/>
                  </a:lnTo>
                  <a:lnTo>
                    <a:pt x="1237447" y="1056262"/>
                  </a:lnTo>
                  <a:lnTo>
                    <a:pt x="1248595" y="1029590"/>
                  </a:lnTo>
                  <a:lnTo>
                    <a:pt x="1259743" y="1002857"/>
                  </a:lnTo>
                  <a:lnTo>
                    <a:pt x="1270891" y="976063"/>
                  </a:lnTo>
                  <a:lnTo>
                    <a:pt x="1282039" y="949186"/>
                  </a:lnTo>
                  <a:lnTo>
                    <a:pt x="1293187" y="922258"/>
                  </a:lnTo>
                  <a:lnTo>
                    <a:pt x="1304336" y="895288"/>
                  </a:lnTo>
                  <a:lnTo>
                    <a:pt x="1315484" y="868283"/>
                  </a:lnTo>
                  <a:lnTo>
                    <a:pt x="1326632" y="841252"/>
                  </a:lnTo>
                  <a:lnTo>
                    <a:pt x="1337780" y="814229"/>
                  </a:lnTo>
                  <a:lnTo>
                    <a:pt x="1348928" y="787231"/>
                  </a:lnTo>
                  <a:lnTo>
                    <a:pt x="1360076" y="760280"/>
                  </a:lnTo>
                  <a:lnTo>
                    <a:pt x="1371225" y="733417"/>
                  </a:lnTo>
                  <a:lnTo>
                    <a:pt x="1382373" y="706700"/>
                  </a:lnTo>
                  <a:lnTo>
                    <a:pt x="1393521" y="680142"/>
                  </a:lnTo>
                  <a:lnTo>
                    <a:pt x="1404669" y="653772"/>
                  </a:lnTo>
                  <a:lnTo>
                    <a:pt x="1415817" y="627640"/>
                  </a:lnTo>
                  <a:lnTo>
                    <a:pt x="1426965" y="601900"/>
                  </a:lnTo>
                  <a:lnTo>
                    <a:pt x="1438114" y="576506"/>
                  </a:lnTo>
                  <a:lnTo>
                    <a:pt x="1449262" y="551496"/>
                  </a:lnTo>
                  <a:lnTo>
                    <a:pt x="1460410" y="526911"/>
                  </a:lnTo>
                  <a:lnTo>
                    <a:pt x="1471558" y="502999"/>
                  </a:lnTo>
                  <a:lnTo>
                    <a:pt x="1482706" y="479688"/>
                  </a:lnTo>
                  <a:lnTo>
                    <a:pt x="1493854" y="456985"/>
                  </a:lnTo>
                  <a:lnTo>
                    <a:pt x="1505003" y="434932"/>
                  </a:lnTo>
                  <a:lnTo>
                    <a:pt x="1516151" y="413762"/>
                  </a:lnTo>
                  <a:lnTo>
                    <a:pt x="1527299" y="393515"/>
                  </a:lnTo>
                  <a:lnTo>
                    <a:pt x="1538447" y="374092"/>
                  </a:lnTo>
                  <a:lnTo>
                    <a:pt x="1549595" y="355527"/>
                  </a:lnTo>
                  <a:lnTo>
                    <a:pt x="1560743" y="337971"/>
                  </a:lnTo>
                  <a:lnTo>
                    <a:pt x="1571892" y="321664"/>
                  </a:lnTo>
                  <a:lnTo>
                    <a:pt x="1583040" y="306345"/>
                  </a:lnTo>
                  <a:lnTo>
                    <a:pt x="1594188" y="292034"/>
                  </a:lnTo>
                  <a:lnTo>
                    <a:pt x="1605336" y="278749"/>
                  </a:lnTo>
                  <a:lnTo>
                    <a:pt x="1616484" y="266970"/>
                  </a:lnTo>
                  <a:lnTo>
                    <a:pt x="1627633" y="256257"/>
                  </a:lnTo>
                  <a:lnTo>
                    <a:pt x="1638781" y="246605"/>
                  </a:lnTo>
                  <a:lnTo>
                    <a:pt x="1649929" y="238015"/>
                  </a:lnTo>
                  <a:lnTo>
                    <a:pt x="1661077" y="230797"/>
                  </a:lnTo>
                  <a:lnTo>
                    <a:pt x="1672225" y="224737"/>
                  </a:lnTo>
                  <a:lnTo>
                    <a:pt x="1683373" y="219677"/>
                  </a:lnTo>
                  <a:lnTo>
                    <a:pt x="1694522" y="215592"/>
                  </a:lnTo>
                  <a:lnTo>
                    <a:pt x="1705670" y="212616"/>
                  </a:lnTo>
                  <a:lnTo>
                    <a:pt x="1716818" y="210742"/>
                  </a:lnTo>
                  <a:lnTo>
                    <a:pt x="1727966" y="209687"/>
                  </a:lnTo>
                  <a:lnTo>
                    <a:pt x="1739114" y="209406"/>
                  </a:lnTo>
                  <a:lnTo>
                    <a:pt x="1750262" y="209888"/>
                  </a:lnTo>
                  <a:lnTo>
                    <a:pt x="1761411" y="211243"/>
                  </a:lnTo>
                  <a:lnTo>
                    <a:pt x="1772559" y="213138"/>
                  </a:lnTo>
                  <a:lnTo>
                    <a:pt x="1783707" y="215513"/>
                  </a:lnTo>
                  <a:lnTo>
                    <a:pt x="1794855" y="218310"/>
                  </a:lnTo>
                  <a:lnTo>
                    <a:pt x="1806003" y="221543"/>
                  </a:lnTo>
                  <a:lnTo>
                    <a:pt x="1817151" y="224999"/>
                  </a:lnTo>
                  <a:lnTo>
                    <a:pt x="1828300" y="228590"/>
                  </a:lnTo>
                  <a:lnTo>
                    <a:pt x="1839448" y="232254"/>
                  </a:lnTo>
                  <a:lnTo>
                    <a:pt x="1850596" y="235895"/>
                  </a:lnTo>
                  <a:lnTo>
                    <a:pt x="1861744" y="239384"/>
                  </a:lnTo>
                  <a:lnTo>
                    <a:pt x="1872892" y="242664"/>
                  </a:lnTo>
                  <a:lnTo>
                    <a:pt x="1884040" y="245679"/>
                  </a:lnTo>
                  <a:lnTo>
                    <a:pt x="1895189" y="248323"/>
                  </a:lnTo>
                  <a:lnTo>
                    <a:pt x="1906337" y="250406"/>
                  </a:lnTo>
                  <a:lnTo>
                    <a:pt x="1917485" y="251990"/>
                  </a:lnTo>
                  <a:lnTo>
                    <a:pt x="1928633" y="253035"/>
                  </a:lnTo>
                  <a:lnTo>
                    <a:pt x="1939781" y="253499"/>
                  </a:lnTo>
                  <a:lnTo>
                    <a:pt x="1950929" y="253050"/>
                  </a:lnTo>
                  <a:lnTo>
                    <a:pt x="1962078" y="251906"/>
                  </a:lnTo>
                  <a:lnTo>
                    <a:pt x="1973226" y="250053"/>
                  </a:lnTo>
                  <a:lnTo>
                    <a:pt x="1984374" y="247476"/>
                  </a:lnTo>
                  <a:lnTo>
                    <a:pt x="1995522" y="243934"/>
                  </a:lnTo>
                  <a:lnTo>
                    <a:pt x="2006670" y="239540"/>
                  </a:lnTo>
                  <a:lnTo>
                    <a:pt x="2017818" y="234405"/>
                  </a:lnTo>
                  <a:lnTo>
                    <a:pt x="2028967" y="228536"/>
                  </a:lnTo>
                  <a:lnTo>
                    <a:pt x="2040115" y="221827"/>
                  </a:lnTo>
                  <a:lnTo>
                    <a:pt x="2051263" y="214261"/>
                  </a:lnTo>
                  <a:lnTo>
                    <a:pt x="2062411" y="206059"/>
                  </a:lnTo>
                  <a:lnTo>
                    <a:pt x="2073559" y="197255"/>
                  </a:lnTo>
                  <a:lnTo>
                    <a:pt x="2084708" y="187860"/>
                  </a:lnTo>
                  <a:lnTo>
                    <a:pt x="2095856" y="177789"/>
                  </a:lnTo>
                  <a:lnTo>
                    <a:pt x="2107004" y="167313"/>
                  </a:lnTo>
                  <a:lnTo>
                    <a:pt x="2118152" y="156486"/>
                  </a:lnTo>
                  <a:lnTo>
                    <a:pt x="2129300" y="145363"/>
                  </a:lnTo>
                  <a:lnTo>
                    <a:pt x="2140448" y="133968"/>
                  </a:lnTo>
                  <a:lnTo>
                    <a:pt x="2151597" y="122476"/>
                  </a:lnTo>
                  <a:lnTo>
                    <a:pt x="2162745" y="110968"/>
                  </a:lnTo>
                  <a:lnTo>
                    <a:pt x="2173893" y="99509"/>
                  </a:lnTo>
                  <a:lnTo>
                    <a:pt x="2185041" y="88226"/>
                  </a:lnTo>
                  <a:lnTo>
                    <a:pt x="2196189" y="77259"/>
                  </a:lnTo>
                  <a:lnTo>
                    <a:pt x="2207337" y="66644"/>
                  </a:lnTo>
                  <a:lnTo>
                    <a:pt x="2218486" y="56448"/>
                  </a:lnTo>
                  <a:lnTo>
                    <a:pt x="2229634" y="46800"/>
                  </a:lnTo>
                  <a:lnTo>
                    <a:pt x="2240782" y="37961"/>
                  </a:lnTo>
                  <a:lnTo>
                    <a:pt x="2251930" y="29823"/>
                  </a:lnTo>
                  <a:lnTo>
                    <a:pt x="2263078" y="22442"/>
                  </a:lnTo>
                  <a:lnTo>
                    <a:pt x="2274226" y="15874"/>
                  </a:lnTo>
                  <a:lnTo>
                    <a:pt x="2285375" y="10583"/>
                  </a:lnTo>
                  <a:lnTo>
                    <a:pt x="2296523" y="6289"/>
                  </a:lnTo>
                  <a:lnTo>
                    <a:pt x="2307671" y="3014"/>
                  </a:lnTo>
                  <a:lnTo>
                    <a:pt x="2318819" y="794"/>
                  </a:lnTo>
                  <a:lnTo>
                    <a:pt x="2329967" y="0"/>
                  </a:lnTo>
                  <a:lnTo>
                    <a:pt x="2341115" y="517"/>
                  </a:lnTo>
                  <a:lnTo>
                    <a:pt x="2352264" y="2203"/>
                  </a:lnTo>
                  <a:lnTo>
                    <a:pt x="2363412" y="5070"/>
                  </a:lnTo>
                  <a:lnTo>
                    <a:pt x="2374560" y="9329"/>
                  </a:lnTo>
                  <a:lnTo>
                    <a:pt x="2385708" y="15109"/>
                  </a:lnTo>
                  <a:lnTo>
                    <a:pt x="2396856" y="22077"/>
                  </a:lnTo>
                  <a:lnTo>
                    <a:pt x="2408004" y="30225"/>
                  </a:lnTo>
                  <a:lnTo>
                    <a:pt x="2419153" y="39585"/>
                  </a:lnTo>
                  <a:lnTo>
                    <a:pt x="2430301" y="50525"/>
                  </a:lnTo>
                  <a:lnTo>
                    <a:pt x="2441449" y="62552"/>
                  </a:lnTo>
                  <a:lnTo>
                    <a:pt x="2452597" y="75635"/>
                  </a:lnTo>
                  <a:lnTo>
                    <a:pt x="2463745" y="89742"/>
                  </a:lnTo>
                  <a:lnTo>
                    <a:pt x="2474894" y="105153"/>
                  </a:lnTo>
                  <a:lnTo>
                    <a:pt x="2486042" y="121530"/>
                  </a:lnTo>
                  <a:lnTo>
                    <a:pt x="2497190" y="138747"/>
                  </a:lnTo>
                  <a:lnTo>
                    <a:pt x="2508338" y="156756"/>
                  </a:lnTo>
                  <a:lnTo>
                    <a:pt x="2519486" y="175653"/>
                  </a:lnTo>
                  <a:lnTo>
                    <a:pt x="2530634" y="195319"/>
                  </a:lnTo>
                  <a:lnTo>
                    <a:pt x="2541783" y="215548"/>
                  </a:lnTo>
                  <a:lnTo>
                    <a:pt x="2552931" y="236287"/>
                  </a:lnTo>
                  <a:lnTo>
                    <a:pt x="2564079" y="257517"/>
                  </a:lnTo>
                  <a:lnTo>
                    <a:pt x="2575227" y="279219"/>
                  </a:lnTo>
                  <a:lnTo>
                    <a:pt x="2586375" y="301189"/>
                  </a:lnTo>
                  <a:lnTo>
                    <a:pt x="2597523" y="323375"/>
                  </a:lnTo>
                  <a:lnTo>
                    <a:pt x="2608672" y="345726"/>
                  </a:lnTo>
                  <a:lnTo>
                    <a:pt x="2619820" y="368190"/>
                  </a:lnTo>
                  <a:lnTo>
                    <a:pt x="2630968" y="390649"/>
                  </a:lnTo>
                  <a:lnTo>
                    <a:pt x="2642116" y="413059"/>
                  </a:lnTo>
                  <a:lnTo>
                    <a:pt x="2653264" y="435377"/>
                  </a:lnTo>
                  <a:lnTo>
                    <a:pt x="2664412" y="457497"/>
                  </a:lnTo>
                  <a:lnTo>
                    <a:pt x="2675561" y="479367"/>
                  </a:lnTo>
                  <a:lnTo>
                    <a:pt x="2686709" y="500979"/>
                  </a:lnTo>
                  <a:lnTo>
                    <a:pt x="2697857" y="522304"/>
                  </a:lnTo>
                  <a:lnTo>
                    <a:pt x="2709005" y="543254"/>
                  </a:lnTo>
                  <a:lnTo>
                    <a:pt x="2720153" y="563742"/>
                  </a:lnTo>
                  <a:lnTo>
                    <a:pt x="2731301" y="583842"/>
                  </a:lnTo>
                  <a:lnTo>
                    <a:pt x="2742450" y="603540"/>
                  </a:lnTo>
                  <a:lnTo>
                    <a:pt x="2753598" y="622809"/>
                  </a:lnTo>
                  <a:lnTo>
                    <a:pt x="2764746" y="641478"/>
                  </a:lnTo>
                  <a:lnTo>
                    <a:pt x="2775894" y="659715"/>
                  </a:lnTo>
                  <a:lnTo>
                    <a:pt x="2787042" y="677523"/>
                  </a:lnTo>
                  <a:lnTo>
                    <a:pt x="2798190" y="694904"/>
                  </a:lnTo>
                  <a:lnTo>
                    <a:pt x="2809339" y="711726"/>
                  </a:lnTo>
                  <a:lnTo>
                    <a:pt x="2820487" y="728117"/>
                  </a:lnTo>
                  <a:lnTo>
                    <a:pt x="2831635" y="744129"/>
                  </a:lnTo>
                  <a:lnTo>
                    <a:pt x="2842783" y="759778"/>
                  </a:lnTo>
                  <a:lnTo>
                    <a:pt x="2853931" y="775017"/>
                  </a:lnTo>
                  <a:lnTo>
                    <a:pt x="2865080" y="789891"/>
                  </a:lnTo>
                  <a:lnTo>
                    <a:pt x="2876228" y="804497"/>
                  </a:lnTo>
                  <a:lnTo>
                    <a:pt x="2887376" y="818860"/>
                  </a:lnTo>
                  <a:lnTo>
                    <a:pt x="2898524" y="832988"/>
                  </a:lnTo>
                  <a:lnTo>
                    <a:pt x="2909672" y="846890"/>
                  </a:lnTo>
                  <a:lnTo>
                    <a:pt x="2920820" y="860666"/>
                  </a:lnTo>
                  <a:lnTo>
                    <a:pt x="2931969" y="874342"/>
                  </a:lnTo>
                  <a:lnTo>
                    <a:pt x="2943117" y="887945"/>
                  </a:lnTo>
                  <a:lnTo>
                    <a:pt x="2954265" y="901506"/>
                  </a:lnTo>
                  <a:lnTo>
                    <a:pt x="2965413" y="915080"/>
                  </a:lnTo>
                  <a:lnTo>
                    <a:pt x="2976561" y="928690"/>
                  </a:lnTo>
                  <a:lnTo>
                    <a:pt x="2987709" y="942358"/>
                  </a:lnTo>
                  <a:lnTo>
                    <a:pt x="2998858" y="956138"/>
                  </a:lnTo>
                  <a:lnTo>
                    <a:pt x="3010006" y="970055"/>
                  </a:lnTo>
                  <a:lnTo>
                    <a:pt x="3021154" y="984109"/>
                  </a:lnTo>
                  <a:lnTo>
                    <a:pt x="3032302" y="998311"/>
                  </a:lnTo>
                  <a:lnTo>
                    <a:pt x="3043450" y="1012702"/>
                  </a:lnTo>
                  <a:lnTo>
                    <a:pt x="3054598" y="1027319"/>
                  </a:lnTo>
                  <a:lnTo>
                    <a:pt x="3065747" y="1042119"/>
                  </a:lnTo>
                  <a:lnTo>
                    <a:pt x="3076895" y="1057105"/>
                  </a:lnTo>
                  <a:lnTo>
                    <a:pt x="3088043" y="1072281"/>
                  </a:lnTo>
                  <a:lnTo>
                    <a:pt x="3099191" y="1087715"/>
                  </a:lnTo>
                  <a:lnTo>
                    <a:pt x="3110339" y="1103322"/>
                  </a:lnTo>
                  <a:lnTo>
                    <a:pt x="3121487" y="1119095"/>
                  </a:lnTo>
                  <a:lnTo>
                    <a:pt x="3132636" y="1135025"/>
                  </a:lnTo>
                  <a:lnTo>
                    <a:pt x="3143784" y="1151145"/>
                  </a:lnTo>
                  <a:lnTo>
                    <a:pt x="3154932" y="1167398"/>
                  </a:lnTo>
                  <a:lnTo>
                    <a:pt x="3166080" y="1183757"/>
                  </a:lnTo>
                  <a:lnTo>
                    <a:pt x="3177228" y="1200207"/>
                  </a:lnTo>
                  <a:lnTo>
                    <a:pt x="3188376" y="1216745"/>
                  </a:lnTo>
                  <a:lnTo>
                    <a:pt x="3199525" y="1233342"/>
                  </a:lnTo>
                  <a:lnTo>
                    <a:pt x="3210673" y="1249966"/>
                  </a:lnTo>
                  <a:lnTo>
                    <a:pt x="3221821" y="1266604"/>
                  </a:lnTo>
                  <a:lnTo>
                    <a:pt x="3232969" y="1283239"/>
                  </a:lnTo>
                  <a:lnTo>
                    <a:pt x="3244117" y="1299842"/>
                  </a:lnTo>
                  <a:lnTo>
                    <a:pt x="3255266" y="1316403"/>
                  </a:lnTo>
                  <a:lnTo>
                    <a:pt x="3266414" y="1332912"/>
                  </a:lnTo>
                  <a:lnTo>
                    <a:pt x="3277562" y="1349360"/>
                  </a:lnTo>
                  <a:lnTo>
                    <a:pt x="3288710" y="1365706"/>
                  </a:lnTo>
                  <a:lnTo>
                    <a:pt x="3299858" y="1381966"/>
                  </a:lnTo>
                  <a:lnTo>
                    <a:pt x="3311006" y="1398141"/>
                  </a:lnTo>
                  <a:lnTo>
                    <a:pt x="3322155" y="1414229"/>
                  </a:lnTo>
                  <a:lnTo>
                    <a:pt x="3333303" y="1430206"/>
                  </a:lnTo>
                  <a:lnTo>
                    <a:pt x="3344451" y="1446085"/>
                  </a:lnTo>
                  <a:lnTo>
                    <a:pt x="3355599" y="1461885"/>
                  </a:lnTo>
                  <a:lnTo>
                    <a:pt x="3366747" y="1477611"/>
                  </a:lnTo>
                  <a:lnTo>
                    <a:pt x="3377895" y="1493262"/>
                  </a:lnTo>
                  <a:lnTo>
                    <a:pt x="3389044" y="1508846"/>
                  </a:lnTo>
                  <a:lnTo>
                    <a:pt x="3400192" y="1524393"/>
                  </a:lnTo>
                  <a:lnTo>
                    <a:pt x="3411340" y="1539912"/>
                  </a:lnTo>
                  <a:lnTo>
                    <a:pt x="3422488" y="1555413"/>
                  </a:lnTo>
                  <a:lnTo>
                    <a:pt x="3433636" y="1570918"/>
                  </a:lnTo>
                  <a:lnTo>
                    <a:pt x="3444784" y="1586445"/>
                  </a:lnTo>
                  <a:lnTo>
                    <a:pt x="3455933" y="1602005"/>
                  </a:lnTo>
                  <a:lnTo>
                    <a:pt x="3467081" y="1617608"/>
                  </a:lnTo>
                  <a:lnTo>
                    <a:pt x="3478229" y="1633293"/>
                  </a:lnTo>
                  <a:lnTo>
                    <a:pt x="3489377" y="1649062"/>
                  </a:lnTo>
                  <a:lnTo>
                    <a:pt x="3500525" y="1664919"/>
                  </a:lnTo>
                  <a:lnTo>
                    <a:pt x="3511673" y="1680869"/>
                  </a:lnTo>
                  <a:lnTo>
                    <a:pt x="3522822" y="1696943"/>
                  </a:lnTo>
                  <a:lnTo>
                    <a:pt x="3533970" y="1713153"/>
                  </a:lnTo>
                  <a:lnTo>
                    <a:pt x="3545118" y="1729476"/>
                  </a:lnTo>
                  <a:lnTo>
                    <a:pt x="3556266" y="1745913"/>
                  </a:lnTo>
                  <a:lnTo>
                    <a:pt x="3567414" y="1762472"/>
                  </a:lnTo>
                  <a:lnTo>
                    <a:pt x="3578562" y="1779180"/>
                  </a:lnTo>
                  <a:lnTo>
                    <a:pt x="3589711" y="1795987"/>
                  </a:lnTo>
                  <a:lnTo>
                    <a:pt x="3600859" y="1812886"/>
                  </a:lnTo>
                  <a:lnTo>
                    <a:pt x="3612007" y="1829870"/>
                  </a:lnTo>
                  <a:lnTo>
                    <a:pt x="3623155" y="1846948"/>
                  </a:lnTo>
                  <a:lnTo>
                    <a:pt x="3634303" y="1864074"/>
                  </a:lnTo>
                  <a:lnTo>
                    <a:pt x="3645452" y="1881230"/>
                  </a:lnTo>
                  <a:lnTo>
                    <a:pt x="3656600" y="1898402"/>
                  </a:lnTo>
                  <a:lnTo>
                    <a:pt x="3667748" y="1915564"/>
                  </a:lnTo>
                  <a:lnTo>
                    <a:pt x="3678896" y="1932680"/>
                  </a:lnTo>
                  <a:lnTo>
                    <a:pt x="3690044" y="1949734"/>
                  </a:lnTo>
                  <a:lnTo>
                    <a:pt x="3701192" y="1966708"/>
                  </a:lnTo>
                  <a:lnTo>
                    <a:pt x="3712341" y="1983563"/>
                  </a:lnTo>
                  <a:lnTo>
                    <a:pt x="3723489" y="2000239"/>
                  </a:lnTo>
                  <a:lnTo>
                    <a:pt x="3734637" y="2016748"/>
                  </a:lnTo>
                  <a:lnTo>
                    <a:pt x="3745785" y="2033073"/>
                  </a:lnTo>
                  <a:lnTo>
                    <a:pt x="3756933" y="2049193"/>
                  </a:lnTo>
                  <a:lnTo>
                    <a:pt x="3768081" y="2064980"/>
                  </a:lnTo>
                  <a:lnTo>
                    <a:pt x="3779230" y="2080506"/>
                  </a:lnTo>
                  <a:lnTo>
                    <a:pt x="3790378" y="2095759"/>
                  </a:lnTo>
                  <a:lnTo>
                    <a:pt x="3801526" y="2110723"/>
                  </a:lnTo>
                  <a:lnTo>
                    <a:pt x="3812674" y="2125282"/>
                  </a:lnTo>
                  <a:lnTo>
                    <a:pt x="3823822" y="2139480"/>
                  </a:lnTo>
                  <a:lnTo>
                    <a:pt x="3834970" y="2153346"/>
                  </a:lnTo>
                  <a:lnTo>
                    <a:pt x="3846119" y="2166873"/>
                  </a:lnTo>
                  <a:lnTo>
                    <a:pt x="3857267" y="2179988"/>
                  </a:lnTo>
                  <a:lnTo>
                    <a:pt x="3868415" y="2192671"/>
                  </a:lnTo>
                  <a:lnTo>
                    <a:pt x="3879563" y="2205006"/>
                  </a:lnTo>
                  <a:lnTo>
                    <a:pt x="3890711" y="2216996"/>
                  </a:lnTo>
                  <a:lnTo>
                    <a:pt x="3901859" y="2228620"/>
                  </a:lnTo>
                  <a:lnTo>
                    <a:pt x="3913008" y="2239790"/>
                  </a:lnTo>
                  <a:lnTo>
                    <a:pt x="3924156" y="2250640"/>
                  </a:lnTo>
                  <a:lnTo>
                    <a:pt x="3935304" y="2261180"/>
                  </a:lnTo>
                  <a:lnTo>
                    <a:pt x="3946452" y="2271420"/>
                  </a:lnTo>
                  <a:lnTo>
                    <a:pt x="3957600" y="2281271"/>
                  </a:lnTo>
                  <a:lnTo>
                    <a:pt x="3968748" y="2290850"/>
                  </a:lnTo>
                  <a:lnTo>
                    <a:pt x="3979897" y="2300187"/>
                  </a:lnTo>
                  <a:lnTo>
                    <a:pt x="3991045" y="2309295"/>
                  </a:lnTo>
                  <a:lnTo>
                    <a:pt x="4002193" y="2318145"/>
                  </a:lnTo>
                  <a:lnTo>
                    <a:pt x="4013341" y="2326782"/>
                  </a:lnTo>
                  <a:lnTo>
                    <a:pt x="4024489" y="2335262"/>
                  </a:lnTo>
                  <a:lnTo>
                    <a:pt x="4035637" y="2343598"/>
                  </a:lnTo>
                  <a:lnTo>
                    <a:pt x="4046786" y="2351794"/>
                  </a:lnTo>
                  <a:lnTo>
                    <a:pt x="4057934" y="2359861"/>
                  </a:lnTo>
                  <a:lnTo>
                    <a:pt x="4069082" y="2367853"/>
                  </a:lnTo>
                  <a:lnTo>
                    <a:pt x="4080230" y="2375781"/>
                  </a:lnTo>
                  <a:lnTo>
                    <a:pt x="4091378" y="2383660"/>
                  </a:lnTo>
                  <a:lnTo>
                    <a:pt x="4102527" y="2391496"/>
                  </a:lnTo>
                  <a:lnTo>
                    <a:pt x="4113675" y="2399321"/>
                  </a:lnTo>
                  <a:lnTo>
                    <a:pt x="4124823" y="2407143"/>
                  </a:lnTo>
                  <a:lnTo>
                    <a:pt x="4135971" y="2414970"/>
                  </a:lnTo>
                  <a:lnTo>
                    <a:pt x="4147119" y="2422818"/>
                  </a:lnTo>
                  <a:lnTo>
                    <a:pt x="4158267" y="2430694"/>
                  </a:lnTo>
                  <a:lnTo>
                    <a:pt x="4169416" y="2438599"/>
                  </a:lnTo>
                  <a:lnTo>
                    <a:pt x="4180564" y="2446535"/>
                  </a:lnTo>
                  <a:lnTo>
                    <a:pt x="4191712" y="2454509"/>
                  </a:lnTo>
                  <a:lnTo>
                    <a:pt x="4202860" y="2462524"/>
                  </a:lnTo>
                  <a:lnTo>
                    <a:pt x="4214008" y="2470568"/>
                  </a:lnTo>
                  <a:lnTo>
                    <a:pt x="4225156" y="2478639"/>
                  </a:lnTo>
                  <a:lnTo>
                    <a:pt x="4236305" y="2486734"/>
                  </a:lnTo>
                  <a:lnTo>
                    <a:pt x="4247453" y="2494849"/>
                  </a:lnTo>
                  <a:lnTo>
                    <a:pt x="4258601" y="2502968"/>
                  </a:lnTo>
                  <a:lnTo>
                    <a:pt x="4269749" y="2511086"/>
                  </a:lnTo>
                  <a:lnTo>
                    <a:pt x="4280897" y="2519194"/>
                  </a:lnTo>
                  <a:lnTo>
                    <a:pt x="4292045" y="2527273"/>
                  </a:lnTo>
                  <a:lnTo>
                    <a:pt x="4303194" y="2535315"/>
                  </a:lnTo>
                  <a:lnTo>
                    <a:pt x="4314342" y="2543311"/>
                  </a:lnTo>
                  <a:lnTo>
                    <a:pt x="4325490" y="2551255"/>
                  </a:lnTo>
                  <a:lnTo>
                    <a:pt x="4336638" y="2559116"/>
                  </a:lnTo>
                  <a:lnTo>
                    <a:pt x="4347786" y="2566883"/>
                  </a:lnTo>
                  <a:lnTo>
                    <a:pt x="4358934" y="2574559"/>
                  </a:lnTo>
                  <a:lnTo>
                    <a:pt x="4370083" y="2582136"/>
                  </a:lnTo>
                  <a:lnTo>
                    <a:pt x="4381231" y="2589592"/>
                  </a:lnTo>
                  <a:lnTo>
                    <a:pt x="4392379" y="2596890"/>
                  </a:lnTo>
                  <a:lnTo>
                    <a:pt x="4403527" y="2604057"/>
                  </a:lnTo>
                  <a:lnTo>
                    <a:pt x="4414675" y="2611088"/>
                  </a:lnTo>
                  <a:lnTo>
                    <a:pt x="4425823" y="2617976"/>
                  </a:lnTo>
                  <a:lnTo>
                    <a:pt x="4436972" y="2624648"/>
                  </a:lnTo>
                  <a:lnTo>
                    <a:pt x="4448120" y="2631162"/>
                  </a:lnTo>
                  <a:lnTo>
                    <a:pt x="4459268" y="2637514"/>
                  </a:lnTo>
                  <a:lnTo>
                    <a:pt x="4470416" y="2643702"/>
                  </a:lnTo>
                  <a:lnTo>
                    <a:pt x="4481564" y="2649669"/>
                  </a:lnTo>
                  <a:lnTo>
                    <a:pt x="4492713" y="2655444"/>
                  </a:lnTo>
                  <a:lnTo>
                    <a:pt x="4503861" y="2661047"/>
                  </a:lnTo>
                  <a:lnTo>
                    <a:pt x="4515009" y="2666477"/>
                  </a:lnTo>
                  <a:lnTo>
                    <a:pt x="4526157" y="2671703"/>
                  </a:lnTo>
                  <a:lnTo>
                    <a:pt x="4537305" y="2676713"/>
                  </a:lnTo>
                  <a:lnTo>
                    <a:pt x="4548453" y="2681554"/>
                  </a:lnTo>
                  <a:lnTo>
                    <a:pt x="4559602" y="2686225"/>
                  </a:lnTo>
                  <a:lnTo>
                    <a:pt x="4570750" y="2690720"/>
                  </a:lnTo>
                  <a:lnTo>
                    <a:pt x="4581898" y="2694990"/>
                  </a:lnTo>
                  <a:lnTo>
                    <a:pt x="4593046" y="2699100"/>
                  </a:lnTo>
                  <a:lnTo>
                    <a:pt x="4604194" y="2703053"/>
                  </a:lnTo>
                  <a:lnTo>
                    <a:pt x="4615342" y="2706852"/>
                  </a:lnTo>
                  <a:lnTo>
                    <a:pt x="4626491" y="2710447"/>
                  </a:lnTo>
                  <a:lnTo>
                    <a:pt x="4637639" y="2713887"/>
                  </a:lnTo>
                  <a:lnTo>
                    <a:pt x="4648787" y="2717186"/>
                  </a:lnTo>
                  <a:lnTo>
                    <a:pt x="4659935" y="2720347"/>
                  </a:lnTo>
                  <a:lnTo>
                    <a:pt x="4671083" y="2723343"/>
                  </a:lnTo>
                  <a:lnTo>
                    <a:pt x="4682231" y="2726186"/>
                  </a:lnTo>
                  <a:lnTo>
                    <a:pt x="4693380" y="2728905"/>
                  </a:lnTo>
                  <a:lnTo>
                    <a:pt x="4704528" y="2731504"/>
                  </a:lnTo>
                  <a:lnTo>
                    <a:pt x="4715676" y="2733972"/>
                  </a:lnTo>
                  <a:lnTo>
                    <a:pt x="4726824" y="2736291"/>
                  </a:lnTo>
                  <a:lnTo>
                    <a:pt x="4737972" y="2738503"/>
                  </a:lnTo>
                  <a:lnTo>
                    <a:pt x="4749120" y="2740611"/>
                  </a:lnTo>
                  <a:lnTo>
                    <a:pt x="4760269" y="2742616"/>
                  </a:lnTo>
                  <a:lnTo>
                    <a:pt x="4771417" y="2744483"/>
                  </a:lnTo>
                  <a:lnTo>
                    <a:pt x="4782565" y="2746256"/>
                  </a:lnTo>
                  <a:lnTo>
                    <a:pt x="4793713" y="2747939"/>
                  </a:lnTo>
                  <a:lnTo>
                    <a:pt x="4804861" y="2749534"/>
                  </a:lnTo>
                  <a:lnTo>
                    <a:pt x="4816009" y="2751019"/>
                  </a:lnTo>
                  <a:lnTo>
                    <a:pt x="4827158" y="2752414"/>
                  </a:lnTo>
                  <a:lnTo>
                    <a:pt x="4838306" y="2753732"/>
                  </a:lnTo>
                  <a:lnTo>
                    <a:pt x="4849454" y="2754976"/>
                  </a:lnTo>
                  <a:lnTo>
                    <a:pt x="4860602" y="2756135"/>
                  </a:lnTo>
                  <a:lnTo>
                    <a:pt x="4871750" y="2757208"/>
                  </a:lnTo>
                  <a:lnTo>
                    <a:pt x="4882899" y="2758217"/>
                  </a:lnTo>
                  <a:lnTo>
                    <a:pt x="4894047" y="2759163"/>
                  </a:lnTo>
                  <a:lnTo>
                    <a:pt x="4905195" y="2760045"/>
                  </a:lnTo>
                  <a:lnTo>
                    <a:pt x="4916343" y="2760849"/>
                  </a:lnTo>
                  <a:lnTo>
                    <a:pt x="4927491" y="2761600"/>
                  </a:lnTo>
                  <a:lnTo>
                    <a:pt x="4938639" y="2762300"/>
                  </a:lnTo>
                  <a:lnTo>
                    <a:pt x="4949788" y="2762951"/>
                  </a:lnTo>
                  <a:lnTo>
                    <a:pt x="4960936" y="2763539"/>
                  </a:lnTo>
                  <a:lnTo>
                    <a:pt x="4972084" y="2764081"/>
                  </a:lnTo>
                  <a:lnTo>
                    <a:pt x="4983232" y="2764582"/>
                  </a:lnTo>
                  <a:lnTo>
                    <a:pt x="4994380" y="2765045"/>
                  </a:lnTo>
                  <a:lnTo>
                    <a:pt x="5005528" y="2765463"/>
                  </a:lnTo>
                  <a:lnTo>
                    <a:pt x="5016677" y="2765841"/>
                  </a:lnTo>
                  <a:lnTo>
                    <a:pt x="5027825" y="2766188"/>
                  </a:lnTo>
                  <a:lnTo>
                    <a:pt x="5038973" y="2766505"/>
                  </a:lnTo>
                  <a:lnTo>
                    <a:pt x="5050121" y="2766792"/>
                  </a:lnTo>
                  <a:lnTo>
                    <a:pt x="5061269" y="2767046"/>
                  </a:lnTo>
                  <a:lnTo>
                    <a:pt x="5072417" y="2767278"/>
                  </a:lnTo>
                  <a:lnTo>
                    <a:pt x="5083566" y="2767488"/>
                  </a:lnTo>
                  <a:lnTo>
                    <a:pt x="5094714" y="2767678"/>
                  </a:lnTo>
                  <a:lnTo>
                    <a:pt x="5105862" y="2767842"/>
                  </a:lnTo>
                  <a:lnTo>
                    <a:pt x="5117010" y="2767990"/>
                  </a:lnTo>
                  <a:lnTo>
                    <a:pt x="5128158" y="2768124"/>
                  </a:lnTo>
                  <a:lnTo>
                    <a:pt x="5139306" y="2768244"/>
                  </a:lnTo>
                  <a:lnTo>
                    <a:pt x="5150455" y="2768347"/>
                  </a:lnTo>
                  <a:lnTo>
                    <a:pt x="5161603" y="2768438"/>
                  </a:lnTo>
                  <a:lnTo>
                    <a:pt x="5172751" y="2768520"/>
                  </a:lnTo>
                  <a:lnTo>
                    <a:pt x="5183899" y="2768592"/>
                  </a:lnTo>
                  <a:lnTo>
                    <a:pt x="5195047" y="2768655"/>
                  </a:lnTo>
                  <a:lnTo>
                    <a:pt x="5206195" y="2768709"/>
                  </a:lnTo>
                  <a:lnTo>
                    <a:pt x="5217344" y="2768756"/>
                  </a:lnTo>
                  <a:lnTo>
                    <a:pt x="5228492" y="2768798"/>
                  </a:lnTo>
                  <a:lnTo>
                    <a:pt x="5239640" y="2768835"/>
                  </a:lnTo>
                  <a:lnTo>
                    <a:pt x="5250788" y="2768865"/>
                  </a:lnTo>
                  <a:lnTo>
                    <a:pt x="5261936" y="2768892"/>
                  </a:lnTo>
                  <a:lnTo>
                    <a:pt x="5273085" y="2768915"/>
                  </a:lnTo>
                  <a:lnTo>
                    <a:pt x="5284233" y="2768936"/>
                  </a:lnTo>
                  <a:lnTo>
                    <a:pt x="5295381" y="2768952"/>
                  </a:lnTo>
                  <a:lnTo>
                    <a:pt x="5306529" y="2768967"/>
                  </a:lnTo>
                  <a:lnTo>
                    <a:pt x="5317677" y="2768979"/>
                  </a:lnTo>
                  <a:lnTo>
                    <a:pt x="5328825" y="2768990"/>
                  </a:lnTo>
                  <a:lnTo>
                    <a:pt x="5339974" y="2768999"/>
                  </a:lnTo>
                  <a:lnTo>
                    <a:pt x="5351122" y="2769006"/>
                  </a:lnTo>
                  <a:lnTo>
                    <a:pt x="5362270" y="2769012"/>
                  </a:lnTo>
                  <a:lnTo>
                    <a:pt x="5373418" y="2769018"/>
                  </a:lnTo>
                  <a:lnTo>
                    <a:pt x="5384566" y="2769022"/>
                  </a:lnTo>
                  <a:lnTo>
                    <a:pt x="5395714" y="2769026"/>
                  </a:lnTo>
                  <a:lnTo>
                    <a:pt x="5406863" y="2769029"/>
                  </a:lnTo>
                  <a:lnTo>
                    <a:pt x="5418011" y="2769031"/>
                  </a:lnTo>
                  <a:lnTo>
                    <a:pt x="5429159" y="2769034"/>
                  </a:lnTo>
                  <a:lnTo>
                    <a:pt x="5440307" y="2769035"/>
                  </a:lnTo>
                  <a:lnTo>
                    <a:pt x="5451455" y="2769037"/>
                  </a:lnTo>
                  <a:lnTo>
                    <a:pt x="5462603" y="2769038"/>
                  </a:lnTo>
                  <a:lnTo>
                    <a:pt x="5473752" y="2769039"/>
                  </a:lnTo>
                  <a:lnTo>
                    <a:pt x="5484900" y="2769040"/>
                  </a:lnTo>
                  <a:lnTo>
                    <a:pt x="5496048" y="2769040"/>
                  </a:lnTo>
                  <a:lnTo>
                    <a:pt x="5507196" y="2769041"/>
                  </a:lnTo>
                  <a:lnTo>
                    <a:pt x="5518344" y="2769041"/>
                  </a:lnTo>
                  <a:lnTo>
                    <a:pt x="5529492" y="2769042"/>
                  </a:lnTo>
                  <a:lnTo>
                    <a:pt x="5540641" y="2769042"/>
                  </a:lnTo>
                  <a:lnTo>
                    <a:pt x="5551789" y="2769042"/>
                  </a:lnTo>
                  <a:lnTo>
                    <a:pt x="5562937" y="2769042"/>
                  </a:lnTo>
                  <a:lnTo>
                    <a:pt x="5574085" y="2769043"/>
                  </a:lnTo>
                  <a:lnTo>
                    <a:pt x="5585233" y="2769043"/>
                  </a:lnTo>
                  <a:lnTo>
                    <a:pt x="5596381" y="2769043"/>
                  </a:lnTo>
                  <a:lnTo>
                    <a:pt x="5607530" y="2769043"/>
                  </a:lnTo>
                  <a:lnTo>
                    <a:pt x="5618678" y="2769043"/>
                  </a:lnTo>
                  <a:lnTo>
                    <a:pt x="5629826" y="2769043"/>
                  </a:lnTo>
                  <a:lnTo>
                    <a:pt x="5640974" y="2769043"/>
                  </a:lnTo>
                  <a:lnTo>
                    <a:pt x="5652122" y="2769043"/>
                  </a:lnTo>
                  <a:lnTo>
                    <a:pt x="5663270" y="2769043"/>
                  </a:lnTo>
                  <a:lnTo>
                    <a:pt x="5674419" y="2769043"/>
                  </a:lnTo>
                  <a:lnTo>
                    <a:pt x="5685567" y="2769043"/>
                  </a:lnTo>
                  <a:lnTo>
                    <a:pt x="5696715" y="2769043"/>
                  </a:lnTo>
                  <a:lnTo>
                    <a:pt x="5685567" y="2769043"/>
                  </a:lnTo>
                  <a:lnTo>
                    <a:pt x="5674419" y="2769043"/>
                  </a:lnTo>
                  <a:lnTo>
                    <a:pt x="5663270" y="2769043"/>
                  </a:lnTo>
                  <a:lnTo>
                    <a:pt x="5652122" y="2769043"/>
                  </a:lnTo>
                  <a:lnTo>
                    <a:pt x="5640974" y="2769043"/>
                  </a:lnTo>
                  <a:lnTo>
                    <a:pt x="5629826" y="2769043"/>
                  </a:lnTo>
                  <a:lnTo>
                    <a:pt x="5618678" y="2769043"/>
                  </a:lnTo>
                  <a:lnTo>
                    <a:pt x="5607530" y="2769043"/>
                  </a:lnTo>
                  <a:lnTo>
                    <a:pt x="5596381" y="2769043"/>
                  </a:lnTo>
                  <a:lnTo>
                    <a:pt x="5585233" y="2769043"/>
                  </a:lnTo>
                  <a:lnTo>
                    <a:pt x="5574085" y="2769043"/>
                  </a:lnTo>
                  <a:lnTo>
                    <a:pt x="5562937" y="2769043"/>
                  </a:lnTo>
                  <a:lnTo>
                    <a:pt x="5551789" y="2769043"/>
                  </a:lnTo>
                  <a:lnTo>
                    <a:pt x="5540641" y="2769043"/>
                  </a:lnTo>
                  <a:lnTo>
                    <a:pt x="5529492" y="2769043"/>
                  </a:lnTo>
                  <a:lnTo>
                    <a:pt x="5518344" y="2769043"/>
                  </a:lnTo>
                  <a:lnTo>
                    <a:pt x="5507196" y="2769043"/>
                  </a:lnTo>
                  <a:lnTo>
                    <a:pt x="5496048" y="2769043"/>
                  </a:lnTo>
                  <a:lnTo>
                    <a:pt x="5484900" y="2769043"/>
                  </a:lnTo>
                  <a:lnTo>
                    <a:pt x="5473752" y="2769043"/>
                  </a:lnTo>
                  <a:lnTo>
                    <a:pt x="5462603" y="2769043"/>
                  </a:lnTo>
                  <a:lnTo>
                    <a:pt x="5451455" y="2769043"/>
                  </a:lnTo>
                  <a:lnTo>
                    <a:pt x="5440307" y="2769043"/>
                  </a:lnTo>
                  <a:lnTo>
                    <a:pt x="5429159" y="2769043"/>
                  </a:lnTo>
                  <a:lnTo>
                    <a:pt x="5418011" y="2769043"/>
                  </a:lnTo>
                  <a:lnTo>
                    <a:pt x="5406863" y="2769043"/>
                  </a:lnTo>
                  <a:lnTo>
                    <a:pt x="5395714" y="2769043"/>
                  </a:lnTo>
                  <a:lnTo>
                    <a:pt x="5384566" y="2769043"/>
                  </a:lnTo>
                  <a:lnTo>
                    <a:pt x="5373418" y="2769043"/>
                  </a:lnTo>
                  <a:lnTo>
                    <a:pt x="5362270" y="2769043"/>
                  </a:lnTo>
                  <a:lnTo>
                    <a:pt x="5351122" y="2769043"/>
                  </a:lnTo>
                  <a:lnTo>
                    <a:pt x="5339974" y="2769043"/>
                  </a:lnTo>
                  <a:lnTo>
                    <a:pt x="5328825" y="2769043"/>
                  </a:lnTo>
                  <a:lnTo>
                    <a:pt x="5317677" y="2769043"/>
                  </a:lnTo>
                  <a:lnTo>
                    <a:pt x="5306529" y="2769043"/>
                  </a:lnTo>
                  <a:lnTo>
                    <a:pt x="5295381" y="2769043"/>
                  </a:lnTo>
                  <a:lnTo>
                    <a:pt x="5284233" y="2769043"/>
                  </a:lnTo>
                  <a:lnTo>
                    <a:pt x="5273085" y="2769043"/>
                  </a:lnTo>
                  <a:lnTo>
                    <a:pt x="5261936" y="2769043"/>
                  </a:lnTo>
                  <a:lnTo>
                    <a:pt x="5250788" y="2769043"/>
                  </a:lnTo>
                  <a:lnTo>
                    <a:pt x="5239640" y="2769043"/>
                  </a:lnTo>
                  <a:lnTo>
                    <a:pt x="5228492" y="2769043"/>
                  </a:lnTo>
                  <a:lnTo>
                    <a:pt x="5217344" y="2769043"/>
                  </a:lnTo>
                  <a:lnTo>
                    <a:pt x="5206195" y="2769043"/>
                  </a:lnTo>
                  <a:lnTo>
                    <a:pt x="5195047" y="2769043"/>
                  </a:lnTo>
                  <a:lnTo>
                    <a:pt x="5183899" y="2769043"/>
                  </a:lnTo>
                  <a:lnTo>
                    <a:pt x="5172751" y="2769043"/>
                  </a:lnTo>
                  <a:lnTo>
                    <a:pt x="5161603" y="2769043"/>
                  </a:lnTo>
                  <a:lnTo>
                    <a:pt x="5150455" y="2769043"/>
                  </a:lnTo>
                  <a:lnTo>
                    <a:pt x="5139306" y="2769043"/>
                  </a:lnTo>
                  <a:lnTo>
                    <a:pt x="5128158" y="2769043"/>
                  </a:lnTo>
                  <a:lnTo>
                    <a:pt x="5117010" y="2769043"/>
                  </a:lnTo>
                  <a:lnTo>
                    <a:pt x="5105862" y="2769043"/>
                  </a:lnTo>
                  <a:lnTo>
                    <a:pt x="5094714" y="2769043"/>
                  </a:lnTo>
                  <a:lnTo>
                    <a:pt x="5083566" y="2769043"/>
                  </a:lnTo>
                  <a:lnTo>
                    <a:pt x="5072417" y="2769043"/>
                  </a:lnTo>
                  <a:lnTo>
                    <a:pt x="5061269" y="2769043"/>
                  </a:lnTo>
                  <a:lnTo>
                    <a:pt x="5050121" y="2769043"/>
                  </a:lnTo>
                  <a:lnTo>
                    <a:pt x="5038973" y="2769043"/>
                  </a:lnTo>
                  <a:lnTo>
                    <a:pt x="5027825" y="2769043"/>
                  </a:lnTo>
                  <a:lnTo>
                    <a:pt x="5016677" y="2769043"/>
                  </a:lnTo>
                  <a:lnTo>
                    <a:pt x="5005528" y="2769043"/>
                  </a:lnTo>
                  <a:lnTo>
                    <a:pt x="4994380" y="2769043"/>
                  </a:lnTo>
                  <a:lnTo>
                    <a:pt x="4983232" y="2769043"/>
                  </a:lnTo>
                  <a:lnTo>
                    <a:pt x="4972084" y="2769043"/>
                  </a:lnTo>
                  <a:lnTo>
                    <a:pt x="4960936" y="2769043"/>
                  </a:lnTo>
                  <a:lnTo>
                    <a:pt x="4949788" y="2769043"/>
                  </a:lnTo>
                  <a:lnTo>
                    <a:pt x="4938639" y="2769043"/>
                  </a:lnTo>
                  <a:lnTo>
                    <a:pt x="4927491" y="2769043"/>
                  </a:lnTo>
                  <a:lnTo>
                    <a:pt x="4916343" y="2769043"/>
                  </a:lnTo>
                  <a:lnTo>
                    <a:pt x="4905195" y="2769043"/>
                  </a:lnTo>
                  <a:lnTo>
                    <a:pt x="4894047" y="2769043"/>
                  </a:lnTo>
                  <a:lnTo>
                    <a:pt x="4882899" y="2769043"/>
                  </a:lnTo>
                  <a:lnTo>
                    <a:pt x="4871750" y="2769043"/>
                  </a:lnTo>
                  <a:lnTo>
                    <a:pt x="4860602" y="2769043"/>
                  </a:lnTo>
                  <a:lnTo>
                    <a:pt x="4849454" y="2769043"/>
                  </a:lnTo>
                  <a:lnTo>
                    <a:pt x="4838306" y="2769043"/>
                  </a:lnTo>
                  <a:lnTo>
                    <a:pt x="4827158" y="2769043"/>
                  </a:lnTo>
                  <a:lnTo>
                    <a:pt x="4816009" y="2769043"/>
                  </a:lnTo>
                  <a:lnTo>
                    <a:pt x="4804861" y="2769043"/>
                  </a:lnTo>
                  <a:lnTo>
                    <a:pt x="4793713" y="2769043"/>
                  </a:lnTo>
                  <a:lnTo>
                    <a:pt x="4782565" y="2769043"/>
                  </a:lnTo>
                  <a:lnTo>
                    <a:pt x="4771417" y="2769043"/>
                  </a:lnTo>
                  <a:lnTo>
                    <a:pt x="4760269" y="2769043"/>
                  </a:lnTo>
                  <a:lnTo>
                    <a:pt x="4749120" y="2769043"/>
                  </a:lnTo>
                  <a:lnTo>
                    <a:pt x="4737972" y="2769043"/>
                  </a:lnTo>
                  <a:lnTo>
                    <a:pt x="4726824" y="2769043"/>
                  </a:lnTo>
                  <a:lnTo>
                    <a:pt x="4715676" y="2769043"/>
                  </a:lnTo>
                  <a:lnTo>
                    <a:pt x="4704528" y="2769043"/>
                  </a:lnTo>
                  <a:lnTo>
                    <a:pt x="4693380" y="2769043"/>
                  </a:lnTo>
                  <a:lnTo>
                    <a:pt x="4682231" y="2769043"/>
                  </a:lnTo>
                  <a:lnTo>
                    <a:pt x="4671083" y="2769043"/>
                  </a:lnTo>
                  <a:lnTo>
                    <a:pt x="4659935" y="2769043"/>
                  </a:lnTo>
                  <a:lnTo>
                    <a:pt x="4648787" y="2769043"/>
                  </a:lnTo>
                  <a:lnTo>
                    <a:pt x="4637639" y="2769043"/>
                  </a:lnTo>
                  <a:lnTo>
                    <a:pt x="4626491" y="2769043"/>
                  </a:lnTo>
                  <a:lnTo>
                    <a:pt x="4615342" y="2769043"/>
                  </a:lnTo>
                  <a:lnTo>
                    <a:pt x="4604194" y="2769043"/>
                  </a:lnTo>
                  <a:lnTo>
                    <a:pt x="4593046" y="2769043"/>
                  </a:lnTo>
                  <a:lnTo>
                    <a:pt x="4581898" y="2769043"/>
                  </a:lnTo>
                  <a:lnTo>
                    <a:pt x="4570750" y="2769043"/>
                  </a:lnTo>
                  <a:lnTo>
                    <a:pt x="4559602" y="2769043"/>
                  </a:lnTo>
                  <a:lnTo>
                    <a:pt x="4548453" y="2769043"/>
                  </a:lnTo>
                  <a:lnTo>
                    <a:pt x="4537305" y="2769043"/>
                  </a:lnTo>
                  <a:lnTo>
                    <a:pt x="4526157" y="2769043"/>
                  </a:lnTo>
                  <a:lnTo>
                    <a:pt x="4515009" y="2769043"/>
                  </a:lnTo>
                  <a:lnTo>
                    <a:pt x="4503861" y="2769043"/>
                  </a:lnTo>
                  <a:lnTo>
                    <a:pt x="4492713" y="2769043"/>
                  </a:lnTo>
                  <a:lnTo>
                    <a:pt x="4481564" y="2769043"/>
                  </a:lnTo>
                  <a:lnTo>
                    <a:pt x="4470416" y="2769043"/>
                  </a:lnTo>
                  <a:lnTo>
                    <a:pt x="4459268" y="2769043"/>
                  </a:lnTo>
                  <a:lnTo>
                    <a:pt x="4448120" y="2769043"/>
                  </a:lnTo>
                  <a:lnTo>
                    <a:pt x="4436972" y="2769043"/>
                  </a:lnTo>
                  <a:lnTo>
                    <a:pt x="4425823" y="2769043"/>
                  </a:lnTo>
                  <a:lnTo>
                    <a:pt x="4414675" y="2769043"/>
                  </a:lnTo>
                  <a:lnTo>
                    <a:pt x="4403527" y="2769043"/>
                  </a:lnTo>
                  <a:lnTo>
                    <a:pt x="4392379" y="2769043"/>
                  </a:lnTo>
                  <a:lnTo>
                    <a:pt x="4381231" y="2769043"/>
                  </a:lnTo>
                  <a:lnTo>
                    <a:pt x="4370083" y="2769043"/>
                  </a:lnTo>
                  <a:lnTo>
                    <a:pt x="4358934" y="2769043"/>
                  </a:lnTo>
                  <a:lnTo>
                    <a:pt x="4347786" y="2769043"/>
                  </a:lnTo>
                  <a:lnTo>
                    <a:pt x="4336638" y="2769043"/>
                  </a:lnTo>
                  <a:lnTo>
                    <a:pt x="4325490" y="2769043"/>
                  </a:lnTo>
                  <a:lnTo>
                    <a:pt x="4314342" y="2769043"/>
                  </a:lnTo>
                  <a:lnTo>
                    <a:pt x="4303194" y="2769043"/>
                  </a:lnTo>
                  <a:lnTo>
                    <a:pt x="4292045" y="2769043"/>
                  </a:lnTo>
                  <a:lnTo>
                    <a:pt x="4280897" y="2769043"/>
                  </a:lnTo>
                  <a:lnTo>
                    <a:pt x="4269749" y="2769043"/>
                  </a:lnTo>
                  <a:lnTo>
                    <a:pt x="4258601" y="2769043"/>
                  </a:lnTo>
                  <a:lnTo>
                    <a:pt x="4247453" y="2769043"/>
                  </a:lnTo>
                  <a:lnTo>
                    <a:pt x="4236305" y="2769043"/>
                  </a:lnTo>
                  <a:lnTo>
                    <a:pt x="4225156" y="2769043"/>
                  </a:lnTo>
                  <a:lnTo>
                    <a:pt x="4214008" y="2769043"/>
                  </a:lnTo>
                  <a:lnTo>
                    <a:pt x="4202860" y="2769043"/>
                  </a:lnTo>
                  <a:lnTo>
                    <a:pt x="4191712" y="2769043"/>
                  </a:lnTo>
                  <a:lnTo>
                    <a:pt x="4180564" y="2769043"/>
                  </a:lnTo>
                  <a:lnTo>
                    <a:pt x="4169416" y="2769043"/>
                  </a:lnTo>
                  <a:lnTo>
                    <a:pt x="4158267" y="2769043"/>
                  </a:lnTo>
                  <a:lnTo>
                    <a:pt x="4147119" y="2769043"/>
                  </a:lnTo>
                  <a:lnTo>
                    <a:pt x="4135971" y="2769043"/>
                  </a:lnTo>
                  <a:lnTo>
                    <a:pt x="4124823" y="2769043"/>
                  </a:lnTo>
                  <a:lnTo>
                    <a:pt x="4113675" y="2769043"/>
                  </a:lnTo>
                  <a:lnTo>
                    <a:pt x="4102527" y="2769043"/>
                  </a:lnTo>
                  <a:lnTo>
                    <a:pt x="4091378" y="2769043"/>
                  </a:lnTo>
                  <a:lnTo>
                    <a:pt x="4080230" y="2769043"/>
                  </a:lnTo>
                  <a:lnTo>
                    <a:pt x="4069082" y="2769043"/>
                  </a:lnTo>
                  <a:lnTo>
                    <a:pt x="4057934" y="2769043"/>
                  </a:lnTo>
                  <a:lnTo>
                    <a:pt x="4046786" y="2769043"/>
                  </a:lnTo>
                  <a:lnTo>
                    <a:pt x="4035637" y="2769043"/>
                  </a:lnTo>
                  <a:lnTo>
                    <a:pt x="4024489" y="2769043"/>
                  </a:lnTo>
                  <a:lnTo>
                    <a:pt x="4013341" y="2769043"/>
                  </a:lnTo>
                  <a:lnTo>
                    <a:pt x="4002193" y="2769043"/>
                  </a:lnTo>
                  <a:lnTo>
                    <a:pt x="3991045" y="2769043"/>
                  </a:lnTo>
                  <a:lnTo>
                    <a:pt x="3979897" y="2769043"/>
                  </a:lnTo>
                  <a:lnTo>
                    <a:pt x="3968748" y="2769043"/>
                  </a:lnTo>
                  <a:lnTo>
                    <a:pt x="3957600" y="2769043"/>
                  </a:lnTo>
                  <a:lnTo>
                    <a:pt x="3946452" y="2769043"/>
                  </a:lnTo>
                  <a:lnTo>
                    <a:pt x="3935304" y="2769043"/>
                  </a:lnTo>
                  <a:lnTo>
                    <a:pt x="3924156" y="2769043"/>
                  </a:lnTo>
                  <a:lnTo>
                    <a:pt x="3913008" y="2769043"/>
                  </a:lnTo>
                  <a:lnTo>
                    <a:pt x="3901859" y="2769043"/>
                  </a:lnTo>
                  <a:lnTo>
                    <a:pt x="3890711" y="2769043"/>
                  </a:lnTo>
                  <a:lnTo>
                    <a:pt x="3879563" y="2769043"/>
                  </a:lnTo>
                  <a:lnTo>
                    <a:pt x="3868415" y="2769043"/>
                  </a:lnTo>
                  <a:lnTo>
                    <a:pt x="3857267" y="2769043"/>
                  </a:lnTo>
                  <a:lnTo>
                    <a:pt x="3846119" y="2769043"/>
                  </a:lnTo>
                  <a:lnTo>
                    <a:pt x="3834970" y="2769043"/>
                  </a:lnTo>
                  <a:lnTo>
                    <a:pt x="3823822" y="2769043"/>
                  </a:lnTo>
                  <a:lnTo>
                    <a:pt x="3812674" y="2769043"/>
                  </a:lnTo>
                  <a:lnTo>
                    <a:pt x="3801526" y="2769043"/>
                  </a:lnTo>
                  <a:lnTo>
                    <a:pt x="3790378" y="2769043"/>
                  </a:lnTo>
                  <a:lnTo>
                    <a:pt x="3779230" y="2769043"/>
                  </a:lnTo>
                  <a:lnTo>
                    <a:pt x="3768081" y="2769043"/>
                  </a:lnTo>
                  <a:lnTo>
                    <a:pt x="3756933" y="2769043"/>
                  </a:lnTo>
                  <a:lnTo>
                    <a:pt x="3745785" y="2769043"/>
                  </a:lnTo>
                  <a:lnTo>
                    <a:pt x="3734637" y="2769043"/>
                  </a:lnTo>
                  <a:lnTo>
                    <a:pt x="3723489" y="2769043"/>
                  </a:lnTo>
                  <a:lnTo>
                    <a:pt x="3712341" y="2769043"/>
                  </a:lnTo>
                  <a:lnTo>
                    <a:pt x="3701192" y="2769043"/>
                  </a:lnTo>
                  <a:lnTo>
                    <a:pt x="3690044" y="2769043"/>
                  </a:lnTo>
                  <a:lnTo>
                    <a:pt x="3678896" y="2769043"/>
                  </a:lnTo>
                  <a:lnTo>
                    <a:pt x="3667748" y="2769043"/>
                  </a:lnTo>
                  <a:lnTo>
                    <a:pt x="3656600" y="2769043"/>
                  </a:lnTo>
                  <a:lnTo>
                    <a:pt x="3645452" y="2769043"/>
                  </a:lnTo>
                  <a:lnTo>
                    <a:pt x="3634303" y="2769043"/>
                  </a:lnTo>
                  <a:lnTo>
                    <a:pt x="3623155" y="2769043"/>
                  </a:lnTo>
                  <a:lnTo>
                    <a:pt x="3612007" y="2769043"/>
                  </a:lnTo>
                  <a:lnTo>
                    <a:pt x="3600859" y="2769043"/>
                  </a:lnTo>
                  <a:lnTo>
                    <a:pt x="3589711" y="2769043"/>
                  </a:lnTo>
                  <a:lnTo>
                    <a:pt x="3578562" y="2769043"/>
                  </a:lnTo>
                  <a:lnTo>
                    <a:pt x="3567414" y="2769043"/>
                  </a:lnTo>
                  <a:lnTo>
                    <a:pt x="3556266" y="2769043"/>
                  </a:lnTo>
                  <a:lnTo>
                    <a:pt x="3545118" y="2769043"/>
                  </a:lnTo>
                  <a:lnTo>
                    <a:pt x="3533970" y="2769043"/>
                  </a:lnTo>
                  <a:lnTo>
                    <a:pt x="3522822" y="2769043"/>
                  </a:lnTo>
                  <a:lnTo>
                    <a:pt x="3511673" y="2769043"/>
                  </a:lnTo>
                  <a:lnTo>
                    <a:pt x="3500525" y="2769043"/>
                  </a:lnTo>
                  <a:lnTo>
                    <a:pt x="3489377" y="2769043"/>
                  </a:lnTo>
                  <a:lnTo>
                    <a:pt x="3478229" y="2769043"/>
                  </a:lnTo>
                  <a:lnTo>
                    <a:pt x="3467081" y="2769043"/>
                  </a:lnTo>
                  <a:lnTo>
                    <a:pt x="3455933" y="2769043"/>
                  </a:lnTo>
                  <a:lnTo>
                    <a:pt x="3444784" y="2769043"/>
                  </a:lnTo>
                  <a:lnTo>
                    <a:pt x="3433636" y="2769043"/>
                  </a:lnTo>
                  <a:lnTo>
                    <a:pt x="3422488" y="2769043"/>
                  </a:lnTo>
                  <a:lnTo>
                    <a:pt x="3411340" y="2769043"/>
                  </a:lnTo>
                  <a:lnTo>
                    <a:pt x="3400192" y="2769043"/>
                  </a:lnTo>
                  <a:lnTo>
                    <a:pt x="3389044" y="2769043"/>
                  </a:lnTo>
                  <a:lnTo>
                    <a:pt x="3377895" y="2769043"/>
                  </a:lnTo>
                  <a:lnTo>
                    <a:pt x="3366747" y="2769043"/>
                  </a:lnTo>
                  <a:lnTo>
                    <a:pt x="3355599" y="2769043"/>
                  </a:lnTo>
                  <a:lnTo>
                    <a:pt x="3344451" y="2769043"/>
                  </a:lnTo>
                  <a:lnTo>
                    <a:pt x="3333303" y="2769043"/>
                  </a:lnTo>
                  <a:lnTo>
                    <a:pt x="3322155" y="2769043"/>
                  </a:lnTo>
                  <a:lnTo>
                    <a:pt x="3311006" y="2769043"/>
                  </a:lnTo>
                  <a:lnTo>
                    <a:pt x="3299858" y="2769043"/>
                  </a:lnTo>
                  <a:lnTo>
                    <a:pt x="3288710" y="2769043"/>
                  </a:lnTo>
                  <a:lnTo>
                    <a:pt x="3277562" y="2769043"/>
                  </a:lnTo>
                  <a:lnTo>
                    <a:pt x="3266414" y="2769043"/>
                  </a:lnTo>
                  <a:lnTo>
                    <a:pt x="3255266" y="2769043"/>
                  </a:lnTo>
                  <a:lnTo>
                    <a:pt x="3244117" y="2769043"/>
                  </a:lnTo>
                  <a:lnTo>
                    <a:pt x="3232969" y="2769043"/>
                  </a:lnTo>
                  <a:lnTo>
                    <a:pt x="3221821" y="2769043"/>
                  </a:lnTo>
                  <a:lnTo>
                    <a:pt x="3210673" y="2769043"/>
                  </a:lnTo>
                  <a:lnTo>
                    <a:pt x="3199525" y="2769043"/>
                  </a:lnTo>
                  <a:lnTo>
                    <a:pt x="3188376" y="2769043"/>
                  </a:lnTo>
                  <a:lnTo>
                    <a:pt x="3177228" y="2769043"/>
                  </a:lnTo>
                  <a:lnTo>
                    <a:pt x="3166080" y="2769043"/>
                  </a:lnTo>
                  <a:lnTo>
                    <a:pt x="3154932" y="2769043"/>
                  </a:lnTo>
                  <a:lnTo>
                    <a:pt x="3143784" y="2769043"/>
                  </a:lnTo>
                  <a:lnTo>
                    <a:pt x="3132636" y="2769043"/>
                  </a:lnTo>
                  <a:lnTo>
                    <a:pt x="3121487" y="2769043"/>
                  </a:lnTo>
                  <a:lnTo>
                    <a:pt x="3110339" y="2769043"/>
                  </a:lnTo>
                  <a:lnTo>
                    <a:pt x="3099191" y="2769043"/>
                  </a:lnTo>
                  <a:lnTo>
                    <a:pt x="3088043" y="2769043"/>
                  </a:lnTo>
                  <a:lnTo>
                    <a:pt x="3076895" y="2769043"/>
                  </a:lnTo>
                  <a:lnTo>
                    <a:pt x="3065747" y="2769043"/>
                  </a:lnTo>
                  <a:lnTo>
                    <a:pt x="3054598" y="2769043"/>
                  </a:lnTo>
                  <a:lnTo>
                    <a:pt x="3043450" y="2769043"/>
                  </a:lnTo>
                  <a:lnTo>
                    <a:pt x="3032302" y="2769043"/>
                  </a:lnTo>
                  <a:lnTo>
                    <a:pt x="3021154" y="2769043"/>
                  </a:lnTo>
                  <a:lnTo>
                    <a:pt x="3010006" y="2769043"/>
                  </a:lnTo>
                  <a:lnTo>
                    <a:pt x="2998858" y="2769043"/>
                  </a:lnTo>
                  <a:lnTo>
                    <a:pt x="2987709" y="2769043"/>
                  </a:lnTo>
                  <a:lnTo>
                    <a:pt x="2976561" y="2769043"/>
                  </a:lnTo>
                  <a:lnTo>
                    <a:pt x="2965413" y="2769043"/>
                  </a:lnTo>
                  <a:lnTo>
                    <a:pt x="2954265" y="2769043"/>
                  </a:lnTo>
                  <a:lnTo>
                    <a:pt x="2943117" y="2769043"/>
                  </a:lnTo>
                  <a:lnTo>
                    <a:pt x="2931969" y="2769043"/>
                  </a:lnTo>
                  <a:lnTo>
                    <a:pt x="2920820" y="2769043"/>
                  </a:lnTo>
                  <a:lnTo>
                    <a:pt x="2909672" y="2769043"/>
                  </a:lnTo>
                  <a:lnTo>
                    <a:pt x="2898524" y="2769043"/>
                  </a:lnTo>
                  <a:lnTo>
                    <a:pt x="2887376" y="2769043"/>
                  </a:lnTo>
                  <a:lnTo>
                    <a:pt x="2876228" y="2769043"/>
                  </a:lnTo>
                  <a:lnTo>
                    <a:pt x="2865080" y="2769043"/>
                  </a:lnTo>
                  <a:lnTo>
                    <a:pt x="2853931" y="2769043"/>
                  </a:lnTo>
                  <a:lnTo>
                    <a:pt x="2842783" y="2769043"/>
                  </a:lnTo>
                  <a:lnTo>
                    <a:pt x="2831635" y="2769043"/>
                  </a:lnTo>
                  <a:lnTo>
                    <a:pt x="2820487" y="2769043"/>
                  </a:lnTo>
                  <a:lnTo>
                    <a:pt x="2809339" y="2769043"/>
                  </a:lnTo>
                  <a:lnTo>
                    <a:pt x="2798190" y="2769043"/>
                  </a:lnTo>
                  <a:lnTo>
                    <a:pt x="2787042" y="2769043"/>
                  </a:lnTo>
                  <a:lnTo>
                    <a:pt x="2775894" y="2769043"/>
                  </a:lnTo>
                  <a:lnTo>
                    <a:pt x="2764746" y="2769043"/>
                  </a:lnTo>
                  <a:lnTo>
                    <a:pt x="2753598" y="2769043"/>
                  </a:lnTo>
                  <a:lnTo>
                    <a:pt x="2742450" y="2769043"/>
                  </a:lnTo>
                  <a:lnTo>
                    <a:pt x="2731301" y="2769043"/>
                  </a:lnTo>
                  <a:lnTo>
                    <a:pt x="2720153" y="2769043"/>
                  </a:lnTo>
                  <a:lnTo>
                    <a:pt x="2709005" y="2769043"/>
                  </a:lnTo>
                  <a:lnTo>
                    <a:pt x="2697857" y="2769043"/>
                  </a:lnTo>
                  <a:lnTo>
                    <a:pt x="2686709" y="2769043"/>
                  </a:lnTo>
                  <a:lnTo>
                    <a:pt x="2675561" y="2769043"/>
                  </a:lnTo>
                  <a:lnTo>
                    <a:pt x="2664412" y="2769043"/>
                  </a:lnTo>
                  <a:lnTo>
                    <a:pt x="2653264" y="2769043"/>
                  </a:lnTo>
                  <a:lnTo>
                    <a:pt x="2642116" y="2769043"/>
                  </a:lnTo>
                  <a:lnTo>
                    <a:pt x="2630968" y="2769043"/>
                  </a:lnTo>
                  <a:lnTo>
                    <a:pt x="2619820" y="2769043"/>
                  </a:lnTo>
                  <a:lnTo>
                    <a:pt x="2608672" y="2769043"/>
                  </a:lnTo>
                  <a:lnTo>
                    <a:pt x="2597523" y="2769043"/>
                  </a:lnTo>
                  <a:lnTo>
                    <a:pt x="2586375" y="2769043"/>
                  </a:lnTo>
                  <a:lnTo>
                    <a:pt x="2575227" y="2769043"/>
                  </a:lnTo>
                  <a:lnTo>
                    <a:pt x="2564079" y="2769043"/>
                  </a:lnTo>
                  <a:lnTo>
                    <a:pt x="2552931" y="2769043"/>
                  </a:lnTo>
                  <a:lnTo>
                    <a:pt x="2541783" y="2769043"/>
                  </a:lnTo>
                  <a:lnTo>
                    <a:pt x="2530634" y="2769043"/>
                  </a:lnTo>
                  <a:lnTo>
                    <a:pt x="2519486" y="2769043"/>
                  </a:lnTo>
                  <a:lnTo>
                    <a:pt x="2508338" y="2769043"/>
                  </a:lnTo>
                  <a:lnTo>
                    <a:pt x="2497190" y="2769043"/>
                  </a:lnTo>
                  <a:lnTo>
                    <a:pt x="2486042" y="2769043"/>
                  </a:lnTo>
                  <a:lnTo>
                    <a:pt x="2474894" y="2769043"/>
                  </a:lnTo>
                  <a:lnTo>
                    <a:pt x="2463745" y="2769043"/>
                  </a:lnTo>
                  <a:lnTo>
                    <a:pt x="2452597" y="2769043"/>
                  </a:lnTo>
                  <a:lnTo>
                    <a:pt x="2441449" y="2769043"/>
                  </a:lnTo>
                  <a:lnTo>
                    <a:pt x="2430301" y="2769043"/>
                  </a:lnTo>
                  <a:lnTo>
                    <a:pt x="2419153" y="2769043"/>
                  </a:lnTo>
                  <a:lnTo>
                    <a:pt x="2408004" y="2769043"/>
                  </a:lnTo>
                  <a:lnTo>
                    <a:pt x="2396856" y="2769043"/>
                  </a:lnTo>
                  <a:lnTo>
                    <a:pt x="2385708" y="2769043"/>
                  </a:lnTo>
                  <a:lnTo>
                    <a:pt x="2374560" y="2769043"/>
                  </a:lnTo>
                  <a:lnTo>
                    <a:pt x="2363412" y="2769043"/>
                  </a:lnTo>
                  <a:lnTo>
                    <a:pt x="2352264" y="2769043"/>
                  </a:lnTo>
                  <a:lnTo>
                    <a:pt x="2341115" y="2769043"/>
                  </a:lnTo>
                  <a:lnTo>
                    <a:pt x="2329967" y="2769043"/>
                  </a:lnTo>
                  <a:lnTo>
                    <a:pt x="2318819" y="2769043"/>
                  </a:lnTo>
                  <a:lnTo>
                    <a:pt x="2307671" y="2769043"/>
                  </a:lnTo>
                  <a:lnTo>
                    <a:pt x="2296523" y="2769043"/>
                  </a:lnTo>
                  <a:lnTo>
                    <a:pt x="2285375" y="2769043"/>
                  </a:lnTo>
                  <a:lnTo>
                    <a:pt x="2274226" y="2769043"/>
                  </a:lnTo>
                  <a:lnTo>
                    <a:pt x="2263078" y="2769043"/>
                  </a:lnTo>
                  <a:lnTo>
                    <a:pt x="2251930" y="2769043"/>
                  </a:lnTo>
                  <a:lnTo>
                    <a:pt x="2240782" y="2769043"/>
                  </a:lnTo>
                  <a:lnTo>
                    <a:pt x="2229634" y="2769043"/>
                  </a:lnTo>
                  <a:lnTo>
                    <a:pt x="2218486" y="2769043"/>
                  </a:lnTo>
                  <a:lnTo>
                    <a:pt x="2207337" y="2769043"/>
                  </a:lnTo>
                  <a:lnTo>
                    <a:pt x="2196189" y="2769043"/>
                  </a:lnTo>
                  <a:lnTo>
                    <a:pt x="2185041" y="2769043"/>
                  </a:lnTo>
                  <a:lnTo>
                    <a:pt x="2173893" y="2769043"/>
                  </a:lnTo>
                  <a:lnTo>
                    <a:pt x="2162745" y="2769043"/>
                  </a:lnTo>
                  <a:lnTo>
                    <a:pt x="2151597" y="2769043"/>
                  </a:lnTo>
                  <a:lnTo>
                    <a:pt x="2140448" y="2769043"/>
                  </a:lnTo>
                  <a:lnTo>
                    <a:pt x="2129300" y="2769043"/>
                  </a:lnTo>
                  <a:lnTo>
                    <a:pt x="2118152" y="2769043"/>
                  </a:lnTo>
                  <a:lnTo>
                    <a:pt x="2107004" y="2769043"/>
                  </a:lnTo>
                  <a:lnTo>
                    <a:pt x="2095856" y="2769043"/>
                  </a:lnTo>
                  <a:lnTo>
                    <a:pt x="2084708" y="2769043"/>
                  </a:lnTo>
                  <a:lnTo>
                    <a:pt x="2073559" y="2769043"/>
                  </a:lnTo>
                  <a:lnTo>
                    <a:pt x="2062411" y="2769043"/>
                  </a:lnTo>
                  <a:lnTo>
                    <a:pt x="2051263" y="2769043"/>
                  </a:lnTo>
                  <a:lnTo>
                    <a:pt x="2040115" y="2769043"/>
                  </a:lnTo>
                  <a:lnTo>
                    <a:pt x="2028967" y="2769043"/>
                  </a:lnTo>
                  <a:lnTo>
                    <a:pt x="2017818" y="2769043"/>
                  </a:lnTo>
                  <a:lnTo>
                    <a:pt x="2006670" y="2769043"/>
                  </a:lnTo>
                  <a:lnTo>
                    <a:pt x="1995522" y="2769043"/>
                  </a:lnTo>
                  <a:lnTo>
                    <a:pt x="1984374" y="2769043"/>
                  </a:lnTo>
                  <a:lnTo>
                    <a:pt x="1973226" y="2769043"/>
                  </a:lnTo>
                  <a:lnTo>
                    <a:pt x="1962078" y="2769043"/>
                  </a:lnTo>
                  <a:lnTo>
                    <a:pt x="1950929" y="2769043"/>
                  </a:lnTo>
                  <a:lnTo>
                    <a:pt x="1939781" y="2769043"/>
                  </a:lnTo>
                  <a:lnTo>
                    <a:pt x="1928633" y="2769043"/>
                  </a:lnTo>
                  <a:lnTo>
                    <a:pt x="1917485" y="2769043"/>
                  </a:lnTo>
                  <a:lnTo>
                    <a:pt x="1906337" y="2769043"/>
                  </a:lnTo>
                  <a:lnTo>
                    <a:pt x="1895189" y="2769043"/>
                  </a:lnTo>
                  <a:lnTo>
                    <a:pt x="1884040" y="2769043"/>
                  </a:lnTo>
                  <a:lnTo>
                    <a:pt x="1872892" y="2769043"/>
                  </a:lnTo>
                  <a:lnTo>
                    <a:pt x="1861744" y="2769043"/>
                  </a:lnTo>
                  <a:lnTo>
                    <a:pt x="1850596" y="2769043"/>
                  </a:lnTo>
                  <a:lnTo>
                    <a:pt x="1839448" y="2769043"/>
                  </a:lnTo>
                  <a:lnTo>
                    <a:pt x="1828300" y="2769043"/>
                  </a:lnTo>
                  <a:lnTo>
                    <a:pt x="1817151" y="2769043"/>
                  </a:lnTo>
                  <a:lnTo>
                    <a:pt x="1806003" y="2769043"/>
                  </a:lnTo>
                  <a:lnTo>
                    <a:pt x="1794855" y="2769043"/>
                  </a:lnTo>
                  <a:lnTo>
                    <a:pt x="1783707" y="2769043"/>
                  </a:lnTo>
                  <a:lnTo>
                    <a:pt x="1772559" y="2769043"/>
                  </a:lnTo>
                  <a:lnTo>
                    <a:pt x="1761411" y="2769043"/>
                  </a:lnTo>
                  <a:lnTo>
                    <a:pt x="1750262" y="2769043"/>
                  </a:lnTo>
                  <a:lnTo>
                    <a:pt x="1739114" y="2769043"/>
                  </a:lnTo>
                  <a:lnTo>
                    <a:pt x="1727966" y="2769043"/>
                  </a:lnTo>
                  <a:lnTo>
                    <a:pt x="1716818" y="2769043"/>
                  </a:lnTo>
                  <a:lnTo>
                    <a:pt x="1705670" y="2769043"/>
                  </a:lnTo>
                  <a:lnTo>
                    <a:pt x="1694522" y="2769043"/>
                  </a:lnTo>
                  <a:lnTo>
                    <a:pt x="1683373" y="2769043"/>
                  </a:lnTo>
                  <a:lnTo>
                    <a:pt x="1672225" y="2769043"/>
                  </a:lnTo>
                  <a:lnTo>
                    <a:pt x="1661077" y="2769043"/>
                  </a:lnTo>
                  <a:lnTo>
                    <a:pt x="1649929" y="2769043"/>
                  </a:lnTo>
                  <a:lnTo>
                    <a:pt x="1638781" y="2769043"/>
                  </a:lnTo>
                  <a:lnTo>
                    <a:pt x="1627633" y="2769043"/>
                  </a:lnTo>
                  <a:lnTo>
                    <a:pt x="1616484" y="2769043"/>
                  </a:lnTo>
                  <a:lnTo>
                    <a:pt x="1605336" y="2769043"/>
                  </a:lnTo>
                  <a:lnTo>
                    <a:pt x="1594188" y="2769043"/>
                  </a:lnTo>
                  <a:lnTo>
                    <a:pt x="1583040" y="2769043"/>
                  </a:lnTo>
                  <a:lnTo>
                    <a:pt x="1571892" y="2769043"/>
                  </a:lnTo>
                  <a:lnTo>
                    <a:pt x="1560743" y="2769043"/>
                  </a:lnTo>
                  <a:lnTo>
                    <a:pt x="1549595" y="2769043"/>
                  </a:lnTo>
                  <a:lnTo>
                    <a:pt x="1538447" y="2769043"/>
                  </a:lnTo>
                  <a:lnTo>
                    <a:pt x="1527299" y="2769043"/>
                  </a:lnTo>
                  <a:lnTo>
                    <a:pt x="1516151" y="2769043"/>
                  </a:lnTo>
                  <a:lnTo>
                    <a:pt x="1505003" y="2769043"/>
                  </a:lnTo>
                  <a:lnTo>
                    <a:pt x="1493854" y="2769043"/>
                  </a:lnTo>
                  <a:lnTo>
                    <a:pt x="1482706" y="2769043"/>
                  </a:lnTo>
                  <a:lnTo>
                    <a:pt x="1471558" y="2769043"/>
                  </a:lnTo>
                  <a:lnTo>
                    <a:pt x="1460410" y="2769043"/>
                  </a:lnTo>
                  <a:lnTo>
                    <a:pt x="1449262" y="2769043"/>
                  </a:lnTo>
                  <a:lnTo>
                    <a:pt x="1438114" y="2769043"/>
                  </a:lnTo>
                  <a:lnTo>
                    <a:pt x="1426965" y="2769043"/>
                  </a:lnTo>
                  <a:lnTo>
                    <a:pt x="1415817" y="2769043"/>
                  </a:lnTo>
                  <a:lnTo>
                    <a:pt x="1404669" y="2769043"/>
                  </a:lnTo>
                  <a:lnTo>
                    <a:pt x="1393521" y="2769043"/>
                  </a:lnTo>
                  <a:lnTo>
                    <a:pt x="1382373" y="2769043"/>
                  </a:lnTo>
                  <a:lnTo>
                    <a:pt x="1371225" y="2769043"/>
                  </a:lnTo>
                  <a:lnTo>
                    <a:pt x="1360076" y="2769043"/>
                  </a:lnTo>
                  <a:lnTo>
                    <a:pt x="1348928" y="2769043"/>
                  </a:lnTo>
                  <a:lnTo>
                    <a:pt x="1337780" y="2769043"/>
                  </a:lnTo>
                  <a:lnTo>
                    <a:pt x="1326632" y="2769043"/>
                  </a:lnTo>
                  <a:lnTo>
                    <a:pt x="1315484" y="2769043"/>
                  </a:lnTo>
                  <a:lnTo>
                    <a:pt x="1304336" y="2769043"/>
                  </a:lnTo>
                  <a:lnTo>
                    <a:pt x="1293187" y="2769043"/>
                  </a:lnTo>
                  <a:lnTo>
                    <a:pt x="1282039" y="2769043"/>
                  </a:lnTo>
                  <a:lnTo>
                    <a:pt x="1270891" y="2769043"/>
                  </a:lnTo>
                  <a:lnTo>
                    <a:pt x="1259743" y="2769043"/>
                  </a:lnTo>
                  <a:lnTo>
                    <a:pt x="1248595" y="2769043"/>
                  </a:lnTo>
                  <a:lnTo>
                    <a:pt x="1237447" y="2769043"/>
                  </a:lnTo>
                  <a:lnTo>
                    <a:pt x="1226298" y="2769043"/>
                  </a:lnTo>
                  <a:lnTo>
                    <a:pt x="1215150" y="2769043"/>
                  </a:lnTo>
                  <a:lnTo>
                    <a:pt x="1204002" y="2769043"/>
                  </a:lnTo>
                  <a:lnTo>
                    <a:pt x="1192854" y="2769043"/>
                  </a:lnTo>
                  <a:lnTo>
                    <a:pt x="1181706" y="2769043"/>
                  </a:lnTo>
                  <a:lnTo>
                    <a:pt x="1170557" y="2769043"/>
                  </a:lnTo>
                  <a:lnTo>
                    <a:pt x="1159409" y="2769043"/>
                  </a:lnTo>
                  <a:lnTo>
                    <a:pt x="1148261" y="2769043"/>
                  </a:lnTo>
                  <a:lnTo>
                    <a:pt x="1137113" y="2769043"/>
                  </a:lnTo>
                  <a:lnTo>
                    <a:pt x="1125965" y="2769043"/>
                  </a:lnTo>
                  <a:lnTo>
                    <a:pt x="1114817" y="2769043"/>
                  </a:lnTo>
                  <a:lnTo>
                    <a:pt x="1103668" y="2769043"/>
                  </a:lnTo>
                  <a:lnTo>
                    <a:pt x="1092520" y="2769043"/>
                  </a:lnTo>
                  <a:lnTo>
                    <a:pt x="1081372" y="2769043"/>
                  </a:lnTo>
                  <a:lnTo>
                    <a:pt x="1070224" y="2769043"/>
                  </a:lnTo>
                  <a:lnTo>
                    <a:pt x="1059076" y="2769043"/>
                  </a:lnTo>
                  <a:lnTo>
                    <a:pt x="1047928" y="2769043"/>
                  </a:lnTo>
                  <a:lnTo>
                    <a:pt x="1036779" y="2769043"/>
                  </a:lnTo>
                  <a:lnTo>
                    <a:pt x="1025631" y="2769043"/>
                  </a:lnTo>
                  <a:lnTo>
                    <a:pt x="1014483" y="2769043"/>
                  </a:lnTo>
                  <a:lnTo>
                    <a:pt x="1003335" y="2769043"/>
                  </a:lnTo>
                  <a:lnTo>
                    <a:pt x="992187" y="2769043"/>
                  </a:lnTo>
                  <a:lnTo>
                    <a:pt x="981039" y="2769043"/>
                  </a:lnTo>
                  <a:lnTo>
                    <a:pt x="969890" y="2769043"/>
                  </a:lnTo>
                  <a:lnTo>
                    <a:pt x="958742" y="2769043"/>
                  </a:lnTo>
                  <a:lnTo>
                    <a:pt x="947594" y="2769043"/>
                  </a:lnTo>
                  <a:lnTo>
                    <a:pt x="936446" y="2769043"/>
                  </a:lnTo>
                  <a:lnTo>
                    <a:pt x="925298" y="2769043"/>
                  </a:lnTo>
                  <a:lnTo>
                    <a:pt x="914150" y="2769043"/>
                  </a:lnTo>
                  <a:lnTo>
                    <a:pt x="903001" y="2769043"/>
                  </a:lnTo>
                  <a:lnTo>
                    <a:pt x="891853" y="2769043"/>
                  </a:lnTo>
                  <a:lnTo>
                    <a:pt x="880705" y="2769043"/>
                  </a:lnTo>
                  <a:lnTo>
                    <a:pt x="869557" y="2769043"/>
                  </a:lnTo>
                  <a:lnTo>
                    <a:pt x="858409" y="2769043"/>
                  </a:lnTo>
                  <a:lnTo>
                    <a:pt x="847261" y="2769043"/>
                  </a:lnTo>
                  <a:lnTo>
                    <a:pt x="836112" y="2769043"/>
                  </a:lnTo>
                  <a:lnTo>
                    <a:pt x="824964" y="2769043"/>
                  </a:lnTo>
                  <a:lnTo>
                    <a:pt x="813816" y="2769043"/>
                  </a:lnTo>
                  <a:lnTo>
                    <a:pt x="802668" y="2769043"/>
                  </a:lnTo>
                  <a:lnTo>
                    <a:pt x="791520" y="2769043"/>
                  </a:lnTo>
                  <a:lnTo>
                    <a:pt x="780371" y="2769043"/>
                  </a:lnTo>
                  <a:lnTo>
                    <a:pt x="769223" y="2769043"/>
                  </a:lnTo>
                  <a:lnTo>
                    <a:pt x="758075" y="2769043"/>
                  </a:lnTo>
                  <a:lnTo>
                    <a:pt x="746927" y="2769043"/>
                  </a:lnTo>
                  <a:lnTo>
                    <a:pt x="735779" y="2769043"/>
                  </a:lnTo>
                  <a:lnTo>
                    <a:pt x="724631" y="2769043"/>
                  </a:lnTo>
                  <a:lnTo>
                    <a:pt x="713482" y="2769043"/>
                  </a:lnTo>
                  <a:lnTo>
                    <a:pt x="702334" y="2769043"/>
                  </a:lnTo>
                  <a:lnTo>
                    <a:pt x="691186" y="2769043"/>
                  </a:lnTo>
                  <a:lnTo>
                    <a:pt x="680038" y="2769043"/>
                  </a:lnTo>
                  <a:lnTo>
                    <a:pt x="668890" y="2769043"/>
                  </a:lnTo>
                  <a:lnTo>
                    <a:pt x="657742" y="2769043"/>
                  </a:lnTo>
                  <a:lnTo>
                    <a:pt x="646593" y="2769043"/>
                  </a:lnTo>
                  <a:lnTo>
                    <a:pt x="635445" y="2769043"/>
                  </a:lnTo>
                  <a:lnTo>
                    <a:pt x="624297" y="2769043"/>
                  </a:lnTo>
                  <a:lnTo>
                    <a:pt x="613149" y="2769043"/>
                  </a:lnTo>
                  <a:lnTo>
                    <a:pt x="602001" y="2769043"/>
                  </a:lnTo>
                  <a:lnTo>
                    <a:pt x="590853" y="2769043"/>
                  </a:lnTo>
                  <a:lnTo>
                    <a:pt x="579704" y="2769043"/>
                  </a:lnTo>
                  <a:lnTo>
                    <a:pt x="568556" y="2769043"/>
                  </a:lnTo>
                  <a:lnTo>
                    <a:pt x="557408" y="2769043"/>
                  </a:lnTo>
                  <a:lnTo>
                    <a:pt x="546260" y="2769043"/>
                  </a:lnTo>
                  <a:lnTo>
                    <a:pt x="535112" y="2769043"/>
                  </a:lnTo>
                  <a:lnTo>
                    <a:pt x="523964" y="2769043"/>
                  </a:lnTo>
                  <a:lnTo>
                    <a:pt x="512815" y="2769043"/>
                  </a:lnTo>
                  <a:lnTo>
                    <a:pt x="501667" y="2769043"/>
                  </a:lnTo>
                  <a:lnTo>
                    <a:pt x="490519" y="2769043"/>
                  </a:lnTo>
                  <a:lnTo>
                    <a:pt x="479371" y="2769043"/>
                  </a:lnTo>
                  <a:lnTo>
                    <a:pt x="468223" y="2769043"/>
                  </a:lnTo>
                  <a:lnTo>
                    <a:pt x="457075" y="2769043"/>
                  </a:lnTo>
                  <a:lnTo>
                    <a:pt x="445926" y="2769043"/>
                  </a:lnTo>
                  <a:lnTo>
                    <a:pt x="434778" y="2769043"/>
                  </a:lnTo>
                  <a:lnTo>
                    <a:pt x="423630" y="2769043"/>
                  </a:lnTo>
                  <a:lnTo>
                    <a:pt x="412482" y="2769043"/>
                  </a:lnTo>
                  <a:lnTo>
                    <a:pt x="401334" y="2769043"/>
                  </a:lnTo>
                  <a:lnTo>
                    <a:pt x="390185" y="2769043"/>
                  </a:lnTo>
                  <a:lnTo>
                    <a:pt x="379037" y="2769043"/>
                  </a:lnTo>
                  <a:lnTo>
                    <a:pt x="367889" y="2769043"/>
                  </a:lnTo>
                  <a:lnTo>
                    <a:pt x="356741" y="2769043"/>
                  </a:lnTo>
                  <a:lnTo>
                    <a:pt x="345593" y="2769043"/>
                  </a:lnTo>
                  <a:lnTo>
                    <a:pt x="334445" y="2769043"/>
                  </a:lnTo>
                  <a:lnTo>
                    <a:pt x="323296" y="2769043"/>
                  </a:lnTo>
                  <a:lnTo>
                    <a:pt x="312148" y="2769043"/>
                  </a:lnTo>
                  <a:lnTo>
                    <a:pt x="301000" y="2769043"/>
                  </a:lnTo>
                  <a:lnTo>
                    <a:pt x="289852" y="2769043"/>
                  </a:lnTo>
                  <a:lnTo>
                    <a:pt x="278704" y="2769043"/>
                  </a:lnTo>
                  <a:lnTo>
                    <a:pt x="267556" y="2769043"/>
                  </a:lnTo>
                  <a:lnTo>
                    <a:pt x="256407" y="2769043"/>
                  </a:lnTo>
                  <a:lnTo>
                    <a:pt x="245259" y="2769043"/>
                  </a:lnTo>
                  <a:lnTo>
                    <a:pt x="234111" y="2769043"/>
                  </a:lnTo>
                  <a:lnTo>
                    <a:pt x="222963" y="2769043"/>
                  </a:lnTo>
                  <a:lnTo>
                    <a:pt x="211815" y="2769043"/>
                  </a:lnTo>
                  <a:lnTo>
                    <a:pt x="200667" y="2769043"/>
                  </a:lnTo>
                  <a:lnTo>
                    <a:pt x="189518" y="2769043"/>
                  </a:lnTo>
                  <a:lnTo>
                    <a:pt x="178370" y="2769043"/>
                  </a:lnTo>
                  <a:lnTo>
                    <a:pt x="167222" y="2769043"/>
                  </a:lnTo>
                  <a:lnTo>
                    <a:pt x="156074" y="2769043"/>
                  </a:lnTo>
                  <a:lnTo>
                    <a:pt x="144926" y="2769043"/>
                  </a:lnTo>
                  <a:lnTo>
                    <a:pt x="133778" y="2769043"/>
                  </a:lnTo>
                  <a:lnTo>
                    <a:pt x="122629" y="2769043"/>
                  </a:lnTo>
                  <a:lnTo>
                    <a:pt x="111481" y="2769043"/>
                  </a:lnTo>
                  <a:lnTo>
                    <a:pt x="100333" y="2769043"/>
                  </a:lnTo>
                  <a:lnTo>
                    <a:pt x="89185" y="2769043"/>
                  </a:lnTo>
                  <a:lnTo>
                    <a:pt x="78037" y="2769043"/>
                  </a:lnTo>
                  <a:lnTo>
                    <a:pt x="66889" y="2769043"/>
                  </a:lnTo>
                  <a:lnTo>
                    <a:pt x="55740" y="2769043"/>
                  </a:lnTo>
                  <a:lnTo>
                    <a:pt x="44592" y="2769043"/>
                  </a:lnTo>
                  <a:lnTo>
                    <a:pt x="33444" y="2769043"/>
                  </a:lnTo>
                  <a:lnTo>
                    <a:pt x="22296" y="2769043"/>
                  </a:lnTo>
                  <a:lnTo>
                    <a:pt x="11148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54623" y="2778582"/>
              <a:ext cx="5696715" cy="2769043"/>
            </a:xfrm>
            <a:custGeom>
              <a:avLst/>
              <a:pathLst>
                <a:path w="5696715" h="2769043">
                  <a:moveTo>
                    <a:pt x="0" y="2670024"/>
                  </a:moveTo>
                  <a:lnTo>
                    <a:pt x="11148" y="2663950"/>
                  </a:lnTo>
                  <a:lnTo>
                    <a:pt x="22296" y="2657656"/>
                  </a:lnTo>
                  <a:lnTo>
                    <a:pt x="33444" y="2651092"/>
                  </a:lnTo>
                  <a:lnTo>
                    <a:pt x="44592" y="2644261"/>
                  </a:lnTo>
                  <a:lnTo>
                    <a:pt x="55740" y="2637214"/>
                  </a:lnTo>
                  <a:lnTo>
                    <a:pt x="66889" y="2629954"/>
                  </a:lnTo>
                  <a:lnTo>
                    <a:pt x="78037" y="2622464"/>
                  </a:lnTo>
                  <a:lnTo>
                    <a:pt x="89185" y="2614703"/>
                  </a:lnTo>
                  <a:lnTo>
                    <a:pt x="100333" y="2606748"/>
                  </a:lnTo>
                  <a:lnTo>
                    <a:pt x="111481" y="2598605"/>
                  </a:lnTo>
                  <a:lnTo>
                    <a:pt x="122629" y="2590282"/>
                  </a:lnTo>
                  <a:lnTo>
                    <a:pt x="133778" y="2581723"/>
                  </a:lnTo>
                  <a:lnTo>
                    <a:pt x="144926" y="2573006"/>
                  </a:lnTo>
                  <a:lnTo>
                    <a:pt x="156074" y="2564148"/>
                  </a:lnTo>
                  <a:lnTo>
                    <a:pt x="167222" y="2555158"/>
                  </a:lnTo>
                  <a:lnTo>
                    <a:pt x="178370" y="2546021"/>
                  </a:lnTo>
                  <a:lnTo>
                    <a:pt x="189518" y="2536773"/>
                  </a:lnTo>
                  <a:lnTo>
                    <a:pt x="200667" y="2527445"/>
                  </a:lnTo>
                  <a:lnTo>
                    <a:pt x="211815" y="2518051"/>
                  </a:lnTo>
                  <a:lnTo>
                    <a:pt x="222963" y="2508598"/>
                  </a:lnTo>
                  <a:lnTo>
                    <a:pt x="234111" y="2499110"/>
                  </a:lnTo>
                  <a:lnTo>
                    <a:pt x="245259" y="2489615"/>
                  </a:lnTo>
                  <a:lnTo>
                    <a:pt x="256407" y="2480125"/>
                  </a:lnTo>
                  <a:lnTo>
                    <a:pt x="267556" y="2470655"/>
                  </a:lnTo>
                  <a:lnTo>
                    <a:pt x="278704" y="2461245"/>
                  </a:lnTo>
                  <a:lnTo>
                    <a:pt x="289852" y="2451897"/>
                  </a:lnTo>
                  <a:lnTo>
                    <a:pt x="301000" y="2442623"/>
                  </a:lnTo>
                  <a:lnTo>
                    <a:pt x="312148" y="2433434"/>
                  </a:lnTo>
                  <a:lnTo>
                    <a:pt x="323296" y="2424380"/>
                  </a:lnTo>
                  <a:lnTo>
                    <a:pt x="334445" y="2415452"/>
                  </a:lnTo>
                  <a:lnTo>
                    <a:pt x="345593" y="2406649"/>
                  </a:lnTo>
                  <a:lnTo>
                    <a:pt x="356741" y="2397975"/>
                  </a:lnTo>
                  <a:lnTo>
                    <a:pt x="367889" y="2389467"/>
                  </a:lnTo>
                  <a:lnTo>
                    <a:pt x="379037" y="2381132"/>
                  </a:lnTo>
                  <a:lnTo>
                    <a:pt x="390185" y="2372941"/>
                  </a:lnTo>
                  <a:lnTo>
                    <a:pt x="401334" y="2364891"/>
                  </a:lnTo>
                  <a:lnTo>
                    <a:pt x="412482" y="2356993"/>
                  </a:lnTo>
                  <a:lnTo>
                    <a:pt x="423630" y="2349275"/>
                  </a:lnTo>
                  <a:lnTo>
                    <a:pt x="434778" y="2341679"/>
                  </a:lnTo>
                  <a:lnTo>
                    <a:pt x="445926" y="2334196"/>
                  </a:lnTo>
                  <a:lnTo>
                    <a:pt x="457075" y="2326818"/>
                  </a:lnTo>
                  <a:lnTo>
                    <a:pt x="468223" y="2319560"/>
                  </a:lnTo>
                  <a:lnTo>
                    <a:pt x="479371" y="2312365"/>
                  </a:lnTo>
                  <a:lnTo>
                    <a:pt x="490519" y="2305215"/>
                  </a:lnTo>
                  <a:lnTo>
                    <a:pt x="501667" y="2298094"/>
                  </a:lnTo>
                  <a:lnTo>
                    <a:pt x="512815" y="2290975"/>
                  </a:lnTo>
                  <a:lnTo>
                    <a:pt x="523964" y="2283821"/>
                  </a:lnTo>
                  <a:lnTo>
                    <a:pt x="535112" y="2276608"/>
                  </a:lnTo>
                  <a:lnTo>
                    <a:pt x="546260" y="2269315"/>
                  </a:lnTo>
                  <a:lnTo>
                    <a:pt x="557408" y="2261901"/>
                  </a:lnTo>
                  <a:lnTo>
                    <a:pt x="568556" y="2254297"/>
                  </a:lnTo>
                  <a:lnTo>
                    <a:pt x="579704" y="2246511"/>
                  </a:lnTo>
                  <a:lnTo>
                    <a:pt x="590853" y="2238520"/>
                  </a:lnTo>
                  <a:lnTo>
                    <a:pt x="602001" y="2230295"/>
                  </a:lnTo>
                  <a:lnTo>
                    <a:pt x="613149" y="2221688"/>
                  </a:lnTo>
                  <a:lnTo>
                    <a:pt x="624297" y="2212771"/>
                  </a:lnTo>
                  <a:lnTo>
                    <a:pt x="635445" y="2203522"/>
                  </a:lnTo>
                  <a:lnTo>
                    <a:pt x="646593" y="2193920"/>
                  </a:lnTo>
                  <a:lnTo>
                    <a:pt x="657742" y="2183806"/>
                  </a:lnTo>
                  <a:lnTo>
                    <a:pt x="668890" y="2173226"/>
                  </a:lnTo>
                  <a:lnTo>
                    <a:pt x="680038" y="2162206"/>
                  </a:lnTo>
                  <a:lnTo>
                    <a:pt x="691186" y="2150727"/>
                  </a:lnTo>
                  <a:lnTo>
                    <a:pt x="702334" y="2138672"/>
                  </a:lnTo>
                  <a:lnTo>
                    <a:pt x="713482" y="2125996"/>
                  </a:lnTo>
                  <a:lnTo>
                    <a:pt x="724631" y="2112801"/>
                  </a:lnTo>
                  <a:lnTo>
                    <a:pt x="735779" y="2099078"/>
                  </a:lnTo>
                  <a:lnTo>
                    <a:pt x="746927" y="2084774"/>
                  </a:lnTo>
                  <a:lnTo>
                    <a:pt x="758075" y="2069722"/>
                  </a:lnTo>
                  <a:lnTo>
                    <a:pt x="769223" y="2054115"/>
                  </a:lnTo>
                  <a:lnTo>
                    <a:pt x="780371" y="2037952"/>
                  </a:lnTo>
                  <a:lnTo>
                    <a:pt x="791520" y="2021231"/>
                  </a:lnTo>
                  <a:lnTo>
                    <a:pt x="802668" y="2003741"/>
                  </a:lnTo>
                  <a:lnTo>
                    <a:pt x="813816" y="1985677"/>
                  </a:lnTo>
                  <a:lnTo>
                    <a:pt x="824964" y="1967075"/>
                  </a:lnTo>
                  <a:lnTo>
                    <a:pt x="836112" y="1947942"/>
                  </a:lnTo>
                  <a:lnTo>
                    <a:pt x="847261" y="1928155"/>
                  </a:lnTo>
                  <a:lnTo>
                    <a:pt x="858409" y="1907784"/>
                  </a:lnTo>
                  <a:lnTo>
                    <a:pt x="869557" y="1886934"/>
                  </a:lnTo>
                  <a:lnTo>
                    <a:pt x="880705" y="1865619"/>
                  </a:lnTo>
                  <a:lnTo>
                    <a:pt x="891853" y="1843797"/>
                  </a:lnTo>
                  <a:lnTo>
                    <a:pt x="903001" y="1821435"/>
                  </a:lnTo>
                  <a:lnTo>
                    <a:pt x="914150" y="1798684"/>
                  </a:lnTo>
                  <a:lnTo>
                    <a:pt x="925298" y="1775563"/>
                  </a:lnTo>
                  <a:lnTo>
                    <a:pt x="936446" y="1752087"/>
                  </a:lnTo>
                  <a:lnTo>
                    <a:pt x="947594" y="1728161"/>
                  </a:lnTo>
                  <a:lnTo>
                    <a:pt x="958742" y="1703953"/>
                  </a:lnTo>
                  <a:lnTo>
                    <a:pt x="969890" y="1679483"/>
                  </a:lnTo>
                  <a:lnTo>
                    <a:pt x="981039" y="1654769"/>
                  </a:lnTo>
                  <a:lnTo>
                    <a:pt x="992187" y="1629773"/>
                  </a:lnTo>
                  <a:lnTo>
                    <a:pt x="1003335" y="1604575"/>
                  </a:lnTo>
                  <a:lnTo>
                    <a:pt x="1014483" y="1579215"/>
                  </a:lnTo>
                  <a:lnTo>
                    <a:pt x="1025631" y="1553711"/>
                  </a:lnTo>
                  <a:lnTo>
                    <a:pt x="1036779" y="1528058"/>
                  </a:lnTo>
                  <a:lnTo>
                    <a:pt x="1047928" y="1502280"/>
                  </a:lnTo>
                  <a:lnTo>
                    <a:pt x="1059076" y="1476420"/>
                  </a:lnTo>
                  <a:lnTo>
                    <a:pt x="1070224" y="1450488"/>
                  </a:lnTo>
                  <a:lnTo>
                    <a:pt x="1081372" y="1424490"/>
                  </a:lnTo>
                  <a:lnTo>
                    <a:pt x="1092520" y="1398427"/>
                  </a:lnTo>
                  <a:lnTo>
                    <a:pt x="1103668" y="1372326"/>
                  </a:lnTo>
                  <a:lnTo>
                    <a:pt x="1114817" y="1346191"/>
                  </a:lnTo>
                  <a:lnTo>
                    <a:pt x="1125965" y="1320025"/>
                  </a:lnTo>
                  <a:lnTo>
                    <a:pt x="1137113" y="1293821"/>
                  </a:lnTo>
                  <a:lnTo>
                    <a:pt x="1148261" y="1267589"/>
                  </a:lnTo>
                  <a:lnTo>
                    <a:pt x="1159409" y="1241327"/>
                  </a:lnTo>
                  <a:lnTo>
                    <a:pt x="1170557" y="1215034"/>
                  </a:lnTo>
                  <a:lnTo>
                    <a:pt x="1181706" y="1188698"/>
                  </a:lnTo>
                  <a:lnTo>
                    <a:pt x="1192854" y="1162315"/>
                  </a:lnTo>
                  <a:lnTo>
                    <a:pt x="1204002" y="1135887"/>
                  </a:lnTo>
                  <a:lnTo>
                    <a:pt x="1215150" y="1109410"/>
                  </a:lnTo>
                  <a:lnTo>
                    <a:pt x="1226298" y="1082874"/>
                  </a:lnTo>
                  <a:lnTo>
                    <a:pt x="1237447" y="1056262"/>
                  </a:lnTo>
                  <a:lnTo>
                    <a:pt x="1248595" y="1029590"/>
                  </a:lnTo>
                  <a:lnTo>
                    <a:pt x="1259743" y="1002857"/>
                  </a:lnTo>
                  <a:lnTo>
                    <a:pt x="1270891" y="976063"/>
                  </a:lnTo>
                  <a:lnTo>
                    <a:pt x="1282039" y="949186"/>
                  </a:lnTo>
                  <a:lnTo>
                    <a:pt x="1293187" y="922258"/>
                  </a:lnTo>
                  <a:lnTo>
                    <a:pt x="1304336" y="895288"/>
                  </a:lnTo>
                  <a:lnTo>
                    <a:pt x="1315484" y="868283"/>
                  </a:lnTo>
                  <a:lnTo>
                    <a:pt x="1326632" y="841252"/>
                  </a:lnTo>
                  <a:lnTo>
                    <a:pt x="1337780" y="814229"/>
                  </a:lnTo>
                  <a:lnTo>
                    <a:pt x="1348928" y="787231"/>
                  </a:lnTo>
                  <a:lnTo>
                    <a:pt x="1360076" y="760280"/>
                  </a:lnTo>
                  <a:lnTo>
                    <a:pt x="1371225" y="733417"/>
                  </a:lnTo>
                  <a:lnTo>
                    <a:pt x="1382373" y="706700"/>
                  </a:lnTo>
                  <a:lnTo>
                    <a:pt x="1393521" y="680142"/>
                  </a:lnTo>
                  <a:lnTo>
                    <a:pt x="1404669" y="653772"/>
                  </a:lnTo>
                  <a:lnTo>
                    <a:pt x="1415817" y="627640"/>
                  </a:lnTo>
                  <a:lnTo>
                    <a:pt x="1426965" y="601900"/>
                  </a:lnTo>
                  <a:lnTo>
                    <a:pt x="1438114" y="576506"/>
                  </a:lnTo>
                  <a:lnTo>
                    <a:pt x="1449262" y="551496"/>
                  </a:lnTo>
                  <a:lnTo>
                    <a:pt x="1460410" y="526911"/>
                  </a:lnTo>
                  <a:lnTo>
                    <a:pt x="1471558" y="502999"/>
                  </a:lnTo>
                  <a:lnTo>
                    <a:pt x="1482706" y="479688"/>
                  </a:lnTo>
                  <a:lnTo>
                    <a:pt x="1493854" y="456985"/>
                  </a:lnTo>
                  <a:lnTo>
                    <a:pt x="1505003" y="434932"/>
                  </a:lnTo>
                  <a:lnTo>
                    <a:pt x="1516151" y="413762"/>
                  </a:lnTo>
                  <a:lnTo>
                    <a:pt x="1527299" y="393515"/>
                  </a:lnTo>
                  <a:lnTo>
                    <a:pt x="1538447" y="374092"/>
                  </a:lnTo>
                  <a:lnTo>
                    <a:pt x="1549595" y="355527"/>
                  </a:lnTo>
                  <a:lnTo>
                    <a:pt x="1560743" y="337971"/>
                  </a:lnTo>
                  <a:lnTo>
                    <a:pt x="1571892" y="321664"/>
                  </a:lnTo>
                  <a:lnTo>
                    <a:pt x="1583040" y="306345"/>
                  </a:lnTo>
                  <a:lnTo>
                    <a:pt x="1594188" y="292034"/>
                  </a:lnTo>
                  <a:lnTo>
                    <a:pt x="1605336" y="278749"/>
                  </a:lnTo>
                  <a:lnTo>
                    <a:pt x="1616484" y="266970"/>
                  </a:lnTo>
                  <a:lnTo>
                    <a:pt x="1627633" y="256257"/>
                  </a:lnTo>
                  <a:lnTo>
                    <a:pt x="1638781" y="246605"/>
                  </a:lnTo>
                  <a:lnTo>
                    <a:pt x="1649929" y="238015"/>
                  </a:lnTo>
                  <a:lnTo>
                    <a:pt x="1661077" y="230797"/>
                  </a:lnTo>
                  <a:lnTo>
                    <a:pt x="1672225" y="224737"/>
                  </a:lnTo>
                  <a:lnTo>
                    <a:pt x="1683373" y="219677"/>
                  </a:lnTo>
                  <a:lnTo>
                    <a:pt x="1694522" y="215592"/>
                  </a:lnTo>
                  <a:lnTo>
                    <a:pt x="1705670" y="212616"/>
                  </a:lnTo>
                  <a:lnTo>
                    <a:pt x="1716818" y="210742"/>
                  </a:lnTo>
                  <a:lnTo>
                    <a:pt x="1727966" y="209687"/>
                  </a:lnTo>
                  <a:lnTo>
                    <a:pt x="1739114" y="209406"/>
                  </a:lnTo>
                  <a:lnTo>
                    <a:pt x="1750262" y="209888"/>
                  </a:lnTo>
                  <a:lnTo>
                    <a:pt x="1761411" y="211243"/>
                  </a:lnTo>
                  <a:lnTo>
                    <a:pt x="1772559" y="213138"/>
                  </a:lnTo>
                  <a:lnTo>
                    <a:pt x="1783707" y="215513"/>
                  </a:lnTo>
                  <a:lnTo>
                    <a:pt x="1794855" y="218310"/>
                  </a:lnTo>
                  <a:lnTo>
                    <a:pt x="1806003" y="221543"/>
                  </a:lnTo>
                  <a:lnTo>
                    <a:pt x="1817151" y="224999"/>
                  </a:lnTo>
                  <a:lnTo>
                    <a:pt x="1828300" y="228590"/>
                  </a:lnTo>
                  <a:lnTo>
                    <a:pt x="1839448" y="232254"/>
                  </a:lnTo>
                  <a:lnTo>
                    <a:pt x="1850596" y="235895"/>
                  </a:lnTo>
                  <a:lnTo>
                    <a:pt x="1861744" y="239384"/>
                  </a:lnTo>
                  <a:lnTo>
                    <a:pt x="1872892" y="242664"/>
                  </a:lnTo>
                  <a:lnTo>
                    <a:pt x="1884040" y="245679"/>
                  </a:lnTo>
                  <a:lnTo>
                    <a:pt x="1895189" y="248323"/>
                  </a:lnTo>
                  <a:lnTo>
                    <a:pt x="1906337" y="250406"/>
                  </a:lnTo>
                  <a:lnTo>
                    <a:pt x="1917485" y="251990"/>
                  </a:lnTo>
                  <a:lnTo>
                    <a:pt x="1928633" y="253035"/>
                  </a:lnTo>
                  <a:lnTo>
                    <a:pt x="1939781" y="253499"/>
                  </a:lnTo>
                  <a:lnTo>
                    <a:pt x="1950929" y="253050"/>
                  </a:lnTo>
                  <a:lnTo>
                    <a:pt x="1962078" y="251906"/>
                  </a:lnTo>
                  <a:lnTo>
                    <a:pt x="1973226" y="250053"/>
                  </a:lnTo>
                  <a:lnTo>
                    <a:pt x="1984374" y="247476"/>
                  </a:lnTo>
                  <a:lnTo>
                    <a:pt x="1995522" y="243934"/>
                  </a:lnTo>
                  <a:lnTo>
                    <a:pt x="2006670" y="239540"/>
                  </a:lnTo>
                  <a:lnTo>
                    <a:pt x="2017818" y="234405"/>
                  </a:lnTo>
                  <a:lnTo>
                    <a:pt x="2028967" y="228536"/>
                  </a:lnTo>
                  <a:lnTo>
                    <a:pt x="2040115" y="221827"/>
                  </a:lnTo>
                  <a:lnTo>
                    <a:pt x="2051263" y="214261"/>
                  </a:lnTo>
                  <a:lnTo>
                    <a:pt x="2062411" y="206059"/>
                  </a:lnTo>
                  <a:lnTo>
                    <a:pt x="2073559" y="197255"/>
                  </a:lnTo>
                  <a:lnTo>
                    <a:pt x="2084708" y="187860"/>
                  </a:lnTo>
                  <a:lnTo>
                    <a:pt x="2095856" y="177789"/>
                  </a:lnTo>
                  <a:lnTo>
                    <a:pt x="2107004" y="167313"/>
                  </a:lnTo>
                  <a:lnTo>
                    <a:pt x="2118152" y="156486"/>
                  </a:lnTo>
                  <a:lnTo>
                    <a:pt x="2129300" y="145363"/>
                  </a:lnTo>
                  <a:lnTo>
                    <a:pt x="2140448" y="133968"/>
                  </a:lnTo>
                  <a:lnTo>
                    <a:pt x="2151597" y="122476"/>
                  </a:lnTo>
                  <a:lnTo>
                    <a:pt x="2162745" y="110968"/>
                  </a:lnTo>
                  <a:lnTo>
                    <a:pt x="2173893" y="99509"/>
                  </a:lnTo>
                  <a:lnTo>
                    <a:pt x="2185041" y="88226"/>
                  </a:lnTo>
                  <a:lnTo>
                    <a:pt x="2196189" y="77259"/>
                  </a:lnTo>
                  <a:lnTo>
                    <a:pt x="2207337" y="66644"/>
                  </a:lnTo>
                  <a:lnTo>
                    <a:pt x="2218486" y="56448"/>
                  </a:lnTo>
                  <a:lnTo>
                    <a:pt x="2229634" y="46800"/>
                  </a:lnTo>
                  <a:lnTo>
                    <a:pt x="2240782" y="37961"/>
                  </a:lnTo>
                  <a:lnTo>
                    <a:pt x="2251930" y="29823"/>
                  </a:lnTo>
                  <a:lnTo>
                    <a:pt x="2263078" y="22442"/>
                  </a:lnTo>
                  <a:lnTo>
                    <a:pt x="2274226" y="15874"/>
                  </a:lnTo>
                  <a:lnTo>
                    <a:pt x="2285375" y="10583"/>
                  </a:lnTo>
                  <a:lnTo>
                    <a:pt x="2296523" y="6289"/>
                  </a:lnTo>
                  <a:lnTo>
                    <a:pt x="2307671" y="3014"/>
                  </a:lnTo>
                  <a:lnTo>
                    <a:pt x="2318819" y="794"/>
                  </a:lnTo>
                  <a:lnTo>
                    <a:pt x="2329967" y="0"/>
                  </a:lnTo>
                  <a:lnTo>
                    <a:pt x="2341115" y="517"/>
                  </a:lnTo>
                  <a:lnTo>
                    <a:pt x="2352264" y="2203"/>
                  </a:lnTo>
                  <a:lnTo>
                    <a:pt x="2363412" y="5070"/>
                  </a:lnTo>
                  <a:lnTo>
                    <a:pt x="2374560" y="9329"/>
                  </a:lnTo>
                  <a:lnTo>
                    <a:pt x="2385708" y="15109"/>
                  </a:lnTo>
                  <a:lnTo>
                    <a:pt x="2396856" y="22077"/>
                  </a:lnTo>
                  <a:lnTo>
                    <a:pt x="2408004" y="30225"/>
                  </a:lnTo>
                  <a:lnTo>
                    <a:pt x="2419153" y="39585"/>
                  </a:lnTo>
                  <a:lnTo>
                    <a:pt x="2430301" y="50525"/>
                  </a:lnTo>
                  <a:lnTo>
                    <a:pt x="2441449" y="62552"/>
                  </a:lnTo>
                  <a:lnTo>
                    <a:pt x="2452597" y="75635"/>
                  </a:lnTo>
                  <a:lnTo>
                    <a:pt x="2463745" y="89742"/>
                  </a:lnTo>
                  <a:lnTo>
                    <a:pt x="2474894" y="105153"/>
                  </a:lnTo>
                  <a:lnTo>
                    <a:pt x="2486042" y="121530"/>
                  </a:lnTo>
                  <a:lnTo>
                    <a:pt x="2497190" y="138747"/>
                  </a:lnTo>
                  <a:lnTo>
                    <a:pt x="2508338" y="156756"/>
                  </a:lnTo>
                  <a:lnTo>
                    <a:pt x="2519486" y="175653"/>
                  </a:lnTo>
                  <a:lnTo>
                    <a:pt x="2530634" y="195319"/>
                  </a:lnTo>
                  <a:lnTo>
                    <a:pt x="2541783" y="215548"/>
                  </a:lnTo>
                  <a:lnTo>
                    <a:pt x="2552931" y="236287"/>
                  </a:lnTo>
                  <a:lnTo>
                    <a:pt x="2564079" y="257517"/>
                  </a:lnTo>
                  <a:lnTo>
                    <a:pt x="2575227" y="279219"/>
                  </a:lnTo>
                  <a:lnTo>
                    <a:pt x="2586375" y="301189"/>
                  </a:lnTo>
                  <a:lnTo>
                    <a:pt x="2597523" y="323375"/>
                  </a:lnTo>
                  <a:lnTo>
                    <a:pt x="2608672" y="345726"/>
                  </a:lnTo>
                  <a:lnTo>
                    <a:pt x="2619820" y="368190"/>
                  </a:lnTo>
                  <a:lnTo>
                    <a:pt x="2630968" y="390649"/>
                  </a:lnTo>
                  <a:lnTo>
                    <a:pt x="2642116" y="413059"/>
                  </a:lnTo>
                  <a:lnTo>
                    <a:pt x="2653264" y="435377"/>
                  </a:lnTo>
                  <a:lnTo>
                    <a:pt x="2664412" y="457497"/>
                  </a:lnTo>
                  <a:lnTo>
                    <a:pt x="2675561" y="479367"/>
                  </a:lnTo>
                  <a:lnTo>
                    <a:pt x="2686709" y="500979"/>
                  </a:lnTo>
                  <a:lnTo>
                    <a:pt x="2697857" y="522304"/>
                  </a:lnTo>
                  <a:lnTo>
                    <a:pt x="2709005" y="543254"/>
                  </a:lnTo>
                  <a:lnTo>
                    <a:pt x="2720153" y="563742"/>
                  </a:lnTo>
                  <a:lnTo>
                    <a:pt x="2731301" y="583842"/>
                  </a:lnTo>
                  <a:lnTo>
                    <a:pt x="2742450" y="603540"/>
                  </a:lnTo>
                  <a:lnTo>
                    <a:pt x="2753598" y="622809"/>
                  </a:lnTo>
                  <a:lnTo>
                    <a:pt x="2764746" y="641478"/>
                  </a:lnTo>
                  <a:lnTo>
                    <a:pt x="2775894" y="659715"/>
                  </a:lnTo>
                  <a:lnTo>
                    <a:pt x="2787042" y="677523"/>
                  </a:lnTo>
                  <a:lnTo>
                    <a:pt x="2798190" y="694904"/>
                  </a:lnTo>
                  <a:lnTo>
                    <a:pt x="2809339" y="711726"/>
                  </a:lnTo>
                  <a:lnTo>
                    <a:pt x="2820487" y="728117"/>
                  </a:lnTo>
                  <a:lnTo>
                    <a:pt x="2831635" y="744129"/>
                  </a:lnTo>
                  <a:lnTo>
                    <a:pt x="2842783" y="759778"/>
                  </a:lnTo>
                  <a:lnTo>
                    <a:pt x="2853931" y="775017"/>
                  </a:lnTo>
                  <a:lnTo>
                    <a:pt x="2865080" y="789891"/>
                  </a:lnTo>
                  <a:lnTo>
                    <a:pt x="2876228" y="804497"/>
                  </a:lnTo>
                  <a:lnTo>
                    <a:pt x="2887376" y="818860"/>
                  </a:lnTo>
                  <a:lnTo>
                    <a:pt x="2898524" y="832988"/>
                  </a:lnTo>
                  <a:lnTo>
                    <a:pt x="2909672" y="846890"/>
                  </a:lnTo>
                  <a:lnTo>
                    <a:pt x="2920820" y="860666"/>
                  </a:lnTo>
                  <a:lnTo>
                    <a:pt x="2931969" y="874342"/>
                  </a:lnTo>
                  <a:lnTo>
                    <a:pt x="2943117" y="887945"/>
                  </a:lnTo>
                  <a:lnTo>
                    <a:pt x="2954265" y="901506"/>
                  </a:lnTo>
                  <a:lnTo>
                    <a:pt x="2965413" y="915080"/>
                  </a:lnTo>
                  <a:lnTo>
                    <a:pt x="2976561" y="928690"/>
                  </a:lnTo>
                  <a:lnTo>
                    <a:pt x="2987709" y="942358"/>
                  </a:lnTo>
                  <a:lnTo>
                    <a:pt x="2998858" y="956138"/>
                  </a:lnTo>
                  <a:lnTo>
                    <a:pt x="3010006" y="970055"/>
                  </a:lnTo>
                  <a:lnTo>
                    <a:pt x="3021154" y="984109"/>
                  </a:lnTo>
                  <a:lnTo>
                    <a:pt x="3032302" y="998311"/>
                  </a:lnTo>
                  <a:lnTo>
                    <a:pt x="3043450" y="1012702"/>
                  </a:lnTo>
                  <a:lnTo>
                    <a:pt x="3054598" y="1027319"/>
                  </a:lnTo>
                  <a:lnTo>
                    <a:pt x="3065747" y="1042119"/>
                  </a:lnTo>
                  <a:lnTo>
                    <a:pt x="3076895" y="1057105"/>
                  </a:lnTo>
                  <a:lnTo>
                    <a:pt x="3088043" y="1072281"/>
                  </a:lnTo>
                  <a:lnTo>
                    <a:pt x="3099191" y="1087715"/>
                  </a:lnTo>
                  <a:lnTo>
                    <a:pt x="3110339" y="1103322"/>
                  </a:lnTo>
                  <a:lnTo>
                    <a:pt x="3121487" y="1119095"/>
                  </a:lnTo>
                  <a:lnTo>
                    <a:pt x="3132636" y="1135025"/>
                  </a:lnTo>
                  <a:lnTo>
                    <a:pt x="3143784" y="1151145"/>
                  </a:lnTo>
                  <a:lnTo>
                    <a:pt x="3154932" y="1167398"/>
                  </a:lnTo>
                  <a:lnTo>
                    <a:pt x="3166080" y="1183757"/>
                  </a:lnTo>
                  <a:lnTo>
                    <a:pt x="3177228" y="1200207"/>
                  </a:lnTo>
                  <a:lnTo>
                    <a:pt x="3188376" y="1216745"/>
                  </a:lnTo>
                  <a:lnTo>
                    <a:pt x="3199525" y="1233342"/>
                  </a:lnTo>
                  <a:lnTo>
                    <a:pt x="3210673" y="1249966"/>
                  </a:lnTo>
                  <a:lnTo>
                    <a:pt x="3221821" y="1266604"/>
                  </a:lnTo>
                  <a:lnTo>
                    <a:pt x="3232969" y="1283239"/>
                  </a:lnTo>
                  <a:lnTo>
                    <a:pt x="3244117" y="1299842"/>
                  </a:lnTo>
                  <a:lnTo>
                    <a:pt x="3255266" y="1316403"/>
                  </a:lnTo>
                  <a:lnTo>
                    <a:pt x="3266414" y="1332912"/>
                  </a:lnTo>
                  <a:lnTo>
                    <a:pt x="3277562" y="1349360"/>
                  </a:lnTo>
                  <a:lnTo>
                    <a:pt x="3288710" y="1365706"/>
                  </a:lnTo>
                  <a:lnTo>
                    <a:pt x="3299858" y="1381966"/>
                  </a:lnTo>
                  <a:lnTo>
                    <a:pt x="3311006" y="1398141"/>
                  </a:lnTo>
                  <a:lnTo>
                    <a:pt x="3322155" y="1414229"/>
                  </a:lnTo>
                  <a:lnTo>
                    <a:pt x="3333303" y="1430206"/>
                  </a:lnTo>
                  <a:lnTo>
                    <a:pt x="3344451" y="1446085"/>
                  </a:lnTo>
                  <a:lnTo>
                    <a:pt x="3355599" y="1461885"/>
                  </a:lnTo>
                  <a:lnTo>
                    <a:pt x="3366747" y="1477611"/>
                  </a:lnTo>
                  <a:lnTo>
                    <a:pt x="3377895" y="1493262"/>
                  </a:lnTo>
                  <a:lnTo>
                    <a:pt x="3389044" y="1508846"/>
                  </a:lnTo>
                  <a:lnTo>
                    <a:pt x="3400192" y="1524393"/>
                  </a:lnTo>
                  <a:lnTo>
                    <a:pt x="3411340" y="1539912"/>
                  </a:lnTo>
                  <a:lnTo>
                    <a:pt x="3422488" y="1555413"/>
                  </a:lnTo>
                  <a:lnTo>
                    <a:pt x="3433636" y="1570918"/>
                  </a:lnTo>
                  <a:lnTo>
                    <a:pt x="3444784" y="1586445"/>
                  </a:lnTo>
                  <a:lnTo>
                    <a:pt x="3455933" y="1602005"/>
                  </a:lnTo>
                  <a:lnTo>
                    <a:pt x="3467081" y="1617608"/>
                  </a:lnTo>
                  <a:lnTo>
                    <a:pt x="3478229" y="1633293"/>
                  </a:lnTo>
                  <a:lnTo>
                    <a:pt x="3489377" y="1649062"/>
                  </a:lnTo>
                  <a:lnTo>
                    <a:pt x="3500525" y="1664919"/>
                  </a:lnTo>
                  <a:lnTo>
                    <a:pt x="3511673" y="1680869"/>
                  </a:lnTo>
                  <a:lnTo>
                    <a:pt x="3522822" y="1696943"/>
                  </a:lnTo>
                  <a:lnTo>
                    <a:pt x="3533970" y="1713153"/>
                  </a:lnTo>
                  <a:lnTo>
                    <a:pt x="3545118" y="1729476"/>
                  </a:lnTo>
                  <a:lnTo>
                    <a:pt x="3556266" y="1745913"/>
                  </a:lnTo>
                  <a:lnTo>
                    <a:pt x="3567414" y="1762472"/>
                  </a:lnTo>
                  <a:lnTo>
                    <a:pt x="3578562" y="1779180"/>
                  </a:lnTo>
                  <a:lnTo>
                    <a:pt x="3589711" y="1795987"/>
                  </a:lnTo>
                  <a:lnTo>
                    <a:pt x="3600859" y="1812886"/>
                  </a:lnTo>
                  <a:lnTo>
                    <a:pt x="3612007" y="1829870"/>
                  </a:lnTo>
                  <a:lnTo>
                    <a:pt x="3623155" y="1846948"/>
                  </a:lnTo>
                  <a:lnTo>
                    <a:pt x="3634303" y="1864074"/>
                  </a:lnTo>
                  <a:lnTo>
                    <a:pt x="3645452" y="1881230"/>
                  </a:lnTo>
                  <a:lnTo>
                    <a:pt x="3656600" y="1898402"/>
                  </a:lnTo>
                  <a:lnTo>
                    <a:pt x="3667748" y="1915564"/>
                  </a:lnTo>
                  <a:lnTo>
                    <a:pt x="3678896" y="1932680"/>
                  </a:lnTo>
                  <a:lnTo>
                    <a:pt x="3690044" y="1949734"/>
                  </a:lnTo>
                  <a:lnTo>
                    <a:pt x="3701192" y="1966708"/>
                  </a:lnTo>
                  <a:lnTo>
                    <a:pt x="3712341" y="1983563"/>
                  </a:lnTo>
                  <a:lnTo>
                    <a:pt x="3723489" y="2000239"/>
                  </a:lnTo>
                  <a:lnTo>
                    <a:pt x="3734637" y="2016748"/>
                  </a:lnTo>
                  <a:lnTo>
                    <a:pt x="3745785" y="2033073"/>
                  </a:lnTo>
                  <a:lnTo>
                    <a:pt x="3756933" y="2049193"/>
                  </a:lnTo>
                  <a:lnTo>
                    <a:pt x="3768081" y="2064980"/>
                  </a:lnTo>
                  <a:lnTo>
                    <a:pt x="3779230" y="2080506"/>
                  </a:lnTo>
                  <a:lnTo>
                    <a:pt x="3790378" y="2095759"/>
                  </a:lnTo>
                  <a:lnTo>
                    <a:pt x="3801526" y="2110723"/>
                  </a:lnTo>
                  <a:lnTo>
                    <a:pt x="3812674" y="2125282"/>
                  </a:lnTo>
                  <a:lnTo>
                    <a:pt x="3823822" y="2139480"/>
                  </a:lnTo>
                  <a:lnTo>
                    <a:pt x="3834970" y="2153346"/>
                  </a:lnTo>
                  <a:lnTo>
                    <a:pt x="3846119" y="2166873"/>
                  </a:lnTo>
                  <a:lnTo>
                    <a:pt x="3857267" y="2179988"/>
                  </a:lnTo>
                  <a:lnTo>
                    <a:pt x="3868415" y="2192671"/>
                  </a:lnTo>
                  <a:lnTo>
                    <a:pt x="3879563" y="2205006"/>
                  </a:lnTo>
                  <a:lnTo>
                    <a:pt x="3890711" y="2216996"/>
                  </a:lnTo>
                  <a:lnTo>
                    <a:pt x="3901859" y="2228620"/>
                  </a:lnTo>
                  <a:lnTo>
                    <a:pt x="3913008" y="2239790"/>
                  </a:lnTo>
                  <a:lnTo>
                    <a:pt x="3924156" y="2250640"/>
                  </a:lnTo>
                  <a:lnTo>
                    <a:pt x="3935304" y="2261180"/>
                  </a:lnTo>
                  <a:lnTo>
                    <a:pt x="3946452" y="2271420"/>
                  </a:lnTo>
                  <a:lnTo>
                    <a:pt x="3957600" y="2281271"/>
                  </a:lnTo>
                  <a:lnTo>
                    <a:pt x="3968748" y="2290850"/>
                  </a:lnTo>
                  <a:lnTo>
                    <a:pt x="3979897" y="2300187"/>
                  </a:lnTo>
                  <a:lnTo>
                    <a:pt x="3991045" y="2309295"/>
                  </a:lnTo>
                  <a:lnTo>
                    <a:pt x="4002193" y="2318145"/>
                  </a:lnTo>
                  <a:lnTo>
                    <a:pt x="4013341" y="2326782"/>
                  </a:lnTo>
                  <a:lnTo>
                    <a:pt x="4024489" y="2335262"/>
                  </a:lnTo>
                  <a:lnTo>
                    <a:pt x="4035637" y="2343598"/>
                  </a:lnTo>
                  <a:lnTo>
                    <a:pt x="4046786" y="2351794"/>
                  </a:lnTo>
                  <a:lnTo>
                    <a:pt x="4057934" y="2359861"/>
                  </a:lnTo>
                  <a:lnTo>
                    <a:pt x="4069082" y="2367853"/>
                  </a:lnTo>
                  <a:lnTo>
                    <a:pt x="4080230" y="2375781"/>
                  </a:lnTo>
                  <a:lnTo>
                    <a:pt x="4091378" y="2383660"/>
                  </a:lnTo>
                  <a:lnTo>
                    <a:pt x="4102527" y="2391496"/>
                  </a:lnTo>
                  <a:lnTo>
                    <a:pt x="4113675" y="2399321"/>
                  </a:lnTo>
                  <a:lnTo>
                    <a:pt x="4124823" y="2407143"/>
                  </a:lnTo>
                  <a:lnTo>
                    <a:pt x="4135971" y="2414970"/>
                  </a:lnTo>
                  <a:lnTo>
                    <a:pt x="4147119" y="2422818"/>
                  </a:lnTo>
                  <a:lnTo>
                    <a:pt x="4158267" y="2430694"/>
                  </a:lnTo>
                  <a:lnTo>
                    <a:pt x="4169416" y="2438599"/>
                  </a:lnTo>
                  <a:lnTo>
                    <a:pt x="4180564" y="2446535"/>
                  </a:lnTo>
                  <a:lnTo>
                    <a:pt x="4191712" y="2454509"/>
                  </a:lnTo>
                  <a:lnTo>
                    <a:pt x="4202860" y="2462524"/>
                  </a:lnTo>
                  <a:lnTo>
                    <a:pt x="4214008" y="2470568"/>
                  </a:lnTo>
                  <a:lnTo>
                    <a:pt x="4225156" y="2478639"/>
                  </a:lnTo>
                  <a:lnTo>
                    <a:pt x="4236305" y="2486734"/>
                  </a:lnTo>
                  <a:lnTo>
                    <a:pt x="4247453" y="2494849"/>
                  </a:lnTo>
                  <a:lnTo>
                    <a:pt x="4258601" y="2502968"/>
                  </a:lnTo>
                  <a:lnTo>
                    <a:pt x="4269749" y="2511086"/>
                  </a:lnTo>
                  <a:lnTo>
                    <a:pt x="4280897" y="2519194"/>
                  </a:lnTo>
                  <a:lnTo>
                    <a:pt x="4292045" y="2527273"/>
                  </a:lnTo>
                  <a:lnTo>
                    <a:pt x="4303194" y="2535315"/>
                  </a:lnTo>
                  <a:lnTo>
                    <a:pt x="4314342" y="2543311"/>
                  </a:lnTo>
                  <a:lnTo>
                    <a:pt x="4325490" y="2551255"/>
                  </a:lnTo>
                  <a:lnTo>
                    <a:pt x="4336638" y="2559116"/>
                  </a:lnTo>
                  <a:lnTo>
                    <a:pt x="4347786" y="2566883"/>
                  </a:lnTo>
                  <a:lnTo>
                    <a:pt x="4358934" y="2574559"/>
                  </a:lnTo>
                  <a:lnTo>
                    <a:pt x="4370083" y="2582136"/>
                  </a:lnTo>
                  <a:lnTo>
                    <a:pt x="4381231" y="2589592"/>
                  </a:lnTo>
                  <a:lnTo>
                    <a:pt x="4392379" y="2596890"/>
                  </a:lnTo>
                  <a:lnTo>
                    <a:pt x="4403527" y="2604057"/>
                  </a:lnTo>
                  <a:lnTo>
                    <a:pt x="4414675" y="2611088"/>
                  </a:lnTo>
                  <a:lnTo>
                    <a:pt x="4425823" y="2617976"/>
                  </a:lnTo>
                  <a:lnTo>
                    <a:pt x="4436972" y="2624648"/>
                  </a:lnTo>
                  <a:lnTo>
                    <a:pt x="4448120" y="2631162"/>
                  </a:lnTo>
                  <a:lnTo>
                    <a:pt x="4459268" y="2637514"/>
                  </a:lnTo>
                  <a:lnTo>
                    <a:pt x="4470416" y="2643702"/>
                  </a:lnTo>
                  <a:lnTo>
                    <a:pt x="4481564" y="2649669"/>
                  </a:lnTo>
                  <a:lnTo>
                    <a:pt x="4492713" y="2655444"/>
                  </a:lnTo>
                  <a:lnTo>
                    <a:pt x="4503861" y="2661047"/>
                  </a:lnTo>
                  <a:lnTo>
                    <a:pt x="4515009" y="2666477"/>
                  </a:lnTo>
                  <a:lnTo>
                    <a:pt x="4526157" y="2671703"/>
                  </a:lnTo>
                  <a:lnTo>
                    <a:pt x="4537305" y="2676713"/>
                  </a:lnTo>
                  <a:lnTo>
                    <a:pt x="4548453" y="2681554"/>
                  </a:lnTo>
                  <a:lnTo>
                    <a:pt x="4559602" y="2686225"/>
                  </a:lnTo>
                  <a:lnTo>
                    <a:pt x="4570750" y="2690720"/>
                  </a:lnTo>
                  <a:lnTo>
                    <a:pt x="4581898" y="2694990"/>
                  </a:lnTo>
                  <a:lnTo>
                    <a:pt x="4593046" y="2699100"/>
                  </a:lnTo>
                  <a:lnTo>
                    <a:pt x="4604194" y="2703053"/>
                  </a:lnTo>
                  <a:lnTo>
                    <a:pt x="4615342" y="2706852"/>
                  </a:lnTo>
                  <a:lnTo>
                    <a:pt x="4626491" y="2710447"/>
                  </a:lnTo>
                  <a:lnTo>
                    <a:pt x="4637639" y="2713887"/>
                  </a:lnTo>
                  <a:lnTo>
                    <a:pt x="4648787" y="2717186"/>
                  </a:lnTo>
                  <a:lnTo>
                    <a:pt x="4659935" y="2720347"/>
                  </a:lnTo>
                  <a:lnTo>
                    <a:pt x="4671083" y="2723343"/>
                  </a:lnTo>
                  <a:lnTo>
                    <a:pt x="4682231" y="2726186"/>
                  </a:lnTo>
                  <a:lnTo>
                    <a:pt x="4693380" y="2728905"/>
                  </a:lnTo>
                  <a:lnTo>
                    <a:pt x="4704528" y="2731504"/>
                  </a:lnTo>
                  <a:lnTo>
                    <a:pt x="4715676" y="2733972"/>
                  </a:lnTo>
                  <a:lnTo>
                    <a:pt x="4726824" y="2736291"/>
                  </a:lnTo>
                  <a:lnTo>
                    <a:pt x="4737972" y="2738503"/>
                  </a:lnTo>
                  <a:lnTo>
                    <a:pt x="4749120" y="2740611"/>
                  </a:lnTo>
                  <a:lnTo>
                    <a:pt x="4760269" y="2742616"/>
                  </a:lnTo>
                  <a:lnTo>
                    <a:pt x="4771417" y="2744483"/>
                  </a:lnTo>
                  <a:lnTo>
                    <a:pt x="4782565" y="2746256"/>
                  </a:lnTo>
                  <a:lnTo>
                    <a:pt x="4793713" y="2747939"/>
                  </a:lnTo>
                  <a:lnTo>
                    <a:pt x="4804861" y="2749534"/>
                  </a:lnTo>
                  <a:lnTo>
                    <a:pt x="4816009" y="2751019"/>
                  </a:lnTo>
                  <a:lnTo>
                    <a:pt x="4827158" y="2752414"/>
                  </a:lnTo>
                  <a:lnTo>
                    <a:pt x="4838306" y="2753732"/>
                  </a:lnTo>
                  <a:lnTo>
                    <a:pt x="4849454" y="2754976"/>
                  </a:lnTo>
                  <a:lnTo>
                    <a:pt x="4860602" y="2756135"/>
                  </a:lnTo>
                  <a:lnTo>
                    <a:pt x="4871750" y="2757208"/>
                  </a:lnTo>
                  <a:lnTo>
                    <a:pt x="4882899" y="2758217"/>
                  </a:lnTo>
                  <a:lnTo>
                    <a:pt x="4894047" y="2759163"/>
                  </a:lnTo>
                  <a:lnTo>
                    <a:pt x="4905195" y="2760045"/>
                  </a:lnTo>
                  <a:lnTo>
                    <a:pt x="4916343" y="2760849"/>
                  </a:lnTo>
                  <a:lnTo>
                    <a:pt x="4927491" y="2761600"/>
                  </a:lnTo>
                  <a:lnTo>
                    <a:pt x="4938639" y="2762300"/>
                  </a:lnTo>
                  <a:lnTo>
                    <a:pt x="4949788" y="2762951"/>
                  </a:lnTo>
                  <a:lnTo>
                    <a:pt x="4960936" y="2763539"/>
                  </a:lnTo>
                  <a:lnTo>
                    <a:pt x="4972084" y="2764081"/>
                  </a:lnTo>
                  <a:lnTo>
                    <a:pt x="4983232" y="2764582"/>
                  </a:lnTo>
                  <a:lnTo>
                    <a:pt x="4994380" y="2765045"/>
                  </a:lnTo>
                  <a:lnTo>
                    <a:pt x="5005528" y="2765463"/>
                  </a:lnTo>
                  <a:lnTo>
                    <a:pt x="5016677" y="2765841"/>
                  </a:lnTo>
                  <a:lnTo>
                    <a:pt x="5027825" y="2766188"/>
                  </a:lnTo>
                  <a:lnTo>
                    <a:pt x="5038973" y="2766505"/>
                  </a:lnTo>
                  <a:lnTo>
                    <a:pt x="5050121" y="2766792"/>
                  </a:lnTo>
                  <a:lnTo>
                    <a:pt x="5061269" y="2767046"/>
                  </a:lnTo>
                  <a:lnTo>
                    <a:pt x="5072417" y="2767278"/>
                  </a:lnTo>
                  <a:lnTo>
                    <a:pt x="5083566" y="2767488"/>
                  </a:lnTo>
                  <a:lnTo>
                    <a:pt x="5094714" y="2767678"/>
                  </a:lnTo>
                  <a:lnTo>
                    <a:pt x="5105862" y="2767842"/>
                  </a:lnTo>
                  <a:lnTo>
                    <a:pt x="5117010" y="2767990"/>
                  </a:lnTo>
                  <a:lnTo>
                    <a:pt x="5128158" y="2768124"/>
                  </a:lnTo>
                  <a:lnTo>
                    <a:pt x="5139306" y="2768244"/>
                  </a:lnTo>
                  <a:lnTo>
                    <a:pt x="5150455" y="2768347"/>
                  </a:lnTo>
                  <a:lnTo>
                    <a:pt x="5161603" y="2768438"/>
                  </a:lnTo>
                  <a:lnTo>
                    <a:pt x="5172751" y="2768520"/>
                  </a:lnTo>
                  <a:lnTo>
                    <a:pt x="5183899" y="2768592"/>
                  </a:lnTo>
                  <a:lnTo>
                    <a:pt x="5195047" y="2768655"/>
                  </a:lnTo>
                  <a:lnTo>
                    <a:pt x="5206195" y="2768709"/>
                  </a:lnTo>
                  <a:lnTo>
                    <a:pt x="5217344" y="2768756"/>
                  </a:lnTo>
                  <a:lnTo>
                    <a:pt x="5228492" y="2768798"/>
                  </a:lnTo>
                  <a:lnTo>
                    <a:pt x="5239640" y="2768835"/>
                  </a:lnTo>
                  <a:lnTo>
                    <a:pt x="5250788" y="2768865"/>
                  </a:lnTo>
                  <a:lnTo>
                    <a:pt x="5261936" y="2768892"/>
                  </a:lnTo>
                  <a:lnTo>
                    <a:pt x="5273085" y="2768915"/>
                  </a:lnTo>
                  <a:lnTo>
                    <a:pt x="5284233" y="2768936"/>
                  </a:lnTo>
                  <a:lnTo>
                    <a:pt x="5295381" y="2768952"/>
                  </a:lnTo>
                  <a:lnTo>
                    <a:pt x="5306529" y="2768967"/>
                  </a:lnTo>
                  <a:lnTo>
                    <a:pt x="5317677" y="2768979"/>
                  </a:lnTo>
                  <a:lnTo>
                    <a:pt x="5328825" y="2768990"/>
                  </a:lnTo>
                  <a:lnTo>
                    <a:pt x="5339974" y="2768999"/>
                  </a:lnTo>
                  <a:lnTo>
                    <a:pt x="5351122" y="2769006"/>
                  </a:lnTo>
                  <a:lnTo>
                    <a:pt x="5362270" y="2769012"/>
                  </a:lnTo>
                  <a:lnTo>
                    <a:pt x="5373418" y="2769018"/>
                  </a:lnTo>
                  <a:lnTo>
                    <a:pt x="5384566" y="2769022"/>
                  </a:lnTo>
                  <a:lnTo>
                    <a:pt x="5395714" y="2769026"/>
                  </a:lnTo>
                  <a:lnTo>
                    <a:pt x="5406863" y="2769029"/>
                  </a:lnTo>
                  <a:lnTo>
                    <a:pt x="5418011" y="2769031"/>
                  </a:lnTo>
                  <a:lnTo>
                    <a:pt x="5429159" y="2769034"/>
                  </a:lnTo>
                  <a:lnTo>
                    <a:pt x="5440307" y="2769035"/>
                  </a:lnTo>
                  <a:lnTo>
                    <a:pt x="5451455" y="2769037"/>
                  </a:lnTo>
                  <a:lnTo>
                    <a:pt x="5462603" y="2769038"/>
                  </a:lnTo>
                  <a:lnTo>
                    <a:pt x="5473752" y="2769039"/>
                  </a:lnTo>
                  <a:lnTo>
                    <a:pt x="5484900" y="2769040"/>
                  </a:lnTo>
                  <a:lnTo>
                    <a:pt x="5496048" y="2769040"/>
                  </a:lnTo>
                  <a:lnTo>
                    <a:pt x="5507196" y="2769041"/>
                  </a:lnTo>
                  <a:lnTo>
                    <a:pt x="5518344" y="2769041"/>
                  </a:lnTo>
                  <a:lnTo>
                    <a:pt x="5529492" y="2769042"/>
                  </a:lnTo>
                  <a:lnTo>
                    <a:pt x="5540641" y="2769042"/>
                  </a:lnTo>
                  <a:lnTo>
                    <a:pt x="5551789" y="2769042"/>
                  </a:lnTo>
                  <a:lnTo>
                    <a:pt x="5562937" y="2769042"/>
                  </a:lnTo>
                  <a:lnTo>
                    <a:pt x="5574085" y="2769043"/>
                  </a:lnTo>
                  <a:lnTo>
                    <a:pt x="5585233" y="2769043"/>
                  </a:lnTo>
                  <a:lnTo>
                    <a:pt x="5596381" y="2769043"/>
                  </a:lnTo>
                  <a:lnTo>
                    <a:pt x="5607530" y="2769043"/>
                  </a:lnTo>
                  <a:lnTo>
                    <a:pt x="5618678" y="2769043"/>
                  </a:lnTo>
                  <a:lnTo>
                    <a:pt x="5629826" y="2769043"/>
                  </a:lnTo>
                  <a:lnTo>
                    <a:pt x="5640974" y="2769043"/>
                  </a:lnTo>
                  <a:lnTo>
                    <a:pt x="5652122" y="2769043"/>
                  </a:lnTo>
                  <a:lnTo>
                    <a:pt x="5663270" y="2769043"/>
                  </a:lnTo>
                  <a:lnTo>
                    <a:pt x="5674419" y="2769043"/>
                  </a:lnTo>
                  <a:lnTo>
                    <a:pt x="5685567" y="2769043"/>
                  </a:lnTo>
                  <a:lnTo>
                    <a:pt x="5696715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06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718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77544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4046975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3318504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14085" y="2590033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393749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871048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16668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50219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51755" y="1923572"/>
              <a:ext cx="498567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1.06   |   Age &lt; 70: N = 603, median = 0.97   |   Wilcoxon p = &lt;0.001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51755" y="1676115"/>
              <a:ext cx="21029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2026-07-06T16:07:34Z</dcterms:modified>
  <cp:category/>
</cp:coreProperties>
</file>