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0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4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6"/>
                  </a:lnTo>
                  <a:lnTo>
                    <a:pt x="187387" y="2564148"/>
                  </a:lnTo>
                  <a:lnTo>
                    <a:pt x="200772" y="2555158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5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2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8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5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5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0"/>
                  </a:lnTo>
                  <a:lnTo>
                    <a:pt x="789705" y="2183806"/>
                  </a:lnTo>
                  <a:lnTo>
                    <a:pt x="803089" y="2173226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6"/>
                  </a:lnTo>
                  <a:lnTo>
                    <a:pt x="870014" y="2112801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2"/>
                  </a:lnTo>
                  <a:lnTo>
                    <a:pt x="923553" y="2054115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7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7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7"/>
                  </a:lnTo>
                  <a:lnTo>
                    <a:pt x="1137710" y="1728161"/>
                  </a:lnTo>
                  <a:lnTo>
                    <a:pt x="1151095" y="1703953"/>
                  </a:lnTo>
                  <a:lnTo>
                    <a:pt x="1164480" y="1679483"/>
                  </a:lnTo>
                  <a:lnTo>
                    <a:pt x="1177865" y="1654769"/>
                  </a:lnTo>
                  <a:lnTo>
                    <a:pt x="1191250" y="1629773"/>
                  </a:lnTo>
                  <a:lnTo>
                    <a:pt x="1204634" y="1604575"/>
                  </a:lnTo>
                  <a:lnTo>
                    <a:pt x="1218019" y="1579215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0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5"/>
                  </a:lnTo>
                  <a:lnTo>
                    <a:pt x="1365252" y="1293821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4"/>
                  </a:lnTo>
                  <a:lnTo>
                    <a:pt x="1418792" y="1188698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2"/>
                  </a:lnTo>
                  <a:lnTo>
                    <a:pt x="1499101" y="1029590"/>
                  </a:lnTo>
                  <a:lnTo>
                    <a:pt x="1512486" y="1002857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8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2"/>
                  </a:lnTo>
                  <a:lnTo>
                    <a:pt x="1606179" y="814229"/>
                  </a:lnTo>
                  <a:lnTo>
                    <a:pt x="1619564" y="787231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0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2999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3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3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7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0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3"/>
                  </a:lnTo>
                  <a:lnTo>
                    <a:pt x="3038357" y="195319"/>
                  </a:lnTo>
                  <a:lnTo>
                    <a:pt x="3051741" y="215548"/>
                  </a:lnTo>
                  <a:lnTo>
                    <a:pt x="3065126" y="236287"/>
                  </a:lnTo>
                  <a:lnTo>
                    <a:pt x="3078511" y="257517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6"/>
                  </a:lnTo>
                  <a:lnTo>
                    <a:pt x="3145435" y="368190"/>
                  </a:lnTo>
                  <a:lnTo>
                    <a:pt x="3158820" y="390649"/>
                  </a:lnTo>
                  <a:lnTo>
                    <a:pt x="3172205" y="413059"/>
                  </a:lnTo>
                  <a:lnTo>
                    <a:pt x="3185590" y="435377"/>
                  </a:lnTo>
                  <a:lnTo>
                    <a:pt x="3198975" y="457497"/>
                  </a:lnTo>
                  <a:lnTo>
                    <a:pt x="3212359" y="479367"/>
                  </a:lnTo>
                  <a:lnTo>
                    <a:pt x="3225744" y="500979"/>
                  </a:lnTo>
                  <a:lnTo>
                    <a:pt x="3239129" y="522304"/>
                  </a:lnTo>
                  <a:lnTo>
                    <a:pt x="3252514" y="543254"/>
                  </a:lnTo>
                  <a:lnTo>
                    <a:pt x="3265899" y="563742"/>
                  </a:lnTo>
                  <a:lnTo>
                    <a:pt x="3279284" y="583842"/>
                  </a:lnTo>
                  <a:lnTo>
                    <a:pt x="3292668" y="603540"/>
                  </a:lnTo>
                  <a:lnTo>
                    <a:pt x="3306053" y="622809"/>
                  </a:lnTo>
                  <a:lnTo>
                    <a:pt x="3319438" y="641478"/>
                  </a:lnTo>
                  <a:lnTo>
                    <a:pt x="3332823" y="659715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6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8"/>
                  </a:lnTo>
                  <a:lnTo>
                    <a:pt x="3426517" y="775017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2"/>
                  </a:lnTo>
                  <a:lnTo>
                    <a:pt x="3533595" y="887945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0"/>
                  </a:lnTo>
                  <a:lnTo>
                    <a:pt x="3587135" y="942358"/>
                  </a:lnTo>
                  <a:lnTo>
                    <a:pt x="3600520" y="956138"/>
                  </a:lnTo>
                  <a:lnTo>
                    <a:pt x="3613904" y="970055"/>
                  </a:lnTo>
                  <a:lnTo>
                    <a:pt x="3627289" y="984109"/>
                  </a:lnTo>
                  <a:lnTo>
                    <a:pt x="3640674" y="998311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19"/>
                  </a:lnTo>
                  <a:lnTo>
                    <a:pt x="3694213" y="1057105"/>
                  </a:lnTo>
                  <a:lnTo>
                    <a:pt x="3707598" y="1072281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5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2"/>
                  </a:lnTo>
                  <a:lnTo>
                    <a:pt x="4068989" y="1508846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8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2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0"/>
                  </a:lnTo>
                  <a:lnTo>
                    <a:pt x="4350070" y="1846948"/>
                  </a:lnTo>
                  <a:lnTo>
                    <a:pt x="4363455" y="1864074"/>
                  </a:lnTo>
                  <a:lnTo>
                    <a:pt x="4376840" y="1881230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4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6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6"/>
                  </a:lnTo>
                  <a:lnTo>
                    <a:pt x="4671306" y="2216996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5"/>
                  </a:lnTo>
                  <a:lnTo>
                    <a:pt x="4805155" y="2318145"/>
                  </a:lnTo>
                  <a:lnTo>
                    <a:pt x="4818539" y="2326782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1"/>
                  </a:lnTo>
                  <a:lnTo>
                    <a:pt x="4885464" y="2367853"/>
                  </a:lnTo>
                  <a:lnTo>
                    <a:pt x="4898848" y="2375781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8"/>
                  </a:lnTo>
                  <a:lnTo>
                    <a:pt x="4992542" y="2430694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8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8"/>
                  </a:lnTo>
                  <a:lnTo>
                    <a:pt x="5126391" y="2511086"/>
                  </a:lnTo>
                  <a:lnTo>
                    <a:pt x="5139775" y="2519194"/>
                  </a:lnTo>
                  <a:lnTo>
                    <a:pt x="5153160" y="2527273"/>
                  </a:lnTo>
                  <a:lnTo>
                    <a:pt x="5166545" y="2535315"/>
                  </a:lnTo>
                  <a:lnTo>
                    <a:pt x="5179930" y="2543311"/>
                  </a:lnTo>
                  <a:lnTo>
                    <a:pt x="5193315" y="2551255"/>
                  </a:lnTo>
                  <a:lnTo>
                    <a:pt x="5206700" y="2559116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6"/>
                  </a:lnTo>
                  <a:lnTo>
                    <a:pt x="5260239" y="2589592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8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69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3"/>
                  </a:lnTo>
                  <a:lnTo>
                    <a:pt x="5461011" y="2681554"/>
                  </a:lnTo>
                  <a:lnTo>
                    <a:pt x="5474396" y="2686225"/>
                  </a:lnTo>
                  <a:lnTo>
                    <a:pt x="5487781" y="2690720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7"/>
                  </a:lnTo>
                  <a:lnTo>
                    <a:pt x="5608245" y="2723343"/>
                  </a:lnTo>
                  <a:lnTo>
                    <a:pt x="5621629" y="2726186"/>
                  </a:lnTo>
                  <a:lnTo>
                    <a:pt x="5635014" y="2728905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1"/>
                  </a:lnTo>
                  <a:lnTo>
                    <a:pt x="5688554" y="2738503"/>
                  </a:lnTo>
                  <a:lnTo>
                    <a:pt x="5701938" y="2740611"/>
                  </a:lnTo>
                  <a:lnTo>
                    <a:pt x="5715323" y="2742616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19"/>
                  </a:lnTo>
                  <a:lnTo>
                    <a:pt x="5795632" y="2752414"/>
                  </a:lnTo>
                  <a:lnTo>
                    <a:pt x="5809017" y="2753732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5"/>
                  </a:lnTo>
                  <a:lnTo>
                    <a:pt x="5902711" y="2760849"/>
                  </a:lnTo>
                  <a:lnTo>
                    <a:pt x="5916096" y="2761600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5"/>
                  </a:lnTo>
                  <a:lnTo>
                    <a:pt x="6063329" y="2766792"/>
                  </a:lnTo>
                  <a:lnTo>
                    <a:pt x="6076714" y="2767046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0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8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6"/>
                  </a:lnTo>
                  <a:lnTo>
                    <a:pt x="6277486" y="2768798"/>
                  </a:lnTo>
                  <a:lnTo>
                    <a:pt x="6290871" y="2768835"/>
                  </a:lnTo>
                  <a:lnTo>
                    <a:pt x="6304256" y="2768865"/>
                  </a:lnTo>
                  <a:lnTo>
                    <a:pt x="6317641" y="2768892"/>
                  </a:lnTo>
                  <a:lnTo>
                    <a:pt x="6331026" y="2768915"/>
                  </a:lnTo>
                  <a:lnTo>
                    <a:pt x="6344410" y="2768936"/>
                  </a:lnTo>
                  <a:lnTo>
                    <a:pt x="6357795" y="2768952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1"/>
                  </a:lnTo>
                  <a:lnTo>
                    <a:pt x="6518413" y="2769034"/>
                  </a:lnTo>
                  <a:lnTo>
                    <a:pt x="6531798" y="2769035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0"/>
                  </a:lnTo>
                  <a:lnTo>
                    <a:pt x="6612107" y="2769041"/>
                  </a:lnTo>
                  <a:lnTo>
                    <a:pt x="6625492" y="2769041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2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0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4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6"/>
                  </a:lnTo>
                  <a:lnTo>
                    <a:pt x="187387" y="2564148"/>
                  </a:lnTo>
                  <a:lnTo>
                    <a:pt x="200772" y="2555158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5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2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8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5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5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0"/>
                  </a:lnTo>
                  <a:lnTo>
                    <a:pt x="789705" y="2183806"/>
                  </a:lnTo>
                  <a:lnTo>
                    <a:pt x="803089" y="2173226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6"/>
                  </a:lnTo>
                  <a:lnTo>
                    <a:pt x="870014" y="2112801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2"/>
                  </a:lnTo>
                  <a:lnTo>
                    <a:pt x="923553" y="2054115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7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7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7"/>
                  </a:lnTo>
                  <a:lnTo>
                    <a:pt x="1137710" y="1728161"/>
                  </a:lnTo>
                  <a:lnTo>
                    <a:pt x="1151095" y="1703953"/>
                  </a:lnTo>
                  <a:lnTo>
                    <a:pt x="1164480" y="1679483"/>
                  </a:lnTo>
                  <a:lnTo>
                    <a:pt x="1177865" y="1654769"/>
                  </a:lnTo>
                  <a:lnTo>
                    <a:pt x="1191250" y="1629773"/>
                  </a:lnTo>
                  <a:lnTo>
                    <a:pt x="1204634" y="1604575"/>
                  </a:lnTo>
                  <a:lnTo>
                    <a:pt x="1218019" y="1579215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0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5"/>
                  </a:lnTo>
                  <a:lnTo>
                    <a:pt x="1365252" y="1293821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4"/>
                  </a:lnTo>
                  <a:lnTo>
                    <a:pt x="1418792" y="1188698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2"/>
                  </a:lnTo>
                  <a:lnTo>
                    <a:pt x="1499101" y="1029590"/>
                  </a:lnTo>
                  <a:lnTo>
                    <a:pt x="1512486" y="1002857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8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2"/>
                  </a:lnTo>
                  <a:lnTo>
                    <a:pt x="1606179" y="814229"/>
                  </a:lnTo>
                  <a:lnTo>
                    <a:pt x="1619564" y="787231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0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2999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3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3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7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0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3"/>
                  </a:lnTo>
                  <a:lnTo>
                    <a:pt x="3038357" y="195319"/>
                  </a:lnTo>
                  <a:lnTo>
                    <a:pt x="3051741" y="215548"/>
                  </a:lnTo>
                  <a:lnTo>
                    <a:pt x="3065126" y="236287"/>
                  </a:lnTo>
                  <a:lnTo>
                    <a:pt x="3078511" y="257517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6"/>
                  </a:lnTo>
                  <a:lnTo>
                    <a:pt x="3145435" y="368190"/>
                  </a:lnTo>
                  <a:lnTo>
                    <a:pt x="3158820" y="390649"/>
                  </a:lnTo>
                  <a:lnTo>
                    <a:pt x="3172205" y="413059"/>
                  </a:lnTo>
                  <a:lnTo>
                    <a:pt x="3185590" y="435377"/>
                  </a:lnTo>
                  <a:lnTo>
                    <a:pt x="3198975" y="457497"/>
                  </a:lnTo>
                  <a:lnTo>
                    <a:pt x="3212359" y="479367"/>
                  </a:lnTo>
                  <a:lnTo>
                    <a:pt x="3225744" y="500979"/>
                  </a:lnTo>
                  <a:lnTo>
                    <a:pt x="3239129" y="522304"/>
                  </a:lnTo>
                  <a:lnTo>
                    <a:pt x="3252514" y="543254"/>
                  </a:lnTo>
                  <a:lnTo>
                    <a:pt x="3265899" y="563742"/>
                  </a:lnTo>
                  <a:lnTo>
                    <a:pt x="3279284" y="583842"/>
                  </a:lnTo>
                  <a:lnTo>
                    <a:pt x="3292668" y="603540"/>
                  </a:lnTo>
                  <a:lnTo>
                    <a:pt x="3306053" y="622809"/>
                  </a:lnTo>
                  <a:lnTo>
                    <a:pt x="3319438" y="641478"/>
                  </a:lnTo>
                  <a:lnTo>
                    <a:pt x="3332823" y="659715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6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8"/>
                  </a:lnTo>
                  <a:lnTo>
                    <a:pt x="3426517" y="775017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2"/>
                  </a:lnTo>
                  <a:lnTo>
                    <a:pt x="3533595" y="887945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0"/>
                  </a:lnTo>
                  <a:lnTo>
                    <a:pt x="3587135" y="942358"/>
                  </a:lnTo>
                  <a:lnTo>
                    <a:pt x="3600520" y="956138"/>
                  </a:lnTo>
                  <a:lnTo>
                    <a:pt x="3613904" y="970055"/>
                  </a:lnTo>
                  <a:lnTo>
                    <a:pt x="3627289" y="984109"/>
                  </a:lnTo>
                  <a:lnTo>
                    <a:pt x="3640674" y="998311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19"/>
                  </a:lnTo>
                  <a:lnTo>
                    <a:pt x="3694213" y="1057105"/>
                  </a:lnTo>
                  <a:lnTo>
                    <a:pt x="3707598" y="1072281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5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2"/>
                  </a:lnTo>
                  <a:lnTo>
                    <a:pt x="4068989" y="1508846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8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2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0"/>
                  </a:lnTo>
                  <a:lnTo>
                    <a:pt x="4350070" y="1846948"/>
                  </a:lnTo>
                  <a:lnTo>
                    <a:pt x="4363455" y="1864074"/>
                  </a:lnTo>
                  <a:lnTo>
                    <a:pt x="4376840" y="1881230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4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6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6"/>
                  </a:lnTo>
                  <a:lnTo>
                    <a:pt x="4671306" y="2216996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5"/>
                  </a:lnTo>
                  <a:lnTo>
                    <a:pt x="4805155" y="2318145"/>
                  </a:lnTo>
                  <a:lnTo>
                    <a:pt x="4818539" y="2326782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1"/>
                  </a:lnTo>
                  <a:lnTo>
                    <a:pt x="4885464" y="2367853"/>
                  </a:lnTo>
                  <a:lnTo>
                    <a:pt x="4898848" y="2375781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8"/>
                  </a:lnTo>
                  <a:lnTo>
                    <a:pt x="4992542" y="2430694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8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8"/>
                  </a:lnTo>
                  <a:lnTo>
                    <a:pt x="5126391" y="2511086"/>
                  </a:lnTo>
                  <a:lnTo>
                    <a:pt x="5139775" y="2519194"/>
                  </a:lnTo>
                  <a:lnTo>
                    <a:pt x="5153160" y="2527273"/>
                  </a:lnTo>
                  <a:lnTo>
                    <a:pt x="5166545" y="2535315"/>
                  </a:lnTo>
                  <a:lnTo>
                    <a:pt x="5179930" y="2543311"/>
                  </a:lnTo>
                  <a:lnTo>
                    <a:pt x="5193315" y="2551255"/>
                  </a:lnTo>
                  <a:lnTo>
                    <a:pt x="5206700" y="2559116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6"/>
                  </a:lnTo>
                  <a:lnTo>
                    <a:pt x="5260239" y="2589592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8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69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3"/>
                  </a:lnTo>
                  <a:lnTo>
                    <a:pt x="5461011" y="2681554"/>
                  </a:lnTo>
                  <a:lnTo>
                    <a:pt x="5474396" y="2686225"/>
                  </a:lnTo>
                  <a:lnTo>
                    <a:pt x="5487781" y="2690720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7"/>
                  </a:lnTo>
                  <a:lnTo>
                    <a:pt x="5608245" y="2723343"/>
                  </a:lnTo>
                  <a:lnTo>
                    <a:pt x="5621629" y="2726186"/>
                  </a:lnTo>
                  <a:lnTo>
                    <a:pt x="5635014" y="2728905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1"/>
                  </a:lnTo>
                  <a:lnTo>
                    <a:pt x="5688554" y="2738503"/>
                  </a:lnTo>
                  <a:lnTo>
                    <a:pt x="5701938" y="2740611"/>
                  </a:lnTo>
                  <a:lnTo>
                    <a:pt x="5715323" y="2742616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19"/>
                  </a:lnTo>
                  <a:lnTo>
                    <a:pt x="5795632" y="2752414"/>
                  </a:lnTo>
                  <a:lnTo>
                    <a:pt x="5809017" y="2753732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5"/>
                  </a:lnTo>
                  <a:lnTo>
                    <a:pt x="5902711" y="2760849"/>
                  </a:lnTo>
                  <a:lnTo>
                    <a:pt x="5916096" y="2761600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5"/>
                  </a:lnTo>
                  <a:lnTo>
                    <a:pt x="6063329" y="2766792"/>
                  </a:lnTo>
                  <a:lnTo>
                    <a:pt x="6076714" y="2767046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0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8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6"/>
                  </a:lnTo>
                  <a:lnTo>
                    <a:pt x="6277486" y="2768798"/>
                  </a:lnTo>
                  <a:lnTo>
                    <a:pt x="6290871" y="2768835"/>
                  </a:lnTo>
                  <a:lnTo>
                    <a:pt x="6304256" y="2768865"/>
                  </a:lnTo>
                  <a:lnTo>
                    <a:pt x="6317641" y="2768892"/>
                  </a:lnTo>
                  <a:lnTo>
                    <a:pt x="6331026" y="2768915"/>
                  </a:lnTo>
                  <a:lnTo>
                    <a:pt x="6344410" y="2768936"/>
                  </a:lnTo>
                  <a:lnTo>
                    <a:pt x="6357795" y="2768952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1"/>
                  </a:lnTo>
                  <a:lnTo>
                    <a:pt x="6518413" y="2769034"/>
                  </a:lnTo>
                  <a:lnTo>
                    <a:pt x="6531798" y="2769035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0"/>
                  </a:lnTo>
                  <a:lnTo>
                    <a:pt x="6612107" y="2769041"/>
                  </a:lnTo>
                  <a:lnTo>
                    <a:pt x="6625492" y="2769041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2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2026-07-18T08:49:23Z</dcterms:modified>
  <cp:category/>
</cp:coreProperties>
</file>