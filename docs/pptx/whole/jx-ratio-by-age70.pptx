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183390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454919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726448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2997977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5212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6456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77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87269" y="481915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87269" y="4090683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336221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263374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4590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8707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718136"/>
                  </a:moveTo>
                  <a:lnTo>
                    <a:pt x="13384" y="2716107"/>
                  </a:lnTo>
                  <a:lnTo>
                    <a:pt x="26769" y="2714068"/>
                  </a:lnTo>
                  <a:lnTo>
                    <a:pt x="40154" y="2712023"/>
                  </a:lnTo>
                  <a:lnTo>
                    <a:pt x="53539" y="2709974"/>
                  </a:lnTo>
                  <a:lnTo>
                    <a:pt x="66924" y="2707923"/>
                  </a:lnTo>
                  <a:lnTo>
                    <a:pt x="80308" y="2705873"/>
                  </a:lnTo>
                  <a:lnTo>
                    <a:pt x="93693" y="2703827"/>
                  </a:lnTo>
                  <a:lnTo>
                    <a:pt x="107078" y="2701787"/>
                  </a:lnTo>
                  <a:lnTo>
                    <a:pt x="120463" y="2699759"/>
                  </a:lnTo>
                  <a:lnTo>
                    <a:pt x="133848" y="2697747"/>
                  </a:lnTo>
                  <a:lnTo>
                    <a:pt x="147233" y="2695752"/>
                  </a:lnTo>
                  <a:lnTo>
                    <a:pt x="160617" y="2693776"/>
                  </a:lnTo>
                  <a:lnTo>
                    <a:pt x="174002" y="2691828"/>
                  </a:lnTo>
                  <a:lnTo>
                    <a:pt x="187387" y="2689915"/>
                  </a:lnTo>
                  <a:lnTo>
                    <a:pt x="200772" y="2688033"/>
                  </a:lnTo>
                  <a:lnTo>
                    <a:pt x="214157" y="2686186"/>
                  </a:lnTo>
                  <a:lnTo>
                    <a:pt x="227542" y="2684384"/>
                  </a:lnTo>
                  <a:lnTo>
                    <a:pt x="240926" y="2682637"/>
                  </a:lnTo>
                  <a:lnTo>
                    <a:pt x="254311" y="2680937"/>
                  </a:lnTo>
                  <a:lnTo>
                    <a:pt x="267696" y="2679286"/>
                  </a:lnTo>
                  <a:lnTo>
                    <a:pt x="281081" y="2677696"/>
                  </a:lnTo>
                  <a:lnTo>
                    <a:pt x="294466" y="2676179"/>
                  </a:lnTo>
                  <a:lnTo>
                    <a:pt x="307851" y="2674720"/>
                  </a:lnTo>
                  <a:lnTo>
                    <a:pt x="321235" y="2673321"/>
                  </a:lnTo>
                  <a:lnTo>
                    <a:pt x="334620" y="2671991"/>
                  </a:lnTo>
                  <a:lnTo>
                    <a:pt x="348005" y="2670745"/>
                  </a:lnTo>
                  <a:lnTo>
                    <a:pt x="361390" y="2669560"/>
                  </a:lnTo>
                  <a:lnTo>
                    <a:pt x="374775" y="2668437"/>
                  </a:lnTo>
                  <a:lnTo>
                    <a:pt x="388160" y="2667383"/>
                  </a:lnTo>
                  <a:lnTo>
                    <a:pt x="401544" y="2666407"/>
                  </a:lnTo>
                  <a:lnTo>
                    <a:pt x="414929" y="2665485"/>
                  </a:lnTo>
                  <a:lnTo>
                    <a:pt x="428314" y="2664614"/>
                  </a:lnTo>
                  <a:lnTo>
                    <a:pt x="441699" y="2663796"/>
                  </a:lnTo>
                  <a:lnTo>
                    <a:pt x="455084" y="2663034"/>
                  </a:lnTo>
                  <a:lnTo>
                    <a:pt x="468469" y="2662304"/>
                  </a:lnTo>
                  <a:lnTo>
                    <a:pt x="481853" y="2661600"/>
                  </a:lnTo>
                  <a:lnTo>
                    <a:pt x="495238" y="2660919"/>
                  </a:lnTo>
                  <a:lnTo>
                    <a:pt x="508623" y="2660251"/>
                  </a:lnTo>
                  <a:lnTo>
                    <a:pt x="522008" y="2659580"/>
                  </a:lnTo>
                  <a:lnTo>
                    <a:pt x="535393" y="2658898"/>
                  </a:lnTo>
                  <a:lnTo>
                    <a:pt x="548778" y="2658197"/>
                  </a:lnTo>
                  <a:lnTo>
                    <a:pt x="562162" y="2657448"/>
                  </a:lnTo>
                  <a:lnTo>
                    <a:pt x="575547" y="2656651"/>
                  </a:lnTo>
                  <a:lnTo>
                    <a:pt x="588932" y="2655798"/>
                  </a:lnTo>
                  <a:lnTo>
                    <a:pt x="602317" y="2654879"/>
                  </a:lnTo>
                  <a:lnTo>
                    <a:pt x="615702" y="2653843"/>
                  </a:lnTo>
                  <a:lnTo>
                    <a:pt x="629087" y="2652711"/>
                  </a:lnTo>
                  <a:lnTo>
                    <a:pt x="642471" y="2651477"/>
                  </a:lnTo>
                  <a:lnTo>
                    <a:pt x="655856" y="2650132"/>
                  </a:lnTo>
                  <a:lnTo>
                    <a:pt x="669241" y="2648603"/>
                  </a:lnTo>
                  <a:lnTo>
                    <a:pt x="682626" y="2646939"/>
                  </a:lnTo>
                  <a:lnTo>
                    <a:pt x="696011" y="2645132"/>
                  </a:lnTo>
                  <a:lnTo>
                    <a:pt x="709396" y="2643178"/>
                  </a:lnTo>
                  <a:lnTo>
                    <a:pt x="722780" y="2640995"/>
                  </a:lnTo>
                  <a:lnTo>
                    <a:pt x="736165" y="2638646"/>
                  </a:lnTo>
                  <a:lnTo>
                    <a:pt x="749550" y="2636131"/>
                  </a:lnTo>
                  <a:lnTo>
                    <a:pt x="762935" y="2633449"/>
                  </a:lnTo>
                  <a:lnTo>
                    <a:pt x="776320" y="2630520"/>
                  </a:lnTo>
                  <a:lnTo>
                    <a:pt x="789705" y="2627415"/>
                  </a:lnTo>
                  <a:lnTo>
                    <a:pt x="803089" y="2624141"/>
                  </a:lnTo>
                  <a:lnTo>
                    <a:pt x="816474" y="2620699"/>
                  </a:lnTo>
                  <a:lnTo>
                    <a:pt x="829859" y="2617024"/>
                  </a:lnTo>
                  <a:lnTo>
                    <a:pt x="843244" y="2613182"/>
                  </a:lnTo>
                  <a:lnTo>
                    <a:pt x="856629" y="2609187"/>
                  </a:lnTo>
                  <a:lnTo>
                    <a:pt x="870014" y="2605043"/>
                  </a:lnTo>
                  <a:lnTo>
                    <a:pt x="883398" y="2600704"/>
                  </a:lnTo>
                  <a:lnTo>
                    <a:pt x="896783" y="2596224"/>
                  </a:lnTo>
                  <a:lnTo>
                    <a:pt x="910168" y="2591620"/>
                  </a:lnTo>
                  <a:lnTo>
                    <a:pt x="923553" y="2586899"/>
                  </a:lnTo>
                  <a:lnTo>
                    <a:pt x="936938" y="2582030"/>
                  </a:lnTo>
                  <a:lnTo>
                    <a:pt x="950323" y="2577052"/>
                  </a:lnTo>
                  <a:lnTo>
                    <a:pt x="963707" y="2571982"/>
                  </a:lnTo>
                  <a:lnTo>
                    <a:pt x="977092" y="2566824"/>
                  </a:lnTo>
                  <a:lnTo>
                    <a:pt x="990477" y="2561557"/>
                  </a:lnTo>
                  <a:lnTo>
                    <a:pt x="1003862" y="2556203"/>
                  </a:lnTo>
                  <a:lnTo>
                    <a:pt x="1017247" y="2550774"/>
                  </a:lnTo>
                  <a:lnTo>
                    <a:pt x="1030632" y="2545270"/>
                  </a:lnTo>
                  <a:lnTo>
                    <a:pt x="1044016" y="2539667"/>
                  </a:lnTo>
                  <a:lnTo>
                    <a:pt x="1057401" y="2533969"/>
                  </a:lnTo>
                  <a:lnTo>
                    <a:pt x="1070786" y="2528183"/>
                  </a:lnTo>
                  <a:lnTo>
                    <a:pt x="1084171" y="2522304"/>
                  </a:lnTo>
                  <a:lnTo>
                    <a:pt x="1097556" y="2516286"/>
                  </a:lnTo>
                  <a:lnTo>
                    <a:pt x="1110941" y="2510121"/>
                  </a:lnTo>
                  <a:lnTo>
                    <a:pt x="1124325" y="2503812"/>
                  </a:lnTo>
                  <a:lnTo>
                    <a:pt x="1137710" y="2497347"/>
                  </a:lnTo>
                  <a:lnTo>
                    <a:pt x="1151095" y="2490652"/>
                  </a:lnTo>
                  <a:lnTo>
                    <a:pt x="1164480" y="2483695"/>
                  </a:lnTo>
                  <a:lnTo>
                    <a:pt x="1177865" y="2476494"/>
                  </a:lnTo>
                  <a:lnTo>
                    <a:pt x="1191250" y="2469027"/>
                  </a:lnTo>
                  <a:lnTo>
                    <a:pt x="1204634" y="2461183"/>
                  </a:lnTo>
                  <a:lnTo>
                    <a:pt x="1218019" y="2452910"/>
                  </a:lnTo>
                  <a:lnTo>
                    <a:pt x="1231404" y="2444249"/>
                  </a:lnTo>
                  <a:lnTo>
                    <a:pt x="1244789" y="2435173"/>
                  </a:lnTo>
                  <a:lnTo>
                    <a:pt x="1258174" y="2425538"/>
                  </a:lnTo>
                  <a:lnTo>
                    <a:pt x="1271559" y="2415261"/>
                  </a:lnTo>
                  <a:lnTo>
                    <a:pt x="1284943" y="2404430"/>
                  </a:lnTo>
                  <a:lnTo>
                    <a:pt x="1298328" y="2393016"/>
                  </a:lnTo>
                  <a:lnTo>
                    <a:pt x="1311713" y="2380850"/>
                  </a:lnTo>
                  <a:lnTo>
                    <a:pt x="1325098" y="2367815"/>
                  </a:lnTo>
                  <a:lnTo>
                    <a:pt x="1338483" y="2354063"/>
                  </a:lnTo>
                  <a:lnTo>
                    <a:pt x="1351868" y="2339566"/>
                  </a:lnTo>
                  <a:lnTo>
                    <a:pt x="1365252" y="2324149"/>
                  </a:lnTo>
                  <a:lnTo>
                    <a:pt x="1378637" y="2307664"/>
                  </a:lnTo>
                  <a:lnTo>
                    <a:pt x="1392022" y="2290328"/>
                  </a:lnTo>
                  <a:lnTo>
                    <a:pt x="1405407" y="2272127"/>
                  </a:lnTo>
                  <a:lnTo>
                    <a:pt x="1418792" y="2252899"/>
                  </a:lnTo>
                  <a:lnTo>
                    <a:pt x="1432177" y="2232467"/>
                  </a:lnTo>
                  <a:lnTo>
                    <a:pt x="1445561" y="2211118"/>
                  </a:lnTo>
                  <a:lnTo>
                    <a:pt x="1458946" y="2188849"/>
                  </a:lnTo>
                  <a:lnTo>
                    <a:pt x="1472331" y="2165535"/>
                  </a:lnTo>
                  <a:lnTo>
                    <a:pt x="1485716" y="2140984"/>
                  </a:lnTo>
                  <a:lnTo>
                    <a:pt x="1499101" y="2115536"/>
                  </a:lnTo>
                  <a:lnTo>
                    <a:pt x="1512486" y="2089202"/>
                  </a:lnTo>
                  <a:lnTo>
                    <a:pt x="1525870" y="2061904"/>
                  </a:lnTo>
                  <a:lnTo>
                    <a:pt x="1539255" y="2033465"/>
                  </a:lnTo>
                  <a:lnTo>
                    <a:pt x="1552640" y="2004240"/>
                  </a:lnTo>
                  <a:lnTo>
                    <a:pt x="1566025" y="1974257"/>
                  </a:lnTo>
                  <a:lnTo>
                    <a:pt x="1579410" y="1943489"/>
                  </a:lnTo>
                  <a:lnTo>
                    <a:pt x="1592795" y="1911800"/>
                  </a:lnTo>
                  <a:lnTo>
                    <a:pt x="1606179" y="1879522"/>
                  </a:lnTo>
                  <a:lnTo>
                    <a:pt x="1619564" y="1846694"/>
                  </a:lnTo>
                  <a:lnTo>
                    <a:pt x="1632949" y="1813332"/>
                  </a:lnTo>
                  <a:lnTo>
                    <a:pt x="1646334" y="1779375"/>
                  </a:lnTo>
                  <a:lnTo>
                    <a:pt x="1659719" y="1745082"/>
                  </a:lnTo>
                  <a:lnTo>
                    <a:pt x="1673104" y="1710501"/>
                  </a:lnTo>
                  <a:lnTo>
                    <a:pt x="1686488" y="1675672"/>
                  </a:lnTo>
                  <a:lnTo>
                    <a:pt x="1699873" y="1640629"/>
                  </a:lnTo>
                  <a:lnTo>
                    <a:pt x="1713258" y="1605526"/>
                  </a:lnTo>
                  <a:lnTo>
                    <a:pt x="1726643" y="1570408"/>
                  </a:lnTo>
                  <a:lnTo>
                    <a:pt x="1740028" y="1535320"/>
                  </a:lnTo>
                  <a:lnTo>
                    <a:pt x="1753413" y="1500400"/>
                  </a:lnTo>
                  <a:lnTo>
                    <a:pt x="1766797" y="1465670"/>
                  </a:lnTo>
                  <a:lnTo>
                    <a:pt x="1780182" y="1431168"/>
                  </a:lnTo>
                  <a:lnTo>
                    <a:pt x="1793567" y="1396928"/>
                  </a:lnTo>
                  <a:lnTo>
                    <a:pt x="1806952" y="1363170"/>
                  </a:lnTo>
                  <a:lnTo>
                    <a:pt x="1820337" y="1329795"/>
                  </a:lnTo>
                  <a:lnTo>
                    <a:pt x="1833722" y="1296823"/>
                  </a:lnTo>
                  <a:lnTo>
                    <a:pt x="1847106" y="1264276"/>
                  </a:lnTo>
                  <a:lnTo>
                    <a:pt x="1860491" y="1232396"/>
                  </a:lnTo>
                  <a:lnTo>
                    <a:pt x="1873876" y="1201016"/>
                  </a:lnTo>
                  <a:lnTo>
                    <a:pt x="1887261" y="1170126"/>
                  </a:lnTo>
                  <a:lnTo>
                    <a:pt x="1900646" y="1139734"/>
                  </a:lnTo>
                  <a:lnTo>
                    <a:pt x="1914031" y="1110059"/>
                  </a:lnTo>
                  <a:lnTo>
                    <a:pt x="1927415" y="1080909"/>
                  </a:lnTo>
                  <a:lnTo>
                    <a:pt x="1940800" y="1052248"/>
                  </a:lnTo>
                  <a:lnTo>
                    <a:pt x="1954185" y="1024068"/>
                  </a:lnTo>
                  <a:lnTo>
                    <a:pt x="1967570" y="996538"/>
                  </a:lnTo>
                  <a:lnTo>
                    <a:pt x="1980955" y="969476"/>
                  </a:lnTo>
                  <a:lnTo>
                    <a:pt x="1994340" y="942830"/>
                  </a:lnTo>
                  <a:lnTo>
                    <a:pt x="2007724" y="916580"/>
                  </a:lnTo>
                  <a:lnTo>
                    <a:pt x="2021109" y="890834"/>
                  </a:lnTo>
                  <a:lnTo>
                    <a:pt x="2034494" y="865447"/>
                  </a:lnTo>
                  <a:lnTo>
                    <a:pt x="2047879" y="840361"/>
                  </a:lnTo>
                  <a:lnTo>
                    <a:pt x="2061264" y="815555"/>
                  </a:lnTo>
                  <a:lnTo>
                    <a:pt x="2074649" y="791083"/>
                  </a:lnTo>
                  <a:lnTo>
                    <a:pt x="2088033" y="766845"/>
                  </a:lnTo>
                  <a:lnTo>
                    <a:pt x="2101418" y="742793"/>
                  </a:lnTo>
                  <a:lnTo>
                    <a:pt x="2114803" y="718909"/>
                  </a:lnTo>
                  <a:lnTo>
                    <a:pt x="2128188" y="695216"/>
                  </a:lnTo>
                  <a:lnTo>
                    <a:pt x="2141573" y="671659"/>
                  </a:lnTo>
                  <a:lnTo>
                    <a:pt x="2154958" y="648206"/>
                  </a:lnTo>
                  <a:lnTo>
                    <a:pt x="2168342" y="624851"/>
                  </a:lnTo>
                  <a:lnTo>
                    <a:pt x="2181727" y="601608"/>
                  </a:lnTo>
                  <a:lnTo>
                    <a:pt x="2195112" y="578461"/>
                  </a:lnTo>
                  <a:lnTo>
                    <a:pt x="2208497" y="555397"/>
                  </a:lnTo>
                  <a:lnTo>
                    <a:pt x="2221882" y="532418"/>
                  </a:lnTo>
                  <a:lnTo>
                    <a:pt x="2235267" y="509558"/>
                  </a:lnTo>
                  <a:lnTo>
                    <a:pt x="2248651" y="486829"/>
                  </a:lnTo>
                  <a:lnTo>
                    <a:pt x="2262036" y="464225"/>
                  </a:lnTo>
                  <a:lnTo>
                    <a:pt x="2275421" y="441759"/>
                  </a:lnTo>
                  <a:lnTo>
                    <a:pt x="2288806" y="419497"/>
                  </a:lnTo>
                  <a:lnTo>
                    <a:pt x="2302191" y="397473"/>
                  </a:lnTo>
                  <a:lnTo>
                    <a:pt x="2315576" y="375673"/>
                  </a:lnTo>
                  <a:lnTo>
                    <a:pt x="2328960" y="354117"/>
                  </a:lnTo>
                  <a:lnTo>
                    <a:pt x="2342345" y="332903"/>
                  </a:lnTo>
                  <a:lnTo>
                    <a:pt x="2355730" y="312090"/>
                  </a:lnTo>
                  <a:lnTo>
                    <a:pt x="2369115" y="291633"/>
                  </a:lnTo>
                  <a:lnTo>
                    <a:pt x="2382500" y="271558"/>
                  </a:lnTo>
                  <a:lnTo>
                    <a:pt x="2395885" y="251986"/>
                  </a:lnTo>
                  <a:lnTo>
                    <a:pt x="2409269" y="233002"/>
                  </a:lnTo>
                  <a:lnTo>
                    <a:pt x="2422654" y="214516"/>
                  </a:lnTo>
                  <a:lnTo>
                    <a:pt x="2436039" y="196551"/>
                  </a:lnTo>
                  <a:lnTo>
                    <a:pt x="2449424" y="179243"/>
                  </a:lnTo>
                  <a:lnTo>
                    <a:pt x="2462809" y="162704"/>
                  </a:lnTo>
                  <a:lnTo>
                    <a:pt x="2476194" y="146789"/>
                  </a:lnTo>
                  <a:lnTo>
                    <a:pt x="2489578" y="131516"/>
                  </a:lnTo>
                  <a:lnTo>
                    <a:pt x="2502963" y="117018"/>
                  </a:lnTo>
                  <a:lnTo>
                    <a:pt x="2516348" y="103441"/>
                  </a:lnTo>
                  <a:lnTo>
                    <a:pt x="2529733" y="90581"/>
                  </a:lnTo>
                  <a:lnTo>
                    <a:pt x="2543118" y="78450"/>
                  </a:lnTo>
                  <a:lnTo>
                    <a:pt x="2556503" y="67168"/>
                  </a:lnTo>
                  <a:lnTo>
                    <a:pt x="2569887" y="56909"/>
                  </a:lnTo>
                  <a:lnTo>
                    <a:pt x="2583272" y="47421"/>
                  </a:lnTo>
                  <a:lnTo>
                    <a:pt x="2596657" y="38708"/>
                  </a:lnTo>
                  <a:lnTo>
                    <a:pt x="2610042" y="30867"/>
                  </a:lnTo>
                  <a:lnTo>
                    <a:pt x="2623427" y="24101"/>
                  </a:lnTo>
                  <a:lnTo>
                    <a:pt x="2636812" y="18117"/>
                  </a:lnTo>
                  <a:lnTo>
                    <a:pt x="2650196" y="12915"/>
                  </a:lnTo>
                  <a:lnTo>
                    <a:pt x="2663581" y="8563"/>
                  </a:lnTo>
                  <a:lnTo>
                    <a:pt x="2676966" y="5283"/>
                  </a:lnTo>
                  <a:lnTo>
                    <a:pt x="2690351" y="2760"/>
                  </a:lnTo>
                  <a:lnTo>
                    <a:pt x="2703736" y="985"/>
                  </a:lnTo>
                  <a:lnTo>
                    <a:pt x="2717121" y="0"/>
                  </a:lnTo>
                  <a:lnTo>
                    <a:pt x="2730505" y="32"/>
                  </a:lnTo>
                  <a:lnTo>
                    <a:pt x="2743890" y="758"/>
                  </a:lnTo>
                  <a:lnTo>
                    <a:pt x="2757275" y="2163"/>
                  </a:lnTo>
                  <a:lnTo>
                    <a:pt x="2770660" y="4262"/>
                  </a:lnTo>
                  <a:lnTo>
                    <a:pt x="2784045" y="7270"/>
                  </a:lnTo>
                  <a:lnTo>
                    <a:pt x="2797430" y="10872"/>
                  </a:lnTo>
                  <a:lnTo>
                    <a:pt x="2810814" y="15048"/>
                  </a:lnTo>
                  <a:lnTo>
                    <a:pt x="2824199" y="19787"/>
                  </a:lnTo>
                  <a:lnTo>
                    <a:pt x="2837584" y="25269"/>
                  </a:lnTo>
                  <a:lnTo>
                    <a:pt x="2850969" y="31208"/>
                  </a:lnTo>
                  <a:lnTo>
                    <a:pt x="2864354" y="37577"/>
                  </a:lnTo>
                  <a:lnTo>
                    <a:pt x="2877739" y="44349"/>
                  </a:lnTo>
                  <a:lnTo>
                    <a:pt x="2891123" y="51632"/>
                  </a:lnTo>
                  <a:lnTo>
                    <a:pt x="2904508" y="59199"/>
                  </a:lnTo>
                  <a:lnTo>
                    <a:pt x="2917893" y="67015"/>
                  </a:lnTo>
                  <a:lnTo>
                    <a:pt x="2931278" y="75047"/>
                  </a:lnTo>
                  <a:lnTo>
                    <a:pt x="2944663" y="83297"/>
                  </a:lnTo>
                  <a:lnTo>
                    <a:pt x="2958048" y="91629"/>
                  </a:lnTo>
                  <a:lnTo>
                    <a:pt x="2971432" y="100000"/>
                  </a:lnTo>
                  <a:lnTo>
                    <a:pt x="2984817" y="108374"/>
                  </a:lnTo>
                  <a:lnTo>
                    <a:pt x="2998202" y="116653"/>
                  </a:lnTo>
                  <a:lnTo>
                    <a:pt x="3011587" y="124784"/>
                  </a:lnTo>
                  <a:lnTo>
                    <a:pt x="3024972" y="132734"/>
                  </a:lnTo>
                  <a:lnTo>
                    <a:pt x="3038357" y="140466"/>
                  </a:lnTo>
                  <a:lnTo>
                    <a:pt x="3051741" y="147799"/>
                  </a:lnTo>
                  <a:lnTo>
                    <a:pt x="3065126" y="154755"/>
                  </a:lnTo>
                  <a:lnTo>
                    <a:pt x="3078511" y="161325"/>
                  </a:lnTo>
                  <a:lnTo>
                    <a:pt x="3091896" y="167477"/>
                  </a:lnTo>
                  <a:lnTo>
                    <a:pt x="3105281" y="172978"/>
                  </a:lnTo>
                  <a:lnTo>
                    <a:pt x="3118666" y="177908"/>
                  </a:lnTo>
                  <a:lnTo>
                    <a:pt x="3132050" y="182293"/>
                  </a:lnTo>
                  <a:lnTo>
                    <a:pt x="3145435" y="186112"/>
                  </a:lnTo>
                  <a:lnTo>
                    <a:pt x="3158820" y="189122"/>
                  </a:lnTo>
                  <a:lnTo>
                    <a:pt x="3172205" y="191439"/>
                  </a:lnTo>
                  <a:lnTo>
                    <a:pt x="3185590" y="193131"/>
                  </a:lnTo>
                  <a:lnTo>
                    <a:pt x="3198975" y="194195"/>
                  </a:lnTo>
                  <a:lnTo>
                    <a:pt x="3212359" y="194415"/>
                  </a:lnTo>
                  <a:lnTo>
                    <a:pt x="3225744" y="193928"/>
                  </a:lnTo>
                  <a:lnTo>
                    <a:pt x="3239129" y="192839"/>
                  </a:lnTo>
                  <a:lnTo>
                    <a:pt x="3252514" y="191162"/>
                  </a:lnTo>
                  <a:lnTo>
                    <a:pt x="3265899" y="188752"/>
                  </a:lnTo>
                  <a:lnTo>
                    <a:pt x="3279284" y="185746"/>
                  </a:lnTo>
                  <a:lnTo>
                    <a:pt x="3292668" y="182272"/>
                  </a:lnTo>
                  <a:lnTo>
                    <a:pt x="3306053" y="178363"/>
                  </a:lnTo>
                  <a:lnTo>
                    <a:pt x="3319438" y="173967"/>
                  </a:lnTo>
                  <a:lnTo>
                    <a:pt x="3332823" y="169216"/>
                  </a:lnTo>
                  <a:lnTo>
                    <a:pt x="3346208" y="164233"/>
                  </a:lnTo>
                  <a:lnTo>
                    <a:pt x="3359593" y="159066"/>
                  </a:lnTo>
                  <a:lnTo>
                    <a:pt x="3372977" y="153765"/>
                  </a:lnTo>
                  <a:lnTo>
                    <a:pt x="3386362" y="148461"/>
                  </a:lnTo>
                  <a:lnTo>
                    <a:pt x="3399747" y="143237"/>
                  </a:lnTo>
                  <a:lnTo>
                    <a:pt x="3413132" y="138150"/>
                  </a:lnTo>
                  <a:lnTo>
                    <a:pt x="3426517" y="133340"/>
                  </a:lnTo>
                  <a:lnTo>
                    <a:pt x="3439902" y="128952"/>
                  </a:lnTo>
                  <a:lnTo>
                    <a:pt x="3453286" y="124991"/>
                  </a:lnTo>
                  <a:lnTo>
                    <a:pt x="3466671" y="121514"/>
                  </a:lnTo>
                  <a:lnTo>
                    <a:pt x="3480056" y="118732"/>
                  </a:lnTo>
                  <a:lnTo>
                    <a:pt x="3493441" y="116811"/>
                  </a:lnTo>
                  <a:lnTo>
                    <a:pt x="3506826" y="115653"/>
                  </a:lnTo>
                  <a:lnTo>
                    <a:pt x="3520211" y="115309"/>
                  </a:lnTo>
                  <a:lnTo>
                    <a:pt x="3533595" y="116022"/>
                  </a:lnTo>
                  <a:lnTo>
                    <a:pt x="3546980" y="117996"/>
                  </a:lnTo>
                  <a:lnTo>
                    <a:pt x="3560365" y="121012"/>
                  </a:lnTo>
                  <a:lnTo>
                    <a:pt x="3573750" y="125108"/>
                  </a:lnTo>
                  <a:lnTo>
                    <a:pt x="3587135" y="130526"/>
                  </a:lnTo>
                  <a:lnTo>
                    <a:pt x="3600520" y="137508"/>
                  </a:lnTo>
                  <a:lnTo>
                    <a:pt x="3613904" y="145718"/>
                  </a:lnTo>
                  <a:lnTo>
                    <a:pt x="3627289" y="155176"/>
                  </a:lnTo>
                  <a:lnTo>
                    <a:pt x="3640674" y="166093"/>
                  </a:lnTo>
                  <a:lnTo>
                    <a:pt x="3654059" y="178742"/>
                  </a:lnTo>
                  <a:lnTo>
                    <a:pt x="3667444" y="192692"/>
                  </a:lnTo>
                  <a:lnTo>
                    <a:pt x="3680829" y="207941"/>
                  </a:lnTo>
                  <a:lnTo>
                    <a:pt x="3694213" y="224648"/>
                  </a:lnTo>
                  <a:lnTo>
                    <a:pt x="3707598" y="243101"/>
                  </a:lnTo>
                  <a:lnTo>
                    <a:pt x="3720983" y="262808"/>
                  </a:lnTo>
                  <a:lnTo>
                    <a:pt x="3734368" y="283749"/>
                  </a:lnTo>
                  <a:lnTo>
                    <a:pt x="3747753" y="306020"/>
                  </a:lnTo>
                  <a:lnTo>
                    <a:pt x="3761138" y="329896"/>
                  </a:lnTo>
                  <a:lnTo>
                    <a:pt x="3774522" y="354874"/>
                  </a:lnTo>
                  <a:lnTo>
                    <a:pt x="3787907" y="380916"/>
                  </a:lnTo>
                  <a:lnTo>
                    <a:pt x="3801292" y="408060"/>
                  </a:lnTo>
                  <a:lnTo>
                    <a:pt x="3814677" y="436538"/>
                  </a:lnTo>
                  <a:lnTo>
                    <a:pt x="3828062" y="465882"/>
                  </a:lnTo>
                  <a:lnTo>
                    <a:pt x="3841447" y="496045"/>
                  </a:lnTo>
                  <a:lnTo>
                    <a:pt x="3854831" y="527016"/>
                  </a:lnTo>
                  <a:lnTo>
                    <a:pt x="3868216" y="558954"/>
                  </a:lnTo>
                  <a:lnTo>
                    <a:pt x="3881601" y="591472"/>
                  </a:lnTo>
                  <a:lnTo>
                    <a:pt x="3894986" y="624520"/>
                  </a:lnTo>
                  <a:lnTo>
                    <a:pt x="3908371" y="658055"/>
                  </a:lnTo>
                  <a:lnTo>
                    <a:pt x="3921756" y="692139"/>
                  </a:lnTo>
                  <a:lnTo>
                    <a:pt x="3935140" y="726499"/>
                  </a:lnTo>
                  <a:lnTo>
                    <a:pt x="3948525" y="761087"/>
                  </a:lnTo>
                  <a:lnTo>
                    <a:pt x="3961910" y="795851"/>
                  </a:lnTo>
                  <a:lnTo>
                    <a:pt x="3975295" y="830734"/>
                  </a:lnTo>
                  <a:lnTo>
                    <a:pt x="3988680" y="865604"/>
                  </a:lnTo>
                  <a:lnTo>
                    <a:pt x="4002065" y="900415"/>
                  </a:lnTo>
                  <a:lnTo>
                    <a:pt x="4015449" y="935122"/>
                  </a:lnTo>
                  <a:lnTo>
                    <a:pt x="4028834" y="969554"/>
                  </a:lnTo>
                  <a:lnTo>
                    <a:pt x="4042219" y="1003713"/>
                  </a:lnTo>
                  <a:lnTo>
                    <a:pt x="4055604" y="1037566"/>
                  </a:lnTo>
                  <a:lnTo>
                    <a:pt x="4068989" y="1071074"/>
                  </a:lnTo>
                  <a:lnTo>
                    <a:pt x="4082374" y="1103990"/>
                  </a:lnTo>
                  <a:lnTo>
                    <a:pt x="4095758" y="1136412"/>
                  </a:lnTo>
                  <a:lnTo>
                    <a:pt x="4109143" y="1168329"/>
                  </a:lnTo>
                  <a:lnTo>
                    <a:pt x="4122528" y="1199712"/>
                  </a:lnTo>
                  <a:lnTo>
                    <a:pt x="4135913" y="1230271"/>
                  </a:lnTo>
                  <a:lnTo>
                    <a:pt x="4149298" y="1260162"/>
                  </a:lnTo>
                  <a:lnTo>
                    <a:pt x="4162683" y="1289404"/>
                  </a:lnTo>
                  <a:lnTo>
                    <a:pt x="4176067" y="1317980"/>
                  </a:lnTo>
                  <a:lnTo>
                    <a:pt x="4189452" y="1345583"/>
                  </a:lnTo>
                  <a:lnTo>
                    <a:pt x="4202837" y="1372394"/>
                  </a:lnTo>
                  <a:lnTo>
                    <a:pt x="4216222" y="1398468"/>
                  </a:lnTo>
                  <a:lnTo>
                    <a:pt x="4229607" y="1423794"/>
                  </a:lnTo>
                  <a:lnTo>
                    <a:pt x="4242992" y="1448076"/>
                  </a:lnTo>
                  <a:lnTo>
                    <a:pt x="4256376" y="1471493"/>
                  </a:lnTo>
                  <a:lnTo>
                    <a:pt x="4269761" y="1494134"/>
                  </a:lnTo>
                  <a:lnTo>
                    <a:pt x="4283146" y="1515995"/>
                  </a:lnTo>
                  <a:lnTo>
                    <a:pt x="4296531" y="1536803"/>
                  </a:lnTo>
                  <a:lnTo>
                    <a:pt x="4309916" y="1556724"/>
                  </a:lnTo>
                  <a:lnTo>
                    <a:pt x="4323301" y="1575870"/>
                  </a:lnTo>
                  <a:lnTo>
                    <a:pt x="4336685" y="1594247"/>
                  </a:lnTo>
                  <a:lnTo>
                    <a:pt x="4350070" y="1611618"/>
                  </a:lnTo>
                  <a:lnTo>
                    <a:pt x="4363455" y="1628120"/>
                  </a:lnTo>
                  <a:lnTo>
                    <a:pt x="4376840" y="1643889"/>
                  </a:lnTo>
                  <a:lnTo>
                    <a:pt x="4390225" y="1658934"/>
                  </a:lnTo>
                  <a:lnTo>
                    <a:pt x="4403610" y="1673062"/>
                  </a:lnTo>
                  <a:lnTo>
                    <a:pt x="4416994" y="1686381"/>
                  </a:lnTo>
                  <a:lnTo>
                    <a:pt x="4430379" y="1699037"/>
                  </a:lnTo>
                  <a:lnTo>
                    <a:pt x="4443764" y="1711046"/>
                  </a:lnTo>
                  <a:lnTo>
                    <a:pt x="4457149" y="1722261"/>
                  </a:lnTo>
                  <a:lnTo>
                    <a:pt x="4470534" y="1732759"/>
                  </a:lnTo>
                  <a:lnTo>
                    <a:pt x="4483919" y="1742692"/>
                  </a:lnTo>
                  <a:lnTo>
                    <a:pt x="4497303" y="1752079"/>
                  </a:lnTo>
                  <a:lnTo>
                    <a:pt x="4510688" y="1760817"/>
                  </a:lnTo>
                  <a:lnTo>
                    <a:pt x="4524073" y="1768963"/>
                  </a:lnTo>
                  <a:lnTo>
                    <a:pt x="4537458" y="1776659"/>
                  </a:lnTo>
                  <a:lnTo>
                    <a:pt x="4550843" y="1783928"/>
                  </a:lnTo>
                  <a:lnTo>
                    <a:pt x="4564228" y="1790710"/>
                  </a:lnTo>
                  <a:lnTo>
                    <a:pt x="4577612" y="1797046"/>
                  </a:lnTo>
                  <a:lnTo>
                    <a:pt x="4590997" y="1803061"/>
                  </a:lnTo>
                  <a:lnTo>
                    <a:pt x="4604382" y="1808778"/>
                  </a:lnTo>
                  <a:lnTo>
                    <a:pt x="4617767" y="1814174"/>
                  </a:lnTo>
                  <a:lnTo>
                    <a:pt x="4631152" y="1819285"/>
                  </a:lnTo>
                  <a:lnTo>
                    <a:pt x="4644537" y="1824208"/>
                  </a:lnTo>
                  <a:lnTo>
                    <a:pt x="4657921" y="1828967"/>
                  </a:lnTo>
                  <a:lnTo>
                    <a:pt x="4671306" y="1833566"/>
                  </a:lnTo>
                  <a:lnTo>
                    <a:pt x="4684691" y="1838045"/>
                  </a:lnTo>
                  <a:lnTo>
                    <a:pt x="4698076" y="1842465"/>
                  </a:lnTo>
                  <a:lnTo>
                    <a:pt x="4711461" y="1846849"/>
                  </a:lnTo>
                  <a:lnTo>
                    <a:pt x="4724846" y="1851220"/>
                  </a:lnTo>
                  <a:lnTo>
                    <a:pt x="4738230" y="1855629"/>
                  </a:lnTo>
                  <a:lnTo>
                    <a:pt x="4751615" y="1860097"/>
                  </a:lnTo>
                  <a:lnTo>
                    <a:pt x="4765000" y="1864642"/>
                  </a:lnTo>
                  <a:lnTo>
                    <a:pt x="4778385" y="1869300"/>
                  </a:lnTo>
                  <a:lnTo>
                    <a:pt x="4791770" y="1874137"/>
                  </a:lnTo>
                  <a:lnTo>
                    <a:pt x="4805155" y="1879131"/>
                  </a:lnTo>
                  <a:lnTo>
                    <a:pt x="4818539" y="1884298"/>
                  </a:lnTo>
                  <a:lnTo>
                    <a:pt x="4831924" y="1889673"/>
                  </a:lnTo>
                  <a:lnTo>
                    <a:pt x="4845309" y="1895342"/>
                  </a:lnTo>
                  <a:lnTo>
                    <a:pt x="4858694" y="1901243"/>
                  </a:lnTo>
                  <a:lnTo>
                    <a:pt x="4872079" y="1907386"/>
                  </a:lnTo>
                  <a:lnTo>
                    <a:pt x="4885464" y="1913803"/>
                  </a:lnTo>
                  <a:lnTo>
                    <a:pt x="4898848" y="1920598"/>
                  </a:lnTo>
                  <a:lnTo>
                    <a:pt x="4912233" y="1927673"/>
                  </a:lnTo>
                  <a:lnTo>
                    <a:pt x="4925618" y="1935033"/>
                  </a:lnTo>
                  <a:lnTo>
                    <a:pt x="4939003" y="1942700"/>
                  </a:lnTo>
                  <a:lnTo>
                    <a:pt x="4952388" y="1950793"/>
                  </a:lnTo>
                  <a:lnTo>
                    <a:pt x="4965773" y="1959187"/>
                  </a:lnTo>
                  <a:lnTo>
                    <a:pt x="4979157" y="1967883"/>
                  </a:lnTo>
                  <a:lnTo>
                    <a:pt x="4992542" y="1976891"/>
                  </a:lnTo>
                  <a:lnTo>
                    <a:pt x="5005927" y="1986335"/>
                  </a:lnTo>
                  <a:lnTo>
                    <a:pt x="5019312" y="1996075"/>
                  </a:lnTo>
                  <a:lnTo>
                    <a:pt x="5032697" y="2006108"/>
                  </a:lnTo>
                  <a:lnTo>
                    <a:pt x="5046082" y="2016432"/>
                  </a:lnTo>
                  <a:lnTo>
                    <a:pt x="5059466" y="2027168"/>
                  </a:lnTo>
                  <a:lnTo>
                    <a:pt x="5072851" y="2038172"/>
                  </a:lnTo>
                  <a:lnTo>
                    <a:pt x="5086236" y="2049436"/>
                  </a:lnTo>
                  <a:lnTo>
                    <a:pt x="5099621" y="2060953"/>
                  </a:lnTo>
                  <a:lnTo>
                    <a:pt x="5113006" y="2072819"/>
                  </a:lnTo>
                  <a:lnTo>
                    <a:pt x="5126391" y="2084908"/>
                  </a:lnTo>
                  <a:lnTo>
                    <a:pt x="5139775" y="2097205"/>
                  </a:lnTo>
                  <a:lnTo>
                    <a:pt x="5153160" y="2109700"/>
                  </a:lnTo>
                  <a:lnTo>
                    <a:pt x="5166545" y="2122453"/>
                  </a:lnTo>
                  <a:lnTo>
                    <a:pt x="5179930" y="2135367"/>
                  </a:lnTo>
                  <a:lnTo>
                    <a:pt x="5193315" y="2148423"/>
                  </a:lnTo>
                  <a:lnTo>
                    <a:pt x="5206700" y="2161608"/>
                  </a:lnTo>
                  <a:lnTo>
                    <a:pt x="5220084" y="2174944"/>
                  </a:lnTo>
                  <a:lnTo>
                    <a:pt x="5233469" y="2188366"/>
                  </a:lnTo>
                  <a:lnTo>
                    <a:pt x="5246854" y="2201852"/>
                  </a:lnTo>
                  <a:lnTo>
                    <a:pt x="5260239" y="2215390"/>
                  </a:lnTo>
                  <a:lnTo>
                    <a:pt x="5273624" y="2228966"/>
                  </a:lnTo>
                  <a:lnTo>
                    <a:pt x="5287009" y="2242541"/>
                  </a:lnTo>
                  <a:lnTo>
                    <a:pt x="5300393" y="2256099"/>
                  </a:lnTo>
                  <a:lnTo>
                    <a:pt x="5313778" y="2269627"/>
                  </a:lnTo>
                  <a:lnTo>
                    <a:pt x="5327163" y="2283079"/>
                  </a:lnTo>
                  <a:lnTo>
                    <a:pt x="5340548" y="2296442"/>
                  </a:lnTo>
                  <a:lnTo>
                    <a:pt x="5353933" y="2309707"/>
                  </a:lnTo>
                  <a:lnTo>
                    <a:pt x="5367318" y="2322861"/>
                  </a:lnTo>
                  <a:lnTo>
                    <a:pt x="5380702" y="2335836"/>
                  </a:lnTo>
                  <a:lnTo>
                    <a:pt x="5394087" y="2348633"/>
                  </a:lnTo>
                  <a:lnTo>
                    <a:pt x="5407472" y="2361258"/>
                  </a:lnTo>
                  <a:lnTo>
                    <a:pt x="5420857" y="2373699"/>
                  </a:lnTo>
                  <a:lnTo>
                    <a:pt x="5434242" y="2385871"/>
                  </a:lnTo>
                  <a:lnTo>
                    <a:pt x="5447627" y="2397784"/>
                  </a:lnTo>
                  <a:lnTo>
                    <a:pt x="5461011" y="2409461"/>
                  </a:lnTo>
                  <a:lnTo>
                    <a:pt x="5474396" y="2420891"/>
                  </a:lnTo>
                  <a:lnTo>
                    <a:pt x="5487781" y="2431982"/>
                  </a:lnTo>
                  <a:lnTo>
                    <a:pt x="5501166" y="2442744"/>
                  </a:lnTo>
                  <a:lnTo>
                    <a:pt x="5514551" y="2453219"/>
                  </a:lnTo>
                  <a:lnTo>
                    <a:pt x="5527936" y="2463400"/>
                  </a:lnTo>
                  <a:lnTo>
                    <a:pt x="5541320" y="2473191"/>
                  </a:lnTo>
                  <a:lnTo>
                    <a:pt x="5554705" y="2482602"/>
                  </a:lnTo>
                  <a:lnTo>
                    <a:pt x="5568090" y="2491690"/>
                  </a:lnTo>
                  <a:lnTo>
                    <a:pt x="5581475" y="2500452"/>
                  </a:lnTo>
                  <a:lnTo>
                    <a:pt x="5594860" y="2508797"/>
                  </a:lnTo>
                  <a:lnTo>
                    <a:pt x="5608245" y="2516728"/>
                  </a:lnTo>
                  <a:lnTo>
                    <a:pt x="5621629" y="2524319"/>
                  </a:lnTo>
                  <a:lnTo>
                    <a:pt x="5635014" y="2531571"/>
                  </a:lnTo>
                  <a:lnTo>
                    <a:pt x="5648399" y="2538401"/>
                  </a:lnTo>
                  <a:lnTo>
                    <a:pt x="5661784" y="2544805"/>
                  </a:lnTo>
                  <a:lnTo>
                    <a:pt x="5675169" y="2550871"/>
                  </a:lnTo>
                  <a:lnTo>
                    <a:pt x="5688554" y="2556602"/>
                  </a:lnTo>
                  <a:lnTo>
                    <a:pt x="5701938" y="2561931"/>
                  </a:lnTo>
                  <a:lnTo>
                    <a:pt x="5715323" y="2566846"/>
                  </a:lnTo>
                  <a:lnTo>
                    <a:pt x="5728708" y="2571443"/>
                  </a:lnTo>
                  <a:lnTo>
                    <a:pt x="5742093" y="2575728"/>
                  </a:lnTo>
                  <a:lnTo>
                    <a:pt x="5755478" y="2579653"/>
                  </a:lnTo>
                  <a:lnTo>
                    <a:pt x="5768863" y="2583200"/>
                  </a:lnTo>
                  <a:lnTo>
                    <a:pt x="5782247" y="2586468"/>
                  </a:lnTo>
                  <a:lnTo>
                    <a:pt x="5795632" y="2589467"/>
                  </a:lnTo>
                  <a:lnTo>
                    <a:pt x="5809017" y="2592166"/>
                  </a:lnTo>
                  <a:lnTo>
                    <a:pt x="5822402" y="2594547"/>
                  </a:lnTo>
                  <a:lnTo>
                    <a:pt x="5835787" y="2596706"/>
                  </a:lnTo>
                  <a:lnTo>
                    <a:pt x="5849172" y="2598653"/>
                  </a:lnTo>
                  <a:lnTo>
                    <a:pt x="5862556" y="2600375"/>
                  </a:lnTo>
                  <a:lnTo>
                    <a:pt x="5875941" y="2601860"/>
                  </a:lnTo>
                  <a:lnTo>
                    <a:pt x="5889326" y="2603191"/>
                  </a:lnTo>
                  <a:lnTo>
                    <a:pt x="5902711" y="2604380"/>
                  </a:lnTo>
                  <a:lnTo>
                    <a:pt x="5916096" y="2605427"/>
                  </a:lnTo>
                  <a:lnTo>
                    <a:pt x="5929481" y="2606332"/>
                  </a:lnTo>
                  <a:lnTo>
                    <a:pt x="5942865" y="2607157"/>
                  </a:lnTo>
                  <a:lnTo>
                    <a:pt x="5956250" y="2607914"/>
                  </a:lnTo>
                  <a:lnTo>
                    <a:pt x="5969635" y="2608613"/>
                  </a:lnTo>
                  <a:lnTo>
                    <a:pt x="5983020" y="2609271"/>
                  </a:lnTo>
                  <a:lnTo>
                    <a:pt x="5996405" y="2609920"/>
                  </a:lnTo>
                  <a:lnTo>
                    <a:pt x="6009790" y="2610573"/>
                  </a:lnTo>
                  <a:lnTo>
                    <a:pt x="6023174" y="2611242"/>
                  </a:lnTo>
                  <a:lnTo>
                    <a:pt x="6036559" y="2611963"/>
                  </a:lnTo>
                  <a:lnTo>
                    <a:pt x="6049944" y="2612739"/>
                  </a:lnTo>
                  <a:lnTo>
                    <a:pt x="6063329" y="2613577"/>
                  </a:lnTo>
                  <a:lnTo>
                    <a:pt x="6076714" y="2614492"/>
                  </a:lnTo>
                  <a:lnTo>
                    <a:pt x="6090099" y="2615533"/>
                  </a:lnTo>
                  <a:lnTo>
                    <a:pt x="6103483" y="2616674"/>
                  </a:lnTo>
                  <a:lnTo>
                    <a:pt x="6116868" y="2617920"/>
                  </a:lnTo>
                  <a:lnTo>
                    <a:pt x="6130253" y="2619279"/>
                  </a:lnTo>
                  <a:lnTo>
                    <a:pt x="6143638" y="2620811"/>
                  </a:lnTo>
                  <a:lnTo>
                    <a:pt x="6157023" y="2622467"/>
                  </a:lnTo>
                  <a:lnTo>
                    <a:pt x="6170408" y="2624248"/>
                  </a:lnTo>
                  <a:lnTo>
                    <a:pt x="6183792" y="2626154"/>
                  </a:lnTo>
                  <a:lnTo>
                    <a:pt x="6197177" y="2628247"/>
                  </a:lnTo>
                  <a:lnTo>
                    <a:pt x="6210562" y="2630463"/>
                  </a:lnTo>
                  <a:lnTo>
                    <a:pt x="6223947" y="2632800"/>
                  </a:lnTo>
                  <a:lnTo>
                    <a:pt x="6237332" y="2635256"/>
                  </a:lnTo>
                  <a:lnTo>
                    <a:pt x="6250717" y="2637872"/>
                  </a:lnTo>
                  <a:lnTo>
                    <a:pt x="6264101" y="2640594"/>
                  </a:lnTo>
                  <a:lnTo>
                    <a:pt x="6277486" y="2643412"/>
                  </a:lnTo>
                  <a:lnTo>
                    <a:pt x="6290871" y="2646319"/>
                  </a:lnTo>
                  <a:lnTo>
                    <a:pt x="6304256" y="2649339"/>
                  </a:lnTo>
                  <a:lnTo>
                    <a:pt x="6317641" y="2652427"/>
                  </a:lnTo>
                  <a:lnTo>
                    <a:pt x="6331026" y="2655571"/>
                  </a:lnTo>
                  <a:lnTo>
                    <a:pt x="6344410" y="2658764"/>
                  </a:lnTo>
                  <a:lnTo>
                    <a:pt x="6357795" y="2662006"/>
                  </a:lnTo>
                  <a:lnTo>
                    <a:pt x="6371180" y="2665268"/>
                  </a:lnTo>
                  <a:lnTo>
                    <a:pt x="6384565" y="2668541"/>
                  </a:lnTo>
                  <a:lnTo>
                    <a:pt x="6397950" y="2671815"/>
                  </a:lnTo>
                  <a:lnTo>
                    <a:pt x="6411335" y="2675074"/>
                  </a:lnTo>
                  <a:lnTo>
                    <a:pt x="6424719" y="2678304"/>
                  </a:lnTo>
                  <a:lnTo>
                    <a:pt x="6438104" y="2681499"/>
                  </a:lnTo>
                  <a:lnTo>
                    <a:pt x="6451489" y="2684653"/>
                  </a:lnTo>
                  <a:lnTo>
                    <a:pt x="6464874" y="2687736"/>
                  </a:lnTo>
                  <a:lnTo>
                    <a:pt x="6478259" y="2690746"/>
                  </a:lnTo>
                  <a:lnTo>
                    <a:pt x="6491644" y="2693687"/>
                  </a:lnTo>
                  <a:lnTo>
                    <a:pt x="6505028" y="2696554"/>
                  </a:lnTo>
                  <a:lnTo>
                    <a:pt x="6518413" y="2699311"/>
                  </a:lnTo>
                  <a:lnTo>
                    <a:pt x="6531798" y="2701967"/>
                  </a:lnTo>
                  <a:lnTo>
                    <a:pt x="6545183" y="2704532"/>
                  </a:lnTo>
                  <a:lnTo>
                    <a:pt x="6558568" y="2707003"/>
                  </a:lnTo>
                  <a:lnTo>
                    <a:pt x="6571953" y="2709349"/>
                  </a:lnTo>
                  <a:lnTo>
                    <a:pt x="6585337" y="2711580"/>
                  </a:lnTo>
                  <a:lnTo>
                    <a:pt x="6598722" y="2713715"/>
                  </a:lnTo>
                  <a:lnTo>
                    <a:pt x="6612107" y="2715753"/>
                  </a:lnTo>
                  <a:lnTo>
                    <a:pt x="6625492" y="2717670"/>
                  </a:lnTo>
                  <a:lnTo>
                    <a:pt x="6638877" y="2719477"/>
                  </a:lnTo>
                  <a:lnTo>
                    <a:pt x="6652262" y="2721196"/>
                  </a:lnTo>
                  <a:lnTo>
                    <a:pt x="6665646" y="2722829"/>
                  </a:lnTo>
                  <a:lnTo>
                    <a:pt x="6679031" y="2724360"/>
                  </a:lnTo>
                  <a:lnTo>
                    <a:pt x="6692416" y="2725800"/>
                  </a:lnTo>
                  <a:lnTo>
                    <a:pt x="6705801" y="2727171"/>
                  </a:lnTo>
                  <a:lnTo>
                    <a:pt x="6719186" y="2728477"/>
                  </a:lnTo>
                  <a:lnTo>
                    <a:pt x="6732571" y="2729710"/>
                  </a:lnTo>
                  <a:lnTo>
                    <a:pt x="6745955" y="2730878"/>
                  </a:lnTo>
                  <a:lnTo>
                    <a:pt x="6759340" y="2732002"/>
                  </a:lnTo>
                  <a:lnTo>
                    <a:pt x="6772725" y="2733084"/>
                  </a:lnTo>
                  <a:lnTo>
                    <a:pt x="6786110" y="2734123"/>
                  </a:lnTo>
                  <a:lnTo>
                    <a:pt x="6799495" y="2735128"/>
                  </a:lnTo>
                  <a:lnTo>
                    <a:pt x="6812880" y="2736111"/>
                  </a:lnTo>
                  <a:lnTo>
                    <a:pt x="6826264" y="2737076"/>
                  </a:lnTo>
                  <a:lnTo>
                    <a:pt x="6839649" y="2738024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29252" y="2768891"/>
              <a:ext cx="6839649" cy="2738024"/>
            </a:xfrm>
            <a:custGeom>
              <a:avLst/>
              <a:pathLst>
                <a:path w="6839649" h="2738024">
                  <a:moveTo>
                    <a:pt x="0" y="2718136"/>
                  </a:moveTo>
                  <a:lnTo>
                    <a:pt x="13384" y="2716107"/>
                  </a:lnTo>
                  <a:lnTo>
                    <a:pt x="26769" y="2714068"/>
                  </a:lnTo>
                  <a:lnTo>
                    <a:pt x="40154" y="2712023"/>
                  </a:lnTo>
                  <a:lnTo>
                    <a:pt x="53539" y="2709974"/>
                  </a:lnTo>
                  <a:lnTo>
                    <a:pt x="66924" y="2707923"/>
                  </a:lnTo>
                  <a:lnTo>
                    <a:pt x="80308" y="2705873"/>
                  </a:lnTo>
                  <a:lnTo>
                    <a:pt x="93693" y="2703827"/>
                  </a:lnTo>
                  <a:lnTo>
                    <a:pt x="107078" y="2701787"/>
                  </a:lnTo>
                  <a:lnTo>
                    <a:pt x="120463" y="2699759"/>
                  </a:lnTo>
                  <a:lnTo>
                    <a:pt x="133848" y="2697747"/>
                  </a:lnTo>
                  <a:lnTo>
                    <a:pt x="147233" y="2695752"/>
                  </a:lnTo>
                  <a:lnTo>
                    <a:pt x="160617" y="2693776"/>
                  </a:lnTo>
                  <a:lnTo>
                    <a:pt x="174002" y="2691828"/>
                  </a:lnTo>
                  <a:lnTo>
                    <a:pt x="187387" y="2689915"/>
                  </a:lnTo>
                  <a:lnTo>
                    <a:pt x="200772" y="2688033"/>
                  </a:lnTo>
                  <a:lnTo>
                    <a:pt x="214157" y="2686186"/>
                  </a:lnTo>
                  <a:lnTo>
                    <a:pt x="227542" y="2684384"/>
                  </a:lnTo>
                  <a:lnTo>
                    <a:pt x="240926" y="2682637"/>
                  </a:lnTo>
                  <a:lnTo>
                    <a:pt x="254311" y="2680937"/>
                  </a:lnTo>
                  <a:lnTo>
                    <a:pt x="267696" y="2679286"/>
                  </a:lnTo>
                  <a:lnTo>
                    <a:pt x="281081" y="2677696"/>
                  </a:lnTo>
                  <a:lnTo>
                    <a:pt x="294466" y="2676179"/>
                  </a:lnTo>
                  <a:lnTo>
                    <a:pt x="307851" y="2674720"/>
                  </a:lnTo>
                  <a:lnTo>
                    <a:pt x="321235" y="2673321"/>
                  </a:lnTo>
                  <a:lnTo>
                    <a:pt x="334620" y="2671991"/>
                  </a:lnTo>
                  <a:lnTo>
                    <a:pt x="348005" y="2670745"/>
                  </a:lnTo>
                  <a:lnTo>
                    <a:pt x="361390" y="2669560"/>
                  </a:lnTo>
                  <a:lnTo>
                    <a:pt x="374775" y="2668437"/>
                  </a:lnTo>
                  <a:lnTo>
                    <a:pt x="388160" y="2667383"/>
                  </a:lnTo>
                  <a:lnTo>
                    <a:pt x="401544" y="2666407"/>
                  </a:lnTo>
                  <a:lnTo>
                    <a:pt x="414929" y="2665485"/>
                  </a:lnTo>
                  <a:lnTo>
                    <a:pt x="428314" y="2664614"/>
                  </a:lnTo>
                  <a:lnTo>
                    <a:pt x="441699" y="2663796"/>
                  </a:lnTo>
                  <a:lnTo>
                    <a:pt x="455084" y="2663034"/>
                  </a:lnTo>
                  <a:lnTo>
                    <a:pt x="468469" y="2662304"/>
                  </a:lnTo>
                  <a:lnTo>
                    <a:pt x="481853" y="2661600"/>
                  </a:lnTo>
                  <a:lnTo>
                    <a:pt x="495238" y="2660919"/>
                  </a:lnTo>
                  <a:lnTo>
                    <a:pt x="508623" y="2660251"/>
                  </a:lnTo>
                  <a:lnTo>
                    <a:pt x="522008" y="2659580"/>
                  </a:lnTo>
                  <a:lnTo>
                    <a:pt x="535393" y="2658898"/>
                  </a:lnTo>
                  <a:lnTo>
                    <a:pt x="548778" y="2658197"/>
                  </a:lnTo>
                  <a:lnTo>
                    <a:pt x="562162" y="2657448"/>
                  </a:lnTo>
                  <a:lnTo>
                    <a:pt x="575547" y="2656651"/>
                  </a:lnTo>
                  <a:lnTo>
                    <a:pt x="588932" y="2655798"/>
                  </a:lnTo>
                  <a:lnTo>
                    <a:pt x="602317" y="2654879"/>
                  </a:lnTo>
                  <a:lnTo>
                    <a:pt x="615702" y="2653843"/>
                  </a:lnTo>
                  <a:lnTo>
                    <a:pt x="629087" y="2652711"/>
                  </a:lnTo>
                  <a:lnTo>
                    <a:pt x="642471" y="2651477"/>
                  </a:lnTo>
                  <a:lnTo>
                    <a:pt x="655856" y="2650132"/>
                  </a:lnTo>
                  <a:lnTo>
                    <a:pt x="669241" y="2648603"/>
                  </a:lnTo>
                  <a:lnTo>
                    <a:pt x="682626" y="2646939"/>
                  </a:lnTo>
                  <a:lnTo>
                    <a:pt x="696011" y="2645132"/>
                  </a:lnTo>
                  <a:lnTo>
                    <a:pt x="709396" y="2643178"/>
                  </a:lnTo>
                  <a:lnTo>
                    <a:pt x="722780" y="2640995"/>
                  </a:lnTo>
                  <a:lnTo>
                    <a:pt x="736165" y="2638646"/>
                  </a:lnTo>
                  <a:lnTo>
                    <a:pt x="749550" y="2636131"/>
                  </a:lnTo>
                  <a:lnTo>
                    <a:pt x="762935" y="2633449"/>
                  </a:lnTo>
                  <a:lnTo>
                    <a:pt x="776320" y="2630520"/>
                  </a:lnTo>
                  <a:lnTo>
                    <a:pt x="789705" y="2627415"/>
                  </a:lnTo>
                  <a:lnTo>
                    <a:pt x="803089" y="2624141"/>
                  </a:lnTo>
                  <a:lnTo>
                    <a:pt x="816474" y="2620699"/>
                  </a:lnTo>
                  <a:lnTo>
                    <a:pt x="829859" y="2617024"/>
                  </a:lnTo>
                  <a:lnTo>
                    <a:pt x="843244" y="2613182"/>
                  </a:lnTo>
                  <a:lnTo>
                    <a:pt x="856629" y="2609187"/>
                  </a:lnTo>
                  <a:lnTo>
                    <a:pt x="870014" y="2605043"/>
                  </a:lnTo>
                  <a:lnTo>
                    <a:pt x="883398" y="2600704"/>
                  </a:lnTo>
                  <a:lnTo>
                    <a:pt x="896783" y="2596224"/>
                  </a:lnTo>
                  <a:lnTo>
                    <a:pt x="910168" y="2591620"/>
                  </a:lnTo>
                  <a:lnTo>
                    <a:pt x="923553" y="2586899"/>
                  </a:lnTo>
                  <a:lnTo>
                    <a:pt x="936938" y="2582030"/>
                  </a:lnTo>
                  <a:lnTo>
                    <a:pt x="950323" y="2577052"/>
                  </a:lnTo>
                  <a:lnTo>
                    <a:pt x="963707" y="2571982"/>
                  </a:lnTo>
                  <a:lnTo>
                    <a:pt x="977092" y="2566824"/>
                  </a:lnTo>
                  <a:lnTo>
                    <a:pt x="990477" y="2561557"/>
                  </a:lnTo>
                  <a:lnTo>
                    <a:pt x="1003862" y="2556203"/>
                  </a:lnTo>
                  <a:lnTo>
                    <a:pt x="1017247" y="2550774"/>
                  </a:lnTo>
                  <a:lnTo>
                    <a:pt x="1030632" y="2545270"/>
                  </a:lnTo>
                  <a:lnTo>
                    <a:pt x="1044016" y="2539667"/>
                  </a:lnTo>
                  <a:lnTo>
                    <a:pt x="1057401" y="2533969"/>
                  </a:lnTo>
                  <a:lnTo>
                    <a:pt x="1070786" y="2528183"/>
                  </a:lnTo>
                  <a:lnTo>
                    <a:pt x="1084171" y="2522304"/>
                  </a:lnTo>
                  <a:lnTo>
                    <a:pt x="1097556" y="2516286"/>
                  </a:lnTo>
                  <a:lnTo>
                    <a:pt x="1110941" y="2510121"/>
                  </a:lnTo>
                  <a:lnTo>
                    <a:pt x="1124325" y="2503812"/>
                  </a:lnTo>
                  <a:lnTo>
                    <a:pt x="1137710" y="2497347"/>
                  </a:lnTo>
                  <a:lnTo>
                    <a:pt x="1151095" y="2490652"/>
                  </a:lnTo>
                  <a:lnTo>
                    <a:pt x="1164480" y="2483695"/>
                  </a:lnTo>
                  <a:lnTo>
                    <a:pt x="1177865" y="2476494"/>
                  </a:lnTo>
                  <a:lnTo>
                    <a:pt x="1191250" y="2469027"/>
                  </a:lnTo>
                  <a:lnTo>
                    <a:pt x="1204634" y="2461183"/>
                  </a:lnTo>
                  <a:lnTo>
                    <a:pt x="1218019" y="2452910"/>
                  </a:lnTo>
                  <a:lnTo>
                    <a:pt x="1231404" y="2444249"/>
                  </a:lnTo>
                  <a:lnTo>
                    <a:pt x="1244789" y="2435173"/>
                  </a:lnTo>
                  <a:lnTo>
                    <a:pt x="1258174" y="2425538"/>
                  </a:lnTo>
                  <a:lnTo>
                    <a:pt x="1271559" y="2415261"/>
                  </a:lnTo>
                  <a:lnTo>
                    <a:pt x="1284943" y="2404430"/>
                  </a:lnTo>
                  <a:lnTo>
                    <a:pt x="1298328" y="2393016"/>
                  </a:lnTo>
                  <a:lnTo>
                    <a:pt x="1311713" y="2380850"/>
                  </a:lnTo>
                  <a:lnTo>
                    <a:pt x="1325098" y="2367815"/>
                  </a:lnTo>
                  <a:lnTo>
                    <a:pt x="1338483" y="2354063"/>
                  </a:lnTo>
                  <a:lnTo>
                    <a:pt x="1351868" y="2339566"/>
                  </a:lnTo>
                  <a:lnTo>
                    <a:pt x="1365252" y="2324149"/>
                  </a:lnTo>
                  <a:lnTo>
                    <a:pt x="1378637" y="2307664"/>
                  </a:lnTo>
                  <a:lnTo>
                    <a:pt x="1392022" y="2290328"/>
                  </a:lnTo>
                  <a:lnTo>
                    <a:pt x="1405407" y="2272127"/>
                  </a:lnTo>
                  <a:lnTo>
                    <a:pt x="1418792" y="2252899"/>
                  </a:lnTo>
                  <a:lnTo>
                    <a:pt x="1432177" y="2232467"/>
                  </a:lnTo>
                  <a:lnTo>
                    <a:pt x="1445561" y="2211118"/>
                  </a:lnTo>
                  <a:lnTo>
                    <a:pt x="1458946" y="2188849"/>
                  </a:lnTo>
                  <a:lnTo>
                    <a:pt x="1472331" y="2165535"/>
                  </a:lnTo>
                  <a:lnTo>
                    <a:pt x="1485716" y="2140984"/>
                  </a:lnTo>
                  <a:lnTo>
                    <a:pt x="1499101" y="2115536"/>
                  </a:lnTo>
                  <a:lnTo>
                    <a:pt x="1512486" y="2089202"/>
                  </a:lnTo>
                  <a:lnTo>
                    <a:pt x="1525870" y="2061904"/>
                  </a:lnTo>
                  <a:lnTo>
                    <a:pt x="1539255" y="2033465"/>
                  </a:lnTo>
                  <a:lnTo>
                    <a:pt x="1552640" y="2004240"/>
                  </a:lnTo>
                  <a:lnTo>
                    <a:pt x="1566025" y="1974257"/>
                  </a:lnTo>
                  <a:lnTo>
                    <a:pt x="1579410" y="1943489"/>
                  </a:lnTo>
                  <a:lnTo>
                    <a:pt x="1592795" y="1911800"/>
                  </a:lnTo>
                  <a:lnTo>
                    <a:pt x="1606179" y="1879522"/>
                  </a:lnTo>
                  <a:lnTo>
                    <a:pt x="1619564" y="1846694"/>
                  </a:lnTo>
                  <a:lnTo>
                    <a:pt x="1632949" y="1813332"/>
                  </a:lnTo>
                  <a:lnTo>
                    <a:pt x="1646334" y="1779375"/>
                  </a:lnTo>
                  <a:lnTo>
                    <a:pt x="1659719" y="1745082"/>
                  </a:lnTo>
                  <a:lnTo>
                    <a:pt x="1673104" y="1710501"/>
                  </a:lnTo>
                  <a:lnTo>
                    <a:pt x="1686488" y="1675672"/>
                  </a:lnTo>
                  <a:lnTo>
                    <a:pt x="1699873" y="1640629"/>
                  </a:lnTo>
                  <a:lnTo>
                    <a:pt x="1713258" y="1605526"/>
                  </a:lnTo>
                  <a:lnTo>
                    <a:pt x="1726643" y="1570408"/>
                  </a:lnTo>
                  <a:lnTo>
                    <a:pt x="1740028" y="1535320"/>
                  </a:lnTo>
                  <a:lnTo>
                    <a:pt x="1753413" y="1500400"/>
                  </a:lnTo>
                  <a:lnTo>
                    <a:pt x="1766797" y="1465670"/>
                  </a:lnTo>
                  <a:lnTo>
                    <a:pt x="1780182" y="1431168"/>
                  </a:lnTo>
                  <a:lnTo>
                    <a:pt x="1793567" y="1396928"/>
                  </a:lnTo>
                  <a:lnTo>
                    <a:pt x="1806952" y="1363170"/>
                  </a:lnTo>
                  <a:lnTo>
                    <a:pt x="1820337" y="1329795"/>
                  </a:lnTo>
                  <a:lnTo>
                    <a:pt x="1833722" y="1296823"/>
                  </a:lnTo>
                  <a:lnTo>
                    <a:pt x="1847106" y="1264276"/>
                  </a:lnTo>
                  <a:lnTo>
                    <a:pt x="1860491" y="1232396"/>
                  </a:lnTo>
                  <a:lnTo>
                    <a:pt x="1873876" y="1201016"/>
                  </a:lnTo>
                  <a:lnTo>
                    <a:pt x="1887261" y="1170126"/>
                  </a:lnTo>
                  <a:lnTo>
                    <a:pt x="1900646" y="1139734"/>
                  </a:lnTo>
                  <a:lnTo>
                    <a:pt x="1914031" y="1110059"/>
                  </a:lnTo>
                  <a:lnTo>
                    <a:pt x="1927415" y="1080909"/>
                  </a:lnTo>
                  <a:lnTo>
                    <a:pt x="1940800" y="1052248"/>
                  </a:lnTo>
                  <a:lnTo>
                    <a:pt x="1954185" y="1024068"/>
                  </a:lnTo>
                  <a:lnTo>
                    <a:pt x="1967570" y="996538"/>
                  </a:lnTo>
                  <a:lnTo>
                    <a:pt x="1980955" y="969476"/>
                  </a:lnTo>
                  <a:lnTo>
                    <a:pt x="1994340" y="942830"/>
                  </a:lnTo>
                  <a:lnTo>
                    <a:pt x="2007724" y="916580"/>
                  </a:lnTo>
                  <a:lnTo>
                    <a:pt x="2021109" y="890834"/>
                  </a:lnTo>
                  <a:lnTo>
                    <a:pt x="2034494" y="865447"/>
                  </a:lnTo>
                  <a:lnTo>
                    <a:pt x="2047879" y="840361"/>
                  </a:lnTo>
                  <a:lnTo>
                    <a:pt x="2061264" y="815555"/>
                  </a:lnTo>
                  <a:lnTo>
                    <a:pt x="2074649" y="791083"/>
                  </a:lnTo>
                  <a:lnTo>
                    <a:pt x="2088033" y="766845"/>
                  </a:lnTo>
                  <a:lnTo>
                    <a:pt x="2101418" y="742793"/>
                  </a:lnTo>
                  <a:lnTo>
                    <a:pt x="2114803" y="718909"/>
                  </a:lnTo>
                  <a:lnTo>
                    <a:pt x="2128188" y="695216"/>
                  </a:lnTo>
                  <a:lnTo>
                    <a:pt x="2141573" y="671659"/>
                  </a:lnTo>
                  <a:lnTo>
                    <a:pt x="2154958" y="648206"/>
                  </a:lnTo>
                  <a:lnTo>
                    <a:pt x="2168342" y="624851"/>
                  </a:lnTo>
                  <a:lnTo>
                    <a:pt x="2181727" y="601608"/>
                  </a:lnTo>
                  <a:lnTo>
                    <a:pt x="2195112" y="578461"/>
                  </a:lnTo>
                  <a:lnTo>
                    <a:pt x="2208497" y="555397"/>
                  </a:lnTo>
                  <a:lnTo>
                    <a:pt x="2221882" y="532418"/>
                  </a:lnTo>
                  <a:lnTo>
                    <a:pt x="2235267" y="509558"/>
                  </a:lnTo>
                  <a:lnTo>
                    <a:pt x="2248651" y="486829"/>
                  </a:lnTo>
                  <a:lnTo>
                    <a:pt x="2262036" y="464225"/>
                  </a:lnTo>
                  <a:lnTo>
                    <a:pt x="2275421" y="441759"/>
                  </a:lnTo>
                  <a:lnTo>
                    <a:pt x="2288806" y="419497"/>
                  </a:lnTo>
                  <a:lnTo>
                    <a:pt x="2302191" y="397473"/>
                  </a:lnTo>
                  <a:lnTo>
                    <a:pt x="2315576" y="375673"/>
                  </a:lnTo>
                  <a:lnTo>
                    <a:pt x="2328960" y="354117"/>
                  </a:lnTo>
                  <a:lnTo>
                    <a:pt x="2342345" y="332903"/>
                  </a:lnTo>
                  <a:lnTo>
                    <a:pt x="2355730" y="312090"/>
                  </a:lnTo>
                  <a:lnTo>
                    <a:pt x="2369115" y="291633"/>
                  </a:lnTo>
                  <a:lnTo>
                    <a:pt x="2382500" y="271558"/>
                  </a:lnTo>
                  <a:lnTo>
                    <a:pt x="2395885" y="251986"/>
                  </a:lnTo>
                  <a:lnTo>
                    <a:pt x="2409269" y="233002"/>
                  </a:lnTo>
                  <a:lnTo>
                    <a:pt x="2422654" y="214516"/>
                  </a:lnTo>
                  <a:lnTo>
                    <a:pt x="2436039" y="196551"/>
                  </a:lnTo>
                  <a:lnTo>
                    <a:pt x="2449424" y="179243"/>
                  </a:lnTo>
                  <a:lnTo>
                    <a:pt x="2462809" y="162704"/>
                  </a:lnTo>
                  <a:lnTo>
                    <a:pt x="2476194" y="146789"/>
                  </a:lnTo>
                  <a:lnTo>
                    <a:pt x="2489578" y="131516"/>
                  </a:lnTo>
                  <a:lnTo>
                    <a:pt x="2502963" y="117018"/>
                  </a:lnTo>
                  <a:lnTo>
                    <a:pt x="2516348" y="103441"/>
                  </a:lnTo>
                  <a:lnTo>
                    <a:pt x="2529733" y="90581"/>
                  </a:lnTo>
                  <a:lnTo>
                    <a:pt x="2543118" y="78450"/>
                  </a:lnTo>
                  <a:lnTo>
                    <a:pt x="2556503" y="67168"/>
                  </a:lnTo>
                  <a:lnTo>
                    <a:pt x="2569887" y="56909"/>
                  </a:lnTo>
                  <a:lnTo>
                    <a:pt x="2583272" y="47421"/>
                  </a:lnTo>
                  <a:lnTo>
                    <a:pt x="2596657" y="38708"/>
                  </a:lnTo>
                  <a:lnTo>
                    <a:pt x="2610042" y="30867"/>
                  </a:lnTo>
                  <a:lnTo>
                    <a:pt x="2623427" y="24101"/>
                  </a:lnTo>
                  <a:lnTo>
                    <a:pt x="2636812" y="18117"/>
                  </a:lnTo>
                  <a:lnTo>
                    <a:pt x="2650196" y="12915"/>
                  </a:lnTo>
                  <a:lnTo>
                    <a:pt x="2663581" y="8563"/>
                  </a:lnTo>
                  <a:lnTo>
                    <a:pt x="2676966" y="5283"/>
                  </a:lnTo>
                  <a:lnTo>
                    <a:pt x="2690351" y="2760"/>
                  </a:lnTo>
                  <a:lnTo>
                    <a:pt x="2703736" y="985"/>
                  </a:lnTo>
                  <a:lnTo>
                    <a:pt x="2717121" y="0"/>
                  </a:lnTo>
                  <a:lnTo>
                    <a:pt x="2730505" y="32"/>
                  </a:lnTo>
                  <a:lnTo>
                    <a:pt x="2743890" y="758"/>
                  </a:lnTo>
                  <a:lnTo>
                    <a:pt x="2757275" y="2163"/>
                  </a:lnTo>
                  <a:lnTo>
                    <a:pt x="2770660" y="4262"/>
                  </a:lnTo>
                  <a:lnTo>
                    <a:pt x="2784045" y="7270"/>
                  </a:lnTo>
                  <a:lnTo>
                    <a:pt x="2797430" y="10872"/>
                  </a:lnTo>
                  <a:lnTo>
                    <a:pt x="2810814" y="15048"/>
                  </a:lnTo>
                  <a:lnTo>
                    <a:pt x="2824199" y="19787"/>
                  </a:lnTo>
                  <a:lnTo>
                    <a:pt x="2837584" y="25269"/>
                  </a:lnTo>
                  <a:lnTo>
                    <a:pt x="2850969" y="31208"/>
                  </a:lnTo>
                  <a:lnTo>
                    <a:pt x="2864354" y="37577"/>
                  </a:lnTo>
                  <a:lnTo>
                    <a:pt x="2877739" y="44349"/>
                  </a:lnTo>
                  <a:lnTo>
                    <a:pt x="2891123" y="51632"/>
                  </a:lnTo>
                  <a:lnTo>
                    <a:pt x="2904508" y="59199"/>
                  </a:lnTo>
                  <a:lnTo>
                    <a:pt x="2917893" y="67015"/>
                  </a:lnTo>
                  <a:lnTo>
                    <a:pt x="2931278" y="75047"/>
                  </a:lnTo>
                  <a:lnTo>
                    <a:pt x="2944663" y="83297"/>
                  </a:lnTo>
                  <a:lnTo>
                    <a:pt x="2958048" y="91629"/>
                  </a:lnTo>
                  <a:lnTo>
                    <a:pt x="2971432" y="100000"/>
                  </a:lnTo>
                  <a:lnTo>
                    <a:pt x="2984817" y="108374"/>
                  </a:lnTo>
                  <a:lnTo>
                    <a:pt x="2998202" y="116653"/>
                  </a:lnTo>
                  <a:lnTo>
                    <a:pt x="3011587" y="124784"/>
                  </a:lnTo>
                  <a:lnTo>
                    <a:pt x="3024972" y="132734"/>
                  </a:lnTo>
                  <a:lnTo>
                    <a:pt x="3038357" y="140466"/>
                  </a:lnTo>
                  <a:lnTo>
                    <a:pt x="3051741" y="147799"/>
                  </a:lnTo>
                  <a:lnTo>
                    <a:pt x="3065126" y="154755"/>
                  </a:lnTo>
                  <a:lnTo>
                    <a:pt x="3078511" y="161325"/>
                  </a:lnTo>
                  <a:lnTo>
                    <a:pt x="3091896" y="167477"/>
                  </a:lnTo>
                  <a:lnTo>
                    <a:pt x="3105281" y="172978"/>
                  </a:lnTo>
                  <a:lnTo>
                    <a:pt x="3118666" y="177908"/>
                  </a:lnTo>
                  <a:lnTo>
                    <a:pt x="3132050" y="182293"/>
                  </a:lnTo>
                  <a:lnTo>
                    <a:pt x="3145435" y="186112"/>
                  </a:lnTo>
                  <a:lnTo>
                    <a:pt x="3158820" y="189122"/>
                  </a:lnTo>
                  <a:lnTo>
                    <a:pt x="3172205" y="191439"/>
                  </a:lnTo>
                  <a:lnTo>
                    <a:pt x="3185590" y="193131"/>
                  </a:lnTo>
                  <a:lnTo>
                    <a:pt x="3198975" y="194195"/>
                  </a:lnTo>
                  <a:lnTo>
                    <a:pt x="3212359" y="194415"/>
                  </a:lnTo>
                  <a:lnTo>
                    <a:pt x="3225744" y="193928"/>
                  </a:lnTo>
                  <a:lnTo>
                    <a:pt x="3239129" y="192839"/>
                  </a:lnTo>
                  <a:lnTo>
                    <a:pt x="3252514" y="191162"/>
                  </a:lnTo>
                  <a:lnTo>
                    <a:pt x="3265899" y="188752"/>
                  </a:lnTo>
                  <a:lnTo>
                    <a:pt x="3279284" y="185746"/>
                  </a:lnTo>
                  <a:lnTo>
                    <a:pt x="3292668" y="182272"/>
                  </a:lnTo>
                  <a:lnTo>
                    <a:pt x="3306053" y="178363"/>
                  </a:lnTo>
                  <a:lnTo>
                    <a:pt x="3319438" y="173967"/>
                  </a:lnTo>
                  <a:lnTo>
                    <a:pt x="3332823" y="169216"/>
                  </a:lnTo>
                  <a:lnTo>
                    <a:pt x="3346208" y="164233"/>
                  </a:lnTo>
                  <a:lnTo>
                    <a:pt x="3359593" y="159066"/>
                  </a:lnTo>
                  <a:lnTo>
                    <a:pt x="3372977" y="153765"/>
                  </a:lnTo>
                  <a:lnTo>
                    <a:pt x="3386362" y="148461"/>
                  </a:lnTo>
                  <a:lnTo>
                    <a:pt x="3399747" y="143237"/>
                  </a:lnTo>
                  <a:lnTo>
                    <a:pt x="3413132" y="138150"/>
                  </a:lnTo>
                  <a:lnTo>
                    <a:pt x="3426517" y="133340"/>
                  </a:lnTo>
                  <a:lnTo>
                    <a:pt x="3439902" y="128952"/>
                  </a:lnTo>
                  <a:lnTo>
                    <a:pt x="3453286" y="124991"/>
                  </a:lnTo>
                  <a:lnTo>
                    <a:pt x="3466671" y="121514"/>
                  </a:lnTo>
                  <a:lnTo>
                    <a:pt x="3480056" y="118732"/>
                  </a:lnTo>
                  <a:lnTo>
                    <a:pt x="3493441" y="116811"/>
                  </a:lnTo>
                  <a:lnTo>
                    <a:pt x="3506826" y="115653"/>
                  </a:lnTo>
                  <a:lnTo>
                    <a:pt x="3520211" y="115309"/>
                  </a:lnTo>
                  <a:lnTo>
                    <a:pt x="3533595" y="116022"/>
                  </a:lnTo>
                  <a:lnTo>
                    <a:pt x="3546980" y="117996"/>
                  </a:lnTo>
                  <a:lnTo>
                    <a:pt x="3560365" y="121012"/>
                  </a:lnTo>
                  <a:lnTo>
                    <a:pt x="3573750" y="125108"/>
                  </a:lnTo>
                  <a:lnTo>
                    <a:pt x="3587135" y="130526"/>
                  </a:lnTo>
                  <a:lnTo>
                    <a:pt x="3600520" y="137508"/>
                  </a:lnTo>
                  <a:lnTo>
                    <a:pt x="3613904" y="145718"/>
                  </a:lnTo>
                  <a:lnTo>
                    <a:pt x="3627289" y="155176"/>
                  </a:lnTo>
                  <a:lnTo>
                    <a:pt x="3640674" y="166093"/>
                  </a:lnTo>
                  <a:lnTo>
                    <a:pt x="3654059" y="178742"/>
                  </a:lnTo>
                  <a:lnTo>
                    <a:pt x="3667444" y="192692"/>
                  </a:lnTo>
                  <a:lnTo>
                    <a:pt x="3680829" y="207941"/>
                  </a:lnTo>
                  <a:lnTo>
                    <a:pt x="3694213" y="224648"/>
                  </a:lnTo>
                  <a:lnTo>
                    <a:pt x="3707598" y="243101"/>
                  </a:lnTo>
                  <a:lnTo>
                    <a:pt x="3720983" y="262808"/>
                  </a:lnTo>
                  <a:lnTo>
                    <a:pt x="3734368" y="283749"/>
                  </a:lnTo>
                  <a:lnTo>
                    <a:pt x="3747753" y="306020"/>
                  </a:lnTo>
                  <a:lnTo>
                    <a:pt x="3761138" y="329896"/>
                  </a:lnTo>
                  <a:lnTo>
                    <a:pt x="3774522" y="354874"/>
                  </a:lnTo>
                  <a:lnTo>
                    <a:pt x="3787907" y="380916"/>
                  </a:lnTo>
                  <a:lnTo>
                    <a:pt x="3801292" y="408060"/>
                  </a:lnTo>
                  <a:lnTo>
                    <a:pt x="3814677" y="436538"/>
                  </a:lnTo>
                  <a:lnTo>
                    <a:pt x="3828062" y="465882"/>
                  </a:lnTo>
                  <a:lnTo>
                    <a:pt x="3841447" y="496045"/>
                  </a:lnTo>
                  <a:lnTo>
                    <a:pt x="3854831" y="527016"/>
                  </a:lnTo>
                  <a:lnTo>
                    <a:pt x="3868216" y="558954"/>
                  </a:lnTo>
                  <a:lnTo>
                    <a:pt x="3881601" y="591472"/>
                  </a:lnTo>
                  <a:lnTo>
                    <a:pt x="3894986" y="624520"/>
                  </a:lnTo>
                  <a:lnTo>
                    <a:pt x="3908371" y="658055"/>
                  </a:lnTo>
                  <a:lnTo>
                    <a:pt x="3921756" y="692139"/>
                  </a:lnTo>
                  <a:lnTo>
                    <a:pt x="3935140" y="726499"/>
                  </a:lnTo>
                  <a:lnTo>
                    <a:pt x="3948525" y="761087"/>
                  </a:lnTo>
                  <a:lnTo>
                    <a:pt x="3961910" y="795851"/>
                  </a:lnTo>
                  <a:lnTo>
                    <a:pt x="3975295" y="830734"/>
                  </a:lnTo>
                  <a:lnTo>
                    <a:pt x="3988680" y="865604"/>
                  </a:lnTo>
                  <a:lnTo>
                    <a:pt x="4002065" y="900415"/>
                  </a:lnTo>
                  <a:lnTo>
                    <a:pt x="4015449" y="935122"/>
                  </a:lnTo>
                  <a:lnTo>
                    <a:pt x="4028834" y="969554"/>
                  </a:lnTo>
                  <a:lnTo>
                    <a:pt x="4042219" y="1003713"/>
                  </a:lnTo>
                  <a:lnTo>
                    <a:pt x="4055604" y="1037566"/>
                  </a:lnTo>
                  <a:lnTo>
                    <a:pt x="4068989" y="1071074"/>
                  </a:lnTo>
                  <a:lnTo>
                    <a:pt x="4082374" y="1103990"/>
                  </a:lnTo>
                  <a:lnTo>
                    <a:pt x="4095758" y="1136412"/>
                  </a:lnTo>
                  <a:lnTo>
                    <a:pt x="4109143" y="1168329"/>
                  </a:lnTo>
                  <a:lnTo>
                    <a:pt x="4122528" y="1199712"/>
                  </a:lnTo>
                  <a:lnTo>
                    <a:pt x="4135913" y="1230271"/>
                  </a:lnTo>
                  <a:lnTo>
                    <a:pt x="4149298" y="1260162"/>
                  </a:lnTo>
                  <a:lnTo>
                    <a:pt x="4162683" y="1289404"/>
                  </a:lnTo>
                  <a:lnTo>
                    <a:pt x="4176067" y="1317980"/>
                  </a:lnTo>
                  <a:lnTo>
                    <a:pt x="4189452" y="1345583"/>
                  </a:lnTo>
                  <a:lnTo>
                    <a:pt x="4202837" y="1372394"/>
                  </a:lnTo>
                  <a:lnTo>
                    <a:pt x="4216222" y="1398468"/>
                  </a:lnTo>
                  <a:lnTo>
                    <a:pt x="4229607" y="1423794"/>
                  </a:lnTo>
                  <a:lnTo>
                    <a:pt x="4242992" y="1448076"/>
                  </a:lnTo>
                  <a:lnTo>
                    <a:pt x="4256376" y="1471493"/>
                  </a:lnTo>
                  <a:lnTo>
                    <a:pt x="4269761" y="1494134"/>
                  </a:lnTo>
                  <a:lnTo>
                    <a:pt x="4283146" y="1515995"/>
                  </a:lnTo>
                  <a:lnTo>
                    <a:pt x="4296531" y="1536803"/>
                  </a:lnTo>
                  <a:lnTo>
                    <a:pt x="4309916" y="1556724"/>
                  </a:lnTo>
                  <a:lnTo>
                    <a:pt x="4323301" y="1575870"/>
                  </a:lnTo>
                  <a:lnTo>
                    <a:pt x="4336685" y="1594247"/>
                  </a:lnTo>
                  <a:lnTo>
                    <a:pt x="4350070" y="1611618"/>
                  </a:lnTo>
                  <a:lnTo>
                    <a:pt x="4363455" y="1628120"/>
                  </a:lnTo>
                  <a:lnTo>
                    <a:pt x="4376840" y="1643889"/>
                  </a:lnTo>
                  <a:lnTo>
                    <a:pt x="4390225" y="1658934"/>
                  </a:lnTo>
                  <a:lnTo>
                    <a:pt x="4403610" y="1673062"/>
                  </a:lnTo>
                  <a:lnTo>
                    <a:pt x="4416994" y="1686381"/>
                  </a:lnTo>
                  <a:lnTo>
                    <a:pt x="4430379" y="1699037"/>
                  </a:lnTo>
                  <a:lnTo>
                    <a:pt x="4443764" y="1711046"/>
                  </a:lnTo>
                  <a:lnTo>
                    <a:pt x="4457149" y="1722261"/>
                  </a:lnTo>
                  <a:lnTo>
                    <a:pt x="4470534" y="1732759"/>
                  </a:lnTo>
                  <a:lnTo>
                    <a:pt x="4483919" y="1742692"/>
                  </a:lnTo>
                  <a:lnTo>
                    <a:pt x="4497303" y="1752079"/>
                  </a:lnTo>
                  <a:lnTo>
                    <a:pt x="4510688" y="1760817"/>
                  </a:lnTo>
                  <a:lnTo>
                    <a:pt x="4524073" y="1768963"/>
                  </a:lnTo>
                  <a:lnTo>
                    <a:pt x="4537458" y="1776659"/>
                  </a:lnTo>
                  <a:lnTo>
                    <a:pt x="4550843" y="1783928"/>
                  </a:lnTo>
                  <a:lnTo>
                    <a:pt x="4564228" y="1790710"/>
                  </a:lnTo>
                  <a:lnTo>
                    <a:pt x="4577612" y="1797046"/>
                  </a:lnTo>
                  <a:lnTo>
                    <a:pt x="4590997" y="1803061"/>
                  </a:lnTo>
                  <a:lnTo>
                    <a:pt x="4604382" y="1808778"/>
                  </a:lnTo>
                  <a:lnTo>
                    <a:pt x="4617767" y="1814174"/>
                  </a:lnTo>
                  <a:lnTo>
                    <a:pt x="4631152" y="1819285"/>
                  </a:lnTo>
                  <a:lnTo>
                    <a:pt x="4644537" y="1824208"/>
                  </a:lnTo>
                  <a:lnTo>
                    <a:pt x="4657921" y="1828967"/>
                  </a:lnTo>
                  <a:lnTo>
                    <a:pt x="4671306" y="1833566"/>
                  </a:lnTo>
                  <a:lnTo>
                    <a:pt x="4684691" y="1838045"/>
                  </a:lnTo>
                  <a:lnTo>
                    <a:pt x="4698076" y="1842465"/>
                  </a:lnTo>
                  <a:lnTo>
                    <a:pt x="4711461" y="1846849"/>
                  </a:lnTo>
                  <a:lnTo>
                    <a:pt x="4724846" y="1851220"/>
                  </a:lnTo>
                  <a:lnTo>
                    <a:pt x="4738230" y="1855629"/>
                  </a:lnTo>
                  <a:lnTo>
                    <a:pt x="4751615" y="1860097"/>
                  </a:lnTo>
                  <a:lnTo>
                    <a:pt x="4765000" y="1864642"/>
                  </a:lnTo>
                  <a:lnTo>
                    <a:pt x="4778385" y="1869300"/>
                  </a:lnTo>
                  <a:lnTo>
                    <a:pt x="4791770" y="1874137"/>
                  </a:lnTo>
                  <a:lnTo>
                    <a:pt x="4805155" y="1879131"/>
                  </a:lnTo>
                  <a:lnTo>
                    <a:pt x="4818539" y="1884298"/>
                  </a:lnTo>
                  <a:lnTo>
                    <a:pt x="4831924" y="1889673"/>
                  </a:lnTo>
                  <a:lnTo>
                    <a:pt x="4845309" y="1895342"/>
                  </a:lnTo>
                  <a:lnTo>
                    <a:pt x="4858694" y="1901243"/>
                  </a:lnTo>
                  <a:lnTo>
                    <a:pt x="4872079" y="1907386"/>
                  </a:lnTo>
                  <a:lnTo>
                    <a:pt x="4885464" y="1913803"/>
                  </a:lnTo>
                  <a:lnTo>
                    <a:pt x="4898848" y="1920598"/>
                  </a:lnTo>
                  <a:lnTo>
                    <a:pt x="4912233" y="1927673"/>
                  </a:lnTo>
                  <a:lnTo>
                    <a:pt x="4925618" y="1935033"/>
                  </a:lnTo>
                  <a:lnTo>
                    <a:pt x="4939003" y="1942700"/>
                  </a:lnTo>
                  <a:lnTo>
                    <a:pt x="4952388" y="1950793"/>
                  </a:lnTo>
                  <a:lnTo>
                    <a:pt x="4965773" y="1959187"/>
                  </a:lnTo>
                  <a:lnTo>
                    <a:pt x="4979157" y="1967883"/>
                  </a:lnTo>
                  <a:lnTo>
                    <a:pt x="4992542" y="1976891"/>
                  </a:lnTo>
                  <a:lnTo>
                    <a:pt x="5005927" y="1986335"/>
                  </a:lnTo>
                  <a:lnTo>
                    <a:pt x="5019312" y="1996075"/>
                  </a:lnTo>
                  <a:lnTo>
                    <a:pt x="5032697" y="2006108"/>
                  </a:lnTo>
                  <a:lnTo>
                    <a:pt x="5046082" y="2016432"/>
                  </a:lnTo>
                  <a:lnTo>
                    <a:pt x="5059466" y="2027168"/>
                  </a:lnTo>
                  <a:lnTo>
                    <a:pt x="5072851" y="2038172"/>
                  </a:lnTo>
                  <a:lnTo>
                    <a:pt x="5086236" y="2049436"/>
                  </a:lnTo>
                  <a:lnTo>
                    <a:pt x="5099621" y="2060953"/>
                  </a:lnTo>
                  <a:lnTo>
                    <a:pt x="5113006" y="2072819"/>
                  </a:lnTo>
                  <a:lnTo>
                    <a:pt x="5126391" y="2084908"/>
                  </a:lnTo>
                  <a:lnTo>
                    <a:pt x="5139775" y="2097205"/>
                  </a:lnTo>
                  <a:lnTo>
                    <a:pt x="5153160" y="2109700"/>
                  </a:lnTo>
                  <a:lnTo>
                    <a:pt x="5166545" y="2122453"/>
                  </a:lnTo>
                  <a:lnTo>
                    <a:pt x="5179930" y="2135367"/>
                  </a:lnTo>
                  <a:lnTo>
                    <a:pt x="5193315" y="2148423"/>
                  </a:lnTo>
                  <a:lnTo>
                    <a:pt x="5206700" y="2161608"/>
                  </a:lnTo>
                  <a:lnTo>
                    <a:pt x="5220084" y="2174944"/>
                  </a:lnTo>
                  <a:lnTo>
                    <a:pt x="5233469" y="2188366"/>
                  </a:lnTo>
                  <a:lnTo>
                    <a:pt x="5246854" y="2201852"/>
                  </a:lnTo>
                  <a:lnTo>
                    <a:pt x="5260239" y="2215390"/>
                  </a:lnTo>
                  <a:lnTo>
                    <a:pt x="5273624" y="2228966"/>
                  </a:lnTo>
                  <a:lnTo>
                    <a:pt x="5287009" y="2242541"/>
                  </a:lnTo>
                  <a:lnTo>
                    <a:pt x="5300393" y="2256099"/>
                  </a:lnTo>
                  <a:lnTo>
                    <a:pt x="5313778" y="2269627"/>
                  </a:lnTo>
                  <a:lnTo>
                    <a:pt x="5327163" y="2283079"/>
                  </a:lnTo>
                  <a:lnTo>
                    <a:pt x="5340548" y="2296442"/>
                  </a:lnTo>
                  <a:lnTo>
                    <a:pt x="5353933" y="2309707"/>
                  </a:lnTo>
                  <a:lnTo>
                    <a:pt x="5367318" y="2322861"/>
                  </a:lnTo>
                  <a:lnTo>
                    <a:pt x="5380702" y="2335836"/>
                  </a:lnTo>
                  <a:lnTo>
                    <a:pt x="5394087" y="2348633"/>
                  </a:lnTo>
                  <a:lnTo>
                    <a:pt x="5407472" y="2361258"/>
                  </a:lnTo>
                  <a:lnTo>
                    <a:pt x="5420857" y="2373699"/>
                  </a:lnTo>
                  <a:lnTo>
                    <a:pt x="5434242" y="2385871"/>
                  </a:lnTo>
                  <a:lnTo>
                    <a:pt x="5447627" y="2397784"/>
                  </a:lnTo>
                  <a:lnTo>
                    <a:pt x="5461011" y="2409461"/>
                  </a:lnTo>
                  <a:lnTo>
                    <a:pt x="5474396" y="2420891"/>
                  </a:lnTo>
                  <a:lnTo>
                    <a:pt x="5487781" y="2431982"/>
                  </a:lnTo>
                  <a:lnTo>
                    <a:pt x="5501166" y="2442744"/>
                  </a:lnTo>
                  <a:lnTo>
                    <a:pt x="5514551" y="2453219"/>
                  </a:lnTo>
                  <a:lnTo>
                    <a:pt x="5527936" y="2463400"/>
                  </a:lnTo>
                  <a:lnTo>
                    <a:pt x="5541320" y="2473191"/>
                  </a:lnTo>
                  <a:lnTo>
                    <a:pt x="5554705" y="2482602"/>
                  </a:lnTo>
                  <a:lnTo>
                    <a:pt x="5568090" y="2491690"/>
                  </a:lnTo>
                  <a:lnTo>
                    <a:pt x="5581475" y="2500452"/>
                  </a:lnTo>
                  <a:lnTo>
                    <a:pt x="5594860" y="2508797"/>
                  </a:lnTo>
                  <a:lnTo>
                    <a:pt x="5608245" y="2516728"/>
                  </a:lnTo>
                  <a:lnTo>
                    <a:pt x="5621629" y="2524319"/>
                  </a:lnTo>
                  <a:lnTo>
                    <a:pt x="5635014" y="2531571"/>
                  </a:lnTo>
                  <a:lnTo>
                    <a:pt x="5648399" y="2538401"/>
                  </a:lnTo>
                  <a:lnTo>
                    <a:pt x="5661784" y="2544805"/>
                  </a:lnTo>
                  <a:lnTo>
                    <a:pt x="5675169" y="2550871"/>
                  </a:lnTo>
                  <a:lnTo>
                    <a:pt x="5688554" y="2556602"/>
                  </a:lnTo>
                  <a:lnTo>
                    <a:pt x="5701938" y="2561931"/>
                  </a:lnTo>
                  <a:lnTo>
                    <a:pt x="5715323" y="2566846"/>
                  </a:lnTo>
                  <a:lnTo>
                    <a:pt x="5728708" y="2571443"/>
                  </a:lnTo>
                  <a:lnTo>
                    <a:pt x="5742093" y="2575728"/>
                  </a:lnTo>
                  <a:lnTo>
                    <a:pt x="5755478" y="2579653"/>
                  </a:lnTo>
                  <a:lnTo>
                    <a:pt x="5768863" y="2583200"/>
                  </a:lnTo>
                  <a:lnTo>
                    <a:pt x="5782247" y="2586468"/>
                  </a:lnTo>
                  <a:lnTo>
                    <a:pt x="5795632" y="2589467"/>
                  </a:lnTo>
                  <a:lnTo>
                    <a:pt x="5809017" y="2592166"/>
                  </a:lnTo>
                  <a:lnTo>
                    <a:pt x="5822402" y="2594547"/>
                  </a:lnTo>
                  <a:lnTo>
                    <a:pt x="5835787" y="2596706"/>
                  </a:lnTo>
                  <a:lnTo>
                    <a:pt x="5849172" y="2598653"/>
                  </a:lnTo>
                  <a:lnTo>
                    <a:pt x="5862556" y="2600375"/>
                  </a:lnTo>
                  <a:lnTo>
                    <a:pt x="5875941" y="2601860"/>
                  </a:lnTo>
                  <a:lnTo>
                    <a:pt x="5889326" y="2603191"/>
                  </a:lnTo>
                  <a:lnTo>
                    <a:pt x="5902711" y="2604380"/>
                  </a:lnTo>
                  <a:lnTo>
                    <a:pt x="5916096" y="2605427"/>
                  </a:lnTo>
                  <a:lnTo>
                    <a:pt x="5929481" y="2606332"/>
                  </a:lnTo>
                  <a:lnTo>
                    <a:pt x="5942865" y="2607157"/>
                  </a:lnTo>
                  <a:lnTo>
                    <a:pt x="5956250" y="2607914"/>
                  </a:lnTo>
                  <a:lnTo>
                    <a:pt x="5969635" y="2608613"/>
                  </a:lnTo>
                  <a:lnTo>
                    <a:pt x="5983020" y="2609271"/>
                  </a:lnTo>
                  <a:lnTo>
                    <a:pt x="5996405" y="2609920"/>
                  </a:lnTo>
                  <a:lnTo>
                    <a:pt x="6009790" y="2610573"/>
                  </a:lnTo>
                  <a:lnTo>
                    <a:pt x="6023174" y="2611242"/>
                  </a:lnTo>
                  <a:lnTo>
                    <a:pt x="6036559" y="2611963"/>
                  </a:lnTo>
                  <a:lnTo>
                    <a:pt x="6049944" y="2612739"/>
                  </a:lnTo>
                  <a:lnTo>
                    <a:pt x="6063329" y="2613577"/>
                  </a:lnTo>
                  <a:lnTo>
                    <a:pt x="6076714" y="2614492"/>
                  </a:lnTo>
                  <a:lnTo>
                    <a:pt x="6090099" y="2615533"/>
                  </a:lnTo>
                  <a:lnTo>
                    <a:pt x="6103483" y="2616674"/>
                  </a:lnTo>
                  <a:lnTo>
                    <a:pt x="6116868" y="2617920"/>
                  </a:lnTo>
                  <a:lnTo>
                    <a:pt x="6130253" y="2619279"/>
                  </a:lnTo>
                  <a:lnTo>
                    <a:pt x="6143638" y="2620811"/>
                  </a:lnTo>
                  <a:lnTo>
                    <a:pt x="6157023" y="2622467"/>
                  </a:lnTo>
                  <a:lnTo>
                    <a:pt x="6170408" y="2624248"/>
                  </a:lnTo>
                  <a:lnTo>
                    <a:pt x="6183792" y="2626154"/>
                  </a:lnTo>
                  <a:lnTo>
                    <a:pt x="6197177" y="2628247"/>
                  </a:lnTo>
                  <a:lnTo>
                    <a:pt x="6210562" y="2630463"/>
                  </a:lnTo>
                  <a:lnTo>
                    <a:pt x="6223947" y="2632800"/>
                  </a:lnTo>
                  <a:lnTo>
                    <a:pt x="6237332" y="2635256"/>
                  </a:lnTo>
                  <a:lnTo>
                    <a:pt x="6250717" y="2637872"/>
                  </a:lnTo>
                  <a:lnTo>
                    <a:pt x="6264101" y="2640594"/>
                  </a:lnTo>
                  <a:lnTo>
                    <a:pt x="6277486" y="2643412"/>
                  </a:lnTo>
                  <a:lnTo>
                    <a:pt x="6290871" y="2646319"/>
                  </a:lnTo>
                  <a:lnTo>
                    <a:pt x="6304256" y="2649339"/>
                  </a:lnTo>
                  <a:lnTo>
                    <a:pt x="6317641" y="2652427"/>
                  </a:lnTo>
                  <a:lnTo>
                    <a:pt x="6331026" y="2655571"/>
                  </a:lnTo>
                  <a:lnTo>
                    <a:pt x="6344410" y="2658764"/>
                  </a:lnTo>
                  <a:lnTo>
                    <a:pt x="6357795" y="2662006"/>
                  </a:lnTo>
                  <a:lnTo>
                    <a:pt x="6371180" y="2665268"/>
                  </a:lnTo>
                  <a:lnTo>
                    <a:pt x="6384565" y="2668541"/>
                  </a:lnTo>
                  <a:lnTo>
                    <a:pt x="6397950" y="2671815"/>
                  </a:lnTo>
                  <a:lnTo>
                    <a:pt x="6411335" y="2675074"/>
                  </a:lnTo>
                  <a:lnTo>
                    <a:pt x="6424719" y="2678304"/>
                  </a:lnTo>
                  <a:lnTo>
                    <a:pt x="6438104" y="2681499"/>
                  </a:lnTo>
                  <a:lnTo>
                    <a:pt x="6451489" y="2684653"/>
                  </a:lnTo>
                  <a:lnTo>
                    <a:pt x="6464874" y="2687736"/>
                  </a:lnTo>
                  <a:lnTo>
                    <a:pt x="6478259" y="2690746"/>
                  </a:lnTo>
                  <a:lnTo>
                    <a:pt x="6491644" y="2693687"/>
                  </a:lnTo>
                  <a:lnTo>
                    <a:pt x="6505028" y="2696554"/>
                  </a:lnTo>
                  <a:lnTo>
                    <a:pt x="6518413" y="2699311"/>
                  </a:lnTo>
                  <a:lnTo>
                    <a:pt x="6531798" y="2701967"/>
                  </a:lnTo>
                  <a:lnTo>
                    <a:pt x="6545183" y="2704532"/>
                  </a:lnTo>
                  <a:lnTo>
                    <a:pt x="6558568" y="2707003"/>
                  </a:lnTo>
                  <a:lnTo>
                    <a:pt x="6571953" y="2709349"/>
                  </a:lnTo>
                  <a:lnTo>
                    <a:pt x="6585337" y="2711580"/>
                  </a:lnTo>
                  <a:lnTo>
                    <a:pt x="6598722" y="2713715"/>
                  </a:lnTo>
                  <a:lnTo>
                    <a:pt x="6612107" y="2715753"/>
                  </a:lnTo>
                  <a:lnTo>
                    <a:pt x="6625492" y="2717670"/>
                  </a:lnTo>
                  <a:lnTo>
                    <a:pt x="6638877" y="2719477"/>
                  </a:lnTo>
                  <a:lnTo>
                    <a:pt x="6652262" y="2721196"/>
                  </a:lnTo>
                  <a:lnTo>
                    <a:pt x="6665646" y="2722829"/>
                  </a:lnTo>
                  <a:lnTo>
                    <a:pt x="6679031" y="2724360"/>
                  </a:lnTo>
                  <a:lnTo>
                    <a:pt x="6692416" y="2725800"/>
                  </a:lnTo>
                  <a:lnTo>
                    <a:pt x="6705801" y="2727171"/>
                  </a:lnTo>
                  <a:lnTo>
                    <a:pt x="6719186" y="2728477"/>
                  </a:lnTo>
                  <a:lnTo>
                    <a:pt x="6732571" y="2729710"/>
                  </a:lnTo>
                  <a:lnTo>
                    <a:pt x="6745955" y="2730878"/>
                  </a:lnTo>
                  <a:lnTo>
                    <a:pt x="6759340" y="2732002"/>
                  </a:lnTo>
                  <a:lnTo>
                    <a:pt x="6772725" y="2733084"/>
                  </a:lnTo>
                  <a:lnTo>
                    <a:pt x="6786110" y="2734123"/>
                  </a:lnTo>
                  <a:lnTo>
                    <a:pt x="6799495" y="2735128"/>
                  </a:lnTo>
                  <a:lnTo>
                    <a:pt x="6812880" y="2736111"/>
                  </a:lnTo>
                  <a:lnTo>
                    <a:pt x="6826264" y="2737076"/>
                  </a:lnTo>
                  <a:lnTo>
                    <a:pt x="6839649" y="2738024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429252" y="2778582"/>
              <a:ext cx="6839649" cy="2769043"/>
            </a:xfrm>
            <a:custGeom>
              <a:avLst/>
              <a:pathLst>
                <a:path w="6839649" h="2769043">
                  <a:moveTo>
                    <a:pt x="0" y="2670024"/>
                  </a:moveTo>
                  <a:lnTo>
                    <a:pt x="13384" y="2663950"/>
                  </a:lnTo>
                  <a:lnTo>
                    <a:pt x="26769" y="2657656"/>
                  </a:lnTo>
                  <a:lnTo>
                    <a:pt x="40154" y="2651092"/>
                  </a:lnTo>
                  <a:lnTo>
                    <a:pt x="53539" y="2644261"/>
                  </a:lnTo>
                  <a:lnTo>
                    <a:pt x="66924" y="2637214"/>
                  </a:lnTo>
                  <a:lnTo>
                    <a:pt x="80308" y="2629954"/>
                  </a:lnTo>
                  <a:lnTo>
                    <a:pt x="93693" y="2622464"/>
                  </a:lnTo>
                  <a:lnTo>
                    <a:pt x="107078" y="2614703"/>
                  </a:lnTo>
                  <a:lnTo>
                    <a:pt x="120463" y="2606748"/>
                  </a:lnTo>
                  <a:lnTo>
                    <a:pt x="133848" y="2598605"/>
                  </a:lnTo>
                  <a:lnTo>
                    <a:pt x="147233" y="2590282"/>
                  </a:lnTo>
                  <a:lnTo>
                    <a:pt x="160617" y="2581723"/>
                  </a:lnTo>
                  <a:lnTo>
                    <a:pt x="174002" y="2573006"/>
                  </a:lnTo>
                  <a:lnTo>
                    <a:pt x="187387" y="2564148"/>
                  </a:lnTo>
                  <a:lnTo>
                    <a:pt x="200772" y="2555158"/>
                  </a:lnTo>
                  <a:lnTo>
                    <a:pt x="214157" y="2546021"/>
                  </a:lnTo>
                  <a:lnTo>
                    <a:pt x="227542" y="2536773"/>
                  </a:lnTo>
                  <a:lnTo>
                    <a:pt x="240926" y="2527445"/>
                  </a:lnTo>
                  <a:lnTo>
                    <a:pt x="254311" y="2518051"/>
                  </a:lnTo>
                  <a:lnTo>
                    <a:pt x="267696" y="2508598"/>
                  </a:lnTo>
                  <a:lnTo>
                    <a:pt x="281081" y="2499110"/>
                  </a:lnTo>
                  <a:lnTo>
                    <a:pt x="294466" y="2489615"/>
                  </a:lnTo>
                  <a:lnTo>
                    <a:pt x="307851" y="2480125"/>
                  </a:lnTo>
                  <a:lnTo>
                    <a:pt x="321235" y="2470655"/>
                  </a:lnTo>
                  <a:lnTo>
                    <a:pt x="334620" y="2461245"/>
                  </a:lnTo>
                  <a:lnTo>
                    <a:pt x="348005" y="2451897"/>
                  </a:lnTo>
                  <a:lnTo>
                    <a:pt x="361390" y="2442623"/>
                  </a:lnTo>
                  <a:lnTo>
                    <a:pt x="374775" y="2433434"/>
                  </a:lnTo>
                  <a:lnTo>
                    <a:pt x="388160" y="2424380"/>
                  </a:lnTo>
                  <a:lnTo>
                    <a:pt x="401544" y="2415452"/>
                  </a:lnTo>
                  <a:lnTo>
                    <a:pt x="414929" y="2406649"/>
                  </a:lnTo>
                  <a:lnTo>
                    <a:pt x="428314" y="2397975"/>
                  </a:lnTo>
                  <a:lnTo>
                    <a:pt x="441699" y="2389467"/>
                  </a:lnTo>
                  <a:lnTo>
                    <a:pt x="455084" y="2381132"/>
                  </a:lnTo>
                  <a:lnTo>
                    <a:pt x="468469" y="2372941"/>
                  </a:lnTo>
                  <a:lnTo>
                    <a:pt x="481853" y="2364891"/>
                  </a:lnTo>
                  <a:lnTo>
                    <a:pt x="495238" y="2356993"/>
                  </a:lnTo>
                  <a:lnTo>
                    <a:pt x="508623" y="2349275"/>
                  </a:lnTo>
                  <a:lnTo>
                    <a:pt x="522008" y="2341679"/>
                  </a:lnTo>
                  <a:lnTo>
                    <a:pt x="535393" y="2334196"/>
                  </a:lnTo>
                  <a:lnTo>
                    <a:pt x="548778" y="2326818"/>
                  </a:lnTo>
                  <a:lnTo>
                    <a:pt x="562162" y="2319560"/>
                  </a:lnTo>
                  <a:lnTo>
                    <a:pt x="575547" y="2312365"/>
                  </a:lnTo>
                  <a:lnTo>
                    <a:pt x="588932" y="2305215"/>
                  </a:lnTo>
                  <a:lnTo>
                    <a:pt x="602317" y="2298094"/>
                  </a:lnTo>
                  <a:lnTo>
                    <a:pt x="615702" y="2290975"/>
                  </a:lnTo>
                  <a:lnTo>
                    <a:pt x="629087" y="2283821"/>
                  </a:lnTo>
                  <a:lnTo>
                    <a:pt x="642471" y="2276608"/>
                  </a:lnTo>
                  <a:lnTo>
                    <a:pt x="655856" y="2269315"/>
                  </a:lnTo>
                  <a:lnTo>
                    <a:pt x="669241" y="2261901"/>
                  </a:lnTo>
                  <a:lnTo>
                    <a:pt x="682626" y="2254297"/>
                  </a:lnTo>
                  <a:lnTo>
                    <a:pt x="696011" y="2246511"/>
                  </a:lnTo>
                  <a:lnTo>
                    <a:pt x="709396" y="2238520"/>
                  </a:lnTo>
                  <a:lnTo>
                    <a:pt x="722780" y="2230295"/>
                  </a:lnTo>
                  <a:lnTo>
                    <a:pt x="736165" y="2221688"/>
                  </a:lnTo>
                  <a:lnTo>
                    <a:pt x="749550" y="2212771"/>
                  </a:lnTo>
                  <a:lnTo>
                    <a:pt x="762935" y="2203522"/>
                  </a:lnTo>
                  <a:lnTo>
                    <a:pt x="776320" y="2193920"/>
                  </a:lnTo>
                  <a:lnTo>
                    <a:pt x="789705" y="2183806"/>
                  </a:lnTo>
                  <a:lnTo>
                    <a:pt x="803089" y="2173226"/>
                  </a:lnTo>
                  <a:lnTo>
                    <a:pt x="816474" y="2162206"/>
                  </a:lnTo>
                  <a:lnTo>
                    <a:pt x="829859" y="2150727"/>
                  </a:lnTo>
                  <a:lnTo>
                    <a:pt x="843244" y="2138672"/>
                  </a:lnTo>
                  <a:lnTo>
                    <a:pt x="856629" y="2125996"/>
                  </a:lnTo>
                  <a:lnTo>
                    <a:pt x="870014" y="2112801"/>
                  </a:lnTo>
                  <a:lnTo>
                    <a:pt x="883398" y="2099078"/>
                  </a:lnTo>
                  <a:lnTo>
                    <a:pt x="896783" y="2084774"/>
                  </a:lnTo>
                  <a:lnTo>
                    <a:pt x="910168" y="2069722"/>
                  </a:lnTo>
                  <a:lnTo>
                    <a:pt x="923553" y="2054115"/>
                  </a:lnTo>
                  <a:lnTo>
                    <a:pt x="936938" y="2037952"/>
                  </a:lnTo>
                  <a:lnTo>
                    <a:pt x="950323" y="2021231"/>
                  </a:lnTo>
                  <a:lnTo>
                    <a:pt x="963707" y="2003741"/>
                  </a:lnTo>
                  <a:lnTo>
                    <a:pt x="977092" y="1985677"/>
                  </a:lnTo>
                  <a:lnTo>
                    <a:pt x="990477" y="1967075"/>
                  </a:lnTo>
                  <a:lnTo>
                    <a:pt x="1003862" y="1947942"/>
                  </a:lnTo>
                  <a:lnTo>
                    <a:pt x="1017247" y="1928155"/>
                  </a:lnTo>
                  <a:lnTo>
                    <a:pt x="1030632" y="1907784"/>
                  </a:lnTo>
                  <a:lnTo>
                    <a:pt x="1044016" y="1886934"/>
                  </a:lnTo>
                  <a:lnTo>
                    <a:pt x="1057401" y="1865619"/>
                  </a:lnTo>
                  <a:lnTo>
                    <a:pt x="1070786" y="1843797"/>
                  </a:lnTo>
                  <a:lnTo>
                    <a:pt x="1084171" y="1821435"/>
                  </a:lnTo>
                  <a:lnTo>
                    <a:pt x="1097556" y="1798684"/>
                  </a:lnTo>
                  <a:lnTo>
                    <a:pt x="1110941" y="1775563"/>
                  </a:lnTo>
                  <a:lnTo>
                    <a:pt x="1124325" y="1752087"/>
                  </a:lnTo>
                  <a:lnTo>
                    <a:pt x="1137710" y="1728161"/>
                  </a:lnTo>
                  <a:lnTo>
                    <a:pt x="1151095" y="1703953"/>
                  </a:lnTo>
                  <a:lnTo>
                    <a:pt x="1164480" y="1679483"/>
                  </a:lnTo>
                  <a:lnTo>
                    <a:pt x="1177865" y="1654769"/>
                  </a:lnTo>
                  <a:lnTo>
                    <a:pt x="1191250" y="1629773"/>
                  </a:lnTo>
                  <a:lnTo>
                    <a:pt x="1204634" y="1604575"/>
                  </a:lnTo>
                  <a:lnTo>
                    <a:pt x="1218019" y="1579215"/>
                  </a:lnTo>
                  <a:lnTo>
                    <a:pt x="1231404" y="1553711"/>
                  </a:lnTo>
                  <a:lnTo>
                    <a:pt x="1244789" y="1528058"/>
                  </a:lnTo>
                  <a:lnTo>
                    <a:pt x="1258174" y="1502280"/>
                  </a:lnTo>
                  <a:lnTo>
                    <a:pt x="1271559" y="1476420"/>
                  </a:lnTo>
                  <a:lnTo>
                    <a:pt x="1284943" y="1450488"/>
                  </a:lnTo>
                  <a:lnTo>
                    <a:pt x="1298328" y="1424490"/>
                  </a:lnTo>
                  <a:lnTo>
                    <a:pt x="1311713" y="1398427"/>
                  </a:lnTo>
                  <a:lnTo>
                    <a:pt x="1325098" y="1372326"/>
                  </a:lnTo>
                  <a:lnTo>
                    <a:pt x="1338483" y="1346191"/>
                  </a:lnTo>
                  <a:lnTo>
                    <a:pt x="1351868" y="1320025"/>
                  </a:lnTo>
                  <a:lnTo>
                    <a:pt x="1365252" y="1293821"/>
                  </a:lnTo>
                  <a:lnTo>
                    <a:pt x="1378637" y="1267589"/>
                  </a:lnTo>
                  <a:lnTo>
                    <a:pt x="1392022" y="1241327"/>
                  </a:lnTo>
                  <a:lnTo>
                    <a:pt x="1405407" y="1215034"/>
                  </a:lnTo>
                  <a:lnTo>
                    <a:pt x="1418792" y="1188698"/>
                  </a:lnTo>
                  <a:lnTo>
                    <a:pt x="1432177" y="1162315"/>
                  </a:lnTo>
                  <a:lnTo>
                    <a:pt x="1445561" y="1135887"/>
                  </a:lnTo>
                  <a:lnTo>
                    <a:pt x="1458946" y="1109410"/>
                  </a:lnTo>
                  <a:lnTo>
                    <a:pt x="1472331" y="1082874"/>
                  </a:lnTo>
                  <a:lnTo>
                    <a:pt x="1485716" y="1056262"/>
                  </a:lnTo>
                  <a:lnTo>
                    <a:pt x="1499101" y="1029590"/>
                  </a:lnTo>
                  <a:lnTo>
                    <a:pt x="1512486" y="1002857"/>
                  </a:lnTo>
                  <a:lnTo>
                    <a:pt x="1525870" y="976063"/>
                  </a:lnTo>
                  <a:lnTo>
                    <a:pt x="1539255" y="949186"/>
                  </a:lnTo>
                  <a:lnTo>
                    <a:pt x="1552640" y="922258"/>
                  </a:lnTo>
                  <a:lnTo>
                    <a:pt x="1566025" y="895288"/>
                  </a:lnTo>
                  <a:lnTo>
                    <a:pt x="1579410" y="868283"/>
                  </a:lnTo>
                  <a:lnTo>
                    <a:pt x="1592795" y="841252"/>
                  </a:lnTo>
                  <a:lnTo>
                    <a:pt x="1606179" y="814229"/>
                  </a:lnTo>
                  <a:lnTo>
                    <a:pt x="1619564" y="787231"/>
                  </a:lnTo>
                  <a:lnTo>
                    <a:pt x="1632949" y="760280"/>
                  </a:lnTo>
                  <a:lnTo>
                    <a:pt x="1646334" y="733417"/>
                  </a:lnTo>
                  <a:lnTo>
                    <a:pt x="1659719" y="706700"/>
                  </a:lnTo>
                  <a:lnTo>
                    <a:pt x="1673104" y="680142"/>
                  </a:lnTo>
                  <a:lnTo>
                    <a:pt x="1686488" y="653772"/>
                  </a:lnTo>
                  <a:lnTo>
                    <a:pt x="1699873" y="627640"/>
                  </a:lnTo>
                  <a:lnTo>
                    <a:pt x="1713258" y="601900"/>
                  </a:lnTo>
                  <a:lnTo>
                    <a:pt x="1726643" y="576506"/>
                  </a:lnTo>
                  <a:lnTo>
                    <a:pt x="1740028" y="551496"/>
                  </a:lnTo>
                  <a:lnTo>
                    <a:pt x="1753413" y="526911"/>
                  </a:lnTo>
                  <a:lnTo>
                    <a:pt x="1766797" y="502999"/>
                  </a:lnTo>
                  <a:lnTo>
                    <a:pt x="1780182" y="479688"/>
                  </a:lnTo>
                  <a:lnTo>
                    <a:pt x="1793567" y="456985"/>
                  </a:lnTo>
                  <a:lnTo>
                    <a:pt x="1806952" y="434932"/>
                  </a:lnTo>
                  <a:lnTo>
                    <a:pt x="1820337" y="413762"/>
                  </a:lnTo>
                  <a:lnTo>
                    <a:pt x="1833722" y="393515"/>
                  </a:lnTo>
                  <a:lnTo>
                    <a:pt x="1847106" y="374092"/>
                  </a:lnTo>
                  <a:lnTo>
                    <a:pt x="1860491" y="355527"/>
                  </a:lnTo>
                  <a:lnTo>
                    <a:pt x="1873876" y="337971"/>
                  </a:lnTo>
                  <a:lnTo>
                    <a:pt x="1887261" y="321664"/>
                  </a:lnTo>
                  <a:lnTo>
                    <a:pt x="1900646" y="306345"/>
                  </a:lnTo>
                  <a:lnTo>
                    <a:pt x="1914031" y="292034"/>
                  </a:lnTo>
                  <a:lnTo>
                    <a:pt x="1927415" y="278749"/>
                  </a:lnTo>
                  <a:lnTo>
                    <a:pt x="1940800" y="266970"/>
                  </a:lnTo>
                  <a:lnTo>
                    <a:pt x="1954185" y="256257"/>
                  </a:lnTo>
                  <a:lnTo>
                    <a:pt x="1967570" y="246605"/>
                  </a:lnTo>
                  <a:lnTo>
                    <a:pt x="1980955" y="238015"/>
                  </a:lnTo>
                  <a:lnTo>
                    <a:pt x="1994340" y="230797"/>
                  </a:lnTo>
                  <a:lnTo>
                    <a:pt x="2007724" y="224737"/>
                  </a:lnTo>
                  <a:lnTo>
                    <a:pt x="2021109" y="219677"/>
                  </a:lnTo>
                  <a:lnTo>
                    <a:pt x="2034494" y="215592"/>
                  </a:lnTo>
                  <a:lnTo>
                    <a:pt x="2047879" y="212616"/>
                  </a:lnTo>
                  <a:lnTo>
                    <a:pt x="2061264" y="210742"/>
                  </a:lnTo>
                  <a:lnTo>
                    <a:pt x="2074649" y="209687"/>
                  </a:lnTo>
                  <a:lnTo>
                    <a:pt x="2088033" y="209406"/>
                  </a:lnTo>
                  <a:lnTo>
                    <a:pt x="2101418" y="209888"/>
                  </a:lnTo>
                  <a:lnTo>
                    <a:pt x="2114803" y="211243"/>
                  </a:lnTo>
                  <a:lnTo>
                    <a:pt x="2128188" y="213138"/>
                  </a:lnTo>
                  <a:lnTo>
                    <a:pt x="2141573" y="215513"/>
                  </a:lnTo>
                  <a:lnTo>
                    <a:pt x="2154958" y="218310"/>
                  </a:lnTo>
                  <a:lnTo>
                    <a:pt x="2168342" y="221543"/>
                  </a:lnTo>
                  <a:lnTo>
                    <a:pt x="2181727" y="224999"/>
                  </a:lnTo>
                  <a:lnTo>
                    <a:pt x="2195112" y="228590"/>
                  </a:lnTo>
                  <a:lnTo>
                    <a:pt x="2208497" y="232254"/>
                  </a:lnTo>
                  <a:lnTo>
                    <a:pt x="2221882" y="235895"/>
                  </a:lnTo>
                  <a:lnTo>
                    <a:pt x="2235267" y="239384"/>
                  </a:lnTo>
                  <a:lnTo>
                    <a:pt x="2248651" y="242664"/>
                  </a:lnTo>
                  <a:lnTo>
                    <a:pt x="2262036" y="245679"/>
                  </a:lnTo>
                  <a:lnTo>
                    <a:pt x="2275421" y="248323"/>
                  </a:lnTo>
                  <a:lnTo>
                    <a:pt x="2288806" y="250406"/>
                  </a:lnTo>
                  <a:lnTo>
                    <a:pt x="2302191" y="251990"/>
                  </a:lnTo>
                  <a:lnTo>
                    <a:pt x="2315576" y="253035"/>
                  </a:lnTo>
                  <a:lnTo>
                    <a:pt x="2328960" y="253499"/>
                  </a:lnTo>
                  <a:lnTo>
                    <a:pt x="2342345" y="253050"/>
                  </a:lnTo>
                  <a:lnTo>
                    <a:pt x="2355730" y="251906"/>
                  </a:lnTo>
                  <a:lnTo>
                    <a:pt x="2369115" y="250053"/>
                  </a:lnTo>
                  <a:lnTo>
                    <a:pt x="2382500" y="247476"/>
                  </a:lnTo>
                  <a:lnTo>
                    <a:pt x="2395885" y="243934"/>
                  </a:lnTo>
                  <a:lnTo>
                    <a:pt x="2409269" y="239540"/>
                  </a:lnTo>
                  <a:lnTo>
                    <a:pt x="2422654" y="234405"/>
                  </a:lnTo>
                  <a:lnTo>
                    <a:pt x="2436039" y="228536"/>
                  </a:lnTo>
                  <a:lnTo>
                    <a:pt x="2449424" y="221827"/>
                  </a:lnTo>
                  <a:lnTo>
                    <a:pt x="2462809" y="214261"/>
                  </a:lnTo>
                  <a:lnTo>
                    <a:pt x="2476194" y="206059"/>
                  </a:lnTo>
                  <a:lnTo>
                    <a:pt x="2489578" y="197255"/>
                  </a:lnTo>
                  <a:lnTo>
                    <a:pt x="2502963" y="187860"/>
                  </a:lnTo>
                  <a:lnTo>
                    <a:pt x="2516348" y="177789"/>
                  </a:lnTo>
                  <a:lnTo>
                    <a:pt x="2529733" y="167313"/>
                  </a:lnTo>
                  <a:lnTo>
                    <a:pt x="2543118" y="156486"/>
                  </a:lnTo>
                  <a:lnTo>
                    <a:pt x="2556503" y="145363"/>
                  </a:lnTo>
                  <a:lnTo>
                    <a:pt x="2569887" y="133968"/>
                  </a:lnTo>
                  <a:lnTo>
                    <a:pt x="2583272" y="122476"/>
                  </a:lnTo>
                  <a:lnTo>
                    <a:pt x="2596657" y="110968"/>
                  </a:lnTo>
                  <a:lnTo>
                    <a:pt x="2610042" y="99509"/>
                  </a:lnTo>
                  <a:lnTo>
                    <a:pt x="2623427" y="88226"/>
                  </a:lnTo>
                  <a:lnTo>
                    <a:pt x="2636812" y="77259"/>
                  </a:lnTo>
                  <a:lnTo>
                    <a:pt x="2650196" y="66644"/>
                  </a:lnTo>
                  <a:lnTo>
                    <a:pt x="2663581" y="56448"/>
                  </a:lnTo>
                  <a:lnTo>
                    <a:pt x="2676966" y="46800"/>
                  </a:lnTo>
                  <a:lnTo>
                    <a:pt x="2690351" y="37961"/>
                  </a:lnTo>
                  <a:lnTo>
                    <a:pt x="2703736" y="29823"/>
                  </a:lnTo>
                  <a:lnTo>
                    <a:pt x="2717121" y="22442"/>
                  </a:lnTo>
                  <a:lnTo>
                    <a:pt x="2730505" y="15874"/>
                  </a:lnTo>
                  <a:lnTo>
                    <a:pt x="2743890" y="10583"/>
                  </a:lnTo>
                  <a:lnTo>
                    <a:pt x="2757275" y="6289"/>
                  </a:lnTo>
                  <a:lnTo>
                    <a:pt x="2770660" y="3014"/>
                  </a:lnTo>
                  <a:lnTo>
                    <a:pt x="2784045" y="794"/>
                  </a:lnTo>
                  <a:lnTo>
                    <a:pt x="2797430" y="0"/>
                  </a:lnTo>
                  <a:lnTo>
                    <a:pt x="2810814" y="517"/>
                  </a:lnTo>
                  <a:lnTo>
                    <a:pt x="2824199" y="2203"/>
                  </a:lnTo>
                  <a:lnTo>
                    <a:pt x="2837584" y="5070"/>
                  </a:lnTo>
                  <a:lnTo>
                    <a:pt x="2850969" y="9329"/>
                  </a:lnTo>
                  <a:lnTo>
                    <a:pt x="2864354" y="15109"/>
                  </a:lnTo>
                  <a:lnTo>
                    <a:pt x="2877739" y="22077"/>
                  </a:lnTo>
                  <a:lnTo>
                    <a:pt x="2891123" y="30225"/>
                  </a:lnTo>
                  <a:lnTo>
                    <a:pt x="2904508" y="39585"/>
                  </a:lnTo>
                  <a:lnTo>
                    <a:pt x="2917893" y="50525"/>
                  </a:lnTo>
                  <a:lnTo>
                    <a:pt x="2931278" y="62552"/>
                  </a:lnTo>
                  <a:lnTo>
                    <a:pt x="2944663" y="75635"/>
                  </a:lnTo>
                  <a:lnTo>
                    <a:pt x="2958048" y="89742"/>
                  </a:lnTo>
                  <a:lnTo>
                    <a:pt x="2971432" y="105153"/>
                  </a:lnTo>
                  <a:lnTo>
                    <a:pt x="2984817" y="121530"/>
                  </a:lnTo>
                  <a:lnTo>
                    <a:pt x="2998202" y="138747"/>
                  </a:lnTo>
                  <a:lnTo>
                    <a:pt x="3011587" y="156756"/>
                  </a:lnTo>
                  <a:lnTo>
                    <a:pt x="3024972" y="175653"/>
                  </a:lnTo>
                  <a:lnTo>
                    <a:pt x="3038357" y="195319"/>
                  </a:lnTo>
                  <a:lnTo>
                    <a:pt x="3051741" y="215548"/>
                  </a:lnTo>
                  <a:lnTo>
                    <a:pt x="3065126" y="236287"/>
                  </a:lnTo>
                  <a:lnTo>
                    <a:pt x="3078511" y="257517"/>
                  </a:lnTo>
                  <a:lnTo>
                    <a:pt x="3091896" y="279219"/>
                  </a:lnTo>
                  <a:lnTo>
                    <a:pt x="3105281" y="301189"/>
                  </a:lnTo>
                  <a:lnTo>
                    <a:pt x="3118666" y="323375"/>
                  </a:lnTo>
                  <a:lnTo>
                    <a:pt x="3132050" y="345726"/>
                  </a:lnTo>
                  <a:lnTo>
                    <a:pt x="3145435" y="368190"/>
                  </a:lnTo>
                  <a:lnTo>
                    <a:pt x="3158820" y="390649"/>
                  </a:lnTo>
                  <a:lnTo>
                    <a:pt x="3172205" y="413059"/>
                  </a:lnTo>
                  <a:lnTo>
                    <a:pt x="3185590" y="435377"/>
                  </a:lnTo>
                  <a:lnTo>
                    <a:pt x="3198975" y="457497"/>
                  </a:lnTo>
                  <a:lnTo>
                    <a:pt x="3212359" y="479367"/>
                  </a:lnTo>
                  <a:lnTo>
                    <a:pt x="3225744" y="500979"/>
                  </a:lnTo>
                  <a:lnTo>
                    <a:pt x="3239129" y="522304"/>
                  </a:lnTo>
                  <a:lnTo>
                    <a:pt x="3252514" y="543254"/>
                  </a:lnTo>
                  <a:lnTo>
                    <a:pt x="3265899" y="563742"/>
                  </a:lnTo>
                  <a:lnTo>
                    <a:pt x="3279284" y="583842"/>
                  </a:lnTo>
                  <a:lnTo>
                    <a:pt x="3292668" y="603540"/>
                  </a:lnTo>
                  <a:lnTo>
                    <a:pt x="3306053" y="622809"/>
                  </a:lnTo>
                  <a:lnTo>
                    <a:pt x="3319438" y="641478"/>
                  </a:lnTo>
                  <a:lnTo>
                    <a:pt x="3332823" y="659715"/>
                  </a:lnTo>
                  <a:lnTo>
                    <a:pt x="3346208" y="677523"/>
                  </a:lnTo>
                  <a:lnTo>
                    <a:pt x="3359593" y="694904"/>
                  </a:lnTo>
                  <a:lnTo>
                    <a:pt x="3372977" y="711726"/>
                  </a:lnTo>
                  <a:lnTo>
                    <a:pt x="3386362" y="728117"/>
                  </a:lnTo>
                  <a:lnTo>
                    <a:pt x="3399747" y="744129"/>
                  </a:lnTo>
                  <a:lnTo>
                    <a:pt x="3413132" y="759778"/>
                  </a:lnTo>
                  <a:lnTo>
                    <a:pt x="3426517" y="775017"/>
                  </a:lnTo>
                  <a:lnTo>
                    <a:pt x="3439902" y="789891"/>
                  </a:lnTo>
                  <a:lnTo>
                    <a:pt x="3453286" y="804497"/>
                  </a:lnTo>
                  <a:lnTo>
                    <a:pt x="3466671" y="818860"/>
                  </a:lnTo>
                  <a:lnTo>
                    <a:pt x="3480056" y="832988"/>
                  </a:lnTo>
                  <a:lnTo>
                    <a:pt x="3493441" y="846890"/>
                  </a:lnTo>
                  <a:lnTo>
                    <a:pt x="3506826" y="860666"/>
                  </a:lnTo>
                  <a:lnTo>
                    <a:pt x="3520211" y="874342"/>
                  </a:lnTo>
                  <a:lnTo>
                    <a:pt x="3533595" y="887945"/>
                  </a:lnTo>
                  <a:lnTo>
                    <a:pt x="3546980" y="901506"/>
                  </a:lnTo>
                  <a:lnTo>
                    <a:pt x="3560365" y="915080"/>
                  </a:lnTo>
                  <a:lnTo>
                    <a:pt x="3573750" y="928690"/>
                  </a:lnTo>
                  <a:lnTo>
                    <a:pt x="3587135" y="942358"/>
                  </a:lnTo>
                  <a:lnTo>
                    <a:pt x="3600520" y="956138"/>
                  </a:lnTo>
                  <a:lnTo>
                    <a:pt x="3613904" y="970055"/>
                  </a:lnTo>
                  <a:lnTo>
                    <a:pt x="3627289" y="984109"/>
                  </a:lnTo>
                  <a:lnTo>
                    <a:pt x="3640674" y="998311"/>
                  </a:lnTo>
                  <a:lnTo>
                    <a:pt x="3654059" y="1012702"/>
                  </a:lnTo>
                  <a:lnTo>
                    <a:pt x="3667444" y="1027319"/>
                  </a:lnTo>
                  <a:lnTo>
                    <a:pt x="3680829" y="1042119"/>
                  </a:lnTo>
                  <a:lnTo>
                    <a:pt x="3694213" y="1057105"/>
                  </a:lnTo>
                  <a:lnTo>
                    <a:pt x="3707598" y="1072281"/>
                  </a:lnTo>
                  <a:lnTo>
                    <a:pt x="3720983" y="1087715"/>
                  </a:lnTo>
                  <a:lnTo>
                    <a:pt x="3734368" y="1103322"/>
                  </a:lnTo>
                  <a:lnTo>
                    <a:pt x="3747753" y="1119095"/>
                  </a:lnTo>
                  <a:lnTo>
                    <a:pt x="3761138" y="1135025"/>
                  </a:lnTo>
                  <a:lnTo>
                    <a:pt x="3774522" y="1151145"/>
                  </a:lnTo>
                  <a:lnTo>
                    <a:pt x="3787907" y="1167398"/>
                  </a:lnTo>
                  <a:lnTo>
                    <a:pt x="3801292" y="1183757"/>
                  </a:lnTo>
                  <a:lnTo>
                    <a:pt x="3814677" y="1200207"/>
                  </a:lnTo>
                  <a:lnTo>
                    <a:pt x="3828062" y="1216745"/>
                  </a:lnTo>
                  <a:lnTo>
                    <a:pt x="3841447" y="1233342"/>
                  </a:lnTo>
                  <a:lnTo>
                    <a:pt x="3854831" y="1249966"/>
                  </a:lnTo>
                  <a:lnTo>
                    <a:pt x="3868216" y="1266604"/>
                  </a:lnTo>
                  <a:lnTo>
                    <a:pt x="3881601" y="1283239"/>
                  </a:lnTo>
                  <a:lnTo>
                    <a:pt x="3894986" y="1299842"/>
                  </a:lnTo>
                  <a:lnTo>
                    <a:pt x="3908371" y="1316403"/>
                  </a:lnTo>
                  <a:lnTo>
                    <a:pt x="3921756" y="1332912"/>
                  </a:lnTo>
                  <a:lnTo>
                    <a:pt x="3935140" y="1349360"/>
                  </a:lnTo>
                  <a:lnTo>
                    <a:pt x="3948525" y="1365706"/>
                  </a:lnTo>
                  <a:lnTo>
                    <a:pt x="3961910" y="1381966"/>
                  </a:lnTo>
                  <a:lnTo>
                    <a:pt x="3975295" y="1398141"/>
                  </a:lnTo>
                  <a:lnTo>
                    <a:pt x="3988680" y="1414229"/>
                  </a:lnTo>
                  <a:lnTo>
                    <a:pt x="4002065" y="1430206"/>
                  </a:lnTo>
                  <a:lnTo>
                    <a:pt x="4015449" y="1446085"/>
                  </a:lnTo>
                  <a:lnTo>
                    <a:pt x="4028834" y="1461885"/>
                  </a:lnTo>
                  <a:lnTo>
                    <a:pt x="4042219" y="1477611"/>
                  </a:lnTo>
                  <a:lnTo>
                    <a:pt x="4055604" y="1493262"/>
                  </a:lnTo>
                  <a:lnTo>
                    <a:pt x="4068989" y="1508846"/>
                  </a:lnTo>
                  <a:lnTo>
                    <a:pt x="4082374" y="1524393"/>
                  </a:lnTo>
                  <a:lnTo>
                    <a:pt x="4095758" y="1539912"/>
                  </a:lnTo>
                  <a:lnTo>
                    <a:pt x="4109143" y="1555413"/>
                  </a:lnTo>
                  <a:lnTo>
                    <a:pt x="4122528" y="1570918"/>
                  </a:lnTo>
                  <a:lnTo>
                    <a:pt x="4135913" y="1586445"/>
                  </a:lnTo>
                  <a:lnTo>
                    <a:pt x="4149298" y="1602005"/>
                  </a:lnTo>
                  <a:lnTo>
                    <a:pt x="4162683" y="1617608"/>
                  </a:lnTo>
                  <a:lnTo>
                    <a:pt x="4176067" y="1633293"/>
                  </a:lnTo>
                  <a:lnTo>
                    <a:pt x="4189452" y="1649062"/>
                  </a:lnTo>
                  <a:lnTo>
                    <a:pt x="4202837" y="1664919"/>
                  </a:lnTo>
                  <a:lnTo>
                    <a:pt x="4216222" y="1680869"/>
                  </a:lnTo>
                  <a:lnTo>
                    <a:pt x="4229607" y="1696943"/>
                  </a:lnTo>
                  <a:lnTo>
                    <a:pt x="4242992" y="1713153"/>
                  </a:lnTo>
                  <a:lnTo>
                    <a:pt x="4256376" y="1729476"/>
                  </a:lnTo>
                  <a:lnTo>
                    <a:pt x="4269761" y="1745913"/>
                  </a:lnTo>
                  <a:lnTo>
                    <a:pt x="4283146" y="1762472"/>
                  </a:lnTo>
                  <a:lnTo>
                    <a:pt x="4296531" y="1779180"/>
                  </a:lnTo>
                  <a:lnTo>
                    <a:pt x="4309916" y="1795987"/>
                  </a:lnTo>
                  <a:lnTo>
                    <a:pt x="4323301" y="1812886"/>
                  </a:lnTo>
                  <a:lnTo>
                    <a:pt x="4336685" y="1829870"/>
                  </a:lnTo>
                  <a:lnTo>
                    <a:pt x="4350070" y="1846948"/>
                  </a:lnTo>
                  <a:lnTo>
                    <a:pt x="4363455" y="1864074"/>
                  </a:lnTo>
                  <a:lnTo>
                    <a:pt x="4376840" y="1881230"/>
                  </a:lnTo>
                  <a:lnTo>
                    <a:pt x="4390225" y="1898402"/>
                  </a:lnTo>
                  <a:lnTo>
                    <a:pt x="4403610" y="1915564"/>
                  </a:lnTo>
                  <a:lnTo>
                    <a:pt x="4416994" y="1932680"/>
                  </a:lnTo>
                  <a:lnTo>
                    <a:pt x="4430379" y="1949734"/>
                  </a:lnTo>
                  <a:lnTo>
                    <a:pt x="4443764" y="1966708"/>
                  </a:lnTo>
                  <a:lnTo>
                    <a:pt x="4457149" y="1983563"/>
                  </a:lnTo>
                  <a:lnTo>
                    <a:pt x="4470534" y="2000239"/>
                  </a:lnTo>
                  <a:lnTo>
                    <a:pt x="4483919" y="2016748"/>
                  </a:lnTo>
                  <a:lnTo>
                    <a:pt x="4497303" y="2033073"/>
                  </a:lnTo>
                  <a:lnTo>
                    <a:pt x="4510688" y="2049193"/>
                  </a:lnTo>
                  <a:lnTo>
                    <a:pt x="4524073" y="2064980"/>
                  </a:lnTo>
                  <a:lnTo>
                    <a:pt x="4537458" y="2080506"/>
                  </a:lnTo>
                  <a:lnTo>
                    <a:pt x="4550843" y="2095759"/>
                  </a:lnTo>
                  <a:lnTo>
                    <a:pt x="4564228" y="2110723"/>
                  </a:lnTo>
                  <a:lnTo>
                    <a:pt x="4577612" y="2125282"/>
                  </a:lnTo>
                  <a:lnTo>
                    <a:pt x="4590997" y="2139480"/>
                  </a:lnTo>
                  <a:lnTo>
                    <a:pt x="4604382" y="2153346"/>
                  </a:lnTo>
                  <a:lnTo>
                    <a:pt x="4617767" y="2166873"/>
                  </a:lnTo>
                  <a:lnTo>
                    <a:pt x="4631152" y="2179988"/>
                  </a:lnTo>
                  <a:lnTo>
                    <a:pt x="4644537" y="2192671"/>
                  </a:lnTo>
                  <a:lnTo>
                    <a:pt x="4657921" y="2205006"/>
                  </a:lnTo>
                  <a:lnTo>
                    <a:pt x="4671306" y="2216996"/>
                  </a:lnTo>
                  <a:lnTo>
                    <a:pt x="4684691" y="2228620"/>
                  </a:lnTo>
                  <a:lnTo>
                    <a:pt x="4698076" y="2239790"/>
                  </a:lnTo>
                  <a:lnTo>
                    <a:pt x="4711461" y="2250640"/>
                  </a:lnTo>
                  <a:lnTo>
                    <a:pt x="4724846" y="2261180"/>
                  </a:lnTo>
                  <a:lnTo>
                    <a:pt x="4738230" y="2271420"/>
                  </a:lnTo>
                  <a:lnTo>
                    <a:pt x="4751615" y="2281271"/>
                  </a:lnTo>
                  <a:lnTo>
                    <a:pt x="4765000" y="2290850"/>
                  </a:lnTo>
                  <a:lnTo>
                    <a:pt x="4778385" y="2300187"/>
                  </a:lnTo>
                  <a:lnTo>
                    <a:pt x="4791770" y="2309295"/>
                  </a:lnTo>
                  <a:lnTo>
                    <a:pt x="4805155" y="2318145"/>
                  </a:lnTo>
                  <a:lnTo>
                    <a:pt x="4818539" y="2326782"/>
                  </a:lnTo>
                  <a:lnTo>
                    <a:pt x="4831924" y="2335262"/>
                  </a:lnTo>
                  <a:lnTo>
                    <a:pt x="4845309" y="2343598"/>
                  </a:lnTo>
                  <a:lnTo>
                    <a:pt x="4858694" y="2351794"/>
                  </a:lnTo>
                  <a:lnTo>
                    <a:pt x="4872079" y="2359861"/>
                  </a:lnTo>
                  <a:lnTo>
                    <a:pt x="4885464" y="2367853"/>
                  </a:lnTo>
                  <a:lnTo>
                    <a:pt x="4898848" y="2375781"/>
                  </a:lnTo>
                  <a:lnTo>
                    <a:pt x="4912233" y="2383660"/>
                  </a:lnTo>
                  <a:lnTo>
                    <a:pt x="4925618" y="2391496"/>
                  </a:lnTo>
                  <a:lnTo>
                    <a:pt x="4939003" y="2399321"/>
                  </a:lnTo>
                  <a:lnTo>
                    <a:pt x="4952388" y="2407143"/>
                  </a:lnTo>
                  <a:lnTo>
                    <a:pt x="4965773" y="2414970"/>
                  </a:lnTo>
                  <a:lnTo>
                    <a:pt x="4979157" y="2422818"/>
                  </a:lnTo>
                  <a:lnTo>
                    <a:pt x="4992542" y="2430694"/>
                  </a:lnTo>
                  <a:lnTo>
                    <a:pt x="5005927" y="2438599"/>
                  </a:lnTo>
                  <a:lnTo>
                    <a:pt x="5019312" y="2446535"/>
                  </a:lnTo>
                  <a:lnTo>
                    <a:pt x="5032697" y="2454509"/>
                  </a:lnTo>
                  <a:lnTo>
                    <a:pt x="5046082" y="2462524"/>
                  </a:lnTo>
                  <a:lnTo>
                    <a:pt x="5059466" y="2470568"/>
                  </a:lnTo>
                  <a:lnTo>
                    <a:pt x="5072851" y="2478639"/>
                  </a:lnTo>
                  <a:lnTo>
                    <a:pt x="5086236" y="2486734"/>
                  </a:lnTo>
                  <a:lnTo>
                    <a:pt x="5099621" y="2494849"/>
                  </a:lnTo>
                  <a:lnTo>
                    <a:pt x="5113006" y="2502968"/>
                  </a:lnTo>
                  <a:lnTo>
                    <a:pt x="5126391" y="2511086"/>
                  </a:lnTo>
                  <a:lnTo>
                    <a:pt x="5139775" y="2519194"/>
                  </a:lnTo>
                  <a:lnTo>
                    <a:pt x="5153160" y="2527273"/>
                  </a:lnTo>
                  <a:lnTo>
                    <a:pt x="5166545" y="2535315"/>
                  </a:lnTo>
                  <a:lnTo>
                    <a:pt x="5179930" y="2543311"/>
                  </a:lnTo>
                  <a:lnTo>
                    <a:pt x="5193315" y="2551255"/>
                  </a:lnTo>
                  <a:lnTo>
                    <a:pt x="5206700" y="2559116"/>
                  </a:lnTo>
                  <a:lnTo>
                    <a:pt x="5220084" y="2566883"/>
                  </a:lnTo>
                  <a:lnTo>
                    <a:pt x="5233469" y="2574559"/>
                  </a:lnTo>
                  <a:lnTo>
                    <a:pt x="5246854" y="2582136"/>
                  </a:lnTo>
                  <a:lnTo>
                    <a:pt x="5260239" y="2589592"/>
                  </a:lnTo>
                  <a:lnTo>
                    <a:pt x="5273624" y="2596890"/>
                  </a:lnTo>
                  <a:lnTo>
                    <a:pt x="5287009" y="2604057"/>
                  </a:lnTo>
                  <a:lnTo>
                    <a:pt x="5300393" y="2611088"/>
                  </a:lnTo>
                  <a:lnTo>
                    <a:pt x="5313778" y="2617976"/>
                  </a:lnTo>
                  <a:lnTo>
                    <a:pt x="5327163" y="2624648"/>
                  </a:lnTo>
                  <a:lnTo>
                    <a:pt x="5340548" y="2631162"/>
                  </a:lnTo>
                  <a:lnTo>
                    <a:pt x="5353933" y="2637514"/>
                  </a:lnTo>
                  <a:lnTo>
                    <a:pt x="5367318" y="2643702"/>
                  </a:lnTo>
                  <a:lnTo>
                    <a:pt x="5380702" y="2649669"/>
                  </a:lnTo>
                  <a:lnTo>
                    <a:pt x="5394087" y="2655444"/>
                  </a:lnTo>
                  <a:lnTo>
                    <a:pt x="5407472" y="2661047"/>
                  </a:lnTo>
                  <a:lnTo>
                    <a:pt x="5420857" y="2666477"/>
                  </a:lnTo>
                  <a:lnTo>
                    <a:pt x="5434242" y="2671703"/>
                  </a:lnTo>
                  <a:lnTo>
                    <a:pt x="5447627" y="2676713"/>
                  </a:lnTo>
                  <a:lnTo>
                    <a:pt x="5461011" y="2681554"/>
                  </a:lnTo>
                  <a:lnTo>
                    <a:pt x="5474396" y="2686225"/>
                  </a:lnTo>
                  <a:lnTo>
                    <a:pt x="5487781" y="2690720"/>
                  </a:lnTo>
                  <a:lnTo>
                    <a:pt x="5501166" y="2694990"/>
                  </a:lnTo>
                  <a:lnTo>
                    <a:pt x="5514551" y="2699100"/>
                  </a:lnTo>
                  <a:lnTo>
                    <a:pt x="5527936" y="2703053"/>
                  </a:lnTo>
                  <a:lnTo>
                    <a:pt x="5541320" y="2706852"/>
                  </a:lnTo>
                  <a:lnTo>
                    <a:pt x="5554705" y="2710447"/>
                  </a:lnTo>
                  <a:lnTo>
                    <a:pt x="5568090" y="2713887"/>
                  </a:lnTo>
                  <a:lnTo>
                    <a:pt x="5581475" y="2717186"/>
                  </a:lnTo>
                  <a:lnTo>
                    <a:pt x="5594860" y="2720347"/>
                  </a:lnTo>
                  <a:lnTo>
                    <a:pt x="5608245" y="2723343"/>
                  </a:lnTo>
                  <a:lnTo>
                    <a:pt x="5621629" y="2726186"/>
                  </a:lnTo>
                  <a:lnTo>
                    <a:pt x="5635014" y="2728905"/>
                  </a:lnTo>
                  <a:lnTo>
                    <a:pt x="5648399" y="2731504"/>
                  </a:lnTo>
                  <a:lnTo>
                    <a:pt x="5661784" y="2733972"/>
                  </a:lnTo>
                  <a:lnTo>
                    <a:pt x="5675169" y="2736291"/>
                  </a:lnTo>
                  <a:lnTo>
                    <a:pt x="5688554" y="2738503"/>
                  </a:lnTo>
                  <a:lnTo>
                    <a:pt x="5701938" y="2740611"/>
                  </a:lnTo>
                  <a:lnTo>
                    <a:pt x="5715323" y="2742616"/>
                  </a:lnTo>
                  <a:lnTo>
                    <a:pt x="5728708" y="2744483"/>
                  </a:lnTo>
                  <a:lnTo>
                    <a:pt x="5742093" y="2746256"/>
                  </a:lnTo>
                  <a:lnTo>
                    <a:pt x="5755478" y="2747939"/>
                  </a:lnTo>
                  <a:lnTo>
                    <a:pt x="5768863" y="2749534"/>
                  </a:lnTo>
                  <a:lnTo>
                    <a:pt x="5782247" y="2751019"/>
                  </a:lnTo>
                  <a:lnTo>
                    <a:pt x="5795632" y="2752414"/>
                  </a:lnTo>
                  <a:lnTo>
                    <a:pt x="5809017" y="2753732"/>
                  </a:lnTo>
                  <a:lnTo>
                    <a:pt x="5822402" y="2754976"/>
                  </a:lnTo>
                  <a:lnTo>
                    <a:pt x="5835787" y="2756135"/>
                  </a:lnTo>
                  <a:lnTo>
                    <a:pt x="5849172" y="2757208"/>
                  </a:lnTo>
                  <a:lnTo>
                    <a:pt x="5862556" y="2758217"/>
                  </a:lnTo>
                  <a:lnTo>
                    <a:pt x="5875941" y="2759163"/>
                  </a:lnTo>
                  <a:lnTo>
                    <a:pt x="5889326" y="2760045"/>
                  </a:lnTo>
                  <a:lnTo>
                    <a:pt x="5902711" y="2760849"/>
                  </a:lnTo>
                  <a:lnTo>
                    <a:pt x="5916096" y="2761600"/>
                  </a:lnTo>
                  <a:lnTo>
                    <a:pt x="5929481" y="2762300"/>
                  </a:lnTo>
                  <a:lnTo>
                    <a:pt x="5942865" y="2762951"/>
                  </a:lnTo>
                  <a:lnTo>
                    <a:pt x="5956250" y="2763539"/>
                  </a:lnTo>
                  <a:lnTo>
                    <a:pt x="5969635" y="2764081"/>
                  </a:lnTo>
                  <a:lnTo>
                    <a:pt x="5983020" y="2764582"/>
                  </a:lnTo>
                  <a:lnTo>
                    <a:pt x="5996405" y="2765045"/>
                  </a:lnTo>
                  <a:lnTo>
                    <a:pt x="6009790" y="2765463"/>
                  </a:lnTo>
                  <a:lnTo>
                    <a:pt x="6023174" y="2765841"/>
                  </a:lnTo>
                  <a:lnTo>
                    <a:pt x="6036559" y="2766188"/>
                  </a:lnTo>
                  <a:lnTo>
                    <a:pt x="6049944" y="2766505"/>
                  </a:lnTo>
                  <a:lnTo>
                    <a:pt x="6063329" y="2766792"/>
                  </a:lnTo>
                  <a:lnTo>
                    <a:pt x="6076714" y="2767046"/>
                  </a:lnTo>
                  <a:lnTo>
                    <a:pt x="6090099" y="2767278"/>
                  </a:lnTo>
                  <a:lnTo>
                    <a:pt x="6103483" y="2767488"/>
                  </a:lnTo>
                  <a:lnTo>
                    <a:pt x="6116868" y="2767678"/>
                  </a:lnTo>
                  <a:lnTo>
                    <a:pt x="6130253" y="2767842"/>
                  </a:lnTo>
                  <a:lnTo>
                    <a:pt x="6143638" y="2767990"/>
                  </a:lnTo>
                  <a:lnTo>
                    <a:pt x="6157023" y="2768124"/>
                  </a:lnTo>
                  <a:lnTo>
                    <a:pt x="6170408" y="2768244"/>
                  </a:lnTo>
                  <a:lnTo>
                    <a:pt x="6183792" y="2768347"/>
                  </a:lnTo>
                  <a:lnTo>
                    <a:pt x="6197177" y="2768438"/>
                  </a:lnTo>
                  <a:lnTo>
                    <a:pt x="6210562" y="2768520"/>
                  </a:lnTo>
                  <a:lnTo>
                    <a:pt x="6223947" y="2768592"/>
                  </a:lnTo>
                  <a:lnTo>
                    <a:pt x="6237332" y="2768655"/>
                  </a:lnTo>
                  <a:lnTo>
                    <a:pt x="6250717" y="2768709"/>
                  </a:lnTo>
                  <a:lnTo>
                    <a:pt x="6264101" y="2768756"/>
                  </a:lnTo>
                  <a:lnTo>
                    <a:pt x="6277486" y="2768798"/>
                  </a:lnTo>
                  <a:lnTo>
                    <a:pt x="6290871" y="2768835"/>
                  </a:lnTo>
                  <a:lnTo>
                    <a:pt x="6304256" y="2768865"/>
                  </a:lnTo>
                  <a:lnTo>
                    <a:pt x="6317641" y="2768892"/>
                  </a:lnTo>
                  <a:lnTo>
                    <a:pt x="6331026" y="2768915"/>
                  </a:lnTo>
                  <a:lnTo>
                    <a:pt x="6344410" y="2768936"/>
                  </a:lnTo>
                  <a:lnTo>
                    <a:pt x="6357795" y="2768952"/>
                  </a:lnTo>
                  <a:lnTo>
                    <a:pt x="6371180" y="2768967"/>
                  </a:lnTo>
                  <a:lnTo>
                    <a:pt x="6384565" y="2768979"/>
                  </a:lnTo>
                  <a:lnTo>
                    <a:pt x="6397950" y="2768990"/>
                  </a:lnTo>
                  <a:lnTo>
                    <a:pt x="6411335" y="2768999"/>
                  </a:lnTo>
                  <a:lnTo>
                    <a:pt x="6424719" y="2769006"/>
                  </a:lnTo>
                  <a:lnTo>
                    <a:pt x="6438104" y="2769012"/>
                  </a:lnTo>
                  <a:lnTo>
                    <a:pt x="6451489" y="2769018"/>
                  </a:lnTo>
                  <a:lnTo>
                    <a:pt x="6464874" y="2769022"/>
                  </a:lnTo>
                  <a:lnTo>
                    <a:pt x="6478259" y="2769026"/>
                  </a:lnTo>
                  <a:lnTo>
                    <a:pt x="6491644" y="2769029"/>
                  </a:lnTo>
                  <a:lnTo>
                    <a:pt x="6505028" y="2769031"/>
                  </a:lnTo>
                  <a:lnTo>
                    <a:pt x="6518413" y="2769034"/>
                  </a:lnTo>
                  <a:lnTo>
                    <a:pt x="6531798" y="2769035"/>
                  </a:lnTo>
                  <a:lnTo>
                    <a:pt x="6545183" y="2769037"/>
                  </a:lnTo>
                  <a:lnTo>
                    <a:pt x="6558568" y="2769038"/>
                  </a:lnTo>
                  <a:lnTo>
                    <a:pt x="6571953" y="2769039"/>
                  </a:lnTo>
                  <a:lnTo>
                    <a:pt x="6585337" y="2769040"/>
                  </a:lnTo>
                  <a:lnTo>
                    <a:pt x="6598722" y="2769040"/>
                  </a:lnTo>
                  <a:lnTo>
                    <a:pt x="6612107" y="2769041"/>
                  </a:lnTo>
                  <a:lnTo>
                    <a:pt x="6625492" y="2769041"/>
                  </a:lnTo>
                  <a:lnTo>
                    <a:pt x="6638877" y="2769042"/>
                  </a:lnTo>
                  <a:lnTo>
                    <a:pt x="6652262" y="2769042"/>
                  </a:lnTo>
                  <a:lnTo>
                    <a:pt x="6665646" y="2769042"/>
                  </a:lnTo>
                  <a:lnTo>
                    <a:pt x="6679031" y="2769042"/>
                  </a:lnTo>
                  <a:lnTo>
                    <a:pt x="6692416" y="2769043"/>
                  </a:lnTo>
                  <a:lnTo>
                    <a:pt x="6705801" y="2769043"/>
                  </a:lnTo>
                  <a:lnTo>
                    <a:pt x="6719186" y="2769043"/>
                  </a:lnTo>
                  <a:lnTo>
                    <a:pt x="6732571" y="2769043"/>
                  </a:lnTo>
                  <a:lnTo>
                    <a:pt x="6745955" y="2769043"/>
                  </a:lnTo>
                  <a:lnTo>
                    <a:pt x="6759340" y="2769043"/>
                  </a:lnTo>
                  <a:lnTo>
                    <a:pt x="6772725" y="2769043"/>
                  </a:lnTo>
                  <a:lnTo>
                    <a:pt x="6786110" y="2769043"/>
                  </a:lnTo>
                  <a:lnTo>
                    <a:pt x="6799495" y="2769043"/>
                  </a:lnTo>
                  <a:lnTo>
                    <a:pt x="6812880" y="2769043"/>
                  </a:lnTo>
                  <a:lnTo>
                    <a:pt x="6826264" y="2769043"/>
                  </a:lnTo>
                  <a:lnTo>
                    <a:pt x="6839649" y="2769043"/>
                  </a:lnTo>
                  <a:lnTo>
                    <a:pt x="6826264" y="2769043"/>
                  </a:lnTo>
                  <a:lnTo>
                    <a:pt x="6812880" y="2769043"/>
                  </a:lnTo>
                  <a:lnTo>
                    <a:pt x="6799495" y="2769043"/>
                  </a:lnTo>
                  <a:lnTo>
                    <a:pt x="6786110" y="2769043"/>
                  </a:lnTo>
                  <a:lnTo>
                    <a:pt x="6772725" y="2769043"/>
                  </a:lnTo>
                  <a:lnTo>
                    <a:pt x="6759340" y="2769043"/>
                  </a:lnTo>
                  <a:lnTo>
                    <a:pt x="6745955" y="2769043"/>
                  </a:lnTo>
                  <a:lnTo>
                    <a:pt x="6732571" y="2769043"/>
                  </a:lnTo>
                  <a:lnTo>
                    <a:pt x="6719186" y="2769043"/>
                  </a:lnTo>
                  <a:lnTo>
                    <a:pt x="6705801" y="2769043"/>
                  </a:lnTo>
                  <a:lnTo>
                    <a:pt x="6692416" y="2769043"/>
                  </a:lnTo>
                  <a:lnTo>
                    <a:pt x="6679031" y="2769043"/>
                  </a:lnTo>
                  <a:lnTo>
                    <a:pt x="6665646" y="2769043"/>
                  </a:lnTo>
                  <a:lnTo>
                    <a:pt x="6652262" y="2769043"/>
                  </a:lnTo>
                  <a:lnTo>
                    <a:pt x="6638877" y="2769043"/>
                  </a:lnTo>
                  <a:lnTo>
                    <a:pt x="6625492" y="2769043"/>
                  </a:lnTo>
                  <a:lnTo>
                    <a:pt x="6612107" y="2769043"/>
                  </a:lnTo>
                  <a:lnTo>
                    <a:pt x="6598722" y="2769043"/>
                  </a:lnTo>
                  <a:lnTo>
                    <a:pt x="6585337" y="2769043"/>
                  </a:lnTo>
                  <a:lnTo>
                    <a:pt x="6571953" y="2769043"/>
                  </a:lnTo>
                  <a:lnTo>
                    <a:pt x="6558568" y="2769043"/>
                  </a:lnTo>
                  <a:lnTo>
                    <a:pt x="6545183" y="2769043"/>
                  </a:lnTo>
                  <a:lnTo>
                    <a:pt x="6531798" y="2769043"/>
                  </a:lnTo>
                  <a:lnTo>
                    <a:pt x="6518413" y="2769043"/>
                  </a:lnTo>
                  <a:lnTo>
                    <a:pt x="6505028" y="2769043"/>
                  </a:lnTo>
                  <a:lnTo>
                    <a:pt x="6491644" y="2769043"/>
                  </a:lnTo>
                  <a:lnTo>
                    <a:pt x="6478259" y="2769043"/>
                  </a:lnTo>
                  <a:lnTo>
                    <a:pt x="6464874" y="2769043"/>
                  </a:lnTo>
                  <a:lnTo>
                    <a:pt x="6451489" y="2769043"/>
                  </a:lnTo>
                  <a:lnTo>
                    <a:pt x="6438104" y="2769043"/>
                  </a:lnTo>
                  <a:lnTo>
                    <a:pt x="6424719" y="2769043"/>
                  </a:lnTo>
                  <a:lnTo>
                    <a:pt x="6411335" y="2769043"/>
                  </a:lnTo>
                  <a:lnTo>
                    <a:pt x="6397950" y="2769043"/>
                  </a:lnTo>
                  <a:lnTo>
                    <a:pt x="6384565" y="2769043"/>
                  </a:lnTo>
                  <a:lnTo>
                    <a:pt x="6371180" y="2769043"/>
                  </a:lnTo>
                  <a:lnTo>
                    <a:pt x="6357795" y="2769043"/>
                  </a:lnTo>
                  <a:lnTo>
                    <a:pt x="6344410" y="2769043"/>
                  </a:lnTo>
                  <a:lnTo>
                    <a:pt x="6331026" y="2769043"/>
                  </a:lnTo>
                  <a:lnTo>
                    <a:pt x="6317641" y="2769043"/>
                  </a:lnTo>
                  <a:lnTo>
                    <a:pt x="6304256" y="2769043"/>
                  </a:lnTo>
                  <a:lnTo>
                    <a:pt x="6290871" y="2769043"/>
                  </a:lnTo>
                  <a:lnTo>
                    <a:pt x="6277486" y="2769043"/>
                  </a:lnTo>
                  <a:lnTo>
                    <a:pt x="6264101" y="2769043"/>
                  </a:lnTo>
                  <a:lnTo>
                    <a:pt x="6250717" y="2769043"/>
                  </a:lnTo>
                  <a:lnTo>
                    <a:pt x="6237332" y="2769043"/>
                  </a:lnTo>
                  <a:lnTo>
                    <a:pt x="6223947" y="2769043"/>
                  </a:lnTo>
                  <a:lnTo>
                    <a:pt x="6210562" y="2769043"/>
                  </a:lnTo>
                  <a:lnTo>
                    <a:pt x="6197177" y="2769043"/>
                  </a:lnTo>
                  <a:lnTo>
                    <a:pt x="6183792" y="2769043"/>
                  </a:lnTo>
                  <a:lnTo>
                    <a:pt x="6170408" y="2769043"/>
                  </a:lnTo>
                  <a:lnTo>
                    <a:pt x="6157023" y="2769043"/>
                  </a:lnTo>
                  <a:lnTo>
                    <a:pt x="6143638" y="2769043"/>
                  </a:lnTo>
                  <a:lnTo>
                    <a:pt x="6130253" y="2769043"/>
                  </a:lnTo>
                  <a:lnTo>
                    <a:pt x="6116868" y="2769043"/>
                  </a:lnTo>
                  <a:lnTo>
                    <a:pt x="6103483" y="2769043"/>
                  </a:lnTo>
                  <a:lnTo>
                    <a:pt x="6090099" y="2769043"/>
                  </a:lnTo>
                  <a:lnTo>
                    <a:pt x="6076714" y="2769043"/>
                  </a:lnTo>
                  <a:lnTo>
                    <a:pt x="6063329" y="2769043"/>
                  </a:lnTo>
                  <a:lnTo>
                    <a:pt x="6049944" y="2769043"/>
                  </a:lnTo>
                  <a:lnTo>
                    <a:pt x="6036559" y="2769043"/>
                  </a:lnTo>
                  <a:lnTo>
                    <a:pt x="6023174" y="2769043"/>
                  </a:lnTo>
                  <a:lnTo>
                    <a:pt x="6009790" y="2769043"/>
                  </a:lnTo>
                  <a:lnTo>
                    <a:pt x="5996405" y="2769043"/>
                  </a:lnTo>
                  <a:lnTo>
                    <a:pt x="5983020" y="2769043"/>
                  </a:lnTo>
                  <a:lnTo>
                    <a:pt x="5969635" y="2769043"/>
                  </a:lnTo>
                  <a:lnTo>
                    <a:pt x="5956250" y="2769043"/>
                  </a:lnTo>
                  <a:lnTo>
                    <a:pt x="5942865" y="2769043"/>
                  </a:lnTo>
                  <a:lnTo>
                    <a:pt x="5929481" y="2769043"/>
                  </a:lnTo>
                  <a:lnTo>
                    <a:pt x="5916096" y="2769043"/>
                  </a:lnTo>
                  <a:lnTo>
                    <a:pt x="5902711" y="2769043"/>
                  </a:lnTo>
                  <a:lnTo>
                    <a:pt x="5889326" y="2769043"/>
                  </a:lnTo>
                  <a:lnTo>
                    <a:pt x="5875941" y="2769043"/>
                  </a:lnTo>
                  <a:lnTo>
                    <a:pt x="5862556" y="2769043"/>
                  </a:lnTo>
                  <a:lnTo>
                    <a:pt x="5849172" y="2769043"/>
                  </a:lnTo>
                  <a:lnTo>
                    <a:pt x="5835787" y="2769043"/>
                  </a:lnTo>
                  <a:lnTo>
                    <a:pt x="5822402" y="2769043"/>
                  </a:lnTo>
                  <a:lnTo>
                    <a:pt x="5809017" y="2769043"/>
                  </a:lnTo>
                  <a:lnTo>
                    <a:pt x="5795632" y="2769043"/>
                  </a:lnTo>
                  <a:lnTo>
                    <a:pt x="5782247" y="2769043"/>
                  </a:lnTo>
                  <a:lnTo>
                    <a:pt x="5768863" y="2769043"/>
                  </a:lnTo>
                  <a:lnTo>
                    <a:pt x="5755478" y="2769043"/>
                  </a:lnTo>
                  <a:lnTo>
                    <a:pt x="5742093" y="2769043"/>
                  </a:lnTo>
                  <a:lnTo>
                    <a:pt x="5728708" y="2769043"/>
                  </a:lnTo>
                  <a:lnTo>
                    <a:pt x="5715323" y="2769043"/>
                  </a:lnTo>
                  <a:lnTo>
                    <a:pt x="5701938" y="2769043"/>
                  </a:lnTo>
                  <a:lnTo>
                    <a:pt x="5688554" y="2769043"/>
                  </a:lnTo>
                  <a:lnTo>
                    <a:pt x="5675169" y="2769043"/>
                  </a:lnTo>
                  <a:lnTo>
                    <a:pt x="5661784" y="2769043"/>
                  </a:lnTo>
                  <a:lnTo>
                    <a:pt x="5648399" y="2769043"/>
                  </a:lnTo>
                  <a:lnTo>
                    <a:pt x="5635014" y="2769043"/>
                  </a:lnTo>
                  <a:lnTo>
                    <a:pt x="5621629" y="2769043"/>
                  </a:lnTo>
                  <a:lnTo>
                    <a:pt x="5608245" y="2769043"/>
                  </a:lnTo>
                  <a:lnTo>
                    <a:pt x="5594860" y="2769043"/>
                  </a:lnTo>
                  <a:lnTo>
                    <a:pt x="5581475" y="2769043"/>
                  </a:lnTo>
                  <a:lnTo>
                    <a:pt x="5568090" y="2769043"/>
                  </a:lnTo>
                  <a:lnTo>
                    <a:pt x="5554705" y="2769043"/>
                  </a:lnTo>
                  <a:lnTo>
                    <a:pt x="5541320" y="2769043"/>
                  </a:lnTo>
                  <a:lnTo>
                    <a:pt x="5527936" y="2769043"/>
                  </a:lnTo>
                  <a:lnTo>
                    <a:pt x="5514551" y="2769043"/>
                  </a:lnTo>
                  <a:lnTo>
                    <a:pt x="5501166" y="2769043"/>
                  </a:lnTo>
                  <a:lnTo>
                    <a:pt x="5487781" y="2769043"/>
                  </a:lnTo>
                  <a:lnTo>
                    <a:pt x="5474396" y="2769043"/>
                  </a:lnTo>
                  <a:lnTo>
                    <a:pt x="5461011" y="2769043"/>
                  </a:lnTo>
                  <a:lnTo>
                    <a:pt x="5447627" y="2769043"/>
                  </a:lnTo>
                  <a:lnTo>
                    <a:pt x="5434242" y="2769043"/>
                  </a:lnTo>
                  <a:lnTo>
                    <a:pt x="5420857" y="2769043"/>
                  </a:lnTo>
                  <a:lnTo>
                    <a:pt x="5407472" y="2769043"/>
                  </a:lnTo>
                  <a:lnTo>
                    <a:pt x="5394087" y="2769043"/>
                  </a:lnTo>
                  <a:lnTo>
                    <a:pt x="5380702" y="2769043"/>
                  </a:lnTo>
                  <a:lnTo>
                    <a:pt x="5367318" y="2769043"/>
                  </a:lnTo>
                  <a:lnTo>
                    <a:pt x="5353933" y="2769043"/>
                  </a:lnTo>
                  <a:lnTo>
                    <a:pt x="5340548" y="2769043"/>
                  </a:lnTo>
                  <a:lnTo>
                    <a:pt x="5327163" y="2769043"/>
                  </a:lnTo>
                  <a:lnTo>
                    <a:pt x="5313778" y="2769043"/>
                  </a:lnTo>
                  <a:lnTo>
                    <a:pt x="5300393" y="2769043"/>
                  </a:lnTo>
                  <a:lnTo>
                    <a:pt x="5287009" y="2769043"/>
                  </a:lnTo>
                  <a:lnTo>
                    <a:pt x="5273624" y="2769043"/>
                  </a:lnTo>
                  <a:lnTo>
                    <a:pt x="5260239" y="2769043"/>
                  </a:lnTo>
                  <a:lnTo>
                    <a:pt x="5246854" y="2769043"/>
                  </a:lnTo>
                  <a:lnTo>
                    <a:pt x="5233469" y="2769043"/>
                  </a:lnTo>
                  <a:lnTo>
                    <a:pt x="5220084" y="2769043"/>
                  </a:lnTo>
                  <a:lnTo>
                    <a:pt x="5206700" y="2769043"/>
                  </a:lnTo>
                  <a:lnTo>
                    <a:pt x="5193315" y="2769043"/>
                  </a:lnTo>
                  <a:lnTo>
                    <a:pt x="5179930" y="2769043"/>
                  </a:lnTo>
                  <a:lnTo>
                    <a:pt x="5166545" y="2769043"/>
                  </a:lnTo>
                  <a:lnTo>
                    <a:pt x="5153160" y="2769043"/>
                  </a:lnTo>
                  <a:lnTo>
                    <a:pt x="5139775" y="2769043"/>
                  </a:lnTo>
                  <a:lnTo>
                    <a:pt x="5126391" y="2769043"/>
                  </a:lnTo>
                  <a:lnTo>
                    <a:pt x="5113006" y="2769043"/>
                  </a:lnTo>
                  <a:lnTo>
                    <a:pt x="5099621" y="2769043"/>
                  </a:lnTo>
                  <a:lnTo>
                    <a:pt x="5086236" y="2769043"/>
                  </a:lnTo>
                  <a:lnTo>
                    <a:pt x="5072851" y="2769043"/>
                  </a:lnTo>
                  <a:lnTo>
                    <a:pt x="5059466" y="2769043"/>
                  </a:lnTo>
                  <a:lnTo>
                    <a:pt x="5046082" y="2769043"/>
                  </a:lnTo>
                  <a:lnTo>
                    <a:pt x="5032697" y="2769043"/>
                  </a:lnTo>
                  <a:lnTo>
                    <a:pt x="5019312" y="2769043"/>
                  </a:lnTo>
                  <a:lnTo>
                    <a:pt x="5005927" y="2769043"/>
                  </a:lnTo>
                  <a:lnTo>
                    <a:pt x="4992542" y="2769043"/>
                  </a:lnTo>
                  <a:lnTo>
                    <a:pt x="4979157" y="2769043"/>
                  </a:lnTo>
                  <a:lnTo>
                    <a:pt x="4965773" y="2769043"/>
                  </a:lnTo>
                  <a:lnTo>
                    <a:pt x="4952388" y="2769043"/>
                  </a:lnTo>
                  <a:lnTo>
                    <a:pt x="4939003" y="2769043"/>
                  </a:lnTo>
                  <a:lnTo>
                    <a:pt x="4925618" y="2769043"/>
                  </a:lnTo>
                  <a:lnTo>
                    <a:pt x="4912233" y="2769043"/>
                  </a:lnTo>
                  <a:lnTo>
                    <a:pt x="4898848" y="2769043"/>
                  </a:lnTo>
                  <a:lnTo>
                    <a:pt x="4885464" y="2769043"/>
                  </a:lnTo>
                  <a:lnTo>
                    <a:pt x="4872079" y="2769043"/>
                  </a:lnTo>
                  <a:lnTo>
                    <a:pt x="4858694" y="2769043"/>
                  </a:lnTo>
                  <a:lnTo>
                    <a:pt x="4845309" y="2769043"/>
                  </a:lnTo>
                  <a:lnTo>
                    <a:pt x="4831924" y="2769043"/>
                  </a:lnTo>
                  <a:lnTo>
                    <a:pt x="4818539" y="2769043"/>
                  </a:lnTo>
                  <a:lnTo>
                    <a:pt x="4805155" y="2769043"/>
                  </a:lnTo>
                  <a:lnTo>
                    <a:pt x="4791770" y="2769043"/>
                  </a:lnTo>
                  <a:lnTo>
                    <a:pt x="4778385" y="2769043"/>
                  </a:lnTo>
                  <a:lnTo>
                    <a:pt x="4765000" y="2769043"/>
                  </a:lnTo>
                  <a:lnTo>
                    <a:pt x="4751615" y="2769043"/>
                  </a:lnTo>
                  <a:lnTo>
                    <a:pt x="4738230" y="2769043"/>
                  </a:lnTo>
                  <a:lnTo>
                    <a:pt x="4724846" y="2769043"/>
                  </a:lnTo>
                  <a:lnTo>
                    <a:pt x="4711461" y="2769043"/>
                  </a:lnTo>
                  <a:lnTo>
                    <a:pt x="4698076" y="2769043"/>
                  </a:lnTo>
                  <a:lnTo>
                    <a:pt x="4684691" y="2769043"/>
                  </a:lnTo>
                  <a:lnTo>
                    <a:pt x="4671306" y="2769043"/>
                  </a:lnTo>
                  <a:lnTo>
                    <a:pt x="4657921" y="2769043"/>
                  </a:lnTo>
                  <a:lnTo>
                    <a:pt x="4644537" y="2769043"/>
                  </a:lnTo>
                  <a:lnTo>
                    <a:pt x="4631152" y="2769043"/>
                  </a:lnTo>
                  <a:lnTo>
                    <a:pt x="4617767" y="2769043"/>
                  </a:lnTo>
                  <a:lnTo>
                    <a:pt x="4604382" y="2769043"/>
                  </a:lnTo>
                  <a:lnTo>
                    <a:pt x="4590997" y="2769043"/>
                  </a:lnTo>
                  <a:lnTo>
                    <a:pt x="4577612" y="2769043"/>
                  </a:lnTo>
                  <a:lnTo>
                    <a:pt x="4564228" y="2769043"/>
                  </a:lnTo>
                  <a:lnTo>
                    <a:pt x="4550843" y="2769043"/>
                  </a:lnTo>
                  <a:lnTo>
                    <a:pt x="4537458" y="2769043"/>
                  </a:lnTo>
                  <a:lnTo>
                    <a:pt x="4524073" y="2769043"/>
                  </a:lnTo>
                  <a:lnTo>
                    <a:pt x="4510688" y="2769043"/>
                  </a:lnTo>
                  <a:lnTo>
                    <a:pt x="4497303" y="2769043"/>
                  </a:lnTo>
                  <a:lnTo>
                    <a:pt x="4483919" y="2769043"/>
                  </a:lnTo>
                  <a:lnTo>
                    <a:pt x="4470534" y="2769043"/>
                  </a:lnTo>
                  <a:lnTo>
                    <a:pt x="4457149" y="2769043"/>
                  </a:lnTo>
                  <a:lnTo>
                    <a:pt x="4443764" y="2769043"/>
                  </a:lnTo>
                  <a:lnTo>
                    <a:pt x="4430379" y="2769043"/>
                  </a:lnTo>
                  <a:lnTo>
                    <a:pt x="4416994" y="2769043"/>
                  </a:lnTo>
                  <a:lnTo>
                    <a:pt x="4403610" y="2769043"/>
                  </a:lnTo>
                  <a:lnTo>
                    <a:pt x="4390225" y="2769043"/>
                  </a:lnTo>
                  <a:lnTo>
                    <a:pt x="4376840" y="2769043"/>
                  </a:lnTo>
                  <a:lnTo>
                    <a:pt x="4363455" y="2769043"/>
                  </a:lnTo>
                  <a:lnTo>
                    <a:pt x="4350070" y="2769043"/>
                  </a:lnTo>
                  <a:lnTo>
                    <a:pt x="4336685" y="2769043"/>
                  </a:lnTo>
                  <a:lnTo>
                    <a:pt x="4323301" y="2769043"/>
                  </a:lnTo>
                  <a:lnTo>
                    <a:pt x="4309916" y="2769043"/>
                  </a:lnTo>
                  <a:lnTo>
                    <a:pt x="4296531" y="2769043"/>
                  </a:lnTo>
                  <a:lnTo>
                    <a:pt x="4283146" y="2769043"/>
                  </a:lnTo>
                  <a:lnTo>
                    <a:pt x="4269761" y="2769043"/>
                  </a:lnTo>
                  <a:lnTo>
                    <a:pt x="4256376" y="2769043"/>
                  </a:lnTo>
                  <a:lnTo>
                    <a:pt x="4242992" y="2769043"/>
                  </a:lnTo>
                  <a:lnTo>
                    <a:pt x="4229607" y="2769043"/>
                  </a:lnTo>
                  <a:lnTo>
                    <a:pt x="4216222" y="2769043"/>
                  </a:lnTo>
                  <a:lnTo>
                    <a:pt x="4202837" y="2769043"/>
                  </a:lnTo>
                  <a:lnTo>
                    <a:pt x="4189452" y="2769043"/>
                  </a:lnTo>
                  <a:lnTo>
                    <a:pt x="4176067" y="2769043"/>
                  </a:lnTo>
                  <a:lnTo>
                    <a:pt x="4162683" y="2769043"/>
                  </a:lnTo>
                  <a:lnTo>
                    <a:pt x="4149298" y="2769043"/>
                  </a:lnTo>
                  <a:lnTo>
                    <a:pt x="4135913" y="2769043"/>
                  </a:lnTo>
                  <a:lnTo>
                    <a:pt x="4122528" y="2769043"/>
                  </a:lnTo>
                  <a:lnTo>
                    <a:pt x="4109143" y="2769043"/>
                  </a:lnTo>
                  <a:lnTo>
                    <a:pt x="4095758" y="2769043"/>
                  </a:lnTo>
                  <a:lnTo>
                    <a:pt x="4082374" y="2769043"/>
                  </a:lnTo>
                  <a:lnTo>
                    <a:pt x="4068989" y="2769043"/>
                  </a:lnTo>
                  <a:lnTo>
                    <a:pt x="4055604" y="2769043"/>
                  </a:lnTo>
                  <a:lnTo>
                    <a:pt x="4042219" y="2769043"/>
                  </a:lnTo>
                  <a:lnTo>
                    <a:pt x="4028834" y="2769043"/>
                  </a:lnTo>
                  <a:lnTo>
                    <a:pt x="4015449" y="2769043"/>
                  </a:lnTo>
                  <a:lnTo>
                    <a:pt x="4002065" y="2769043"/>
                  </a:lnTo>
                  <a:lnTo>
                    <a:pt x="3988680" y="2769043"/>
                  </a:lnTo>
                  <a:lnTo>
                    <a:pt x="3975295" y="2769043"/>
                  </a:lnTo>
                  <a:lnTo>
                    <a:pt x="3961910" y="2769043"/>
                  </a:lnTo>
                  <a:lnTo>
                    <a:pt x="3948525" y="2769043"/>
                  </a:lnTo>
                  <a:lnTo>
                    <a:pt x="3935140" y="2769043"/>
                  </a:lnTo>
                  <a:lnTo>
                    <a:pt x="3921756" y="2769043"/>
                  </a:lnTo>
                  <a:lnTo>
                    <a:pt x="3908371" y="2769043"/>
                  </a:lnTo>
                  <a:lnTo>
                    <a:pt x="3894986" y="2769043"/>
                  </a:lnTo>
                  <a:lnTo>
                    <a:pt x="3881601" y="2769043"/>
                  </a:lnTo>
                  <a:lnTo>
                    <a:pt x="3868216" y="2769043"/>
                  </a:lnTo>
                  <a:lnTo>
                    <a:pt x="3854831" y="2769043"/>
                  </a:lnTo>
                  <a:lnTo>
                    <a:pt x="3841447" y="2769043"/>
                  </a:lnTo>
                  <a:lnTo>
                    <a:pt x="3828062" y="2769043"/>
                  </a:lnTo>
                  <a:lnTo>
                    <a:pt x="3814677" y="2769043"/>
                  </a:lnTo>
                  <a:lnTo>
                    <a:pt x="3801292" y="2769043"/>
                  </a:lnTo>
                  <a:lnTo>
                    <a:pt x="3787907" y="2769043"/>
                  </a:lnTo>
                  <a:lnTo>
                    <a:pt x="3774522" y="2769043"/>
                  </a:lnTo>
                  <a:lnTo>
                    <a:pt x="3761138" y="2769043"/>
                  </a:lnTo>
                  <a:lnTo>
                    <a:pt x="3747753" y="2769043"/>
                  </a:lnTo>
                  <a:lnTo>
                    <a:pt x="3734368" y="2769043"/>
                  </a:lnTo>
                  <a:lnTo>
                    <a:pt x="3720983" y="2769043"/>
                  </a:lnTo>
                  <a:lnTo>
                    <a:pt x="3707598" y="2769043"/>
                  </a:lnTo>
                  <a:lnTo>
                    <a:pt x="3694213" y="2769043"/>
                  </a:lnTo>
                  <a:lnTo>
                    <a:pt x="3680829" y="2769043"/>
                  </a:lnTo>
                  <a:lnTo>
                    <a:pt x="3667444" y="2769043"/>
                  </a:lnTo>
                  <a:lnTo>
                    <a:pt x="3654059" y="2769043"/>
                  </a:lnTo>
                  <a:lnTo>
                    <a:pt x="3640674" y="2769043"/>
                  </a:lnTo>
                  <a:lnTo>
                    <a:pt x="3627289" y="2769043"/>
                  </a:lnTo>
                  <a:lnTo>
                    <a:pt x="3613904" y="2769043"/>
                  </a:lnTo>
                  <a:lnTo>
                    <a:pt x="3600520" y="2769043"/>
                  </a:lnTo>
                  <a:lnTo>
                    <a:pt x="3587135" y="2769043"/>
                  </a:lnTo>
                  <a:lnTo>
                    <a:pt x="3573750" y="2769043"/>
                  </a:lnTo>
                  <a:lnTo>
                    <a:pt x="3560365" y="2769043"/>
                  </a:lnTo>
                  <a:lnTo>
                    <a:pt x="3546980" y="2769043"/>
                  </a:lnTo>
                  <a:lnTo>
                    <a:pt x="3533595" y="2769043"/>
                  </a:lnTo>
                  <a:lnTo>
                    <a:pt x="3520211" y="2769043"/>
                  </a:lnTo>
                  <a:lnTo>
                    <a:pt x="3506826" y="2769043"/>
                  </a:lnTo>
                  <a:lnTo>
                    <a:pt x="3493441" y="2769043"/>
                  </a:lnTo>
                  <a:lnTo>
                    <a:pt x="3480056" y="2769043"/>
                  </a:lnTo>
                  <a:lnTo>
                    <a:pt x="3466671" y="2769043"/>
                  </a:lnTo>
                  <a:lnTo>
                    <a:pt x="3453286" y="2769043"/>
                  </a:lnTo>
                  <a:lnTo>
                    <a:pt x="3439902" y="2769043"/>
                  </a:lnTo>
                  <a:lnTo>
                    <a:pt x="3426517" y="2769043"/>
                  </a:lnTo>
                  <a:lnTo>
                    <a:pt x="3413132" y="2769043"/>
                  </a:lnTo>
                  <a:lnTo>
                    <a:pt x="3399747" y="2769043"/>
                  </a:lnTo>
                  <a:lnTo>
                    <a:pt x="3386362" y="2769043"/>
                  </a:lnTo>
                  <a:lnTo>
                    <a:pt x="3372977" y="2769043"/>
                  </a:lnTo>
                  <a:lnTo>
                    <a:pt x="3359593" y="2769043"/>
                  </a:lnTo>
                  <a:lnTo>
                    <a:pt x="3346208" y="2769043"/>
                  </a:lnTo>
                  <a:lnTo>
                    <a:pt x="3332823" y="2769043"/>
                  </a:lnTo>
                  <a:lnTo>
                    <a:pt x="3319438" y="2769043"/>
                  </a:lnTo>
                  <a:lnTo>
                    <a:pt x="3306053" y="2769043"/>
                  </a:lnTo>
                  <a:lnTo>
                    <a:pt x="3292668" y="2769043"/>
                  </a:lnTo>
                  <a:lnTo>
                    <a:pt x="3279284" y="2769043"/>
                  </a:lnTo>
                  <a:lnTo>
                    <a:pt x="3265899" y="2769043"/>
                  </a:lnTo>
                  <a:lnTo>
                    <a:pt x="3252514" y="2769043"/>
                  </a:lnTo>
                  <a:lnTo>
                    <a:pt x="3239129" y="2769043"/>
                  </a:lnTo>
                  <a:lnTo>
                    <a:pt x="3225744" y="2769043"/>
                  </a:lnTo>
                  <a:lnTo>
                    <a:pt x="3212359" y="2769043"/>
                  </a:lnTo>
                  <a:lnTo>
                    <a:pt x="3198975" y="2769043"/>
                  </a:lnTo>
                  <a:lnTo>
                    <a:pt x="3185590" y="2769043"/>
                  </a:lnTo>
                  <a:lnTo>
                    <a:pt x="3172205" y="2769043"/>
                  </a:lnTo>
                  <a:lnTo>
                    <a:pt x="3158820" y="2769043"/>
                  </a:lnTo>
                  <a:lnTo>
                    <a:pt x="3145435" y="2769043"/>
                  </a:lnTo>
                  <a:lnTo>
                    <a:pt x="3132050" y="2769043"/>
                  </a:lnTo>
                  <a:lnTo>
                    <a:pt x="3118666" y="2769043"/>
                  </a:lnTo>
                  <a:lnTo>
                    <a:pt x="3105281" y="2769043"/>
                  </a:lnTo>
                  <a:lnTo>
                    <a:pt x="3091896" y="2769043"/>
                  </a:lnTo>
                  <a:lnTo>
                    <a:pt x="3078511" y="2769043"/>
                  </a:lnTo>
                  <a:lnTo>
                    <a:pt x="3065126" y="2769043"/>
                  </a:lnTo>
                  <a:lnTo>
                    <a:pt x="3051741" y="2769043"/>
                  </a:lnTo>
                  <a:lnTo>
                    <a:pt x="3038357" y="2769043"/>
                  </a:lnTo>
                  <a:lnTo>
                    <a:pt x="3024972" y="2769043"/>
                  </a:lnTo>
                  <a:lnTo>
                    <a:pt x="3011587" y="2769043"/>
                  </a:lnTo>
                  <a:lnTo>
                    <a:pt x="2998202" y="2769043"/>
                  </a:lnTo>
                  <a:lnTo>
                    <a:pt x="2984817" y="2769043"/>
                  </a:lnTo>
                  <a:lnTo>
                    <a:pt x="2971432" y="2769043"/>
                  </a:lnTo>
                  <a:lnTo>
                    <a:pt x="2958048" y="2769043"/>
                  </a:lnTo>
                  <a:lnTo>
                    <a:pt x="2944663" y="2769043"/>
                  </a:lnTo>
                  <a:lnTo>
                    <a:pt x="2931278" y="2769043"/>
                  </a:lnTo>
                  <a:lnTo>
                    <a:pt x="2917893" y="2769043"/>
                  </a:lnTo>
                  <a:lnTo>
                    <a:pt x="2904508" y="2769043"/>
                  </a:lnTo>
                  <a:lnTo>
                    <a:pt x="2891123" y="2769043"/>
                  </a:lnTo>
                  <a:lnTo>
                    <a:pt x="2877739" y="2769043"/>
                  </a:lnTo>
                  <a:lnTo>
                    <a:pt x="2864354" y="2769043"/>
                  </a:lnTo>
                  <a:lnTo>
                    <a:pt x="2850969" y="2769043"/>
                  </a:lnTo>
                  <a:lnTo>
                    <a:pt x="2837584" y="2769043"/>
                  </a:lnTo>
                  <a:lnTo>
                    <a:pt x="2824199" y="2769043"/>
                  </a:lnTo>
                  <a:lnTo>
                    <a:pt x="2810814" y="2769043"/>
                  </a:lnTo>
                  <a:lnTo>
                    <a:pt x="2797430" y="2769043"/>
                  </a:lnTo>
                  <a:lnTo>
                    <a:pt x="2784045" y="2769043"/>
                  </a:lnTo>
                  <a:lnTo>
                    <a:pt x="2770660" y="2769043"/>
                  </a:lnTo>
                  <a:lnTo>
                    <a:pt x="2757275" y="2769043"/>
                  </a:lnTo>
                  <a:lnTo>
                    <a:pt x="2743890" y="2769043"/>
                  </a:lnTo>
                  <a:lnTo>
                    <a:pt x="2730505" y="2769043"/>
                  </a:lnTo>
                  <a:lnTo>
                    <a:pt x="2717121" y="2769043"/>
                  </a:lnTo>
                  <a:lnTo>
                    <a:pt x="2703736" y="2769043"/>
                  </a:lnTo>
                  <a:lnTo>
                    <a:pt x="2690351" y="2769043"/>
                  </a:lnTo>
                  <a:lnTo>
                    <a:pt x="2676966" y="2769043"/>
                  </a:lnTo>
                  <a:lnTo>
                    <a:pt x="2663581" y="2769043"/>
                  </a:lnTo>
                  <a:lnTo>
                    <a:pt x="2650196" y="2769043"/>
                  </a:lnTo>
                  <a:lnTo>
                    <a:pt x="2636812" y="2769043"/>
                  </a:lnTo>
                  <a:lnTo>
                    <a:pt x="2623427" y="2769043"/>
                  </a:lnTo>
                  <a:lnTo>
                    <a:pt x="2610042" y="2769043"/>
                  </a:lnTo>
                  <a:lnTo>
                    <a:pt x="2596657" y="2769043"/>
                  </a:lnTo>
                  <a:lnTo>
                    <a:pt x="2583272" y="2769043"/>
                  </a:lnTo>
                  <a:lnTo>
                    <a:pt x="2569887" y="2769043"/>
                  </a:lnTo>
                  <a:lnTo>
                    <a:pt x="2556503" y="2769043"/>
                  </a:lnTo>
                  <a:lnTo>
                    <a:pt x="2543118" y="2769043"/>
                  </a:lnTo>
                  <a:lnTo>
                    <a:pt x="2529733" y="2769043"/>
                  </a:lnTo>
                  <a:lnTo>
                    <a:pt x="2516348" y="2769043"/>
                  </a:lnTo>
                  <a:lnTo>
                    <a:pt x="2502963" y="2769043"/>
                  </a:lnTo>
                  <a:lnTo>
                    <a:pt x="2489578" y="2769043"/>
                  </a:lnTo>
                  <a:lnTo>
                    <a:pt x="2476194" y="2769043"/>
                  </a:lnTo>
                  <a:lnTo>
                    <a:pt x="2462809" y="2769043"/>
                  </a:lnTo>
                  <a:lnTo>
                    <a:pt x="2449424" y="2769043"/>
                  </a:lnTo>
                  <a:lnTo>
                    <a:pt x="2436039" y="2769043"/>
                  </a:lnTo>
                  <a:lnTo>
                    <a:pt x="2422654" y="2769043"/>
                  </a:lnTo>
                  <a:lnTo>
                    <a:pt x="2409269" y="2769043"/>
                  </a:lnTo>
                  <a:lnTo>
                    <a:pt x="2395885" y="2769043"/>
                  </a:lnTo>
                  <a:lnTo>
                    <a:pt x="2382500" y="2769043"/>
                  </a:lnTo>
                  <a:lnTo>
                    <a:pt x="2369115" y="2769043"/>
                  </a:lnTo>
                  <a:lnTo>
                    <a:pt x="2355730" y="2769043"/>
                  </a:lnTo>
                  <a:lnTo>
                    <a:pt x="2342345" y="2769043"/>
                  </a:lnTo>
                  <a:lnTo>
                    <a:pt x="2328960" y="2769043"/>
                  </a:lnTo>
                  <a:lnTo>
                    <a:pt x="2315576" y="2769043"/>
                  </a:lnTo>
                  <a:lnTo>
                    <a:pt x="2302191" y="2769043"/>
                  </a:lnTo>
                  <a:lnTo>
                    <a:pt x="2288806" y="2769043"/>
                  </a:lnTo>
                  <a:lnTo>
                    <a:pt x="2275421" y="2769043"/>
                  </a:lnTo>
                  <a:lnTo>
                    <a:pt x="2262036" y="2769043"/>
                  </a:lnTo>
                  <a:lnTo>
                    <a:pt x="2248651" y="2769043"/>
                  </a:lnTo>
                  <a:lnTo>
                    <a:pt x="2235267" y="2769043"/>
                  </a:lnTo>
                  <a:lnTo>
                    <a:pt x="2221882" y="2769043"/>
                  </a:lnTo>
                  <a:lnTo>
                    <a:pt x="2208497" y="2769043"/>
                  </a:lnTo>
                  <a:lnTo>
                    <a:pt x="2195112" y="2769043"/>
                  </a:lnTo>
                  <a:lnTo>
                    <a:pt x="2181727" y="2769043"/>
                  </a:lnTo>
                  <a:lnTo>
                    <a:pt x="2168342" y="2769043"/>
                  </a:lnTo>
                  <a:lnTo>
                    <a:pt x="2154958" y="2769043"/>
                  </a:lnTo>
                  <a:lnTo>
                    <a:pt x="2141573" y="2769043"/>
                  </a:lnTo>
                  <a:lnTo>
                    <a:pt x="2128188" y="2769043"/>
                  </a:lnTo>
                  <a:lnTo>
                    <a:pt x="2114803" y="2769043"/>
                  </a:lnTo>
                  <a:lnTo>
                    <a:pt x="2101418" y="2769043"/>
                  </a:lnTo>
                  <a:lnTo>
                    <a:pt x="2088033" y="2769043"/>
                  </a:lnTo>
                  <a:lnTo>
                    <a:pt x="2074649" y="2769043"/>
                  </a:lnTo>
                  <a:lnTo>
                    <a:pt x="2061264" y="2769043"/>
                  </a:lnTo>
                  <a:lnTo>
                    <a:pt x="2047879" y="2769043"/>
                  </a:lnTo>
                  <a:lnTo>
                    <a:pt x="2034494" y="2769043"/>
                  </a:lnTo>
                  <a:lnTo>
                    <a:pt x="2021109" y="2769043"/>
                  </a:lnTo>
                  <a:lnTo>
                    <a:pt x="2007724" y="2769043"/>
                  </a:lnTo>
                  <a:lnTo>
                    <a:pt x="1994340" y="2769043"/>
                  </a:lnTo>
                  <a:lnTo>
                    <a:pt x="1980955" y="2769043"/>
                  </a:lnTo>
                  <a:lnTo>
                    <a:pt x="1967570" y="2769043"/>
                  </a:lnTo>
                  <a:lnTo>
                    <a:pt x="1954185" y="2769043"/>
                  </a:lnTo>
                  <a:lnTo>
                    <a:pt x="1940800" y="2769043"/>
                  </a:lnTo>
                  <a:lnTo>
                    <a:pt x="1927415" y="2769043"/>
                  </a:lnTo>
                  <a:lnTo>
                    <a:pt x="1914031" y="2769043"/>
                  </a:lnTo>
                  <a:lnTo>
                    <a:pt x="1900646" y="2769043"/>
                  </a:lnTo>
                  <a:lnTo>
                    <a:pt x="1887261" y="2769043"/>
                  </a:lnTo>
                  <a:lnTo>
                    <a:pt x="1873876" y="2769043"/>
                  </a:lnTo>
                  <a:lnTo>
                    <a:pt x="1860491" y="2769043"/>
                  </a:lnTo>
                  <a:lnTo>
                    <a:pt x="1847106" y="2769043"/>
                  </a:lnTo>
                  <a:lnTo>
                    <a:pt x="1833722" y="2769043"/>
                  </a:lnTo>
                  <a:lnTo>
                    <a:pt x="1820337" y="2769043"/>
                  </a:lnTo>
                  <a:lnTo>
                    <a:pt x="1806952" y="2769043"/>
                  </a:lnTo>
                  <a:lnTo>
                    <a:pt x="1793567" y="2769043"/>
                  </a:lnTo>
                  <a:lnTo>
                    <a:pt x="1780182" y="2769043"/>
                  </a:lnTo>
                  <a:lnTo>
                    <a:pt x="1766797" y="2769043"/>
                  </a:lnTo>
                  <a:lnTo>
                    <a:pt x="1753413" y="2769043"/>
                  </a:lnTo>
                  <a:lnTo>
                    <a:pt x="1740028" y="2769043"/>
                  </a:lnTo>
                  <a:lnTo>
                    <a:pt x="1726643" y="2769043"/>
                  </a:lnTo>
                  <a:lnTo>
                    <a:pt x="1713258" y="2769043"/>
                  </a:lnTo>
                  <a:lnTo>
                    <a:pt x="1699873" y="2769043"/>
                  </a:lnTo>
                  <a:lnTo>
                    <a:pt x="1686488" y="2769043"/>
                  </a:lnTo>
                  <a:lnTo>
                    <a:pt x="1673104" y="2769043"/>
                  </a:lnTo>
                  <a:lnTo>
                    <a:pt x="1659719" y="2769043"/>
                  </a:lnTo>
                  <a:lnTo>
                    <a:pt x="1646334" y="2769043"/>
                  </a:lnTo>
                  <a:lnTo>
                    <a:pt x="1632949" y="2769043"/>
                  </a:lnTo>
                  <a:lnTo>
                    <a:pt x="1619564" y="2769043"/>
                  </a:lnTo>
                  <a:lnTo>
                    <a:pt x="1606179" y="2769043"/>
                  </a:lnTo>
                  <a:lnTo>
                    <a:pt x="1592795" y="2769043"/>
                  </a:lnTo>
                  <a:lnTo>
                    <a:pt x="1579410" y="2769043"/>
                  </a:lnTo>
                  <a:lnTo>
                    <a:pt x="1566025" y="2769043"/>
                  </a:lnTo>
                  <a:lnTo>
                    <a:pt x="1552640" y="2769043"/>
                  </a:lnTo>
                  <a:lnTo>
                    <a:pt x="1539255" y="2769043"/>
                  </a:lnTo>
                  <a:lnTo>
                    <a:pt x="1525870" y="2769043"/>
                  </a:lnTo>
                  <a:lnTo>
                    <a:pt x="1512486" y="2769043"/>
                  </a:lnTo>
                  <a:lnTo>
                    <a:pt x="1499101" y="2769043"/>
                  </a:lnTo>
                  <a:lnTo>
                    <a:pt x="1485716" y="2769043"/>
                  </a:lnTo>
                  <a:lnTo>
                    <a:pt x="1472331" y="2769043"/>
                  </a:lnTo>
                  <a:lnTo>
                    <a:pt x="1458946" y="2769043"/>
                  </a:lnTo>
                  <a:lnTo>
                    <a:pt x="1445561" y="2769043"/>
                  </a:lnTo>
                  <a:lnTo>
                    <a:pt x="1432177" y="2769043"/>
                  </a:lnTo>
                  <a:lnTo>
                    <a:pt x="1418792" y="2769043"/>
                  </a:lnTo>
                  <a:lnTo>
                    <a:pt x="1405407" y="2769043"/>
                  </a:lnTo>
                  <a:lnTo>
                    <a:pt x="1392022" y="2769043"/>
                  </a:lnTo>
                  <a:lnTo>
                    <a:pt x="1378637" y="2769043"/>
                  </a:lnTo>
                  <a:lnTo>
                    <a:pt x="1365252" y="2769043"/>
                  </a:lnTo>
                  <a:lnTo>
                    <a:pt x="1351868" y="2769043"/>
                  </a:lnTo>
                  <a:lnTo>
                    <a:pt x="1338483" y="2769043"/>
                  </a:lnTo>
                  <a:lnTo>
                    <a:pt x="1325098" y="2769043"/>
                  </a:lnTo>
                  <a:lnTo>
                    <a:pt x="1311713" y="2769043"/>
                  </a:lnTo>
                  <a:lnTo>
                    <a:pt x="1298328" y="2769043"/>
                  </a:lnTo>
                  <a:lnTo>
                    <a:pt x="1284943" y="2769043"/>
                  </a:lnTo>
                  <a:lnTo>
                    <a:pt x="1271559" y="2769043"/>
                  </a:lnTo>
                  <a:lnTo>
                    <a:pt x="1258174" y="2769043"/>
                  </a:lnTo>
                  <a:lnTo>
                    <a:pt x="1244789" y="2769043"/>
                  </a:lnTo>
                  <a:lnTo>
                    <a:pt x="1231404" y="2769043"/>
                  </a:lnTo>
                  <a:lnTo>
                    <a:pt x="1218019" y="2769043"/>
                  </a:lnTo>
                  <a:lnTo>
                    <a:pt x="1204634" y="2769043"/>
                  </a:lnTo>
                  <a:lnTo>
                    <a:pt x="1191250" y="2769043"/>
                  </a:lnTo>
                  <a:lnTo>
                    <a:pt x="1177865" y="2769043"/>
                  </a:lnTo>
                  <a:lnTo>
                    <a:pt x="1164480" y="2769043"/>
                  </a:lnTo>
                  <a:lnTo>
                    <a:pt x="1151095" y="2769043"/>
                  </a:lnTo>
                  <a:lnTo>
                    <a:pt x="1137710" y="2769043"/>
                  </a:lnTo>
                  <a:lnTo>
                    <a:pt x="1124325" y="2769043"/>
                  </a:lnTo>
                  <a:lnTo>
                    <a:pt x="1110941" y="2769043"/>
                  </a:lnTo>
                  <a:lnTo>
                    <a:pt x="1097556" y="2769043"/>
                  </a:lnTo>
                  <a:lnTo>
                    <a:pt x="1084171" y="2769043"/>
                  </a:lnTo>
                  <a:lnTo>
                    <a:pt x="1070786" y="2769043"/>
                  </a:lnTo>
                  <a:lnTo>
                    <a:pt x="1057401" y="2769043"/>
                  </a:lnTo>
                  <a:lnTo>
                    <a:pt x="1044016" y="2769043"/>
                  </a:lnTo>
                  <a:lnTo>
                    <a:pt x="1030632" y="2769043"/>
                  </a:lnTo>
                  <a:lnTo>
                    <a:pt x="1017247" y="2769043"/>
                  </a:lnTo>
                  <a:lnTo>
                    <a:pt x="1003862" y="2769043"/>
                  </a:lnTo>
                  <a:lnTo>
                    <a:pt x="990477" y="2769043"/>
                  </a:lnTo>
                  <a:lnTo>
                    <a:pt x="977092" y="2769043"/>
                  </a:lnTo>
                  <a:lnTo>
                    <a:pt x="963707" y="2769043"/>
                  </a:lnTo>
                  <a:lnTo>
                    <a:pt x="950323" y="2769043"/>
                  </a:lnTo>
                  <a:lnTo>
                    <a:pt x="936938" y="2769043"/>
                  </a:lnTo>
                  <a:lnTo>
                    <a:pt x="923553" y="2769043"/>
                  </a:lnTo>
                  <a:lnTo>
                    <a:pt x="910168" y="2769043"/>
                  </a:lnTo>
                  <a:lnTo>
                    <a:pt x="896783" y="2769043"/>
                  </a:lnTo>
                  <a:lnTo>
                    <a:pt x="883398" y="2769043"/>
                  </a:lnTo>
                  <a:lnTo>
                    <a:pt x="870014" y="2769043"/>
                  </a:lnTo>
                  <a:lnTo>
                    <a:pt x="856629" y="2769043"/>
                  </a:lnTo>
                  <a:lnTo>
                    <a:pt x="843244" y="2769043"/>
                  </a:lnTo>
                  <a:lnTo>
                    <a:pt x="829859" y="2769043"/>
                  </a:lnTo>
                  <a:lnTo>
                    <a:pt x="816474" y="2769043"/>
                  </a:lnTo>
                  <a:lnTo>
                    <a:pt x="803089" y="2769043"/>
                  </a:lnTo>
                  <a:lnTo>
                    <a:pt x="789705" y="2769043"/>
                  </a:lnTo>
                  <a:lnTo>
                    <a:pt x="776320" y="2769043"/>
                  </a:lnTo>
                  <a:lnTo>
                    <a:pt x="762935" y="2769043"/>
                  </a:lnTo>
                  <a:lnTo>
                    <a:pt x="749550" y="2769043"/>
                  </a:lnTo>
                  <a:lnTo>
                    <a:pt x="736165" y="2769043"/>
                  </a:lnTo>
                  <a:lnTo>
                    <a:pt x="722780" y="2769043"/>
                  </a:lnTo>
                  <a:lnTo>
                    <a:pt x="709396" y="2769043"/>
                  </a:lnTo>
                  <a:lnTo>
                    <a:pt x="696011" y="2769043"/>
                  </a:lnTo>
                  <a:lnTo>
                    <a:pt x="682626" y="2769043"/>
                  </a:lnTo>
                  <a:lnTo>
                    <a:pt x="669241" y="2769043"/>
                  </a:lnTo>
                  <a:lnTo>
                    <a:pt x="655856" y="2769043"/>
                  </a:lnTo>
                  <a:lnTo>
                    <a:pt x="642471" y="2769043"/>
                  </a:lnTo>
                  <a:lnTo>
                    <a:pt x="629087" y="2769043"/>
                  </a:lnTo>
                  <a:lnTo>
                    <a:pt x="615702" y="2769043"/>
                  </a:lnTo>
                  <a:lnTo>
                    <a:pt x="602317" y="2769043"/>
                  </a:lnTo>
                  <a:lnTo>
                    <a:pt x="588932" y="2769043"/>
                  </a:lnTo>
                  <a:lnTo>
                    <a:pt x="575547" y="2769043"/>
                  </a:lnTo>
                  <a:lnTo>
                    <a:pt x="562162" y="2769043"/>
                  </a:lnTo>
                  <a:lnTo>
                    <a:pt x="548778" y="2769043"/>
                  </a:lnTo>
                  <a:lnTo>
                    <a:pt x="535393" y="2769043"/>
                  </a:lnTo>
                  <a:lnTo>
                    <a:pt x="522008" y="2769043"/>
                  </a:lnTo>
                  <a:lnTo>
                    <a:pt x="508623" y="2769043"/>
                  </a:lnTo>
                  <a:lnTo>
                    <a:pt x="495238" y="2769043"/>
                  </a:lnTo>
                  <a:lnTo>
                    <a:pt x="481853" y="2769043"/>
                  </a:lnTo>
                  <a:lnTo>
                    <a:pt x="468469" y="2769043"/>
                  </a:lnTo>
                  <a:lnTo>
                    <a:pt x="455084" y="2769043"/>
                  </a:lnTo>
                  <a:lnTo>
                    <a:pt x="441699" y="2769043"/>
                  </a:lnTo>
                  <a:lnTo>
                    <a:pt x="428314" y="2769043"/>
                  </a:lnTo>
                  <a:lnTo>
                    <a:pt x="414929" y="2769043"/>
                  </a:lnTo>
                  <a:lnTo>
                    <a:pt x="401544" y="2769043"/>
                  </a:lnTo>
                  <a:lnTo>
                    <a:pt x="388160" y="2769043"/>
                  </a:lnTo>
                  <a:lnTo>
                    <a:pt x="374775" y="2769043"/>
                  </a:lnTo>
                  <a:lnTo>
                    <a:pt x="361390" y="2769043"/>
                  </a:lnTo>
                  <a:lnTo>
                    <a:pt x="348005" y="2769043"/>
                  </a:lnTo>
                  <a:lnTo>
                    <a:pt x="334620" y="2769043"/>
                  </a:lnTo>
                  <a:lnTo>
                    <a:pt x="321235" y="2769043"/>
                  </a:lnTo>
                  <a:lnTo>
                    <a:pt x="307851" y="2769043"/>
                  </a:lnTo>
                  <a:lnTo>
                    <a:pt x="294466" y="2769043"/>
                  </a:lnTo>
                  <a:lnTo>
                    <a:pt x="281081" y="2769043"/>
                  </a:lnTo>
                  <a:lnTo>
                    <a:pt x="267696" y="2769043"/>
                  </a:lnTo>
                  <a:lnTo>
                    <a:pt x="254311" y="2769043"/>
                  </a:lnTo>
                  <a:lnTo>
                    <a:pt x="240926" y="2769043"/>
                  </a:lnTo>
                  <a:lnTo>
                    <a:pt x="227542" y="2769043"/>
                  </a:lnTo>
                  <a:lnTo>
                    <a:pt x="214157" y="2769043"/>
                  </a:lnTo>
                  <a:lnTo>
                    <a:pt x="200772" y="2769043"/>
                  </a:lnTo>
                  <a:lnTo>
                    <a:pt x="187387" y="2769043"/>
                  </a:lnTo>
                  <a:lnTo>
                    <a:pt x="174002" y="2769043"/>
                  </a:lnTo>
                  <a:lnTo>
                    <a:pt x="160617" y="2769043"/>
                  </a:lnTo>
                  <a:lnTo>
                    <a:pt x="147233" y="2769043"/>
                  </a:lnTo>
                  <a:lnTo>
                    <a:pt x="133848" y="2769043"/>
                  </a:lnTo>
                  <a:lnTo>
                    <a:pt x="120463" y="2769043"/>
                  </a:lnTo>
                  <a:lnTo>
                    <a:pt x="107078" y="2769043"/>
                  </a:lnTo>
                  <a:lnTo>
                    <a:pt x="93693" y="2769043"/>
                  </a:lnTo>
                  <a:lnTo>
                    <a:pt x="80308" y="2769043"/>
                  </a:lnTo>
                  <a:lnTo>
                    <a:pt x="66924" y="2769043"/>
                  </a:lnTo>
                  <a:lnTo>
                    <a:pt x="53539" y="2769043"/>
                  </a:lnTo>
                  <a:lnTo>
                    <a:pt x="40154" y="2769043"/>
                  </a:lnTo>
                  <a:lnTo>
                    <a:pt x="26769" y="2769043"/>
                  </a:lnTo>
                  <a:lnTo>
                    <a:pt x="13384" y="2769043"/>
                  </a:lnTo>
                  <a:lnTo>
                    <a:pt x="0" y="2769043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9252" y="2778582"/>
              <a:ext cx="6839649" cy="2769043"/>
            </a:xfrm>
            <a:custGeom>
              <a:avLst/>
              <a:pathLst>
                <a:path w="6839649" h="2769043">
                  <a:moveTo>
                    <a:pt x="0" y="2670024"/>
                  </a:moveTo>
                  <a:lnTo>
                    <a:pt x="13384" y="2663950"/>
                  </a:lnTo>
                  <a:lnTo>
                    <a:pt x="26769" y="2657656"/>
                  </a:lnTo>
                  <a:lnTo>
                    <a:pt x="40154" y="2651092"/>
                  </a:lnTo>
                  <a:lnTo>
                    <a:pt x="53539" y="2644261"/>
                  </a:lnTo>
                  <a:lnTo>
                    <a:pt x="66924" y="2637214"/>
                  </a:lnTo>
                  <a:lnTo>
                    <a:pt x="80308" y="2629954"/>
                  </a:lnTo>
                  <a:lnTo>
                    <a:pt x="93693" y="2622464"/>
                  </a:lnTo>
                  <a:lnTo>
                    <a:pt x="107078" y="2614703"/>
                  </a:lnTo>
                  <a:lnTo>
                    <a:pt x="120463" y="2606748"/>
                  </a:lnTo>
                  <a:lnTo>
                    <a:pt x="133848" y="2598605"/>
                  </a:lnTo>
                  <a:lnTo>
                    <a:pt x="147233" y="2590282"/>
                  </a:lnTo>
                  <a:lnTo>
                    <a:pt x="160617" y="2581723"/>
                  </a:lnTo>
                  <a:lnTo>
                    <a:pt x="174002" y="2573006"/>
                  </a:lnTo>
                  <a:lnTo>
                    <a:pt x="187387" y="2564148"/>
                  </a:lnTo>
                  <a:lnTo>
                    <a:pt x="200772" y="2555158"/>
                  </a:lnTo>
                  <a:lnTo>
                    <a:pt x="214157" y="2546021"/>
                  </a:lnTo>
                  <a:lnTo>
                    <a:pt x="227542" y="2536773"/>
                  </a:lnTo>
                  <a:lnTo>
                    <a:pt x="240926" y="2527445"/>
                  </a:lnTo>
                  <a:lnTo>
                    <a:pt x="254311" y="2518051"/>
                  </a:lnTo>
                  <a:lnTo>
                    <a:pt x="267696" y="2508598"/>
                  </a:lnTo>
                  <a:lnTo>
                    <a:pt x="281081" y="2499110"/>
                  </a:lnTo>
                  <a:lnTo>
                    <a:pt x="294466" y="2489615"/>
                  </a:lnTo>
                  <a:lnTo>
                    <a:pt x="307851" y="2480125"/>
                  </a:lnTo>
                  <a:lnTo>
                    <a:pt x="321235" y="2470655"/>
                  </a:lnTo>
                  <a:lnTo>
                    <a:pt x="334620" y="2461245"/>
                  </a:lnTo>
                  <a:lnTo>
                    <a:pt x="348005" y="2451897"/>
                  </a:lnTo>
                  <a:lnTo>
                    <a:pt x="361390" y="2442623"/>
                  </a:lnTo>
                  <a:lnTo>
                    <a:pt x="374775" y="2433434"/>
                  </a:lnTo>
                  <a:lnTo>
                    <a:pt x="388160" y="2424380"/>
                  </a:lnTo>
                  <a:lnTo>
                    <a:pt x="401544" y="2415452"/>
                  </a:lnTo>
                  <a:lnTo>
                    <a:pt x="414929" y="2406649"/>
                  </a:lnTo>
                  <a:lnTo>
                    <a:pt x="428314" y="2397975"/>
                  </a:lnTo>
                  <a:lnTo>
                    <a:pt x="441699" y="2389467"/>
                  </a:lnTo>
                  <a:lnTo>
                    <a:pt x="455084" y="2381132"/>
                  </a:lnTo>
                  <a:lnTo>
                    <a:pt x="468469" y="2372941"/>
                  </a:lnTo>
                  <a:lnTo>
                    <a:pt x="481853" y="2364891"/>
                  </a:lnTo>
                  <a:lnTo>
                    <a:pt x="495238" y="2356993"/>
                  </a:lnTo>
                  <a:lnTo>
                    <a:pt x="508623" y="2349275"/>
                  </a:lnTo>
                  <a:lnTo>
                    <a:pt x="522008" y="2341679"/>
                  </a:lnTo>
                  <a:lnTo>
                    <a:pt x="535393" y="2334196"/>
                  </a:lnTo>
                  <a:lnTo>
                    <a:pt x="548778" y="2326818"/>
                  </a:lnTo>
                  <a:lnTo>
                    <a:pt x="562162" y="2319560"/>
                  </a:lnTo>
                  <a:lnTo>
                    <a:pt x="575547" y="2312365"/>
                  </a:lnTo>
                  <a:lnTo>
                    <a:pt x="588932" y="2305215"/>
                  </a:lnTo>
                  <a:lnTo>
                    <a:pt x="602317" y="2298094"/>
                  </a:lnTo>
                  <a:lnTo>
                    <a:pt x="615702" y="2290975"/>
                  </a:lnTo>
                  <a:lnTo>
                    <a:pt x="629087" y="2283821"/>
                  </a:lnTo>
                  <a:lnTo>
                    <a:pt x="642471" y="2276608"/>
                  </a:lnTo>
                  <a:lnTo>
                    <a:pt x="655856" y="2269315"/>
                  </a:lnTo>
                  <a:lnTo>
                    <a:pt x="669241" y="2261901"/>
                  </a:lnTo>
                  <a:lnTo>
                    <a:pt x="682626" y="2254297"/>
                  </a:lnTo>
                  <a:lnTo>
                    <a:pt x="696011" y="2246511"/>
                  </a:lnTo>
                  <a:lnTo>
                    <a:pt x="709396" y="2238520"/>
                  </a:lnTo>
                  <a:lnTo>
                    <a:pt x="722780" y="2230295"/>
                  </a:lnTo>
                  <a:lnTo>
                    <a:pt x="736165" y="2221688"/>
                  </a:lnTo>
                  <a:lnTo>
                    <a:pt x="749550" y="2212771"/>
                  </a:lnTo>
                  <a:lnTo>
                    <a:pt x="762935" y="2203522"/>
                  </a:lnTo>
                  <a:lnTo>
                    <a:pt x="776320" y="2193920"/>
                  </a:lnTo>
                  <a:lnTo>
                    <a:pt x="789705" y="2183806"/>
                  </a:lnTo>
                  <a:lnTo>
                    <a:pt x="803089" y="2173226"/>
                  </a:lnTo>
                  <a:lnTo>
                    <a:pt x="816474" y="2162206"/>
                  </a:lnTo>
                  <a:lnTo>
                    <a:pt x="829859" y="2150727"/>
                  </a:lnTo>
                  <a:lnTo>
                    <a:pt x="843244" y="2138672"/>
                  </a:lnTo>
                  <a:lnTo>
                    <a:pt x="856629" y="2125996"/>
                  </a:lnTo>
                  <a:lnTo>
                    <a:pt x="870014" y="2112801"/>
                  </a:lnTo>
                  <a:lnTo>
                    <a:pt x="883398" y="2099078"/>
                  </a:lnTo>
                  <a:lnTo>
                    <a:pt x="896783" y="2084774"/>
                  </a:lnTo>
                  <a:lnTo>
                    <a:pt x="910168" y="2069722"/>
                  </a:lnTo>
                  <a:lnTo>
                    <a:pt x="923553" y="2054115"/>
                  </a:lnTo>
                  <a:lnTo>
                    <a:pt x="936938" y="2037952"/>
                  </a:lnTo>
                  <a:lnTo>
                    <a:pt x="950323" y="2021231"/>
                  </a:lnTo>
                  <a:lnTo>
                    <a:pt x="963707" y="2003741"/>
                  </a:lnTo>
                  <a:lnTo>
                    <a:pt x="977092" y="1985677"/>
                  </a:lnTo>
                  <a:lnTo>
                    <a:pt x="990477" y="1967075"/>
                  </a:lnTo>
                  <a:lnTo>
                    <a:pt x="1003862" y="1947942"/>
                  </a:lnTo>
                  <a:lnTo>
                    <a:pt x="1017247" y="1928155"/>
                  </a:lnTo>
                  <a:lnTo>
                    <a:pt x="1030632" y="1907784"/>
                  </a:lnTo>
                  <a:lnTo>
                    <a:pt x="1044016" y="1886934"/>
                  </a:lnTo>
                  <a:lnTo>
                    <a:pt x="1057401" y="1865619"/>
                  </a:lnTo>
                  <a:lnTo>
                    <a:pt x="1070786" y="1843797"/>
                  </a:lnTo>
                  <a:lnTo>
                    <a:pt x="1084171" y="1821435"/>
                  </a:lnTo>
                  <a:lnTo>
                    <a:pt x="1097556" y="1798684"/>
                  </a:lnTo>
                  <a:lnTo>
                    <a:pt x="1110941" y="1775563"/>
                  </a:lnTo>
                  <a:lnTo>
                    <a:pt x="1124325" y="1752087"/>
                  </a:lnTo>
                  <a:lnTo>
                    <a:pt x="1137710" y="1728161"/>
                  </a:lnTo>
                  <a:lnTo>
                    <a:pt x="1151095" y="1703953"/>
                  </a:lnTo>
                  <a:lnTo>
                    <a:pt x="1164480" y="1679483"/>
                  </a:lnTo>
                  <a:lnTo>
                    <a:pt x="1177865" y="1654769"/>
                  </a:lnTo>
                  <a:lnTo>
                    <a:pt x="1191250" y="1629773"/>
                  </a:lnTo>
                  <a:lnTo>
                    <a:pt x="1204634" y="1604575"/>
                  </a:lnTo>
                  <a:lnTo>
                    <a:pt x="1218019" y="1579215"/>
                  </a:lnTo>
                  <a:lnTo>
                    <a:pt x="1231404" y="1553711"/>
                  </a:lnTo>
                  <a:lnTo>
                    <a:pt x="1244789" y="1528058"/>
                  </a:lnTo>
                  <a:lnTo>
                    <a:pt x="1258174" y="1502280"/>
                  </a:lnTo>
                  <a:lnTo>
                    <a:pt x="1271559" y="1476420"/>
                  </a:lnTo>
                  <a:lnTo>
                    <a:pt x="1284943" y="1450488"/>
                  </a:lnTo>
                  <a:lnTo>
                    <a:pt x="1298328" y="1424490"/>
                  </a:lnTo>
                  <a:lnTo>
                    <a:pt x="1311713" y="1398427"/>
                  </a:lnTo>
                  <a:lnTo>
                    <a:pt x="1325098" y="1372326"/>
                  </a:lnTo>
                  <a:lnTo>
                    <a:pt x="1338483" y="1346191"/>
                  </a:lnTo>
                  <a:lnTo>
                    <a:pt x="1351868" y="1320025"/>
                  </a:lnTo>
                  <a:lnTo>
                    <a:pt x="1365252" y="1293821"/>
                  </a:lnTo>
                  <a:lnTo>
                    <a:pt x="1378637" y="1267589"/>
                  </a:lnTo>
                  <a:lnTo>
                    <a:pt x="1392022" y="1241327"/>
                  </a:lnTo>
                  <a:lnTo>
                    <a:pt x="1405407" y="1215034"/>
                  </a:lnTo>
                  <a:lnTo>
                    <a:pt x="1418792" y="1188698"/>
                  </a:lnTo>
                  <a:lnTo>
                    <a:pt x="1432177" y="1162315"/>
                  </a:lnTo>
                  <a:lnTo>
                    <a:pt x="1445561" y="1135887"/>
                  </a:lnTo>
                  <a:lnTo>
                    <a:pt x="1458946" y="1109410"/>
                  </a:lnTo>
                  <a:lnTo>
                    <a:pt x="1472331" y="1082874"/>
                  </a:lnTo>
                  <a:lnTo>
                    <a:pt x="1485716" y="1056262"/>
                  </a:lnTo>
                  <a:lnTo>
                    <a:pt x="1499101" y="1029590"/>
                  </a:lnTo>
                  <a:lnTo>
                    <a:pt x="1512486" y="1002857"/>
                  </a:lnTo>
                  <a:lnTo>
                    <a:pt x="1525870" y="976063"/>
                  </a:lnTo>
                  <a:lnTo>
                    <a:pt x="1539255" y="949186"/>
                  </a:lnTo>
                  <a:lnTo>
                    <a:pt x="1552640" y="922258"/>
                  </a:lnTo>
                  <a:lnTo>
                    <a:pt x="1566025" y="895288"/>
                  </a:lnTo>
                  <a:lnTo>
                    <a:pt x="1579410" y="868283"/>
                  </a:lnTo>
                  <a:lnTo>
                    <a:pt x="1592795" y="841252"/>
                  </a:lnTo>
                  <a:lnTo>
                    <a:pt x="1606179" y="814229"/>
                  </a:lnTo>
                  <a:lnTo>
                    <a:pt x="1619564" y="787231"/>
                  </a:lnTo>
                  <a:lnTo>
                    <a:pt x="1632949" y="760280"/>
                  </a:lnTo>
                  <a:lnTo>
                    <a:pt x="1646334" y="733417"/>
                  </a:lnTo>
                  <a:lnTo>
                    <a:pt x="1659719" y="706700"/>
                  </a:lnTo>
                  <a:lnTo>
                    <a:pt x="1673104" y="680142"/>
                  </a:lnTo>
                  <a:lnTo>
                    <a:pt x="1686488" y="653772"/>
                  </a:lnTo>
                  <a:lnTo>
                    <a:pt x="1699873" y="627640"/>
                  </a:lnTo>
                  <a:lnTo>
                    <a:pt x="1713258" y="601900"/>
                  </a:lnTo>
                  <a:lnTo>
                    <a:pt x="1726643" y="576506"/>
                  </a:lnTo>
                  <a:lnTo>
                    <a:pt x="1740028" y="551496"/>
                  </a:lnTo>
                  <a:lnTo>
                    <a:pt x="1753413" y="526911"/>
                  </a:lnTo>
                  <a:lnTo>
                    <a:pt x="1766797" y="502999"/>
                  </a:lnTo>
                  <a:lnTo>
                    <a:pt x="1780182" y="479688"/>
                  </a:lnTo>
                  <a:lnTo>
                    <a:pt x="1793567" y="456985"/>
                  </a:lnTo>
                  <a:lnTo>
                    <a:pt x="1806952" y="434932"/>
                  </a:lnTo>
                  <a:lnTo>
                    <a:pt x="1820337" y="413762"/>
                  </a:lnTo>
                  <a:lnTo>
                    <a:pt x="1833722" y="393515"/>
                  </a:lnTo>
                  <a:lnTo>
                    <a:pt x="1847106" y="374092"/>
                  </a:lnTo>
                  <a:lnTo>
                    <a:pt x="1860491" y="355527"/>
                  </a:lnTo>
                  <a:lnTo>
                    <a:pt x="1873876" y="337971"/>
                  </a:lnTo>
                  <a:lnTo>
                    <a:pt x="1887261" y="321664"/>
                  </a:lnTo>
                  <a:lnTo>
                    <a:pt x="1900646" y="306345"/>
                  </a:lnTo>
                  <a:lnTo>
                    <a:pt x="1914031" y="292034"/>
                  </a:lnTo>
                  <a:lnTo>
                    <a:pt x="1927415" y="278749"/>
                  </a:lnTo>
                  <a:lnTo>
                    <a:pt x="1940800" y="266970"/>
                  </a:lnTo>
                  <a:lnTo>
                    <a:pt x="1954185" y="256257"/>
                  </a:lnTo>
                  <a:lnTo>
                    <a:pt x="1967570" y="246605"/>
                  </a:lnTo>
                  <a:lnTo>
                    <a:pt x="1980955" y="238015"/>
                  </a:lnTo>
                  <a:lnTo>
                    <a:pt x="1994340" y="230797"/>
                  </a:lnTo>
                  <a:lnTo>
                    <a:pt x="2007724" y="224737"/>
                  </a:lnTo>
                  <a:lnTo>
                    <a:pt x="2021109" y="219677"/>
                  </a:lnTo>
                  <a:lnTo>
                    <a:pt x="2034494" y="215592"/>
                  </a:lnTo>
                  <a:lnTo>
                    <a:pt x="2047879" y="212616"/>
                  </a:lnTo>
                  <a:lnTo>
                    <a:pt x="2061264" y="210742"/>
                  </a:lnTo>
                  <a:lnTo>
                    <a:pt x="2074649" y="209687"/>
                  </a:lnTo>
                  <a:lnTo>
                    <a:pt x="2088033" y="209406"/>
                  </a:lnTo>
                  <a:lnTo>
                    <a:pt x="2101418" y="209888"/>
                  </a:lnTo>
                  <a:lnTo>
                    <a:pt x="2114803" y="211243"/>
                  </a:lnTo>
                  <a:lnTo>
                    <a:pt x="2128188" y="213138"/>
                  </a:lnTo>
                  <a:lnTo>
                    <a:pt x="2141573" y="215513"/>
                  </a:lnTo>
                  <a:lnTo>
                    <a:pt x="2154958" y="218310"/>
                  </a:lnTo>
                  <a:lnTo>
                    <a:pt x="2168342" y="221543"/>
                  </a:lnTo>
                  <a:lnTo>
                    <a:pt x="2181727" y="224999"/>
                  </a:lnTo>
                  <a:lnTo>
                    <a:pt x="2195112" y="228590"/>
                  </a:lnTo>
                  <a:lnTo>
                    <a:pt x="2208497" y="232254"/>
                  </a:lnTo>
                  <a:lnTo>
                    <a:pt x="2221882" y="235895"/>
                  </a:lnTo>
                  <a:lnTo>
                    <a:pt x="2235267" y="239384"/>
                  </a:lnTo>
                  <a:lnTo>
                    <a:pt x="2248651" y="242664"/>
                  </a:lnTo>
                  <a:lnTo>
                    <a:pt x="2262036" y="245679"/>
                  </a:lnTo>
                  <a:lnTo>
                    <a:pt x="2275421" y="248323"/>
                  </a:lnTo>
                  <a:lnTo>
                    <a:pt x="2288806" y="250406"/>
                  </a:lnTo>
                  <a:lnTo>
                    <a:pt x="2302191" y="251990"/>
                  </a:lnTo>
                  <a:lnTo>
                    <a:pt x="2315576" y="253035"/>
                  </a:lnTo>
                  <a:lnTo>
                    <a:pt x="2328960" y="253499"/>
                  </a:lnTo>
                  <a:lnTo>
                    <a:pt x="2342345" y="253050"/>
                  </a:lnTo>
                  <a:lnTo>
                    <a:pt x="2355730" y="251906"/>
                  </a:lnTo>
                  <a:lnTo>
                    <a:pt x="2369115" y="250053"/>
                  </a:lnTo>
                  <a:lnTo>
                    <a:pt x="2382500" y="247476"/>
                  </a:lnTo>
                  <a:lnTo>
                    <a:pt x="2395885" y="243934"/>
                  </a:lnTo>
                  <a:lnTo>
                    <a:pt x="2409269" y="239540"/>
                  </a:lnTo>
                  <a:lnTo>
                    <a:pt x="2422654" y="234405"/>
                  </a:lnTo>
                  <a:lnTo>
                    <a:pt x="2436039" y="228536"/>
                  </a:lnTo>
                  <a:lnTo>
                    <a:pt x="2449424" y="221827"/>
                  </a:lnTo>
                  <a:lnTo>
                    <a:pt x="2462809" y="214261"/>
                  </a:lnTo>
                  <a:lnTo>
                    <a:pt x="2476194" y="206059"/>
                  </a:lnTo>
                  <a:lnTo>
                    <a:pt x="2489578" y="197255"/>
                  </a:lnTo>
                  <a:lnTo>
                    <a:pt x="2502963" y="187860"/>
                  </a:lnTo>
                  <a:lnTo>
                    <a:pt x="2516348" y="177789"/>
                  </a:lnTo>
                  <a:lnTo>
                    <a:pt x="2529733" y="167313"/>
                  </a:lnTo>
                  <a:lnTo>
                    <a:pt x="2543118" y="156486"/>
                  </a:lnTo>
                  <a:lnTo>
                    <a:pt x="2556503" y="145363"/>
                  </a:lnTo>
                  <a:lnTo>
                    <a:pt x="2569887" y="133968"/>
                  </a:lnTo>
                  <a:lnTo>
                    <a:pt x="2583272" y="122476"/>
                  </a:lnTo>
                  <a:lnTo>
                    <a:pt x="2596657" y="110968"/>
                  </a:lnTo>
                  <a:lnTo>
                    <a:pt x="2610042" y="99509"/>
                  </a:lnTo>
                  <a:lnTo>
                    <a:pt x="2623427" y="88226"/>
                  </a:lnTo>
                  <a:lnTo>
                    <a:pt x="2636812" y="77259"/>
                  </a:lnTo>
                  <a:lnTo>
                    <a:pt x="2650196" y="66644"/>
                  </a:lnTo>
                  <a:lnTo>
                    <a:pt x="2663581" y="56448"/>
                  </a:lnTo>
                  <a:lnTo>
                    <a:pt x="2676966" y="46800"/>
                  </a:lnTo>
                  <a:lnTo>
                    <a:pt x="2690351" y="37961"/>
                  </a:lnTo>
                  <a:lnTo>
                    <a:pt x="2703736" y="29823"/>
                  </a:lnTo>
                  <a:lnTo>
                    <a:pt x="2717121" y="22442"/>
                  </a:lnTo>
                  <a:lnTo>
                    <a:pt x="2730505" y="15874"/>
                  </a:lnTo>
                  <a:lnTo>
                    <a:pt x="2743890" y="10583"/>
                  </a:lnTo>
                  <a:lnTo>
                    <a:pt x="2757275" y="6289"/>
                  </a:lnTo>
                  <a:lnTo>
                    <a:pt x="2770660" y="3014"/>
                  </a:lnTo>
                  <a:lnTo>
                    <a:pt x="2784045" y="794"/>
                  </a:lnTo>
                  <a:lnTo>
                    <a:pt x="2797430" y="0"/>
                  </a:lnTo>
                  <a:lnTo>
                    <a:pt x="2810814" y="517"/>
                  </a:lnTo>
                  <a:lnTo>
                    <a:pt x="2824199" y="2203"/>
                  </a:lnTo>
                  <a:lnTo>
                    <a:pt x="2837584" y="5070"/>
                  </a:lnTo>
                  <a:lnTo>
                    <a:pt x="2850969" y="9329"/>
                  </a:lnTo>
                  <a:lnTo>
                    <a:pt x="2864354" y="15109"/>
                  </a:lnTo>
                  <a:lnTo>
                    <a:pt x="2877739" y="22077"/>
                  </a:lnTo>
                  <a:lnTo>
                    <a:pt x="2891123" y="30225"/>
                  </a:lnTo>
                  <a:lnTo>
                    <a:pt x="2904508" y="39585"/>
                  </a:lnTo>
                  <a:lnTo>
                    <a:pt x="2917893" y="50525"/>
                  </a:lnTo>
                  <a:lnTo>
                    <a:pt x="2931278" y="62552"/>
                  </a:lnTo>
                  <a:lnTo>
                    <a:pt x="2944663" y="75635"/>
                  </a:lnTo>
                  <a:lnTo>
                    <a:pt x="2958048" y="89742"/>
                  </a:lnTo>
                  <a:lnTo>
                    <a:pt x="2971432" y="105153"/>
                  </a:lnTo>
                  <a:lnTo>
                    <a:pt x="2984817" y="121530"/>
                  </a:lnTo>
                  <a:lnTo>
                    <a:pt x="2998202" y="138747"/>
                  </a:lnTo>
                  <a:lnTo>
                    <a:pt x="3011587" y="156756"/>
                  </a:lnTo>
                  <a:lnTo>
                    <a:pt x="3024972" y="175653"/>
                  </a:lnTo>
                  <a:lnTo>
                    <a:pt x="3038357" y="195319"/>
                  </a:lnTo>
                  <a:lnTo>
                    <a:pt x="3051741" y="215548"/>
                  </a:lnTo>
                  <a:lnTo>
                    <a:pt x="3065126" y="236287"/>
                  </a:lnTo>
                  <a:lnTo>
                    <a:pt x="3078511" y="257517"/>
                  </a:lnTo>
                  <a:lnTo>
                    <a:pt x="3091896" y="279219"/>
                  </a:lnTo>
                  <a:lnTo>
                    <a:pt x="3105281" y="301189"/>
                  </a:lnTo>
                  <a:lnTo>
                    <a:pt x="3118666" y="323375"/>
                  </a:lnTo>
                  <a:lnTo>
                    <a:pt x="3132050" y="345726"/>
                  </a:lnTo>
                  <a:lnTo>
                    <a:pt x="3145435" y="368190"/>
                  </a:lnTo>
                  <a:lnTo>
                    <a:pt x="3158820" y="390649"/>
                  </a:lnTo>
                  <a:lnTo>
                    <a:pt x="3172205" y="413059"/>
                  </a:lnTo>
                  <a:lnTo>
                    <a:pt x="3185590" y="435377"/>
                  </a:lnTo>
                  <a:lnTo>
                    <a:pt x="3198975" y="457497"/>
                  </a:lnTo>
                  <a:lnTo>
                    <a:pt x="3212359" y="479367"/>
                  </a:lnTo>
                  <a:lnTo>
                    <a:pt x="3225744" y="500979"/>
                  </a:lnTo>
                  <a:lnTo>
                    <a:pt x="3239129" y="522304"/>
                  </a:lnTo>
                  <a:lnTo>
                    <a:pt x="3252514" y="543254"/>
                  </a:lnTo>
                  <a:lnTo>
                    <a:pt x="3265899" y="563742"/>
                  </a:lnTo>
                  <a:lnTo>
                    <a:pt x="3279284" y="583842"/>
                  </a:lnTo>
                  <a:lnTo>
                    <a:pt x="3292668" y="603540"/>
                  </a:lnTo>
                  <a:lnTo>
                    <a:pt x="3306053" y="622809"/>
                  </a:lnTo>
                  <a:lnTo>
                    <a:pt x="3319438" y="641478"/>
                  </a:lnTo>
                  <a:lnTo>
                    <a:pt x="3332823" y="659715"/>
                  </a:lnTo>
                  <a:lnTo>
                    <a:pt x="3346208" y="677523"/>
                  </a:lnTo>
                  <a:lnTo>
                    <a:pt x="3359593" y="694904"/>
                  </a:lnTo>
                  <a:lnTo>
                    <a:pt x="3372977" y="711726"/>
                  </a:lnTo>
                  <a:lnTo>
                    <a:pt x="3386362" y="728117"/>
                  </a:lnTo>
                  <a:lnTo>
                    <a:pt x="3399747" y="744129"/>
                  </a:lnTo>
                  <a:lnTo>
                    <a:pt x="3413132" y="759778"/>
                  </a:lnTo>
                  <a:lnTo>
                    <a:pt x="3426517" y="775017"/>
                  </a:lnTo>
                  <a:lnTo>
                    <a:pt x="3439902" y="789891"/>
                  </a:lnTo>
                  <a:lnTo>
                    <a:pt x="3453286" y="804497"/>
                  </a:lnTo>
                  <a:lnTo>
                    <a:pt x="3466671" y="818860"/>
                  </a:lnTo>
                  <a:lnTo>
                    <a:pt x="3480056" y="832988"/>
                  </a:lnTo>
                  <a:lnTo>
                    <a:pt x="3493441" y="846890"/>
                  </a:lnTo>
                  <a:lnTo>
                    <a:pt x="3506826" y="860666"/>
                  </a:lnTo>
                  <a:lnTo>
                    <a:pt x="3520211" y="874342"/>
                  </a:lnTo>
                  <a:lnTo>
                    <a:pt x="3533595" y="887945"/>
                  </a:lnTo>
                  <a:lnTo>
                    <a:pt x="3546980" y="901506"/>
                  </a:lnTo>
                  <a:lnTo>
                    <a:pt x="3560365" y="915080"/>
                  </a:lnTo>
                  <a:lnTo>
                    <a:pt x="3573750" y="928690"/>
                  </a:lnTo>
                  <a:lnTo>
                    <a:pt x="3587135" y="942358"/>
                  </a:lnTo>
                  <a:lnTo>
                    <a:pt x="3600520" y="956138"/>
                  </a:lnTo>
                  <a:lnTo>
                    <a:pt x="3613904" y="970055"/>
                  </a:lnTo>
                  <a:lnTo>
                    <a:pt x="3627289" y="984109"/>
                  </a:lnTo>
                  <a:lnTo>
                    <a:pt x="3640674" y="998311"/>
                  </a:lnTo>
                  <a:lnTo>
                    <a:pt x="3654059" y="1012702"/>
                  </a:lnTo>
                  <a:lnTo>
                    <a:pt x="3667444" y="1027319"/>
                  </a:lnTo>
                  <a:lnTo>
                    <a:pt x="3680829" y="1042119"/>
                  </a:lnTo>
                  <a:lnTo>
                    <a:pt x="3694213" y="1057105"/>
                  </a:lnTo>
                  <a:lnTo>
                    <a:pt x="3707598" y="1072281"/>
                  </a:lnTo>
                  <a:lnTo>
                    <a:pt x="3720983" y="1087715"/>
                  </a:lnTo>
                  <a:lnTo>
                    <a:pt x="3734368" y="1103322"/>
                  </a:lnTo>
                  <a:lnTo>
                    <a:pt x="3747753" y="1119095"/>
                  </a:lnTo>
                  <a:lnTo>
                    <a:pt x="3761138" y="1135025"/>
                  </a:lnTo>
                  <a:lnTo>
                    <a:pt x="3774522" y="1151145"/>
                  </a:lnTo>
                  <a:lnTo>
                    <a:pt x="3787907" y="1167398"/>
                  </a:lnTo>
                  <a:lnTo>
                    <a:pt x="3801292" y="1183757"/>
                  </a:lnTo>
                  <a:lnTo>
                    <a:pt x="3814677" y="1200207"/>
                  </a:lnTo>
                  <a:lnTo>
                    <a:pt x="3828062" y="1216745"/>
                  </a:lnTo>
                  <a:lnTo>
                    <a:pt x="3841447" y="1233342"/>
                  </a:lnTo>
                  <a:lnTo>
                    <a:pt x="3854831" y="1249966"/>
                  </a:lnTo>
                  <a:lnTo>
                    <a:pt x="3868216" y="1266604"/>
                  </a:lnTo>
                  <a:lnTo>
                    <a:pt x="3881601" y="1283239"/>
                  </a:lnTo>
                  <a:lnTo>
                    <a:pt x="3894986" y="1299842"/>
                  </a:lnTo>
                  <a:lnTo>
                    <a:pt x="3908371" y="1316403"/>
                  </a:lnTo>
                  <a:lnTo>
                    <a:pt x="3921756" y="1332912"/>
                  </a:lnTo>
                  <a:lnTo>
                    <a:pt x="3935140" y="1349360"/>
                  </a:lnTo>
                  <a:lnTo>
                    <a:pt x="3948525" y="1365706"/>
                  </a:lnTo>
                  <a:lnTo>
                    <a:pt x="3961910" y="1381966"/>
                  </a:lnTo>
                  <a:lnTo>
                    <a:pt x="3975295" y="1398141"/>
                  </a:lnTo>
                  <a:lnTo>
                    <a:pt x="3988680" y="1414229"/>
                  </a:lnTo>
                  <a:lnTo>
                    <a:pt x="4002065" y="1430206"/>
                  </a:lnTo>
                  <a:lnTo>
                    <a:pt x="4015449" y="1446085"/>
                  </a:lnTo>
                  <a:lnTo>
                    <a:pt x="4028834" y="1461885"/>
                  </a:lnTo>
                  <a:lnTo>
                    <a:pt x="4042219" y="1477611"/>
                  </a:lnTo>
                  <a:lnTo>
                    <a:pt x="4055604" y="1493262"/>
                  </a:lnTo>
                  <a:lnTo>
                    <a:pt x="4068989" y="1508846"/>
                  </a:lnTo>
                  <a:lnTo>
                    <a:pt x="4082374" y="1524393"/>
                  </a:lnTo>
                  <a:lnTo>
                    <a:pt x="4095758" y="1539912"/>
                  </a:lnTo>
                  <a:lnTo>
                    <a:pt x="4109143" y="1555413"/>
                  </a:lnTo>
                  <a:lnTo>
                    <a:pt x="4122528" y="1570918"/>
                  </a:lnTo>
                  <a:lnTo>
                    <a:pt x="4135913" y="1586445"/>
                  </a:lnTo>
                  <a:lnTo>
                    <a:pt x="4149298" y="1602005"/>
                  </a:lnTo>
                  <a:lnTo>
                    <a:pt x="4162683" y="1617608"/>
                  </a:lnTo>
                  <a:lnTo>
                    <a:pt x="4176067" y="1633293"/>
                  </a:lnTo>
                  <a:lnTo>
                    <a:pt x="4189452" y="1649062"/>
                  </a:lnTo>
                  <a:lnTo>
                    <a:pt x="4202837" y="1664919"/>
                  </a:lnTo>
                  <a:lnTo>
                    <a:pt x="4216222" y="1680869"/>
                  </a:lnTo>
                  <a:lnTo>
                    <a:pt x="4229607" y="1696943"/>
                  </a:lnTo>
                  <a:lnTo>
                    <a:pt x="4242992" y="1713153"/>
                  </a:lnTo>
                  <a:lnTo>
                    <a:pt x="4256376" y="1729476"/>
                  </a:lnTo>
                  <a:lnTo>
                    <a:pt x="4269761" y="1745913"/>
                  </a:lnTo>
                  <a:lnTo>
                    <a:pt x="4283146" y="1762472"/>
                  </a:lnTo>
                  <a:lnTo>
                    <a:pt x="4296531" y="1779180"/>
                  </a:lnTo>
                  <a:lnTo>
                    <a:pt x="4309916" y="1795987"/>
                  </a:lnTo>
                  <a:lnTo>
                    <a:pt x="4323301" y="1812886"/>
                  </a:lnTo>
                  <a:lnTo>
                    <a:pt x="4336685" y="1829870"/>
                  </a:lnTo>
                  <a:lnTo>
                    <a:pt x="4350070" y="1846948"/>
                  </a:lnTo>
                  <a:lnTo>
                    <a:pt x="4363455" y="1864074"/>
                  </a:lnTo>
                  <a:lnTo>
                    <a:pt x="4376840" y="1881230"/>
                  </a:lnTo>
                  <a:lnTo>
                    <a:pt x="4390225" y="1898402"/>
                  </a:lnTo>
                  <a:lnTo>
                    <a:pt x="4403610" y="1915564"/>
                  </a:lnTo>
                  <a:lnTo>
                    <a:pt x="4416994" y="1932680"/>
                  </a:lnTo>
                  <a:lnTo>
                    <a:pt x="4430379" y="1949734"/>
                  </a:lnTo>
                  <a:lnTo>
                    <a:pt x="4443764" y="1966708"/>
                  </a:lnTo>
                  <a:lnTo>
                    <a:pt x="4457149" y="1983563"/>
                  </a:lnTo>
                  <a:lnTo>
                    <a:pt x="4470534" y="2000239"/>
                  </a:lnTo>
                  <a:lnTo>
                    <a:pt x="4483919" y="2016748"/>
                  </a:lnTo>
                  <a:lnTo>
                    <a:pt x="4497303" y="2033073"/>
                  </a:lnTo>
                  <a:lnTo>
                    <a:pt x="4510688" y="2049193"/>
                  </a:lnTo>
                  <a:lnTo>
                    <a:pt x="4524073" y="2064980"/>
                  </a:lnTo>
                  <a:lnTo>
                    <a:pt x="4537458" y="2080506"/>
                  </a:lnTo>
                  <a:lnTo>
                    <a:pt x="4550843" y="2095759"/>
                  </a:lnTo>
                  <a:lnTo>
                    <a:pt x="4564228" y="2110723"/>
                  </a:lnTo>
                  <a:lnTo>
                    <a:pt x="4577612" y="2125282"/>
                  </a:lnTo>
                  <a:lnTo>
                    <a:pt x="4590997" y="2139480"/>
                  </a:lnTo>
                  <a:lnTo>
                    <a:pt x="4604382" y="2153346"/>
                  </a:lnTo>
                  <a:lnTo>
                    <a:pt x="4617767" y="2166873"/>
                  </a:lnTo>
                  <a:lnTo>
                    <a:pt x="4631152" y="2179988"/>
                  </a:lnTo>
                  <a:lnTo>
                    <a:pt x="4644537" y="2192671"/>
                  </a:lnTo>
                  <a:lnTo>
                    <a:pt x="4657921" y="2205006"/>
                  </a:lnTo>
                  <a:lnTo>
                    <a:pt x="4671306" y="2216996"/>
                  </a:lnTo>
                  <a:lnTo>
                    <a:pt x="4684691" y="2228620"/>
                  </a:lnTo>
                  <a:lnTo>
                    <a:pt x="4698076" y="2239790"/>
                  </a:lnTo>
                  <a:lnTo>
                    <a:pt x="4711461" y="2250640"/>
                  </a:lnTo>
                  <a:lnTo>
                    <a:pt x="4724846" y="2261180"/>
                  </a:lnTo>
                  <a:lnTo>
                    <a:pt x="4738230" y="2271420"/>
                  </a:lnTo>
                  <a:lnTo>
                    <a:pt x="4751615" y="2281271"/>
                  </a:lnTo>
                  <a:lnTo>
                    <a:pt x="4765000" y="2290850"/>
                  </a:lnTo>
                  <a:lnTo>
                    <a:pt x="4778385" y="2300187"/>
                  </a:lnTo>
                  <a:lnTo>
                    <a:pt x="4791770" y="2309295"/>
                  </a:lnTo>
                  <a:lnTo>
                    <a:pt x="4805155" y="2318145"/>
                  </a:lnTo>
                  <a:lnTo>
                    <a:pt x="4818539" y="2326782"/>
                  </a:lnTo>
                  <a:lnTo>
                    <a:pt x="4831924" y="2335262"/>
                  </a:lnTo>
                  <a:lnTo>
                    <a:pt x="4845309" y="2343598"/>
                  </a:lnTo>
                  <a:lnTo>
                    <a:pt x="4858694" y="2351794"/>
                  </a:lnTo>
                  <a:lnTo>
                    <a:pt x="4872079" y="2359861"/>
                  </a:lnTo>
                  <a:lnTo>
                    <a:pt x="4885464" y="2367853"/>
                  </a:lnTo>
                  <a:lnTo>
                    <a:pt x="4898848" y="2375781"/>
                  </a:lnTo>
                  <a:lnTo>
                    <a:pt x="4912233" y="2383660"/>
                  </a:lnTo>
                  <a:lnTo>
                    <a:pt x="4925618" y="2391496"/>
                  </a:lnTo>
                  <a:lnTo>
                    <a:pt x="4939003" y="2399321"/>
                  </a:lnTo>
                  <a:lnTo>
                    <a:pt x="4952388" y="2407143"/>
                  </a:lnTo>
                  <a:lnTo>
                    <a:pt x="4965773" y="2414970"/>
                  </a:lnTo>
                  <a:lnTo>
                    <a:pt x="4979157" y="2422818"/>
                  </a:lnTo>
                  <a:lnTo>
                    <a:pt x="4992542" y="2430694"/>
                  </a:lnTo>
                  <a:lnTo>
                    <a:pt x="5005927" y="2438599"/>
                  </a:lnTo>
                  <a:lnTo>
                    <a:pt x="5019312" y="2446535"/>
                  </a:lnTo>
                  <a:lnTo>
                    <a:pt x="5032697" y="2454509"/>
                  </a:lnTo>
                  <a:lnTo>
                    <a:pt x="5046082" y="2462524"/>
                  </a:lnTo>
                  <a:lnTo>
                    <a:pt x="5059466" y="2470568"/>
                  </a:lnTo>
                  <a:lnTo>
                    <a:pt x="5072851" y="2478639"/>
                  </a:lnTo>
                  <a:lnTo>
                    <a:pt x="5086236" y="2486734"/>
                  </a:lnTo>
                  <a:lnTo>
                    <a:pt x="5099621" y="2494849"/>
                  </a:lnTo>
                  <a:lnTo>
                    <a:pt x="5113006" y="2502968"/>
                  </a:lnTo>
                  <a:lnTo>
                    <a:pt x="5126391" y="2511086"/>
                  </a:lnTo>
                  <a:lnTo>
                    <a:pt x="5139775" y="2519194"/>
                  </a:lnTo>
                  <a:lnTo>
                    <a:pt x="5153160" y="2527273"/>
                  </a:lnTo>
                  <a:lnTo>
                    <a:pt x="5166545" y="2535315"/>
                  </a:lnTo>
                  <a:lnTo>
                    <a:pt x="5179930" y="2543311"/>
                  </a:lnTo>
                  <a:lnTo>
                    <a:pt x="5193315" y="2551255"/>
                  </a:lnTo>
                  <a:lnTo>
                    <a:pt x="5206700" y="2559116"/>
                  </a:lnTo>
                  <a:lnTo>
                    <a:pt x="5220084" y="2566883"/>
                  </a:lnTo>
                  <a:lnTo>
                    <a:pt x="5233469" y="2574559"/>
                  </a:lnTo>
                  <a:lnTo>
                    <a:pt x="5246854" y="2582136"/>
                  </a:lnTo>
                  <a:lnTo>
                    <a:pt x="5260239" y="2589592"/>
                  </a:lnTo>
                  <a:lnTo>
                    <a:pt x="5273624" y="2596890"/>
                  </a:lnTo>
                  <a:lnTo>
                    <a:pt x="5287009" y="2604057"/>
                  </a:lnTo>
                  <a:lnTo>
                    <a:pt x="5300393" y="2611088"/>
                  </a:lnTo>
                  <a:lnTo>
                    <a:pt x="5313778" y="2617976"/>
                  </a:lnTo>
                  <a:lnTo>
                    <a:pt x="5327163" y="2624648"/>
                  </a:lnTo>
                  <a:lnTo>
                    <a:pt x="5340548" y="2631162"/>
                  </a:lnTo>
                  <a:lnTo>
                    <a:pt x="5353933" y="2637514"/>
                  </a:lnTo>
                  <a:lnTo>
                    <a:pt x="5367318" y="2643702"/>
                  </a:lnTo>
                  <a:lnTo>
                    <a:pt x="5380702" y="2649669"/>
                  </a:lnTo>
                  <a:lnTo>
                    <a:pt x="5394087" y="2655444"/>
                  </a:lnTo>
                  <a:lnTo>
                    <a:pt x="5407472" y="2661047"/>
                  </a:lnTo>
                  <a:lnTo>
                    <a:pt x="5420857" y="2666477"/>
                  </a:lnTo>
                  <a:lnTo>
                    <a:pt x="5434242" y="2671703"/>
                  </a:lnTo>
                  <a:lnTo>
                    <a:pt x="5447627" y="2676713"/>
                  </a:lnTo>
                  <a:lnTo>
                    <a:pt x="5461011" y="2681554"/>
                  </a:lnTo>
                  <a:lnTo>
                    <a:pt x="5474396" y="2686225"/>
                  </a:lnTo>
                  <a:lnTo>
                    <a:pt x="5487781" y="2690720"/>
                  </a:lnTo>
                  <a:lnTo>
                    <a:pt x="5501166" y="2694990"/>
                  </a:lnTo>
                  <a:lnTo>
                    <a:pt x="5514551" y="2699100"/>
                  </a:lnTo>
                  <a:lnTo>
                    <a:pt x="5527936" y="2703053"/>
                  </a:lnTo>
                  <a:lnTo>
                    <a:pt x="5541320" y="2706852"/>
                  </a:lnTo>
                  <a:lnTo>
                    <a:pt x="5554705" y="2710447"/>
                  </a:lnTo>
                  <a:lnTo>
                    <a:pt x="5568090" y="2713887"/>
                  </a:lnTo>
                  <a:lnTo>
                    <a:pt x="5581475" y="2717186"/>
                  </a:lnTo>
                  <a:lnTo>
                    <a:pt x="5594860" y="2720347"/>
                  </a:lnTo>
                  <a:lnTo>
                    <a:pt x="5608245" y="2723343"/>
                  </a:lnTo>
                  <a:lnTo>
                    <a:pt x="5621629" y="2726186"/>
                  </a:lnTo>
                  <a:lnTo>
                    <a:pt x="5635014" y="2728905"/>
                  </a:lnTo>
                  <a:lnTo>
                    <a:pt x="5648399" y="2731504"/>
                  </a:lnTo>
                  <a:lnTo>
                    <a:pt x="5661784" y="2733972"/>
                  </a:lnTo>
                  <a:lnTo>
                    <a:pt x="5675169" y="2736291"/>
                  </a:lnTo>
                  <a:lnTo>
                    <a:pt x="5688554" y="2738503"/>
                  </a:lnTo>
                  <a:lnTo>
                    <a:pt x="5701938" y="2740611"/>
                  </a:lnTo>
                  <a:lnTo>
                    <a:pt x="5715323" y="2742616"/>
                  </a:lnTo>
                  <a:lnTo>
                    <a:pt x="5728708" y="2744483"/>
                  </a:lnTo>
                  <a:lnTo>
                    <a:pt x="5742093" y="2746256"/>
                  </a:lnTo>
                  <a:lnTo>
                    <a:pt x="5755478" y="2747939"/>
                  </a:lnTo>
                  <a:lnTo>
                    <a:pt x="5768863" y="2749534"/>
                  </a:lnTo>
                  <a:lnTo>
                    <a:pt x="5782247" y="2751019"/>
                  </a:lnTo>
                  <a:lnTo>
                    <a:pt x="5795632" y="2752414"/>
                  </a:lnTo>
                  <a:lnTo>
                    <a:pt x="5809017" y="2753732"/>
                  </a:lnTo>
                  <a:lnTo>
                    <a:pt x="5822402" y="2754976"/>
                  </a:lnTo>
                  <a:lnTo>
                    <a:pt x="5835787" y="2756135"/>
                  </a:lnTo>
                  <a:lnTo>
                    <a:pt x="5849172" y="2757208"/>
                  </a:lnTo>
                  <a:lnTo>
                    <a:pt x="5862556" y="2758217"/>
                  </a:lnTo>
                  <a:lnTo>
                    <a:pt x="5875941" y="2759163"/>
                  </a:lnTo>
                  <a:lnTo>
                    <a:pt x="5889326" y="2760045"/>
                  </a:lnTo>
                  <a:lnTo>
                    <a:pt x="5902711" y="2760849"/>
                  </a:lnTo>
                  <a:lnTo>
                    <a:pt x="5916096" y="2761600"/>
                  </a:lnTo>
                  <a:lnTo>
                    <a:pt x="5929481" y="2762300"/>
                  </a:lnTo>
                  <a:lnTo>
                    <a:pt x="5942865" y="2762951"/>
                  </a:lnTo>
                  <a:lnTo>
                    <a:pt x="5956250" y="2763539"/>
                  </a:lnTo>
                  <a:lnTo>
                    <a:pt x="5969635" y="2764081"/>
                  </a:lnTo>
                  <a:lnTo>
                    <a:pt x="5983020" y="2764582"/>
                  </a:lnTo>
                  <a:lnTo>
                    <a:pt x="5996405" y="2765045"/>
                  </a:lnTo>
                  <a:lnTo>
                    <a:pt x="6009790" y="2765463"/>
                  </a:lnTo>
                  <a:lnTo>
                    <a:pt x="6023174" y="2765841"/>
                  </a:lnTo>
                  <a:lnTo>
                    <a:pt x="6036559" y="2766188"/>
                  </a:lnTo>
                  <a:lnTo>
                    <a:pt x="6049944" y="2766505"/>
                  </a:lnTo>
                  <a:lnTo>
                    <a:pt x="6063329" y="2766792"/>
                  </a:lnTo>
                  <a:lnTo>
                    <a:pt x="6076714" y="2767046"/>
                  </a:lnTo>
                  <a:lnTo>
                    <a:pt x="6090099" y="2767278"/>
                  </a:lnTo>
                  <a:lnTo>
                    <a:pt x="6103483" y="2767488"/>
                  </a:lnTo>
                  <a:lnTo>
                    <a:pt x="6116868" y="2767678"/>
                  </a:lnTo>
                  <a:lnTo>
                    <a:pt x="6130253" y="2767842"/>
                  </a:lnTo>
                  <a:lnTo>
                    <a:pt x="6143638" y="2767990"/>
                  </a:lnTo>
                  <a:lnTo>
                    <a:pt x="6157023" y="2768124"/>
                  </a:lnTo>
                  <a:lnTo>
                    <a:pt x="6170408" y="2768244"/>
                  </a:lnTo>
                  <a:lnTo>
                    <a:pt x="6183792" y="2768347"/>
                  </a:lnTo>
                  <a:lnTo>
                    <a:pt x="6197177" y="2768438"/>
                  </a:lnTo>
                  <a:lnTo>
                    <a:pt x="6210562" y="2768520"/>
                  </a:lnTo>
                  <a:lnTo>
                    <a:pt x="6223947" y="2768592"/>
                  </a:lnTo>
                  <a:lnTo>
                    <a:pt x="6237332" y="2768655"/>
                  </a:lnTo>
                  <a:lnTo>
                    <a:pt x="6250717" y="2768709"/>
                  </a:lnTo>
                  <a:lnTo>
                    <a:pt x="6264101" y="2768756"/>
                  </a:lnTo>
                  <a:lnTo>
                    <a:pt x="6277486" y="2768798"/>
                  </a:lnTo>
                  <a:lnTo>
                    <a:pt x="6290871" y="2768835"/>
                  </a:lnTo>
                  <a:lnTo>
                    <a:pt x="6304256" y="2768865"/>
                  </a:lnTo>
                  <a:lnTo>
                    <a:pt x="6317641" y="2768892"/>
                  </a:lnTo>
                  <a:lnTo>
                    <a:pt x="6331026" y="2768915"/>
                  </a:lnTo>
                  <a:lnTo>
                    <a:pt x="6344410" y="2768936"/>
                  </a:lnTo>
                  <a:lnTo>
                    <a:pt x="6357795" y="2768952"/>
                  </a:lnTo>
                  <a:lnTo>
                    <a:pt x="6371180" y="2768967"/>
                  </a:lnTo>
                  <a:lnTo>
                    <a:pt x="6384565" y="2768979"/>
                  </a:lnTo>
                  <a:lnTo>
                    <a:pt x="6397950" y="2768990"/>
                  </a:lnTo>
                  <a:lnTo>
                    <a:pt x="6411335" y="2768999"/>
                  </a:lnTo>
                  <a:lnTo>
                    <a:pt x="6424719" y="2769006"/>
                  </a:lnTo>
                  <a:lnTo>
                    <a:pt x="6438104" y="2769012"/>
                  </a:lnTo>
                  <a:lnTo>
                    <a:pt x="6451489" y="2769018"/>
                  </a:lnTo>
                  <a:lnTo>
                    <a:pt x="6464874" y="2769022"/>
                  </a:lnTo>
                  <a:lnTo>
                    <a:pt x="6478259" y="2769026"/>
                  </a:lnTo>
                  <a:lnTo>
                    <a:pt x="6491644" y="2769029"/>
                  </a:lnTo>
                  <a:lnTo>
                    <a:pt x="6505028" y="2769031"/>
                  </a:lnTo>
                  <a:lnTo>
                    <a:pt x="6518413" y="2769034"/>
                  </a:lnTo>
                  <a:lnTo>
                    <a:pt x="6531798" y="2769035"/>
                  </a:lnTo>
                  <a:lnTo>
                    <a:pt x="6545183" y="2769037"/>
                  </a:lnTo>
                  <a:lnTo>
                    <a:pt x="6558568" y="2769038"/>
                  </a:lnTo>
                  <a:lnTo>
                    <a:pt x="6571953" y="2769039"/>
                  </a:lnTo>
                  <a:lnTo>
                    <a:pt x="6585337" y="2769040"/>
                  </a:lnTo>
                  <a:lnTo>
                    <a:pt x="6598722" y="2769040"/>
                  </a:lnTo>
                  <a:lnTo>
                    <a:pt x="6612107" y="2769041"/>
                  </a:lnTo>
                  <a:lnTo>
                    <a:pt x="6625492" y="2769041"/>
                  </a:lnTo>
                  <a:lnTo>
                    <a:pt x="6638877" y="2769042"/>
                  </a:lnTo>
                  <a:lnTo>
                    <a:pt x="6652262" y="2769042"/>
                  </a:lnTo>
                  <a:lnTo>
                    <a:pt x="6665646" y="2769042"/>
                  </a:lnTo>
                  <a:lnTo>
                    <a:pt x="6679031" y="2769042"/>
                  </a:lnTo>
                  <a:lnTo>
                    <a:pt x="6692416" y="2769043"/>
                  </a:lnTo>
                  <a:lnTo>
                    <a:pt x="6705801" y="2769043"/>
                  </a:lnTo>
                  <a:lnTo>
                    <a:pt x="6719186" y="2769043"/>
                  </a:lnTo>
                  <a:lnTo>
                    <a:pt x="6732571" y="2769043"/>
                  </a:lnTo>
                  <a:lnTo>
                    <a:pt x="6745955" y="2769043"/>
                  </a:lnTo>
                  <a:lnTo>
                    <a:pt x="6759340" y="2769043"/>
                  </a:lnTo>
                  <a:lnTo>
                    <a:pt x="6772725" y="2769043"/>
                  </a:lnTo>
                  <a:lnTo>
                    <a:pt x="6786110" y="2769043"/>
                  </a:lnTo>
                  <a:lnTo>
                    <a:pt x="6799495" y="2769043"/>
                  </a:lnTo>
                  <a:lnTo>
                    <a:pt x="6812880" y="2769043"/>
                  </a:lnTo>
                  <a:lnTo>
                    <a:pt x="6826264" y="2769043"/>
                  </a:lnTo>
                  <a:lnTo>
                    <a:pt x="6839649" y="2769043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54606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091292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4085" y="4775446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4046975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14085" y="3318504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714085" y="2590033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57851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224468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03028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4005253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284425" y="2248772"/>
              <a:ext cx="56226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5217976" y="2248772"/>
              <a:ext cx="49112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&lt; 70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087269" y="1923572"/>
              <a:ext cx="55505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Age &gt;= 70: N = 340, median = 5.5 %   |   Age &lt; 70: N = 603, median = -3.2 %   |   Mann-Whitney U p = &lt;0.001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087269" y="1676115"/>
              <a:ext cx="2844332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Age &gt;= 70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2026-09-28T17:35:37Z</dcterms:modified>
  <cp:category/>
</cp:coreProperties>
</file>