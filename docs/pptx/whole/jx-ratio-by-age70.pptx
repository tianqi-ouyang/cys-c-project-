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33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4919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644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797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915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906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6221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3374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38024"/>
            </a:xfrm>
            <a:custGeom>
              <a:avLst/>
              <a:pathLst>
                <a:path w="5696715" h="273802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  <a:lnTo>
                    <a:pt x="5685567" y="2769043"/>
                  </a:lnTo>
                  <a:lnTo>
                    <a:pt x="5674419" y="2769043"/>
                  </a:lnTo>
                  <a:lnTo>
                    <a:pt x="5663270" y="2769043"/>
                  </a:lnTo>
                  <a:lnTo>
                    <a:pt x="5652122" y="2769043"/>
                  </a:lnTo>
                  <a:lnTo>
                    <a:pt x="5640974" y="2769043"/>
                  </a:lnTo>
                  <a:lnTo>
                    <a:pt x="5629826" y="2769043"/>
                  </a:lnTo>
                  <a:lnTo>
                    <a:pt x="5618678" y="2769043"/>
                  </a:lnTo>
                  <a:lnTo>
                    <a:pt x="5607530" y="2769043"/>
                  </a:lnTo>
                  <a:lnTo>
                    <a:pt x="5596381" y="2769043"/>
                  </a:lnTo>
                  <a:lnTo>
                    <a:pt x="5585233" y="2769043"/>
                  </a:lnTo>
                  <a:lnTo>
                    <a:pt x="5574085" y="2769043"/>
                  </a:lnTo>
                  <a:lnTo>
                    <a:pt x="5562937" y="2769043"/>
                  </a:lnTo>
                  <a:lnTo>
                    <a:pt x="5551789" y="2769043"/>
                  </a:lnTo>
                  <a:lnTo>
                    <a:pt x="5540641" y="2769043"/>
                  </a:lnTo>
                  <a:lnTo>
                    <a:pt x="5529492" y="2769043"/>
                  </a:lnTo>
                  <a:lnTo>
                    <a:pt x="5518344" y="2769043"/>
                  </a:lnTo>
                  <a:lnTo>
                    <a:pt x="5507196" y="2769043"/>
                  </a:lnTo>
                  <a:lnTo>
                    <a:pt x="5496048" y="2769043"/>
                  </a:lnTo>
                  <a:lnTo>
                    <a:pt x="5484900" y="2769043"/>
                  </a:lnTo>
                  <a:lnTo>
                    <a:pt x="5473752" y="2769043"/>
                  </a:lnTo>
                  <a:lnTo>
                    <a:pt x="5462603" y="2769043"/>
                  </a:lnTo>
                  <a:lnTo>
                    <a:pt x="5451455" y="2769043"/>
                  </a:lnTo>
                  <a:lnTo>
                    <a:pt x="5440307" y="2769043"/>
                  </a:lnTo>
                  <a:lnTo>
                    <a:pt x="5429159" y="2769043"/>
                  </a:lnTo>
                  <a:lnTo>
                    <a:pt x="5418011" y="2769043"/>
                  </a:lnTo>
                  <a:lnTo>
                    <a:pt x="5406863" y="2769043"/>
                  </a:lnTo>
                  <a:lnTo>
                    <a:pt x="5395714" y="2769043"/>
                  </a:lnTo>
                  <a:lnTo>
                    <a:pt x="5384566" y="2769043"/>
                  </a:lnTo>
                  <a:lnTo>
                    <a:pt x="5373418" y="2769043"/>
                  </a:lnTo>
                  <a:lnTo>
                    <a:pt x="5362270" y="2769043"/>
                  </a:lnTo>
                  <a:lnTo>
                    <a:pt x="5351122" y="2769043"/>
                  </a:lnTo>
                  <a:lnTo>
                    <a:pt x="5339974" y="2769043"/>
                  </a:lnTo>
                  <a:lnTo>
                    <a:pt x="5328825" y="2769043"/>
                  </a:lnTo>
                  <a:lnTo>
                    <a:pt x="5317677" y="2769043"/>
                  </a:lnTo>
                  <a:lnTo>
                    <a:pt x="5306529" y="2769043"/>
                  </a:lnTo>
                  <a:lnTo>
                    <a:pt x="5295381" y="2769043"/>
                  </a:lnTo>
                  <a:lnTo>
                    <a:pt x="5284233" y="2769043"/>
                  </a:lnTo>
                  <a:lnTo>
                    <a:pt x="5273085" y="2769043"/>
                  </a:lnTo>
                  <a:lnTo>
                    <a:pt x="5261936" y="2769043"/>
                  </a:lnTo>
                  <a:lnTo>
                    <a:pt x="5250788" y="2769043"/>
                  </a:lnTo>
                  <a:lnTo>
                    <a:pt x="5239640" y="2769043"/>
                  </a:lnTo>
                  <a:lnTo>
                    <a:pt x="5228492" y="2769043"/>
                  </a:lnTo>
                  <a:lnTo>
                    <a:pt x="5217344" y="2769043"/>
                  </a:lnTo>
                  <a:lnTo>
                    <a:pt x="5206195" y="2769043"/>
                  </a:lnTo>
                  <a:lnTo>
                    <a:pt x="5195047" y="2769043"/>
                  </a:lnTo>
                  <a:lnTo>
                    <a:pt x="5183899" y="2769043"/>
                  </a:lnTo>
                  <a:lnTo>
                    <a:pt x="5172751" y="2769043"/>
                  </a:lnTo>
                  <a:lnTo>
                    <a:pt x="5161603" y="2769043"/>
                  </a:lnTo>
                  <a:lnTo>
                    <a:pt x="5150455" y="2769043"/>
                  </a:lnTo>
                  <a:lnTo>
                    <a:pt x="5139306" y="2769043"/>
                  </a:lnTo>
                  <a:lnTo>
                    <a:pt x="5128158" y="2769043"/>
                  </a:lnTo>
                  <a:lnTo>
                    <a:pt x="5117010" y="2769043"/>
                  </a:lnTo>
                  <a:lnTo>
                    <a:pt x="5105862" y="2769043"/>
                  </a:lnTo>
                  <a:lnTo>
                    <a:pt x="5094714" y="2769043"/>
                  </a:lnTo>
                  <a:lnTo>
                    <a:pt x="5083566" y="2769043"/>
                  </a:lnTo>
                  <a:lnTo>
                    <a:pt x="5072417" y="2769043"/>
                  </a:lnTo>
                  <a:lnTo>
                    <a:pt x="5061269" y="2769043"/>
                  </a:lnTo>
                  <a:lnTo>
                    <a:pt x="5050121" y="2769043"/>
                  </a:lnTo>
                  <a:lnTo>
                    <a:pt x="5038973" y="2769043"/>
                  </a:lnTo>
                  <a:lnTo>
                    <a:pt x="5027825" y="2769043"/>
                  </a:lnTo>
                  <a:lnTo>
                    <a:pt x="5016677" y="2769043"/>
                  </a:lnTo>
                  <a:lnTo>
                    <a:pt x="5005528" y="2769043"/>
                  </a:lnTo>
                  <a:lnTo>
                    <a:pt x="4994380" y="2769043"/>
                  </a:lnTo>
                  <a:lnTo>
                    <a:pt x="4983232" y="2769043"/>
                  </a:lnTo>
                  <a:lnTo>
                    <a:pt x="4972084" y="2769043"/>
                  </a:lnTo>
                  <a:lnTo>
                    <a:pt x="4960936" y="2769043"/>
                  </a:lnTo>
                  <a:lnTo>
                    <a:pt x="4949788" y="2769043"/>
                  </a:lnTo>
                  <a:lnTo>
                    <a:pt x="4938639" y="2769043"/>
                  </a:lnTo>
                  <a:lnTo>
                    <a:pt x="4927491" y="2769043"/>
                  </a:lnTo>
                  <a:lnTo>
                    <a:pt x="4916343" y="2769043"/>
                  </a:lnTo>
                  <a:lnTo>
                    <a:pt x="4905195" y="2769043"/>
                  </a:lnTo>
                  <a:lnTo>
                    <a:pt x="4894047" y="2769043"/>
                  </a:lnTo>
                  <a:lnTo>
                    <a:pt x="4882899" y="2769043"/>
                  </a:lnTo>
                  <a:lnTo>
                    <a:pt x="4871750" y="2769043"/>
                  </a:lnTo>
                  <a:lnTo>
                    <a:pt x="4860602" y="2769043"/>
                  </a:lnTo>
                  <a:lnTo>
                    <a:pt x="4849454" y="2769043"/>
                  </a:lnTo>
                  <a:lnTo>
                    <a:pt x="4838306" y="2769043"/>
                  </a:lnTo>
                  <a:lnTo>
                    <a:pt x="4827158" y="2769043"/>
                  </a:lnTo>
                  <a:lnTo>
                    <a:pt x="4816009" y="2769043"/>
                  </a:lnTo>
                  <a:lnTo>
                    <a:pt x="4804861" y="2769043"/>
                  </a:lnTo>
                  <a:lnTo>
                    <a:pt x="4793713" y="2769043"/>
                  </a:lnTo>
                  <a:lnTo>
                    <a:pt x="4782565" y="2769043"/>
                  </a:lnTo>
                  <a:lnTo>
                    <a:pt x="4771417" y="2769043"/>
                  </a:lnTo>
                  <a:lnTo>
                    <a:pt x="4760269" y="2769043"/>
                  </a:lnTo>
                  <a:lnTo>
                    <a:pt x="4749120" y="2769043"/>
                  </a:lnTo>
                  <a:lnTo>
                    <a:pt x="4737972" y="2769043"/>
                  </a:lnTo>
                  <a:lnTo>
                    <a:pt x="4726824" y="2769043"/>
                  </a:lnTo>
                  <a:lnTo>
                    <a:pt x="4715676" y="2769043"/>
                  </a:lnTo>
                  <a:lnTo>
                    <a:pt x="4704528" y="2769043"/>
                  </a:lnTo>
                  <a:lnTo>
                    <a:pt x="4693380" y="2769043"/>
                  </a:lnTo>
                  <a:lnTo>
                    <a:pt x="4682231" y="2769043"/>
                  </a:lnTo>
                  <a:lnTo>
                    <a:pt x="4671083" y="2769043"/>
                  </a:lnTo>
                  <a:lnTo>
                    <a:pt x="4659935" y="2769043"/>
                  </a:lnTo>
                  <a:lnTo>
                    <a:pt x="4648787" y="2769043"/>
                  </a:lnTo>
                  <a:lnTo>
                    <a:pt x="4637639" y="2769043"/>
                  </a:lnTo>
                  <a:lnTo>
                    <a:pt x="4626491" y="2769043"/>
                  </a:lnTo>
                  <a:lnTo>
                    <a:pt x="4615342" y="2769043"/>
                  </a:lnTo>
                  <a:lnTo>
                    <a:pt x="4604194" y="2769043"/>
                  </a:lnTo>
                  <a:lnTo>
                    <a:pt x="4593046" y="2769043"/>
                  </a:lnTo>
                  <a:lnTo>
                    <a:pt x="4581898" y="2769043"/>
                  </a:lnTo>
                  <a:lnTo>
                    <a:pt x="4570750" y="2769043"/>
                  </a:lnTo>
                  <a:lnTo>
                    <a:pt x="4559602" y="2769043"/>
                  </a:lnTo>
                  <a:lnTo>
                    <a:pt x="4548453" y="2769043"/>
                  </a:lnTo>
                  <a:lnTo>
                    <a:pt x="4537305" y="2769043"/>
                  </a:lnTo>
                  <a:lnTo>
                    <a:pt x="4526157" y="2769043"/>
                  </a:lnTo>
                  <a:lnTo>
                    <a:pt x="4515009" y="2769043"/>
                  </a:lnTo>
                  <a:lnTo>
                    <a:pt x="4503861" y="2769043"/>
                  </a:lnTo>
                  <a:lnTo>
                    <a:pt x="4492713" y="2769043"/>
                  </a:lnTo>
                  <a:lnTo>
                    <a:pt x="4481564" y="2769043"/>
                  </a:lnTo>
                  <a:lnTo>
                    <a:pt x="4470416" y="2769043"/>
                  </a:lnTo>
                  <a:lnTo>
                    <a:pt x="4459268" y="2769043"/>
                  </a:lnTo>
                  <a:lnTo>
                    <a:pt x="4448120" y="2769043"/>
                  </a:lnTo>
                  <a:lnTo>
                    <a:pt x="4436972" y="2769043"/>
                  </a:lnTo>
                  <a:lnTo>
                    <a:pt x="4425823" y="2769043"/>
                  </a:lnTo>
                  <a:lnTo>
                    <a:pt x="4414675" y="2769043"/>
                  </a:lnTo>
                  <a:lnTo>
                    <a:pt x="4403527" y="2769043"/>
                  </a:lnTo>
                  <a:lnTo>
                    <a:pt x="4392379" y="2769043"/>
                  </a:lnTo>
                  <a:lnTo>
                    <a:pt x="4381231" y="2769043"/>
                  </a:lnTo>
                  <a:lnTo>
                    <a:pt x="4370083" y="2769043"/>
                  </a:lnTo>
                  <a:lnTo>
                    <a:pt x="4358934" y="2769043"/>
                  </a:lnTo>
                  <a:lnTo>
                    <a:pt x="4347786" y="2769043"/>
                  </a:lnTo>
                  <a:lnTo>
                    <a:pt x="4336638" y="2769043"/>
                  </a:lnTo>
                  <a:lnTo>
                    <a:pt x="4325490" y="2769043"/>
                  </a:lnTo>
                  <a:lnTo>
                    <a:pt x="4314342" y="2769043"/>
                  </a:lnTo>
                  <a:lnTo>
                    <a:pt x="4303194" y="2769043"/>
                  </a:lnTo>
                  <a:lnTo>
                    <a:pt x="4292045" y="2769043"/>
                  </a:lnTo>
                  <a:lnTo>
                    <a:pt x="4280897" y="2769043"/>
                  </a:lnTo>
                  <a:lnTo>
                    <a:pt x="4269749" y="2769043"/>
                  </a:lnTo>
                  <a:lnTo>
                    <a:pt x="4258601" y="2769043"/>
                  </a:lnTo>
                  <a:lnTo>
                    <a:pt x="4247453" y="2769043"/>
                  </a:lnTo>
                  <a:lnTo>
                    <a:pt x="4236305" y="2769043"/>
                  </a:lnTo>
                  <a:lnTo>
                    <a:pt x="4225156" y="2769043"/>
                  </a:lnTo>
                  <a:lnTo>
                    <a:pt x="4214008" y="2769043"/>
                  </a:lnTo>
                  <a:lnTo>
                    <a:pt x="4202860" y="2769043"/>
                  </a:lnTo>
                  <a:lnTo>
                    <a:pt x="4191712" y="2769043"/>
                  </a:lnTo>
                  <a:lnTo>
                    <a:pt x="4180564" y="2769043"/>
                  </a:lnTo>
                  <a:lnTo>
                    <a:pt x="4169416" y="2769043"/>
                  </a:lnTo>
                  <a:lnTo>
                    <a:pt x="4158267" y="2769043"/>
                  </a:lnTo>
                  <a:lnTo>
                    <a:pt x="4147119" y="2769043"/>
                  </a:lnTo>
                  <a:lnTo>
                    <a:pt x="4135971" y="2769043"/>
                  </a:lnTo>
                  <a:lnTo>
                    <a:pt x="4124823" y="2769043"/>
                  </a:lnTo>
                  <a:lnTo>
                    <a:pt x="4113675" y="2769043"/>
                  </a:lnTo>
                  <a:lnTo>
                    <a:pt x="4102527" y="2769043"/>
                  </a:lnTo>
                  <a:lnTo>
                    <a:pt x="4091378" y="2769043"/>
                  </a:lnTo>
                  <a:lnTo>
                    <a:pt x="4080230" y="2769043"/>
                  </a:lnTo>
                  <a:lnTo>
                    <a:pt x="4069082" y="2769043"/>
                  </a:lnTo>
                  <a:lnTo>
                    <a:pt x="4057934" y="2769043"/>
                  </a:lnTo>
                  <a:lnTo>
                    <a:pt x="4046786" y="2769043"/>
                  </a:lnTo>
                  <a:lnTo>
                    <a:pt x="4035637" y="2769043"/>
                  </a:lnTo>
                  <a:lnTo>
                    <a:pt x="4024489" y="2769043"/>
                  </a:lnTo>
                  <a:lnTo>
                    <a:pt x="4013341" y="2769043"/>
                  </a:lnTo>
                  <a:lnTo>
                    <a:pt x="4002193" y="2769043"/>
                  </a:lnTo>
                  <a:lnTo>
                    <a:pt x="3991045" y="2769043"/>
                  </a:lnTo>
                  <a:lnTo>
                    <a:pt x="3979897" y="2769043"/>
                  </a:lnTo>
                  <a:lnTo>
                    <a:pt x="3968748" y="2769043"/>
                  </a:lnTo>
                  <a:lnTo>
                    <a:pt x="3957600" y="2769043"/>
                  </a:lnTo>
                  <a:lnTo>
                    <a:pt x="3946452" y="2769043"/>
                  </a:lnTo>
                  <a:lnTo>
                    <a:pt x="3935304" y="2769043"/>
                  </a:lnTo>
                  <a:lnTo>
                    <a:pt x="3924156" y="2769043"/>
                  </a:lnTo>
                  <a:lnTo>
                    <a:pt x="3913008" y="2769043"/>
                  </a:lnTo>
                  <a:lnTo>
                    <a:pt x="3901859" y="2769043"/>
                  </a:lnTo>
                  <a:lnTo>
                    <a:pt x="3890711" y="2769043"/>
                  </a:lnTo>
                  <a:lnTo>
                    <a:pt x="3879563" y="2769043"/>
                  </a:lnTo>
                  <a:lnTo>
                    <a:pt x="3868415" y="2769043"/>
                  </a:lnTo>
                  <a:lnTo>
                    <a:pt x="3857267" y="2769043"/>
                  </a:lnTo>
                  <a:lnTo>
                    <a:pt x="3846119" y="2769043"/>
                  </a:lnTo>
                  <a:lnTo>
                    <a:pt x="3834970" y="2769043"/>
                  </a:lnTo>
                  <a:lnTo>
                    <a:pt x="3823822" y="2769043"/>
                  </a:lnTo>
                  <a:lnTo>
                    <a:pt x="3812674" y="2769043"/>
                  </a:lnTo>
                  <a:lnTo>
                    <a:pt x="3801526" y="2769043"/>
                  </a:lnTo>
                  <a:lnTo>
                    <a:pt x="3790378" y="2769043"/>
                  </a:lnTo>
                  <a:lnTo>
                    <a:pt x="3779230" y="2769043"/>
                  </a:lnTo>
                  <a:lnTo>
                    <a:pt x="3768081" y="2769043"/>
                  </a:lnTo>
                  <a:lnTo>
                    <a:pt x="3756933" y="2769043"/>
                  </a:lnTo>
                  <a:lnTo>
                    <a:pt x="3745785" y="2769043"/>
                  </a:lnTo>
                  <a:lnTo>
                    <a:pt x="3734637" y="2769043"/>
                  </a:lnTo>
                  <a:lnTo>
                    <a:pt x="3723489" y="2769043"/>
                  </a:lnTo>
                  <a:lnTo>
                    <a:pt x="3712341" y="2769043"/>
                  </a:lnTo>
                  <a:lnTo>
                    <a:pt x="3701192" y="2769043"/>
                  </a:lnTo>
                  <a:lnTo>
                    <a:pt x="3690044" y="2769043"/>
                  </a:lnTo>
                  <a:lnTo>
                    <a:pt x="3678896" y="2769043"/>
                  </a:lnTo>
                  <a:lnTo>
                    <a:pt x="3667748" y="2769043"/>
                  </a:lnTo>
                  <a:lnTo>
                    <a:pt x="3656600" y="2769043"/>
                  </a:lnTo>
                  <a:lnTo>
                    <a:pt x="3645452" y="2769043"/>
                  </a:lnTo>
                  <a:lnTo>
                    <a:pt x="3634303" y="2769043"/>
                  </a:lnTo>
                  <a:lnTo>
                    <a:pt x="3623155" y="2769043"/>
                  </a:lnTo>
                  <a:lnTo>
                    <a:pt x="3612007" y="2769043"/>
                  </a:lnTo>
                  <a:lnTo>
                    <a:pt x="3600859" y="2769043"/>
                  </a:lnTo>
                  <a:lnTo>
                    <a:pt x="3589711" y="2769043"/>
                  </a:lnTo>
                  <a:lnTo>
                    <a:pt x="3578562" y="2769043"/>
                  </a:lnTo>
                  <a:lnTo>
                    <a:pt x="3567414" y="2769043"/>
                  </a:lnTo>
                  <a:lnTo>
                    <a:pt x="3556266" y="2769043"/>
                  </a:lnTo>
                  <a:lnTo>
                    <a:pt x="3545118" y="2769043"/>
                  </a:lnTo>
                  <a:lnTo>
                    <a:pt x="3533970" y="2769043"/>
                  </a:lnTo>
                  <a:lnTo>
                    <a:pt x="3522822" y="2769043"/>
                  </a:lnTo>
                  <a:lnTo>
                    <a:pt x="3511673" y="2769043"/>
                  </a:lnTo>
                  <a:lnTo>
                    <a:pt x="3500525" y="2769043"/>
                  </a:lnTo>
                  <a:lnTo>
                    <a:pt x="3489377" y="2769043"/>
                  </a:lnTo>
                  <a:lnTo>
                    <a:pt x="3478229" y="2769043"/>
                  </a:lnTo>
                  <a:lnTo>
                    <a:pt x="3467081" y="2769043"/>
                  </a:lnTo>
                  <a:lnTo>
                    <a:pt x="3455933" y="2769043"/>
                  </a:lnTo>
                  <a:lnTo>
                    <a:pt x="3444784" y="2769043"/>
                  </a:lnTo>
                  <a:lnTo>
                    <a:pt x="3433636" y="2769043"/>
                  </a:lnTo>
                  <a:lnTo>
                    <a:pt x="3422488" y="2769043"/>
                  </a:lnTo>
                  <a:lnTo>
                    <a:pt x="3411340" y="2769043"/>
                  </a:lnTo>
                  <a:lnTo>
                    <a:pt x="3400192" y="2769043"/>
                  </a:lnTo>
                  <a:lnTo>
                    <a:pt x="3389044" y="2769043"/>
                  </a:lnTo>
                  <a:lnTo>
                    <a:pt x="3377895" y="2769043"/>
                  </a:lnTo>
                  <a:lnTo>
                    <a:pt x="3366747" y="2769043"/>
                  </a:lnTo>
                  <a:lnTo>
                    <a:pt x="3355599" y="2769043"/>
                  </a:lnTo>
                  <a:lnTo>
                    <a:pt x="3344451" y="2769043"/>
                  </a:lnTo>
                  <a:lnTo>
                    <a:pt x="3333303" y="2769043"/>
                  </a:lnTo>
                  <a:lnTo>
                    <a:pt x="3322155" y="2769043"/>
                  </a:lnTo>
                  <a:lnTo>
                    <a:pt x="3311006" y="2769043"/>
                  </a:lnTo>
                  <a:lnTo>
                    <a:pt x="3299858" y="2769043"/>
                  </a:lnTo>
                  <a:lnTo>
                    <a:pt x="3288710" y="2769043"/>
                  </a:lnTo>
                  <a:lnTo>
                    <a:pt x="3277562" y="2769043"/>
                  </a:lnTo>
                  <a:lnTo>
                    <a:pt x="3266414" y="2769043"/>
                  </a:lnTo>
                  <a:lnTo>
                    <a:pt x="3255266" y="2769043"/>
                  </a:lnTo>
                  <a:lnTo>
                    <a:pt x="3244117" y="2769043"/>
                  </a:lnTo>
                  <a:lnTo>
                    <a:pt x="3232969" y="2769043"/>
                  </a:lnTo>
                  <a:lnTo>
                    <a:pt x="3221821" y="2769043"/>
                  </a:lnTo>
                  <a:lnTo>
                    <a:pt x="3210673" y="2769043"/>
                  </a:lnTo>
                  <a:lnTo>
                    <a:pt x="3199525" y="2769043"/>
                  </a:lnTo>
                  <a:lnTo>
                    <a:pt x="3188376" y="2769043"/>
                  </a:lnTo>
                  <a:lnTo>
                    <a:pt x="3177228" y="2769043"/>
                  </a:lnTo>
                  <a:lnTo>
                    <a:pt x="3166080" y="2769043"/>
                  </a:lnTo>
                  <a:lnTo>
                    <a:pt x="3154932" y="2769043"/>
                  </a:lnTo>
                  <a:lnTo>
                    <a:pt x="3143784" y="2769043"/>
                  </a:lnTo>
                  <a:lnTo>
                    <a:pt x="3132636" y="2769043"/>
                  </a:lnTo>
                  <a:lnTo>
                    <a:pt x="3121487" y="2769043"/>
                  </a:lnTo>
                  <a:lnTo>
                    <a:pt x="3110339" y="2769043"/>
                  </a:lnTo>
                  <a:lnTo>
                    <a:pt x="3099191" y="2769043"/>
                  </a:lnTo>
                  <a:lnTo>
                    <a:pt x="3088043" y="2769043"/>
                  </a:lnTo>
                  <a:lnTo>
                    <a:pt x="3076895" y="2769043"/>
                  </a:lnTo>
                  <a:lnTo>
                    <a:pt x="3065747" y="2769043"/>
                  </a:lnTo>
                  <a:lnTo>
                    <a:pt x="3054598" y="2769043"/>
                  </a:lnTo>
                  <a:lnTo>
                    <a:pt x="3043450" y="2769043"/>
                  </a:lnTo>
                  <a:lnTo>
                    <a:pt x="3032302" y="2769043"/>
                  </a:lnTo>
                  <a:lnTo>
                    <a:pt x="3021154" y="2769043"/>
                  </a:lnTo>
                  <a:lnTo>
                    <a:pt x="3010006" y="2769043"/>
                  </a:lnTo>
                  <a:lnTo>
                    <a:pt x="2998858" y="2769043"/>
                  </a:lnTo>
                  <a:lnTo>
                    <a:pt x="2987709" y="2769043"/>
                  </a:lnTo>
                  <a:lnTo>
                    <a:pt x="2976561" y="2769043"/>
                  </a:lnTo>
                  <a:lnTo>
                    <a:pt x="2965413" y="2769043"/>
                  </a:lnTo>
                  <a:lnTo>
                    <a:pt x="2954265" y="2769043"/>
                  </a:lnTo>
                  <a:lnTo>
                    <a:pt x="2943117" y="2769043"/>
                  </a:lnTo>
                  <a:lnTo>
                    <a:pt x="2931969" y="2769043"/>
                  </a:lnTo>
                  <a:lnTo>
                    <a:pt x="2920820" y="2769043"/>
                  </a:lnTo>
                  <a:lnTo>
                    <a:pt x="2909672" y="2769043"/>
                  </a:lnTo>
                  <a:lnTo>
                    <a:pt x="2898524" y="2769043"/>
                  </a:lnTo>
                  <a:lnTo>
                    <a:pt x="2887376" y="2769043"/>
                  </a:lnTo>
                  <a:lnTo>
                    <a:pt x="2876228" y="2769043"/>
                  </a:lnTo>
                  <a:lnTo>
                    <a:pt x="2865080" y="2769043"/>
                  </a:lnTo>
                  <a:lnTo>
                    <a:pt x="2853931" y="2769043"/>
                  </a:lnTo>
                  <a:lnTo>
                    <a:pt x="2842783" y="2769043"/>
                  </a:lnTo>
                  <a:lnTo>
                    <a:pt x="2831635" y="2769043"/>
                  </a:lnTo>
                  <a:lnTo>
                    <a:pt x="2820487" y="2769043"/>
                  </a:lnTo>
                  <a:lnTo>
                    <a:pt x="2809339" y="2769043"/>
                  </a:lnTo>
                  <a:lnTo>
                    <a:pt x="2798190" y="2769043"/>
                  </a:lnTo>
                  <a:lnTo>
                    <a:pt x="2787042" y="2769043"/>
                  </a:lnTo>
                  <a:lnTo>
                    <a:pt x="2775894" y="2769043"/>
                  </a:lnTo>
                  <a:lnTo>
                    <a:pt x="2764746" y="2769043"/>
                  </a:lnTo>
                  <a:lnTo>
                    <a:pt x="2753598" y="2769043"/>
                  </a:lnTo>
                  <a:lnTo>
                    <a:pt x="2742450" y="2769043"/>
                  </a:lnTo>
                  <a:lnTo>
                    <a:pt x="2731301" y="2769043"/>
                  </a:lnTo>
                  <a:lnTo>
                    <a:pt x="2720153" y="2769043"/>
                  </a:lnTo>
                  <a:lnTo>
                    <a:pt x="2709005" y="2769043"/>
                  </a:lnTo>
                  <a:lnTo>
                    <a:pt x="2697857" y="2769043"/>
                  </a:lnTo>
                  <a:lnTo>
                    <a:pt x="2686709" y="2769043"/>
                  </a:lnTo>
                  <a:lnTo>
                    <a:pt x="2675561" y="2769043"/>
                  </a:lnTo>
                  <a:lnTo>
                    <a:pt x="2664412" y="2769043"/>
                  </a:lnTo>
                  <a:lnTo>
                    <a:pt x="2653264" y="2769043"/>
                  </a:lnTo>
                  <a:lnTo>
                    <a:pt x="2642116" y="2769043"/>
                  </a:lnTo>
                  <a:lnTo>
                    <a:pt x="2630968" y="2769043"/>
                  </a:lnTo>
                  <a:lnTo>
                    <a:pt x="2619820" y="2769043"/>
                  </a:lnTo>
                  <a:lnTo>
                    <a:pt x="2608672" y="2769043"/>
                  </a:lnTo>
                  <a:lnTo>
                    <a:pt x="2597523" y="2769043"/>
                  </a:lnTo>
                  <a:lnTo>
                    <a:pt x="2586375" y="2769043"/>
                  </a:lnTo>
                  <a:lnTo>
                    <a:pt x="2575227" y="2769043"/>
                  </a:lnTo>
                  <a:lnTo>
                    <a:pt x="2564079" y="2769043"/>
                  </a:lnTo>
                  <a:lnTo>
                    <a:pt x="2552931" y="2769043"/>
                  </a:lnTo>
                  <a:lnTo>
                    <a:pt x="2541783" y="2769043"/>
                  </a:lnTo>
                  <a:lnTo>
                    <a:pt x="2530634" y="2769043"/>
                  </a:lnTo>
                  <a:lnTo>
                    <a:pt x="2519486" y="2769043"/>
                  </a:lnTo>
                  <a:lnTo>
                    <a:pt x="2508338" y="2769043"/>
                  </a:lnTo>
                  <a:lnTo>
                    <a:pt x="2497190" y="2769043"/>
                  </a:lnTo>
                  <a:lnTo>
                    <a:pt x="2486042" y="2769043"/>
                  </a:lnTo>
                  <a:lnTo>
                    <a:pt x="2474894" y="2769043"/>
                  </a:lnTo>
                  <a:lnTo>
                    <a:pt x="2463745" y="2769043"/>
                  </a:lnTo>
                  <a:lnTo>
                    <a:pt x="2452597" y="2769043"/>
                  </a:lnTo>
                  <a:lnTo>
                    <a:pt x="2441449" y="2769043"/>
                  </a:lnTo>
                  <a:lnTo>
                    <a:pt x="2430301" y="2769043"/>
                  </a:lnTo>
                  <a:lnTo>
                    <a:pt x="2419153" y="2769043"/>
                  </a:lnTo>
                  <a:lnTo>
                    <a:pt x="2408004" y="2769043"/>
                  </a:lnTo>
                  <a:lnTo>
                    <a:pt x="2396856" y="2769043"/>
                  </a:lnTo>
                  <a:lnTo>
                    <a:pt x="2385708" y="2769043"/>
                  </a:lnTo>
                  <a:lnTo>
                    <a:pt x="2374560" y="2769043"/>
                  </a:lnTo>
                  <a:lnTo>
                    <a:pt x="2363412" y="2769043"/>
                  </a:lnTo>
                  <a:lnTo>
                    <a:pt x="2352264" y="2769043"/>
                  </a:lnTo>
                  <a:lnTo>
                    <a:pt x="2341115" y="2769043"/>
                  </a:lnTo>
                  <a:lnTo>
                    <a:pt x="2329967" y="2769043"/>
                  </a:lnTo>
                  <a:lnTo>
                    <a:pt x="2318819" y="2769043"/>
                  </a:lnTo>
                  <a:lnTo>
                    <a:pt x="2307671" y="2769043"/>
                  </a:lnTo>
                  <a:lnTo>
                    <a:pt x="2296523" y="2769043"/>
                  </a:lnTo>
                  <a:lnTo>
                    <a:pt x="2285375" y="2769043"/>
                  </a:lnTo>
                  <a:lnTo>
                    <a:pt x="2274226" y="2769043"/>
                  </a:lnTo>
                  <a:lnTo>
                    <a:pt x="2263078" y="2769043"/>
                  </a:lnTo>
                  <a:lnTo>
                    <a:pt x="2251930" y="2769043"/>
                  </a:lnTo>
                  <a:lnTo>
                    <a:pt x="2240782" y="2769043"/>
                  </a:lnTo>
                  <a:lnTo>
                    <a:pt x="2229634" y="2769043"/>
                  </a:lnTo>
                  <a:lnTo>
                    <a:pt x="2218486" y="2769043"/>
                  </a:lnTo>
                  <a:lnTo>
                    <a:pt x="2207337" y="2769043"/>
                  </a:lnTo>
                  <a:lnTo>
                    <a:pt x="2196189" y="2769043"/>
                  </a:lnTo>
                  <a:lnTo>
                    <a:pt x="2185041" y="2769043"/>
                  </a:lnTo>
                  <a:lnTo>
                    <a:pt x="2173893" y="2769043"/>
                  </a:lnTo>
                  <a:lnTo>
                    <a:pt x="2162745" y="2769043"/>
                  </a:lnTo>
                  <a:lnTo>
                    <a:pt x="2151597" y="2769043"/>
                  </a:lnTo>
                  <a:lnTo>
                    <a:pt x="2140448" y="2769043"/>
                  </a:lnTo>
                  <a:lnTo>
                    <a:pt x="2129300" y="2769043"/>
                  </a:lnTo>
                  <a:lnTo>
                    <a:pt x="2118152" y="2769043"/>
                  </a:lnTo>
                  <a:lnTo>
                    <a:pt x="2107004" y="2769043"/>
                  </a:lnTo>
                  <a:lnTo>
                    <a:pt x="2095856" y="2769043"/>
                  </a:lnTo>
                  <a:lnTo>
                    <a:pt x="2084708" y="2769043"/>
                  </a:lnTo>
                  <a:lnTo>
                    <a:pt x="2073559" y="2769043"/>
                  </a:lnTo>
                  <a:lnTo>
                    <a:pt x="2062411" y="2769043"/>
                  </a:lnTo>
                  <a:lnTo>
                    <a:pt x="2051263" y="2769043"/>
                  </a:lnTo>
                  <a:lnTo>
                    <a:pt x="2040115" y="2769043"/>
                  </a:lnTo>
                  <a:lnTo>
                    <a:pt x="2028967" y="2769043"/>
                  </a:lnTo>
                  <a:lnTo>
                    <a:pt x="2017818" y="2769043"/>
                  </a:lnTo>
                  <a:lnTo>
                    <a:pt x="2006670" y="2769043"/>
                  </a:lnTo>
                  <a:lnTo>
                    <a:pt x="1995522" y="2769043"/>
                  </a:lnTo>
                  <a:lnTo>
                    <a:pt x="1984374" y="2769043"/>
                  </a:lnTo>
                  <a:lnTo>
                    <a:pt x="1973226" y="2769043"/>
                  </a:lnTo>
                  <a:lnTo>
                    <a:pt x="1962078" y="2769043"/>
                  </a:lnTo>
                  <a:lnTo>
                    <a:pt x="1950929" y="2769043"/>
                  </a:lnTo>
                  <a:lnTo>
                    <a:pt x="1939781" y="2769043"/>
                  </a:lnTo>
                  <a:lnTo>
                    <a:pt x="1928633" y="2769043"/>
                  </a:lnTo>
                  <a:lnTo>
                    <a:pt x="1917485" y="2769043"/>
                  </a:lnTo>
                  <a:lnTo>
                    <a:pt x="1906337" y="2769043"/>
                  </a:lnTo>
                  <a:lnTo>
                    <a:pt x="1895189" y="2769043"/>
                  </a:lnTo>
                  <a:lnTo>
                    <a:pt x="1884040" y="2769043"/>
                  </a:lnTo>
                  <a:lnTo>
                    <a:pt x="1872892" y="2769043"/>
                  </a:lnTo>
                  <a:lnTo>
                    <a:pt x="1861744" y="2769043"/>
                  </a:lnTo>
                  <a:lnTo>
                    <a:pt x="1850596" y="2769043"/>
                  </a:lnTo>
                  <a:lnTo>
                    <a:pt x="1839448" y="2769043"/>
                  </a:lnTo>
                  <a:lnTo>
                    <a:pt x="1828300" y="2769043"/>
                  </a:lnTo>
                  <a:lnTo>
                    <a:pt x="1817151" y="2769043"/>
                  </a:lnTo>
                  <a:lnTo>
                    <a:pt x="1806003" y="2769043"/>
                  </a:lnTo>
                  <a:lnTo>
                    <a:pt x="1794855" y="2769043"/>
                  </a:lnTo>
                  <a:lnTo>
                    <a:pt x="1783707" y="2769043"/>
                  </a:lnTo>
                  <a:lnTo>
                    <a:pt x="1772559" y="2769043"/>
                  </a:lnTo>
                  <a:lnTo>
                    <a:pt x="1761411" y="2769043"/>
                  </a:lnTo>
                  <a:lnTo>
                    <a:pt x="1750262" y="2769043"/>
                  </a:lnTo>
                  <a:lnTo>
                    <a:pt x="1739114" y="2769043"/>
                  </a:lnTo>
                  <a:lnTo>
                    <a:pt x="1727966" y="2769043"/>
                  </a:lnTo>
                  <a:lnTo>
                    <a:pt x="1716818" y="2769043"/>
                  </a:lnTo>
                  <a:lnTo>
                    <a:pt x="1705670" y="2769043"/>
                  </a:lnTo>
                  <a:lnTo>
                    <a:pt x="1694522" y="2769043"/>
                  </a:lnTo>
                  <a:lnTo>
                    <a:pt x="1683373" y="2769043"/>
                  </a:lnTo>
                  <a:lnTo>
                    <a:pt x="1672225" y="2769043"/>
                  </a:lnTo>
                  <a:lnTo>
                    <a:pt x="1661077" y="2769043"/>
                  </a:lnTo>
                  <a:lnTo>
                    <a:pt x="1649929" y="2769043"/>
                  </a:lnTo>
                  <a:lnTo>
                    <a:pt x="1638781" y="2769043"/>
                  </a:lnTo>
                  <a:lnTo>
                    <a:pt x="1627633" y="2769043"/>
                  </a:lnTo>
                  <a:lnTo>
                    <a:pt x="1616484" y="2769043"/>
                  </a:lnTo>
                  <a:lnTo>
                    <a:pt x="1605336" y="2769043"/>
                  </a:lnTo>
                  <a:lnTo>
                    <a:pt x="1594188" y="2769043"/>
                  </a:lnTo>
                  <a:lnTo>
                    <a:pt x="1583040" y="2769043"/>
                  </a:lnTo>
                  <a:lnTo>
                    <a:pt x="1571892" y="2769043"/>
                  </a:lnTo>
                  <a:lnTo>
                    <a:pt x="1560743" y="2769043"/>
                  </a:lnTo>
                  <a:lnTo>
                    <a:pt x="1549595" y="2769043"/>
                  </a:lnTo>
                  <a:lnTo>
                    <a:pt x="1538447" y="2769043"/>
                  </a:lnTo>
                  <a:lnTo>
                    <a:pt x="1527299" y="2769043"/>
                  </a:lnTo>
                  <a:lnTo>
                    <a:pt x="1516151" y="2769043"/>
                  </a:lnTo>
                  <a:lnTo>
                    <a:pt x="1505003" y="2769043"/>
                  </a:lnTo>
                  <a:lnTo>
                    <a:pt x="1493854" y="2769043"/>
                  </a:lnTo>
                  <a:lnTo>
                    <a:pt x="1482706" y="2769043"/>
                  </a:lnTo>
                  <a:lnTo>
                    <a:pt x="1471558" y="2769043"/>
                  </a:lnTo>
                  <a:lnTo>
                    <a:pt x="1460410" y="2769043"/>
                  </a:lnTo>
                  <a:lnTo>
                    <a:pt x="1449262" y="2769043"/>
                  </a:lnTo>
                  <a:lnTo>
                    <a:pt x="1438114" y="2769043"/>
                  </a:lnTo>
                  <a:lnTo>
                    <a:pt x="1426965" y="2769043"/>
                  </a:lnTo>
                  <a:lnTo>
                    <a:pt x="1415817" y="2769043"/>
                  </a:lnTo>
                  <a:lnTo>
                    <a:pt x="1404669" y="2769043"/>
                  </a:lnTo>
                  <a:lnTo>
                    <a:pt x="1393521" y="2769043"/>
                  </a:lnTo>
                  <a:lnTo>
                    <a:pt x="1382373" y="2769043"/>
                  </a:lnTo>
                  <a:lnTo>
                    <a:pt x="1371225" y="2769043"/>
                  </a:lnTo>
                  <a:lnTo>
                    <a:pt x="1360076" y="2769043"/>
                  </a:lnTo>
                  <a:lnTo>
                    <a:pt x="1348928" y="2769043"/>
                  </a:lnTo>
                  <a:lnTo>
                    <a:pt x="1337780" y="2769043"/>
                  </a:lnTo>
                  <a:lnTo>
                    <a:pt x="1326632" y="2769043"/>
                  </a:lnTo>
                  <a:lnTo>
                    <a:pt x="1315484" y="2769043"/>
                  </a:lnTo>
                  <a:lnTo>
                    <a:pt x="1304336" y="2769043"/>
                  </a:lnTo>
                  <a:lnTo>
                    <a:pt x="1293187" y="2769043"/>
                  </a:lnTo>
                  <a:lnTo>
                    <a:pt x="1282039" y="2769043"/>
                  </a:lnTo>
                  <a:lnTo>
                    <a:pt x="1270891" y="2769043"/>
                  </a:lnTo>
                  <a:lnTo>
                    <a:pt x="1259743" y="2769043"/>
                  </a:lnTo>
                  <a:lnTo>
                    <a:pt x="1248595" y="2769043"/>
                  </a:lnTo>
                  <a:lnTo>
                    <a:pt x="1237447" y="2769043"/>
                  </a:lnTo>
                  <a:lnTo>
                    <a:pt x="1226298" y="2769043"/>
                  </a:lnTo>
                  <a:lnTo>
                    <a:pt x="1215150" y="2769043"/>
                  </a:lnTo>
                  <a:lnTo>
                    <a:pt x="1204002" y="2769043"/>
                  </a:lnTo>
                  <a:lnTo>
                    <a:pt x="1192854" y="2769043"/>
                  </a:lnTo>
                  <a:lnTo>
                    <a:pt x="1181706" y="2769043"/>
                  </a:lnTo>
                  <a:lnTo>
                    <a:pt x="1170557" y="2769043"/>
                  </a:lnTo>
                  <a:lnTo>
                    <a:pt x="1159409" y="2769043"/>
                  </a:lnTo>
                  <a:lnTo>
                    <a:pt x="1148261" y="2769043"/>
                  </a:lnTo>
                  <a:lnTo>
                    <a:pt x="1137113" y="2769043"/>
                  </a:lnTo>
                  <a:lnTo>
                    <a:pt x="1125965" y="2769043"/>
                  </a:lnTo>
                  <a:lnTo>
                    <a:pt x="1114817" y="2769043"/>
                  </a:lnTo>
                  <a:lnTo>
                    <a:pt x="1103668" y="2769043"/>
                  </a:lnTo>
                  <a:lnTo>
                    <a:pt x="1092520" y="2769043"/>
                  </a:lnTo>
                  <a:lnTo>
                    <a:pt x="1081372" y="2769043"/>
                  </a:lnTo>
                  <a:lnTo>
                    <a:pt x="1070224" y="2769043"/>
                  </a:lnTo>
                  <a:lnTo>
                    <a:pt x="1059076" y="2769043"/>
                  </a:lnTo>
                  <a:lnTo>
                    <a:pt x="1047928" y="2769043"/>
                  </a:lnTo>
                  <a:lnTo>
                    <a:pt x="1036779" y="2769043"/>
                  </a:lnTo>
                  <a:lnTo>
                    <a:pt x="1025631" y="2769043"/>
                  </a:lnTo>
                  <a:lnTo>
                    <a:pt x="1014483" y="2769043"/>
                  </a:lnTo>
                  <a:lnTo>
                    <a:pt x="1003335" y="2769043"/>
                  </a:lnTo>
                  <a:lnTo>
                    <a:pt x="992187" y="2769043"/>
                  </a:lnTo>
                  <a:lnTo>
                    <a:pt x="981039" y="2769043"/>
                  </a:lnTo>
                  <a:lnTo>
                    <a:pt x="969890" y="2769043"/>
                  </a:lnTo>
                  <a:lnTo>
                    <a:pt x="958742" y="2769043"/>
                  </a:lnTo>
                  <a:lnTo>
                    <a:pt x="947594" y="2769043"/>
                  </a:lnTo>
                  <a:lnTo>
                    <a:pt x="936446" y="2769043"/>
                  </a:lnTo>
                  <a:lnTo>
                    <a:pt x="925298" y="2769043"/>
                  </a:lnTo>
                  <a:lnTo>
                    <a:pt x="914150" y="2769043"/>
                  </a:lnTo>
                  <a:lnTo>
                    <a:pt x="903001" y="2769043"/>
                  </a:lnTo>
                  <a:lnTo>
                    <a:pt x="891853" y="2769043"/>
                  </a:lnTo>
                  <a:lnTo>
                    <a:pt x="880705" y="2769043"/>
                  </a:lnTo>
                  <a:lnTo>
                    <a:pt x="869557" y="2769043"/>
                  </a:lnTo>
                  <a:lnTo>
                    <a:pt x="858409" y="2769043"/>
                  </a:lnTo>
                  <a:lnTo>
                    <a:pt x="847261" y="2769043"/>
                  </a:lnTo>
                  <a:lnTo>
                    <a:pt x="836112" y="2769043"/>
                  </a:lnTo>
                  <a:lnTo>
                    <a:pt x="824964" y="2769043"/>
                  </a:lnTo>
                  <a:lnTo>
                    <a:pt x="813816" y="2769043"/>
                  </a:lnTo>
                  <a:lnTo>
                    <a:pt x="802668" y="2769043"/>
                  </a:lnTo>
                  <a:lnTo>
                    <a:pt x="791520" y="2769043"/>
                  </a:lnTo>
                  <a:lnTo>
                    <a:pt x="780371" y="2769043"/>
                  </a:lnTo>
                  <a:lnTo>
                    <a:pt x="769223" y="2769043"/>
                  </a:lnTo>
                  <a:lnTo>
                    <a:pt x="758075" y="2769043"/>
                  </a:lnTo>
                  <a:lnTo>
                    <a:pt x="746927" y="2769043"/>
                  </a:lnTo>
                  <a:lnTo>
                    <a:pt x="735779" y="2769043"/>
                  </a:lnTo>
                  <a:lnTo>
                    <a:pt x="724631" y="2769043"/>
                  </a:lnTo>
                  <a:lnTo>
                    <a:pt x="713482" y="2769043"/>
                  </a:lnTo>
                  <a:lnTo>
                    <a:pt x="702334" y="2769043"/>
                  </a:lnTo>
                  <a:lnTo>
                    <a:pt x="691186" y="2769043"/>
                  </a:lnTo>
                  <a:lnTo>
                    <a:pt x="680038" y="2769043"/>
                  </a:lnTo>
                  <a:lnTo>
                    <a:pt x="668890" y="2769043"/>
                  </a:lnTo>
                  <a:lnTo>
                    <a:pt x="657742" y="2769043"/>
                  </a:lnTo>
                  <a:lnTo>
                    <a:pt x="646593" y="2769043"/>
                  </a:lnTo>
                  <a:lnTo>
                    <a:pt x="635445" y="2769043"/>
                  </a:lnTo>
                  <a:lnTo>
                    <a:pt x="624297" y="2769043"/>
                  </a:lnTo>
                  <a:lnTo>
                    <a:pt x="613149" y="2769043"/>
                  </a:lnTo>
                  <a:lnTo>
                    <a:pt x="602001" y="2769043"/>
                  </a:lnTo>
                  <a:lnTo>
                    <a:pt x="590853" y="2769043"/>
                  </a:lnTo>
                  <a:lnTo>
                    <a:pt x="579704" y="2769043"/>
                  </a:lnTo>
                  <a:lnTo>
                    <a:pt x="568556" y="2769043"/>
                  </a:lnTo>
                  <a:lnTo>
                    <a:pt x="557408" y="2769043"/>
                  </a:lnTo>
                  <a:lnTo>
                    <a:pt x="546260" y="2769043"/>
                  </a:lnTo>
                  <a:lnTo>
                    <a:pt x="535112" y="2769043"/>
                  </a:lnTo>
                  <a:lnTo>
                    <a:pt x="523964" y="2769043"/>
                  </a:lnTo>
                  <a:lnTo>
                    <a:pt x="512815" y="2769043"/>
                  </a:lnTo>
                  <a:lnTo>
                    <a:pt x="501667" y="2769043"/>
                  </a:lnTo>
                  <a:lnTo>
                    <a:pt x="490519" y="2769043"/>
                  </a:lnTo>
                  <a:lnTo>
                    <a:pt x="479371" y="2769043"/>
                  </a:lnTo>
                  <a:lnTo>
                    <a:pt x="468223" y="2769043"/>
                  </a:lnTo>
                  <a:lnTo>
                    <a:pt x="457075" y="2769043"/>
                  </a:lnTo>
                  <a:lnTo>
                    <a:pt x="445926" y="2769043"/>
                  </a:lnTo>
                  <a:lnTo>
                    <a:pt x="434778" y="2769043"/>
                  </a:lnTo>
                  <a:lnTo>
                    <a:pt x="423630" y="2769043"/>
                  </a:lnTo>
                  <a:lnTo>
                    <a:pt x="412482" y="2769043"/>
                  </a:lnTo>
                  <a:lnTo>
                    <a:pt x="401334" y="2769043"/>
                  </a:lnTo>
                  <a:lnTo>
                    <a:pt x="390185" y="2769043"/>
                  </a:lnTo>
                  <a:lnTo>
                    <a:pt x="379037" y="2769043"/>
                  </a:lnTo>
                  <a:lnTo>
                    <a:pt x="367889" y="2769043"/>
                  </a:lnTo>
                  <a:lnTo>
                    <a:pt x="356741" y="2769043"/>
                  </a:lnTo>
                  <a:lnTo>
                    <a:pt x="345593" y="2769043"/>
                  </a:lnTo>
                  <a:lnTo>
                    <a:pt x="334445" y="2769043"/>
                  </a:lnTo>
                  <a:lnTo>
                    <a:pt x="323296" y="2769043"/>
                  </a:lnTo>
                  <a:lnTo>
                    <a:pt x="312148" y="2769043"/>
                  </a:lnTo>
                  <a:lnTo>
                    <a:pt x="301000" y="2769043"/>
                  </a:lnTo>
                  <a:lnTo>
                    <a:pt x="289852" y="2769043"/>
                  </a:lnTo>
                  <a:lnTo>
                    <a:pt x="278704" y="2769043"/>
                  </a:lnTo>
                  <a:lnTo>
                    <a:pt x="267556" y="2769043"/>
                  </a:lnTo>
                  <a:lnTo>
                    <a:pt x="256407" y="2769043"/>
                  </a:lnTo>
                  <a:lnTo>
                    <a:pt x="245259" y="2769043"/>
                  </a:lnTo>
                  <a:lnTo>
                    <a:pt x="234111" y="2769043"/>
                  </a:lnTo>
                  <a:lnTo>
                    <a:pt x="222963" y="2769043"/>
                  </a:lnTo>
                  <a:lnTo>
                    <a:pt x="211815" y="2769043"/>
                  </a:lnTo>
                  <a:lnTo>
                    <a:pt x="200667" y="2769043"/>
                  </a:lnTo>
                  <a:lnTo>
                    <a:pt x="189518" y="2769043"/>
                  </a:lnTo>
                  <a:lnTo>
                    <a:pt x="178370" y="2769043"/>
                  </a:lnTo>
                  <a:lnTo>
                    <a:pt x="167222" y="2769043"/>
                  </a:lnTo>
                  <a:lnTo>
                    <a:pt x="156074" y="2769043"/>
                  </a:lnTo>
                  <a:lnTo>
                    <a:pt x="144926" y="2769043"/>
                  </a:lnTo>
                  <a:lnTo>
                    <a:pt x="133778" y="2769043"/>
                  </a:lnTo>
                  <a:lnTo>
                    <a:pt x="122629" y="2769043"/>
                  </a:lnTo>
                  <a:lnTo>
                    <a:pt x="111481" y="2769043"/>
                  </a:lnTo>
                  <a:lnTo>
                    <a:pt x="100333" y="2769043"/>
                  </a:lnTo>
                  <a:lnTo>
                    <a:pt x="89185" y="2769043"/>
                  </a:lnTo>
                  <a:lnTo>
                    <a:pt x="78037" y="2769043"/>
                  </a:lnTo>
                  <a:lnTo>
                    <a:pt x="66889" y="2769043"/>
                  </a:lnTo>
                  <a:lnTo>
                    <a:pt x="55740" y="2769043"/>
                  </a:lnTo>
                  <a:lnTo>
                    <a:pt x="44592" y="2769043"/>
                  </a:lnTo>
                  <a:lnTo>
                    <a:pt x="33444" y="2769043"/>
                  </a:lnTo>
                  <a:lnTo>
                    <a:pt x="22296" y="2769043"/>
                  </a:lnTo>
                  <a:lnTo>
                    <a:pt x="11148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06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718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7544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4697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1850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59003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6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1.06   |   Age &lt; 70: N = 603, median = 0.97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2026-07-07T08:46:16Z</dcterms:modified>
  <cp:category/>
</cp:coreProperties>
</file>