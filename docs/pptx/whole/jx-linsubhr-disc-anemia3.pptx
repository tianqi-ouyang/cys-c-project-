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01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31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19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12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5537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015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424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6833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754632"/>
              <a:ext cx="7090630" cy="2344645"/>
            </a:xfrm>
            <a:custGeom>
              <a:avLst/>
              <a:pathLst>
                <a:path w="7090630" h="2344645">
                  <a:moveTo>
                    <a:pt x="0" y="0"/>
                  </a:moveTo>
                  <a:lnTo>
                    <a:pt x="71622" y="50815"/>
                  </a:lnTo>
                  <a:lnTo>
                    <a:pt x="143245" y="100710"/>
                  </a:lnTo>
                  <a:lnTo>
                    <a:pt x="214867" y="149700"/>
                  </a:lnTo>
                  <a:lnTo>
                    <a:pt x="286490" y="197801"/>
                  </a:lnTo>
                  <a:lnTo>
                    <a:pt x="358112" y="245031"/>
                  </a:lnTo>
                  <a:lnTo>
                    <a:pt x="429735" y="291404"/>
                  </a:lnTo>
                  <a:lnTo>
                    <a:pt x="501357" y="336936"/>
                  </a:lnTo>
                  <a:lnTo>
                    <a:pt x="572980" y="381643"/>
                  </a:lnTo>
                  <a:lnTo>
                    <a:pt x="644602" y="425539"/>
                  </a:lnTo>
                  <a:lnTo>
                    <a:pt x="716225" y="468639"/>
                  </a:lnTo>
                  <a:lnTo>
                    <a:pt x="787847" y="510958"/>
                  </a:lnTo>
                  <a:lnTo>
                    <a:pt x="859470" y="552509"/>
                  </a:lnTo>
                  <a:lnTo>
                    <a:pt x="931092" y="593307"/>
                  </a:lnTo>
                  <a:lnTo>
                    <a:pt x="1002715" y="633366"/>
                  </a:lnTo>
                  <a:lnTo>
                    <a:pt x="1074337" y="672698"/>
                  </a:lnTo>
                  <a:lnTo>
                    <a:pt x="1145960" y="711317"/>
                  </a:lnTo>
                  <a:lnTo>
                    <a:pt x="1217582" y="749235"/>
                  </a:lnTo>
                  <a:lnTo>
                    <a:pt x="1289205" y="786466"/>
                  </a:lnTo>
                  <a:lnTo>
                    <a:pt x="1360827" y="823022"/>
                  </a:lnTo>
                  <a:lnTo>
                    <a:pt x="1432450" y="858915"/>
                  </a:lnTo>
                  <a:lnTo>
                    <a:pt x="1504073" y="894158"/>
                  </a:lnTo>
                  <a:lnTo>
                    <a:pt x="1575695" y="928761"/>
                  </a:lnTo>
                  <a:lnTo>
                    <a:pt x="1647318" y="962737"/>
                  </a:lnTo>
                  <a:lnTo>
                    <a:pt x="1718940" y="996097"/>
                  </a:lnTo>
                  <a:lnTo>
                    <a:pt x="1790563" y="1028852"/>
                  </a:lnTo>
                  <a:lnTo>
                    <a:pt x="1862185" y="1061013"/>
                  </a:lnTo>
                  <a:lnTo>
                    <a:pt x="1933808" y="1092591"/>
                  </a:lnTo>
                  <a:lnTo>
                    <a:pt x="2005430" y="1123597"/>
                  </a:lnTo>
                  <a:lnTo>
                    <a:pt x="2077053" y="1154040"/>
                  </a:lnTo>
                  <a:lnTo>
                    <a:pt x="2148675" y="1183932"/>
                  </a:lnTo>
                  <a:lnTo>
                    <a:pt x="2220298" y="1213281"/>
                  </a:lnTo>
                  <a:lnTo>
                    <a:pt x="2291920" y="1242098"/>
                  </a:lnTo>
                  <a:lnTo>
                    <a:pt x="2363543" y="1270393"/>
                  </a:lnTo>
                  <a:lnTo>
                    <a:pt x="2435165" y="1298174"/>
                  </a:lnTo>
                  <a:lnTo>
                    <a:pt x="2506788" y="1325452"/>
                  </a:lnTo>
                  <a:lnTo>
                    <a:pt x="2578410" y="1352236"/>
                  </a:lnTo>
                  <a:lnTo>
                    <a:pt x="2650033" y="1378533"/>
                  </a:lnTo>
                  <a:lnTo>
                    <a:pt x="2721655" y="1404354"/>
                  </a:lnTo>
                  <a:lnTo>
                    <a:pt x="2793278" y="1429707"/>
                  </a:lnTo>
                  <a:lnTo>
                    <a:pt x="2864901" y="1454600"/>
                  </a:lnTo>
                  <a:lnTo>
                    <a:pt x="2936523" y="1479042"/>
                  </a:lnTo>
                  <a:lnTo>
                    <a:pt x="3008146" y="1503040"/>
                  </a:lnTo>
                  <a:lnTo>
                    <a:pt x="3079768" y="1526604"/>
                  </a:lnTo>
                  <a:lnTo>
                    <a:pt x="3151391" y="1549740"/>
                  </a:lnTo>
                  <a:lnTo>
                    <a:pt x="3223013" y="1572456"/>
                  </a:lnTo>
                  <a:lnTo>
                    <a:pt x="3294636" y="1594761"/>
                  </a:lnTo>
                  <a:lnTo>
                    <a:pt x="3366258" y="1616662"/>
                  </a:lnTo>
                  <a:lnTo>
                    <a:pt x="3437881" y="1638165"/>
                  </a:lnTo>
                  <a:lnTo>
                    <a:pt x="3509503" y="1659278"/>
                  </a:lnTo>
                  <a:lnTo>
                    <a:pt x="3581126" y="1680009"/>
                  </a:lnTo>
                  <a:lnTo>
                    <a:pt x="3652748" y="1700363"/>
                  </a:lnTo>
                  <a:lnTo>
                    <a:pt x="3724371" y="1720349"/>
                  </a:lnTo>
                  <a:lnTo>
                    <a:pt x="3795993" y="1739972"/>
                  </a:lnTo>
                  <a:lnTo>
                    <a:pt x="3867616" y="1759240"/>
                  </a:lnTo>
                  <a:lnTo>
                    <a:pt x="3939238" y="1778158"/>
                  </a:lnTo>
                  <a:lnTo>
                    <a:pt x="4010861" y="1796733"/>
                  </a:lnTo>
                  <a:lnTo>
                    <a:pt x="4082483" y="1814971"/>
                  </a:lnTo>
                  <a:lnTo>
                    <a:pt x="4154106" y="1832879"/>
                  </a:lnTo>
                  <a:lnTo>
                    <a:pt x="4225729" y="1850462"/>
                  </a:lnTo>
                  <a:lnTo>
                    <a:pt x="4297351" y="1867726"/>
                  </a:lnTo>
                  <a:lnTo>
                    <a:pt x="4368974" y="1884677"/>
                  </a:lnTo>
                  <a:lnTo>
                    <a:pt x="4440596" y="1901320"/>
                  </a:lnTo>
                  <a:lnTo>
                    <a:pt x="4512219" y="1917662"/>
                  </a:lnTo>
                  <a:lnTo>
                    <a:pt x="4583841" y="1933708"/>
                  </a:lnTo>
                  <a:lnTo>
                    <a:pt x="4655464" y="1949463"/>
                  </a:lnTo>
                  <a:lnTo>
                    <a:pt x="4727086" y="1964932"/>
                  </a:lnTo>
                  <a:lnTo>
                    <a:pt x="4798709" y="1974243"/>
                  </a:lnTo>
                  <a:lnTo>
                    <a:pt x="4870331" y="1976601"/>
                  </a:lnTo>
                  <a:lnTo>
                    <a:pt x="4941954" y="1978953"/>
                  </a:lnTo>
                  <a:lnTo>
                    <a:pt x="5013576" y="1981298"/>
                  </a:lnTo>
                  <a:lnTo>
                    <a:pt x="5085199" y="1983636"/>
                  </a:lnTo>
                  <a:lnTo>
                    <a:pt x="5156821" y="1985968"/>
                  </a:lnTo>
                  <a:lnTo>
                    <a:pt x="5228444" y="1988293"/>
                  </a:lnTo>
                  <a:lnTo>
                    <a:pt x="5300066" y="1990611"/>
                  </a:lnTo>
                  <a:lnTo>
                    <a:pt x="5371689" y="1992923"/>
                  </a:lnTo>
                  <a:lnTo>
                    <a:pt x="5443311" y="1995228"/>
                  </a:lnTo>
                  <a:lnTo>
                    <a:pt x="5514934" y="1997527"/>
                  </a:lnTo>
                  <a:lnTo>
                    <a:pt x="5586557" y="1999819"/>
                  </a:lnTo>
                  <a:lnTo>
                    <a:pt x="5658179" y="2002104"/>
                  </a:lnTo>
                  <a:lnTo>
                    <a:pt x="5729802" y="2004384"/>
                  </a:lnTo>
                  <a:lnTo>
                    <a:pt x="5801424" y="2006656"/>
                  </a:lnTo>
                  <a:lnTo>
                    <a:pt x="5873047" y="2008922"/>
                  </a:lnTo>
                  <a:lnTo>
                    <a:pt x="5944669" y="2011182"/>
                  </a:lnTo>
                  <a:lnTo>
                    <a:pt x="6016292" y="2013435"/>
                  </a:lnTo>
                  <a:lnTo>
                    <a:pt x="6087914" y="2015682"/>
                  </a:lnTo>
                  <a:lnTo>
                    <a:pt x="6159537" y="2017922"/>
                  </a:lnTo>
                  <a:lnTo>
                    <a:pt x="6231159" y="2020156"/>
                  </a:lnTo>
                  <a:lnTo>
                    <a:pt x="6302782" y="2022384"/>
                  </a:lnTo>
                  <a:lnTo>
                    <a:pt x="6374404" y="2024605"/>
                  </a:lnTo>
                  <a:lnTo>
                    <a:pt x="6446027" y="2026820"/>
                  </a:lnTo>
                  <a:lnTo>
                    <a:pt x="6517649" y="2029029"/>
                  </a:lnTo>
                  <a:lnTo>
                    <a:pt x="6589272" y="2031231"/>
                  </a:lnTo>
                  <a:lnTo>
                    <a:pt x="6660894" y="2033428"/>
                  </a:lnTo>
                  <a:lnTo>
                    <a:pt x="6732517" y="2035617"/>
                  </a:lnTo>
                  <a:lnTo>
                    <a:pt x="6804139" y="2037801"/>
                  </a:lnTo>
                  <a:lnTo>
                    <a:pt x="6875762" y="2039978"/>
                  </a:lnTo>
                  <a:lnTo>
                    <a:pt x="6947385" y="2042150"/>
                  </a:lnTo>
                  <a:lnTo>
                    <a:pt x="7019007" y="2044315"/>
                  </a:lnTo>
                  <a:lnTo>
                    <a:pt x="7090630" y="2046474"/>
                  </a:lnTo>
                  <a:lnTo>
                    <a:pt x="7090630" y="2344645"/>
                  </a:lnTo>
                  <a:lnTo>
                    <a:pt x="7019007" y="2336187"/>
                  </a:lnTo>
                  <a:lnTo>
                    <a:pt x="6947385" y="2327574"/>
                  </a:lnTo>
                  <a:lnTo>
                    <a:pt x="6875762" y="2318802"/>
                  </a:lnTo>
                  <a:lnTo>
                    <a:pt x="6804139" y="2309867"/>
                  </a:lnTo>
                  <a:lnTo>
                    <a:pt x="6732517" y="2300768"/>
                  </a:lnTo>
                  <a:lnTo>
                    <a:pt x="6660894" y="2291501"/>
                  </a:lnTo>
                  <a:lnTo>
                    <a:pt x="6589272" y="2282062"/>
                  </a:lnTo>
                  <a:lnTo>
                    <a:pt x="6517649" y="2272450"/>
                  </a:lnTo>
                  <a:lnTo>
                    <a:pt x="6446027" y="2262659"/>
                  </a:lnTo>
                  <a:lnTo>
                    <a:pt x="6374404" y="2252688"/>
                  </a:lnTo>
                  <a:lnTo>
                    <a:pt x="6302782" y="2242533"/>
                  </a:lnTo>
                  <a:lnTo>
                    <a:pt x="6231159" y="2232190"/>
                  </a:lnTo>
                  <a:lnTo>
                    <a:pt x="6159537" y="2221657"/>
                  </a:lnTo>
                  <a:lnTo>
                    <a:pt x="6087914" y="2210928"/>
                  </a:lnTo>
                  <a:lnTo>
                    <a:pt x="6016292" y="2200002"/>
                  </a:lnTo>
                  <a:lnTo>
                    <a:pt x="5944669" y="2188874"/>
                  </a:lnTo>
                  <a:lnTo>
                    <a:pt x="5873047" y="2177540"/>
                  </a:lnTo>
                  <a:lnTo>
                    <a:pt x="5801424" y="2165997"/>
                  </a:lnTo>
                  <a:lnTo>
                    <a:pt x="5729802" y="2154241"/>
                  </a:lnTo>
                  <a:lnTo>
                    <a:pt x="5658179" y="2142268"/>
                  </a:lnTo>
                  <a:lnTo>
                    <a:pt x="5586557" y="2130074"/>
                  </a:lnTo>
                  <a:lnTo>
                    <a:pt x="5514934" y="2117654"/>
                  </a:lnTo>
                  <a:lnTo>
                    <a:pt x="5443311" y="2105005"/>
                  </a:lnTo>
                  <a:lnTo>
                    <a:pt x="5371689" y="2092123"/>
                  </a:lnTo>
                  <a:lnTo>
                    <a:pt x="5300066" y="2079003"/>
                  </a:lnTo>
                  <a:lnTo>
                    <a:pt x="5228444" y="2065640"/>
                  </a:lnTo>
                  <a:lnTo>
                    <a:pt x="5156821" y="2052031"/>
                  </a:lnTo>
                  <a:lnTo>
                    <a:pt x="5085199" y="2038170"/>
                  </a:lnTo>
                  <a:lnTo>
                    <a:pt x="5013576" y="2024054"/>
                  </a:lnTo>
                  <a:lnTo>
                    <a:pt x="4941954" y="2009676"/>
                  </a:lnTo>
                  <a:lnTo>
                    <a:pt x="4870331" y="1995034"/>
                  </a:lnTo>
                  <a:lnTo>
                    <a:pt x="4798709" y="1980120"/>
                  </a:lnTo>
                  <a:lnTo>
                    <a:pt x="4727086" y="1971878"/>
                  </a:lnTo>
                  <a:lnTo>
                    <a:pt x="4655464" y="1969506"/>
                  </a:lnTo>
                  <a:lnTo>
                    <a:pt x="4583841" y="1967127"/>
                  </a:lnTo>
                  <a:lnTo>
                    <a:pt x="4512219" y="1964742"/>
                  </a:lnTo>
                  <a:lnTo>
                    <a:pt x="4440596" y="1962350"/>
                  </a:lnTo>
                  <a:lnTo>
                    <a:pt x="4368974" y="1959950"/>
                  </a:lnTo>
                  <a:lnTo>
                    <a:pt x="4297351" y="1957545"/>
                  </a:lnTo>
                  <a:lnTo>
                    <a:pt x="4225729" y="1955132"/>
                  </a:lnTo>
                  <a:lnTo>
                    <a:pt x="4154106" y="1952712"/>
                  </a:lnTo>
                  <a:lnTo>
                    <a:pt x="4082483" y="1950286"/>
                  </a:lnTo>
                  <a:lnTo>
                    <a:pt x="4010861" y="1947852"/>
                  </a:lnTo>
                  <a:lnTo>
                    <a:pt x="3939238" y="1945412"/>
                  </a:lnTo>
                  <a:lnTo>
                    <a:pt x="3867616" y="1942964"/>
                  </a:lnTo>
                  <a:lnTo>
                    <a:pt x="3795993" y="1940510"/>
                  </a:lnTo>
                  <a:lnTo>
                    <a:pt x="3724371" y="1938048"/>
                  </a:lnTo>
                  <a:lnTo>
                    <a:pt x="3652748" y="1935580"/>
                  </a:lnTo>
                  <a:lnTo>
                    <a:pt x="3581126" y="1933104"/>
                  </a:lnTo>
                  <a:lnTo>
                    <a:pt x="3509503" y="1930622"/>
                  </a:lnTo>
                  <a:lnTo>
                    <a:pt x="3437881" y="1928132"/>
                  </a:lnTo>
                  <a:lnTo>
                    <a:pt x="3366258" y="1925635"/>
                  </a:lnTo>
                  <a:lnTo>
                    <a:pt x="3294636" y="1923131"/>
                  </a:lnTo>
                  <a:lnTo>
                    <a:pt x="3223013" y="1920620"/>
                  </a:lnTo>
                  <a:lnTo>
                    <a:pt x="3151391" y="1918102"/>
                  </a:lnTo>
                  <a:lnTo>
                    <a:pt x="3079768" y="1915577"/>
                  </a:lnTo>
                  <a:lnTo>
                    <a:pt x="3008146" y="1913044"/>
                  </a:lnTo>
                  <a:lnTo>
                    <a:pt x="2936523" y="1910504"/>
                  </a:lnTo>
                  <a:lnTo>
                    <a:pt x="2864901" y="1907957"/>
                  </a:lnTo>
                  <a:lnTo>
                    <a:pt x="2793278" y="1905403"/>
                  </a:lnTo>
                  <a:lnTo>
                    <a:pt x="2721655" y="1902841"/>
                  </a:lnTo>
                  <a:lnTo>
                    <a:pt x="2650033" y="1900272"/>
                  </a:lnTo>
                  <a:lnTo>
                    <a:pt x="2578410" y="1897696"/>
                  </a:lnTo>
                  <a:lnTo>
                    <a:pt x="2506788" y="1895112"/>
                  </a:lnTo>
                  <a:lnTo>
                    <a:pt x="2435165" y="1892521"/>
                  </a:lnTo>
                  <a:lnTo>
                    <a:pt x="2363543" y="1889923"/>
                  </a:lnTo>
                  <a:lnTo>
                    <a:pt x="2291920" y="1887317"/>
                  </a:lnTo>
                  <a:lnTo>
                    <a:pt x="2220298" y="1884704"/>
                  </a:lnTo>
                  <a:lnTo>
                    <a:pt x="2148675" y="1882083"/>
                  </a:lnTo>
                  <a:lnTo>
                    <a:pt x="2077053" y="1879455"/>
                  </a:lnTo>
                  <a:lnTo>
                    <a:pt x="2005430" y="1876819"/>
                  </a:lnTo>
                  <a:lnTo>
                    <a:pt x="1933808" y="1874176"/>
                  </a:lnTo>
                  <a:lnTo>
                    <a:pt x="1862185" y="1871525"/>
                  </a:lnTo>
                  <a:lnTo>
                    <a:pt x="1790563" y="1868866"/>
                  </a:lnTo>
                  <a:lnTo>
                    <a:pt x="1718940" y="1866200"/>
                  </a:lnTo>
                  <a:lnTo>
                    <a:pt x="1647318" y="1863527"/>
                  </a:lnTo>
                  <a:lnTo>
                    <a:pt x="1575695" y="1860846"/>
                  </a:lnTo>
                  <a:lnTo>
                    <a:pt x="1504073" y="1858157"/>
                  </a:lnTo>
                  <a:lnTo>
                    <a:pt x="1432450" y="1855460"/>
                  </a:lnTo>
                  <a:lnTo>
                    <a:pt x="1360827" y="1852756"/>
                  </a:lnTo>
                  <a:lnTo>
                    <a:pt x="1289205" y="1850044"/>
                  </a:lnTo>
                  <a:lnTo>
                    <a:pt x="1217582" y="1847324"/>
                  </a:lnTo>
                  <a:lnTo>
                    <a:pt x="1145960" y="1844597"/>
                  </a:lnTo>
                  <a:lnTo>
                    <a:pt x="1074337" y="1841861"/>
                  </a:lnTo>
                  <a:lnTo>
                    <a:pt x="1002715" y="1839118"/>
                  </a:lnTo>
                  <a:lnTo>
                    <a:pt x="931092" y="1836367"/>
                  </a:lnTo>
                  <a:lnTo>
                    <a:pt x="859470" y="1833609"/>
                  </a:lnTo>
                  <a:lnTo>
                    <a:pt x="787847" y="1830842"/>
                  </a:lnTo>
                  <a:lnTo>
                    <a:pt x="716225" y="1828067"/>
                  </a:lnTo>
                  <a:lnTo>
                    <a:pt x="644602" y="1825285"/>
                  </a:lnTo>
                  <a:lnTo>
                    <a:pt x="572980" y="1822495"/>
                  </a:lnTo>
                  <a:lnTo>
                    <a:pt x="501357" y="1819696"/>
                  </a:lnTo>
                  <a:lnTo>
                    <a:pt x="429735" y="1816890"/>
                  </a:lnTo>
                  <a:lnTo>
                    <a:pt x="358112" y="1814075"/>
                  </a:lnTo>
                  <a:lnTo>
                    <a:pt x="286490" y="1811253"/>
                  </a:lnTo>
                  <a:lnTo>
                    <a:pt x="214867" y="1808423"/>
                  </a:lnTo>
                  <a:lnTo>
                    <a:pt x="143245" y="1805584"/>
                  </a:lnTo>
                  <a:lnTo>
                    <a:pt x="71622" y="1802737"/>
                  </a:lnTo>
                  <a:lnTo>
                    <a:pt x="0" y="179988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754632"/>
              <a:ext cx="7090630" cy="2046474"/>
            </a:xfrm>
            <a:custGeom>
              <a:avLst/>
              <a:pathLst>
                <a:path w="7090630" h="2046474">
                  <a:moveTo>
                    <a:pt x="0" y="0"/>
                  </a:moveTo>
                  <a:lnTo>
                    <a:pt x="71622" y="50815"/>
                  </a:lnTo>
                  <a:lnTo>
                    <a:pt x="143245" y="100710"/>
                  </a:lnTo>
                  <a:lnTo>
                    <a:pt x="214867" y="149700"/>
                  </a:lnTo>
                  <a:lnTo>
                    <a:pt x="286490" y="197801"/>
                  </a:lnTo>
                  <a:lnTo>
                    <a:pt x="358112" y="245031"/>
                  </a:lnTo>
                  <a:lnTo>
                    <a:pt x="429735" y="291404"/>
                  </a:lnTo>
                  <a:lnTo>
                    <a:pt x="501357" y="336936"/>
                  </a:lnTo>
                  <a:lnTo>
                    <a:pt x="572980" y="381643"/>
                  </a:lnTo>
                  <a:lnTo>
                    <a:pt x="644602" y="425539"/>
                  </a:lnTo>
                  <a:lnTo>
                    <a:pt x="716225" y="468639"/>
                  </a:lnTo>
                  <a:lnTo>
                    <a:pt x="787847" y="510958"/>
                  </a:lnTo>
                  <a:lnTo>
                    <a:pt x="859470" y="552509"/>
                  </a:lnTo>
                  <a:lnTo>
                    <a:pt x="931092" y="593307"/>
                  </a:lnTo>
                  <a:lnTo>
                    <a:pt x="1002715" y="633366"/>
                  </a:lnTo>
                  <a:lnTo>
                    <a:pt x="1074337" y="672698"/>
                  </a:lnTo>
                  <a:lnTo>
                    <a:pt x="1145960" y="711317"/>
                  </a:lnTo>
                  <a:lnTo>
                    <a:pt x="1217582" y="749235"/>
                  </a:lnTo>
                  <a:lnTo>
                    <a:pt x="1289205" y="786466"/>
                  </a:lnTo>
                  <a:lnTo>
                    <a:pt x="1360827" y="823022"/>
                  </a:lnTo>
                  <a:lnTo>
                    <a:pt x="1432450" y="858915"/>
                  </a:lnTo>
                  <a:lnTo>
                    <a:pt x="1504073" y="894158"/>
                  </a:lnTo>
                  <a:lnTo>
                    <a:pt x="1575695" y="928761"/>
                  </a:lnTo>
                  <a:lnTo>
                    <a:pt x="1647318" y="962737"/>
                  </a:lnTo>
                  <a:lnTo>
                    <a:pt x="1718940" y="996097"/>
                  </a:lnTo>
                  <a:lnTo>
                    <a:pt x="1790563" y="1028852"/>
                  </a:lnTo>
                  <a:lnTo>
                    <a:pt x="1862185" y="1061013"/>
                  </a:lnTo>
                  <a:lnTo>
                    <a:pt x="1933808" y="1092591"/>
                  </a:lnTo>
                  <a:lnTo>
                    <a:pt x="2005430" y="1123597"/>
                  </a:lnTo>
                  <a:lnTo>
                    <a:pt x="2077053" y="1154040"/>
                  </a:lnTo>
                  <a:lnTo>
                    <a:pt x="2148675" y="1183932"/>
                  </a:lnTo>
                  <a:lnTo>
                    <a:pt x="2220298" y="1213281"/>
                  </a:lnTo>
                  <a:lnTo>
                    <a:pt x="2291920" y="1242098"/>
                  </a:lnTo>
                  <a:lnTo>
                    <a:pt x="2363543" y="1270393"/>
                  </a:lnTo>
                  <a:lnTo>
                    <a:pt x="2435165" y="1298174"/>
                  </a:lnTo>
                  <a:lnTo>
                    <a:pt x="2506788" y="1325452"/>
                  </a:lnTo>
                  <a:lnTo>
                    <a:pt x="2578410" y="1352236"/>
                  </a:lnTo>
                  <a:lnTo>
                    <a:pt x="2650033" y="1378533"/>
                  </a:lnTo>
                  <a:lnTo>
                    <a:pt x="2721655" y="1404354"/>
                  </a:lnTo>
                  <a:lnTo>
                    <a:pt x="2793278" y="1429707"/>
                  </a:lnTo>
                  <a:lnTo>
                    <a:pt x="2864901" y="1454600"/>
                  </a:lnTo>
                  <a:lnTo>
                    <a:pt x="2936523" y="1479042"/>
                  </a:lnTo>
                  <a:lnTo>
                    <a:pt x="3008146" y="1503040"/>
                  </a:lnTo>
                  <a:lnTo>
                    <a:pt x="3079768" y="1526604"/>
                  </a:lnTo>
                  <a:lnTo>
                    <a:pt x="3151391" y="1549740"/>
                  </a:lnTo>
                  <a:lnTo>
                    <a:pt x="3223013" y="1572456"/>
                  </a:lnTo>
                  <a:lnTo>
                    <a:pt x="3294636" y="1594761"/>
                  </a:lnTo>
                  <a:lnTo>
                    <a:pt x="3366258" y="1616662"/>
                  </a:lnTo>
                  <a:lnTo>
                    <a:pt x="3437881" y="1638165"/>
                  </a:lnTo>
                  <a:lnTo>
                    <a:pt x="3509503" y="1659278"/>
                  </a:lnTo>
                  <a:lnTo>
                    <a:pt x="3581126" y="1680009"/>
                  </a:lnTo>
                  <a:lnTo>
                    <a:pt x="3652748" y="1700363"/>
                  </a:lnTo>
                  <a:lnTo>
                    <a:pt x="3724371" y="1720349"/>
                  </a:lnTo>
                  <a:lnTo>
                    <a:pt x="3795993" y="1739972"/>
                  </a:lnTo>
                  <a:lnTo>
                    <a:pt x="3867616" y="1759240"/>
                  </a:lnTo>
                  <a:lnTo>
                    <a:pt x="3939238" y="1778158"/>
                  </a:lnTo>
                  <a:lnTo>
                    <a:pt x="4010861" y="1796733"/>
                  </a:lnTo>
                  <a:lnTo>
                    <a:pt x="4082483" y="1814971"/>
                  </a:lnTo>
                  <a:lnTo>
                    <a:pt x="4154106" y="1832879"/>
                  </a:lnTo>
                  <a:lnTo>
                    <a:pt x="4225729" y="1850462"/>
                  </a:lnTo>
                  <a:lnTo>
                    <a:pt x="4297351" y="1867726"/>
                  </a:lnTo>
                  <a:lnTo>
                    <a:pt x="4368974" y="1884677"/>
                  </a:lnTo>
                  <a:lnTo>
                    <a:pt x="4440596" y="1901320"/>
                  </a:lnTo>
                  <a:lnTo>
                    <a:pt x="4512219" y="1917662"/>
                  </a:lnTo>
                  <a:lnTo>
                    <a:pt x="4583841" y="1933708"/>
                  </a:lnTo>
                  <a:lnTo>
                    <a:pt x="4655464" y="1949463"/>
                  </a:lnTo>
                  <a:lnTo>
                    <a:pt x="4727086" y="1964932"/>
                  </a:lnTo>
                  <a:lnTo>
                    <a:pt x="4798709" y="1974243"/>
                  </a:lnTo>
                  <a:lnTo>
                    <a:pt x="4870331" y="1976601"/>
                  </a:lnTo>
                  <a:lnTo>
                    <a:pt x="4941954" y="1978953"/>
                  </a:lnTo>
                  <a:lnTo>
                    <a:pt x="5013576" y="1981298"/>
                  </a:lnTo>
                  <a:lnTo>
                    <a:pt x="5085199" y="1983636"/>
                  </a:lnTo>
                  <a:lnTo>
                    <a:pt x="5156821" y="1985968"/>
                  </a:lnTo>
                  <a:lnTo>
                    <a:pt x="5228444" y="1988293"/>
                  </a:lnTo>
                  <a:lnTo>
                    <a:pt x="5300066" y="1990611"/>
                  </a:lnTo>
                  <a:lnTo>
                    <a:pt x="5371689" y="1992923"/>
                  </a:lnTo>
                  <a:lnTo>
                    <a:pt x="5443311" y="1995228"/>
                  </a:lnTo>
                  <a:lnTo>
                    <a:pt x="5514934" y="1997527"/>
                  </a:lnTo>
                  <a:lnTo>
                    <a:pt x="5586557" y="1999819"/>
                  </a:lnTo>
                  <a:lnTo>
                    <a:pt x="5658179" y="2002104"/>
                  </a:lnTo>
                  <a:lnTo>
                    <a:pt x="5729802" y="2004384"/>
                  </a:lnTo>
                  <a:lnTo>
                    <a:pt x="5801424" y="2006656"/>
                  </a:lnTo>
                  <a:lnTo>
                    <a:pt x="5873047" y="2008922"/>
                  </a:lnTo>
                  <a:lnTo>
                    <a:pt x="5944669" y="2011182"/>
                  </a:lnTo>
                  <a:lnTo>
                    <a:pt x="6016292" y="2013435"/>
                  </a:lnTo>
                  <a:lnTo>
                    <a:pt x="6087914" y="2015682"/>
                  </a:lnTo>
                  <a:lnTo>
                    <a:pt x="6159537" y="2017922"/>
                  </a:lnTo>
                  <a:lnTo>
                    <a:pt x="6231159" y="2020156"/>
                  </a:lnTo>
                  <a:lnTo>
                    <a:pt x="6302782" y="2022384"/>
                  </a:lnTo>
                  <a:lnTo>
                    <a:pt x="6374404" y="2024605"/>
                  </a:lnTo>
                  <a:lnTo>
                    <a:pt x="6446027" y="2026820"/>
                  </a:lnTo>
                  <a:lnTo>
                    <a:pt x="6517649" y="2029029"/>
                  </a:lnTo>
                  <a:lnTo>
                    <a:pt x="6589272" y="2031231"/>
                  </a:lnTo>
                  <a:lnTo>
                    <a:pt x="6660894" y="2033428"/>
                  </a:lnTo>
                  <a:lnTo>
                    <a:pt x="6732517" y="2035617"/>
                  </a:lnTo>
                  <a:lnTo>
                    <a:pt x="6804139" y="2037801"/>
                  </a:lnTo>
                  <a:lnTo>
                    <a:pt x="6875762" y="2039978"/>
                  </a:lnTo>
                  <a:lnTo>
                    <a:pt x="6947385" y="2042150"/>
                  </a:lnTo>
                  <a:lnTo>
                    <a:pt x="7019007" y="2044315"/>
                  </a:lnTo>
                  <a:lnTo>
                    <a:pt x="7090630" y="204647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554515"/>
              <a:ext cx="7090630" cy="544762"/>
            </a:xfrm>
            <a:custGeom>
              <a:avLst/>
              <a:pathLst>
                <a:path w="7090630" h="544762">
                  <a:moveTo>
                    <a:pt x="7090630" y="544762"/>
                  </a:moveTo>
                  <a:lnTo>
                    <a:pt x="7019007" y="536304"/>
                  </a:lnTo>
                  <a:lnTo>
                    <a:pt x="6947385" y="527691"/>
                  </a:lnTo>
                  <a:lnTo>
                    <a:pt x="6875762" y="518919"/>
                  </a:lnTo>
                  <a:lnTo>
                    <a:pt x="6804139" y="509984"/>
                  </a:lnTo>
                  <a:lnTo>
                    <a:pt x="6732517" y="500885"/>
                  </a:lnTo>
                  <a:lnTo>
                    <a:pt x="6660894" y="491618"/>
                  </a:lnTo>
                  <a:lnTo>
                    <a:pt x="6589272" y="482179"/>
                  </a:lnTo>
                  <a:lnTo>
                    <a:pt x="6517649" y="472567"/>
                  </a:lnTo>
                  <a:lnTo>
                    <a:pt x="6446027" y="462776"/>
                  </a:lnTo>
                  <a:lnTo>
                    <a:pt x="6374404" y="452805"/>
                  </a:lnTo>
                  <a:lnTo>
                    <a:pt x="6302782" y="442650"/>
                  </a:lnTo>
                  <a:lnTo>
                    <a:pt x="6231159" y="432307"/>
                  </a:lnTo>
                  <a:lnTo>
                    <a:pt x="6159537" y="421773"/>
                  </a:lnTo>
                  <a:lnTo>
                    <a:pt x="6087914" y="411045"/>
                  </a:lnTo>
                  <a:lnTo>
                    <a:pt x="6016292" y="400119"/>
                  </a:lnTo>
                  <a:lnTo>
                    <a:pt x="5944669" y="388991"/>
                  </a:lnTo>
                  <a:lnTo>
                    <a:pt x="5873047" y="377657"/>
                  </a:lnTo>
                  <a:lnTo>
                    <a:pt x="5801424" y="366114"/>
                  </a:lnTo>
                  <a:lnTo>
                    <a:pt x="5729802" y="354358"/>
                  </a:lnTo>
                  <a:lnTo>
                    <a:pt x="5658179" y="342385"/>
                  </a:lnTo>
                  <a:lnTo>
                    <a:pt x="5586557" y="330191"/>
                  </a:lnTo>
                  <a:lnTo>
                    <a:pt x="5514934" y="317771"/>
                  </a:lnTo>
                  <a:lnTo>
                    <a:pt x="5443311" y="305122"/>
                  </a:lnTo>
                  <a:lnTo>
                    <a:pt x="5371689" y="292240"/>
                  </a:lnTo>
                  <a:lnTo>
                    <a:pt x="5300066" y="279120"/>
                  </a:lnTo>
                  <a:lnTo>
                    <a:pt x="5228444" y="265757"/>
                  </a:lnTo>
                  <a:lnTo>
                    <a:pt x="5156821" y="252148"/>
                  </a:lnTo>
                  <a:lnTo>
                    <a:pt x="5085199" y="238287"/>
                  </a:lnTo>
                  <a:lnTo>
                    <a:pt x="5013576" y="224171"/>
                  </a:lnTo>
                  <a:lnTo>
                    <a:pt x="4941954" y="209793"/>
                  </a:lnTo>
                  <a:lnTo>
                    <a:pt x="4870331" y="195150"/>
                  </a:lnTo>
                  <a:lnTo>
                    <a:pt x="4798709" y="180237"/>
                  </a:lnTo>
                  <a:lnTo>
                    <a:pt x="4727086" y="171995"/>
                  </a:lnTo>
                  <a:lnTo>
                    <a:pt x="4655464" y="169623"/>
                  </a:lnTo>
                  <a:lnTo>
                    <a:pt x="4583841" y="167244"/>
                  </a:lnTo>
                  <a:lnTo>
                    <a:pt x="4512219" y="164859"/>
                  </a:lnTo>
                  <a:lnTo>
                    <a:pt x="4440596" y="162467"/>
                  </a:lnTo>
                  <a:lnTo>
                    <a:pt x="4368974" y="160067"/>
                  </a:lnTo>
                  <a:lnTo>
                    <a:pt x="4297351" y="157662"/>
                  </a:lnTo>
                  <a:lnTo>
                    <a:pt x="4225729" y="155249"/>
                  </a:lnTo>
                  <a:lnTo>
                    <a:pt x="4154106" y="152829"/>
                  </a:lnTo>
                  <a:lnTo>
                    <a:pt x="4082483" y="150402"/>
                  </a:lnTo>
                  <a:lnTo>
                    <a:pt x="4010861" y="147969"/>
                  </a:lnTo>
                  <a:lnTo>
                    <a:pt x="3939238" y="145528"/>
                  </a:lnTo>
                  <a:lnTo>
                    <a:pt x="3867616" y="143081"/>
                  </a:lnTo>
                  <a:lnTo>
                    <a:pt x="3795993" y="140627"/>
                  </a:lnTo>
                  <a:lnTo>
                    <a:pt x="3724371" y="138165"/>
                  </a:lnTo>
                  <a:lnTo>
                    <a:pt x="3652748" y="135697"/>
                  </a:lnTo>
                  <a:lnTo>
                    <a:pt x="3581126" y="133221"/>
                  </a:lnTo>
                  <a:lnTo>
                    <a:pt x="3509503" y="130739"/>
                  </a:lnTo>
                  <a:lnTo>
                    <a:pt x="3437881" y="128249"/>
                  </a:lnTo>
                  <a:lnTo>
                    <a:pt x="3366258" y="125752"/>
                  </a:lnTo>
                  <a:lnTo>
                    <a:pt x="3294636" y="123248"/>
                  </a:lnTo>
                  <a:lnTo>
                    <a:pt x="3223013" y="120737"/>
                  </a:lnTo>
                  <a:lnTo>
                    <a:pt x="3151391" y="118219"/>
                  </a:lnTo>
                  <a:lnTo>
                    <a:pt x="3079768" y="115694"/>
                  </a:lnTo>
                  <a:lnTo>
                    <a:pt x="3008146" y="113161"/>
                  </a:lnTo>
                  <a:lnTo>
                    <a:pt x="2936523" y="110621"/>
                  </a:lnTo>
                  <a:lnTo>
                    <a:pt x="2864901" y="108074"/>
                  </a:lnTo>
                  <a:lnTo>
                    <a:pt x="2793278" y="105520"/>
                  </a:lnTo>
                  <a:lnTo>
                    <a:pt x="2721655" y="102958"/>
                  </a:lnTo>
                  <a:lnTo>
                    <a:pt x="2650033" y="100389"/>
                  </a:lnTo>
                  <a:lnTo>
                    <a:pt x="2578410" y="97813"/>
                  </a:lnTo>
                  <a:lnTo>
                    <a:pt x="2506788" y="95229"/>
                  </a:lnTo>
                  <a:lnTo>
                    <a:pt x="2435165" y="92638"/>
                  </a:lnTo>
                  <a:lnTo>
                    <a:pt x="2363543" y="90040"/>
                  </a:lnTo>
                  <a:lnTo>
                    <a:pt x="2291920" y="87434"/>
                  </a:lnTo>
                  <a:lnTo>
                    <a:pt x="2220298" y="84820"/>
                  </a:lnTo>
                  <a:lnTo>
                    <a:pt x="2148675" y="82200"/>
                  </a:lnTo>
                  <a:lnTo>
                    <a:pt x="2077053" y="79571"/>
                  </a:lnTo>
                  <a:lnTo>
                    <a:pt x="2005430" y="76936"/>
                  </a:lnTo>
                  <a:lnTo>
                    <a:pt x="1933808" y="74292"/>
                  </a:lnTo>
                  <a:lnTo>
                    <a:pt x="1862185" y="71642"/>
                  </a:lnTo>
                  <a:lnTo>
                    <a:pt x="1790563" y="68983"/>
                  </a:lnTo>
                  <a:lnTo>
                    <a:pt x="1718940" y="66317"/>
                  </a:lnTo>
                  <a:lnTo>
                    <a:pt x="1647318" y="63644"/>
                  </a:lnTo>
                  <a:lnTo>
                    <a:pt x="1575695" y="60962"/>
                  </a:lnTo>
                  <a:lnTo>
                    <a:pt x="1504073" y="58274"/>
                  </a:lnTo>
                  <a:lnTo>
                    <a:pt x="1432450" y="55577"/>
                  </a:lnTo>
                  <a:lnTo>
                    <a:pt x="1360827" y="52873"/>
                  </a:lnTo>
                  <a:lnTo>
                    <a:pt x="1289205" y="50161"/>
                  </a:lnTo>
                  <a:lnTo>
                    <a:pt x="1217582" y="47441"/>
                  </a:lnTo>
                  <a:lnTo>
                    <a:pt x="1145960" y="44714"/>
                  </a:lnTo>
                  <a:lnTo>
                    <a:pt x="1074337" y="41978"/>
                  </a:lnTo>
                  <a:lnTo>
                    <a:pt x="1002715" y="39235"/>
                  </a:lnTo>
                  <a:lnTo>
                    <a:pt x="931092" y="36484"/>
                  </a:lnTo>
                  <a:lnTo>
                    <a:pt x="859470" y="33726"/>
                  </a:lnTo>
                  <a:lnTo>
                    <a:pt x="787847" y="30959"/>
                  </a:lnTo>
                  <a:lnTo>
                    <a:pt x="716225" y="28184"/>
                  </a:lnTo>
                  <a:lnTo>
                    <a:pt x="644602" y="25402"/>
                  </a:lnTo>
                  <a:lnTo>
                    <a:pt x="572980" y="22612"/>
                  </a:lnTo>
                  <a:lnTo>
                    <a:pt x="501357" y="19813"/>
                  </a:lnTo>
                  <a:lnTo>
                    <a:pt x="429735" y="17007"/>
                  </a:lnTo>
                  <a:lnTo>
                    <a:pt x="358112" y="14192"/>
                  </a:lnTo>
                  <a:lnTo>
                    <a:pt x="286490" y="11370"/>
                  </a:lnTo>
                  <a:lnTo>
                    <a:pt x="214867" y="8539"/>
                  </a:lnTo>
                  <a:lnTo>
                    <a:pt x="143245" y="5701"/>
                  </a:lnTo>
                  <a:lnTo>
                    <a:pt x="71622" y="285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3880860"/>
              <a:ext cx="7090630" cy="1087922"/>
            </a:xfrm>
            <a:custGeom>
              <a:avLst/>
              <a:pathLst>
                <a:path w="7090630" h="1087922">
                  <a:moveTo>
                    <a:pt x="0" y="0"/>
                  </a:moveTo>
                  <a:lnTo>
                    <a:pt x="71622" y="17633"/>
                  </a:lnTo>
                  <a:lnTo>
                    <a:pt x="143245" y="35081"/>
                  </a:lnTo>
                  <a:lnTo>
                    <a:pt x="214867" y="52346"/>
                  </a:lnTo>
                  <a:lnTo>
                    <a:pt x="286490" y="69429"/>
                  </a:lnTo>
                  <a:lnTo>
                    <a:pt x="358112" y="86332"/>
                  </a:lnTo>
                  <a:lnTo>
                    <a:pt x="429735" y="103058"/>
                  </a:lnTo>
                  <a:lnTo>
                    <a:pt x="501357" y="119607"/>
                  </a:lnTo>
                  <a:lnTo>
                    <a:pt x="572980" y="135983"/>
                  </a:lnTo>
                  <a:lnTo>
                    <a:pt x="644602" y="152186"/>
                  </a:lnTo>
                  <a:lnTo>
                    <a:pt x="716225" y="168219"/>
                  </a:lnTo>
                  <a:lnTo>
                    <a:pt x="787847" y="184083"/>
                  </a:lnTo>
                  <a:lnTo>
                    <a:pt x="859470" y="199780"/>
                  </a:lnTo>
                  <a:lnTo>
                    <a:pt x="931092" y="215312"/>
                  </a:lnTo>
                  <a:lnTo>
                    <a:pt x="1002715" y="230681"/>
                  </a:lnTo>
                  <a:lnTo>
                    <a:pt x="1074337" y="245888"/>
                  </a:lnTo>
                  <a:lnTo>
                    <a:pt x="1145960" y="260935"/>
                  </a:lnTo>
                  <a:lnTo>
                    <a:pt x="1217582" y="275824"/>
                  </a:lnTo>
                  <a:lnTo>
                    <a:pt x="1289205" y="290557"/>
                  </a:lnTo>
                  <a:lnTo>
                    <a:pt x="1360827" y="305134"/>
                  </a:lnTo>
                  <a:lnTo>
                    <a:pt x="1432450" y="319558"/>
                  </a:lnTo>
                  <a:lnTo>
                    <a:pt x="1504073" y="333830"/>
                  </a:lnTo>
                  <a:lnTo>
                    <a:pt x="1575695" y="347952"/>
                  </a:lnTo>
                  <a:lnTo>
                    <a:pt x="1647318" y="361926"/>
                  </a:lnTo>
                  <a:lnTo>
                    <a:pt x="1718940" y="375752"/>
                  </a:lnTo>
                  <a:lnTo>
                    <a:pt x="1790563" y="389433"/>
                  </a:lnTo>
                  <a:lnTo>
                    <a:pt x="1862185" y="402971"/>
                  </a:lnTo>
                  <a:lnTo>
                    <a:pt x="1933808" y="416366"/>
                  </a:lnTo>
                  <a:lnTo>
                    <a:pt x="2005430" y="429619"/>
                  </a:lnTo>
                  <a:lnTo>
                    <a:pt x="2077053" y="442734"/>
                  </a:lnTo>
                  <a:lnTo>
                    <a:pt x="2148675" y="455711"/>
                  </a:lnTo>
                  <a:lnTo>
                    <a:pt x="2220298" y="468551"/>
                  </a:lnTo>
                  <a:lnTo>
                    <a:pt x="2291920" y="481256"/>
                  </a:lnTo>
                  <a:lnTo>
                    <a:pt x="2363543" y="493827"/>
                  </a:lnTo>
                  <a:lnTo>
                    <a:pt x="2435165" y="506266"/>
                  </a:lnTo>
                  <a:lnTo>
                    <a:pt x="2506788" y="518574"/>
                  </a:lnTo>
                  <a:lnTo>
                    <a:pt x="2578410" y="530753"/>
                  </a:lnTo>
                  <a:lnTo>
                    <a:pt x="2650033" y="542804"/>
                  </a:lnTo>
                  <a:lnTo>
                    <a:pt x="2721655" y="554728"/>
                  </a:lnTo>
                  <a:lnTo>
                    <a:pt x="2793278" y="566527"/>
                  </a:lnTo>
                  <a:lnTo>
                    <a:pt x="2864901" y="578201"/>
                  </a:lnTo>
                  <a:lnTo>
                    <a:pt x="2936523" y="589753"/>
                  </a:lnTo>
                  <a:lnTo>
                    <a:pt x="3008146" y="601183"/>
                  </a:lnTo>
                  <a:lnTo>
                    <a:pt x="3079768" y="612493"/>
                  </a:lnTo>
                  <a:lnTo>
                    <a:pt x="3151391" y="623683"/>
                  </a:lnTo>
                  <a:lnTo>
                    <a:pt x="3223013" y="634757"/>
                  </a:lnTo>
                  <a:lnTo>
                    <a:pt x="3294636" y="645713"/>
                  </a:lnTo>
                  <a:lnTo>
                    <a:pt x="3366258" y="656555"/>
                  </a:lnTo>
                  <a:lnTo>
                    <a:pt x="3437881" y="667282"/>
                  </a:lnTo>
                  <a:lnTo>
                    <a:pt x="3509503" y="677897"/>
                  </a:lnTo>
                  <a:lnTo>
                    <a:pt x="3581126" y="688400"/>
                  </a:lnTo>
                  <a:lnTo>
                    <a:pt x="3652748" y="698792"/>
                  </a:lnTo>
                  <a:lnTo>
                    <a:pt x="3724371" y="709075"/>
                  </a:lnTo>
                  <a:lnTo>
                    <a:pt x="3795993" y="719250"/>
                  </a:lnTo>
                  <a:lnTo>
                    <a:pt x="3867616" y="729318"/>
                  </a:lnTo>
                  <a:lnTo>
                    <a:pt x="3939238" y="739280"/>
                  </a:lnTo>
                  <a:lnTo>
                    <a:pt x="4010861" y="749138"/>
                  </a:lnTo>
                  <a:lnTo>
                    <a:pt x="4082483" y="758891"/>
                  </a:lnTo>
                  <a:lnTo>
                    <a:pt x="4154106" y="768542"/>
                  </a:lnTo>
                  <a:lnTo>
                    <a:pt x="4225729" y="778092"/>
                  </a:lnTo>
                  <a:lnTo>
                    <a:pt x="4297351" y="787541"/>
                  </a:lnTo>
                  <a:lnTo>
                    <a:pt x="4368974" y="796890"/>
                  </a:lnTo>
                  <a:lnTo>
                    <a:pt x="4440596" y="806142"/>
                  </a:lnTo>
                  <a:lnTo>
                    <a:pt x="4512219" y="815296"/>
                  </a:lnTo>
                  <a:lnTo>
                    <a:pt x="4583841" y="824353"/>
                  </a:lnTo>
                  <a:lnTo>
                    <a:pt x="4655464" y="833316"/>
                  </a:lnTo>
                  <a:lnTo>
                    <a:pt x="4727086" y="842184"/>
                  </a:lnTo>
                  <a:lnTo>
                    <a:pt x="4798709" y="850959"/>
                  </a:lnTo>
                  <a:lnTo>
                    <a:pt x="4870331" y="859641"/>
                  </a:lnTo>
                  <a:lnTo>
                    <a:pt x="4941954" y="868232"/>
                  </a:lnTo>
                  <a:lnTo>
                    <a:pt x="5013576" y="876733"/>
                  </a:lnTo>
                  <a:lnTo>
                    <a:pt x="5085199" y="885145"/>
                  </a:lnTo>
                  <a:lnTo>
                    <a:pt x="5156821" y="893468"/>
                  </a:lnTo>
                  <a:lnTo>
                    <a:pt x="5228444" y="901703"/>
                  </a:lnTo>
                  <a:lnTo>
                    <a:pt x="5300066" y="909852"/>
                  </a:lnTo>
                  <a:lnTo>
                    <a:pt x="5371689" y="917915"/>
                  </a:lnTo>
                  <a:lnTo>
                    <a:pt x="5443311" y="925893"/>
                  </a:lnTo>
                  <a:lnTo>
                    <a:pt x="5514934" y="933787"/>
                  </a:lnTo>
                  <a:lnTo>
                    <a:pt x="5586557" y="941599"/>
                  </a:lnTo>
                  <a:lnTo>
                    <a:pt x="5658179" y="949328"/>
                  </a:lnTo>
                  <a:lnTo>
                    <a:pt x="5729802" y="956976"/>
                  </a:lnTo>
                  <a:lnTo>
                    <a:pt x="5801424" y="964543"/>
                  </a:lnTo>
                  <a:lnTo>
                    <a:pt x="5873047" y="972031"/>
                  </a:lnTo>
                  <a:lnTo>
                    <a:pt x="5944669" y="979440"/>
                  </a:lnTo>
                  <a:lnTo>
                    <a:pt x="6016292" y="986771"/>
                  </a:lnTo>
                  <a:lnTo>
                    <a:pt x="6087914" y="994025"/>
                  </a:lnTo>
                  <a:lnTo>
                    <a:pt x="6159537" y="1001202"/>
                  </a:lnTo>
                  <a:lnTo>
                    <a:pt x="6231159" y="1008305"/>
                  </a:lnTo>
                  <a:lnTo>
                    <a:pt x="6302782" y="1015332"/>
                  </a:lnTo>
                  <a:lnTo>
                    <a:pt x="6374404" y="1022286"/>
                  </a:lnTo>
                  <a:lnTo>
                    <a:pt x="6446027" y="1029166"/>
                  </a:lnTo>
                  <a:lnTo>
                    <a:pt x="6517649" y="1035974"/>
                  </a:lnTo>
                  <a:lnTo>
                    <a:pt x="6589272" y="1042710"/>
                  </a:lnTo>
                  <a:lnTo>
                    <a:pt x="6660894" y="1049376"/>
                  </a:lnTo>
                  <a:lnTo>
                    <a:pt x="6732517" y="1055971"/>
                  </a:lnTo>
                  <a:lnTo>
                    <a:pt x="6804139" y="1062497"/>
                  </a:lnTo>
                  <a:lnTo>
                    <a:pt x="6875762" y="1068955"/>
                  </a:lnTo>
                  <a:lnTo>
                    <a:pt x="6947385" y="1075344"/>
                  </a:lnTo>
                  <a:lnTo>
                    <a:pt x="7019007" y="1081667"/>
                  </a:lnTo>
                  <a:lnTo>
                    <a:pt x="7090630" y="108792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377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82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8550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37980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1207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91133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62116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1.14 (1.04-1.25), p_Bonf = 0.044 (n = 6)  |  per IQR decline (Δ = 23.3): 1.35 (1.08-1.68)  |  IQR: [-12.8,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12199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2026-09-28T16:57:36Z</dcterms:modified>
  <cp:category/>
</cp:coreProperties>
</file>