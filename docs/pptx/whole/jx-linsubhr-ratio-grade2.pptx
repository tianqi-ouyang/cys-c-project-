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325518"/>
              <a:ext cx="6964104" cy="999093"/>
            </a:xfrm>
            <a:custGeom>
              <a:avLst/>
              <a:pathLst>
                <a:path w="6964104" h="999093">
                  <a:moveTo>
                    <a:pt x="0" y="0"/>
                  </a:moveTo>
                  <a:lnTo>
                    <a:pt x="70344" y="28422"/>
                  </a:lnTo>
                  <a:lnTo>
                    <a:pt x="140688" y="56093"/>
                  </a:lnTo>
                  <a:lnTo>
                    <a:pt x="211033" y="83033"/>
                  </a:lnTo>
                  <a:lnTo>
                    <a:pt x="281377" y="109259"/>
                  </a:lnTo>
                  <a:lnTo>
                    <a:pt x="351722" y="134793"/>
                  </a:lnTo>
                  <a:lnTo>
                    <a:pt x="422066" y="159651"/>
                  </a:lnTo>
                  <a:lnTo>
                    <a:pt x="492411" y="183852"/>
                  </a:lnTo>
                  <a:lnTo>
                    <a:pt x="562755" y="207412"/>
                  </a:lnTo>
                  <a:lnTo>
                    <a:pt x="633100" y="230350"/>
                  </a:lnTo>
                  <a:lnTo>
                    <a:pt x="703444" y="252681"/>
                  </a:lnTo>
                  <a:lnTo>
                    <a:pt x="773789" y="274421"/>
                  </a:lnTo>
                  <a:lnTo>
                    <a:pt x="844133" y="295587"/>
                  </a:lnTo>
                  <a:lnTo>
                    <a:pt x="914478" y="316193"/>
                  </a:lnTo>
                  <a:lnTo>
                    <a:pt x="984822" y="336254"/>
                  </a:lnTo>
                  <a:lnTo>
                    <a:pt x="1055167" y="355784"/>
                  </a:lnTo>
                  <a:lnTo>
                    <a:pt x="1125511" y="374798"/>
                  </a:lnTo>
                  <a:lnTo>
                    <a:pt x="1195856" y="393309"/>
                  </a:lnTo>
                  <a:lnTo>
                    <a:pt x="1266200" y="411331"/>
                  </a:lnTo>
                  <a:lnTo>
                    <a:pt x="1336545" y="428876"/>
                  </a:lnTo>
                  <a:lnTo>
                    <a:pt x="1406889" y="445957"/>
                  </a:lnTo>
                  <a:lnTo>
                    <a:pt x="1477234" y="462586"/>
                  </a:lnTo>
                  <a:lnTo>
                    <a:pt x="1547578" y="478775"/>
                  </a:lnTo>
                  <a:lnTo>
                    <a:pt x="1617923" y="494537"/>
                  </a:lnTo>
                  <a:lnTo>
                    <a:pt x="1688267" y="509881"/>
                  </a:lnTo>
                  <a:lnTo>
                    <a:pt x="1758612" y="524820"/>
                  </a:lnTo>
                  <a:lnTo>
                    <a:pt x="1828956" y="539364"/>
                  </a:lnTo>
                  <a:lnTo>
                    <a:pt x="1899301" y="553523"/>
                  </a:lnTo>
                  <a:lnTo>
                    <a:pt x="1969645" y="567308"/>
                  </a:lnTo>
                  <a:lnTo>
                    <a:pt x="2039990" y="580728"/>
                  </a:lnTo>
                  <a:lnTo>
                    <a:pt x="2110334" y="593793"/>
                  </a:lnTo>
                  <a:lnTo>
                    <a:pt x="2180679" y="606513"/>
                  </a:lnTo>
                  <a:lnTo>
                    <a:pt x="2251023" y="618896"/>
                  </a:lnTo>
                  <a:lnTo>
                    <a:pt x="2321368" y="630952"/>
                  </a:lnTo>
                  <a:lnTo>
                    <a:pt x="2391712" y="642689"/>
                  </a:lnTo>
                  <a:lnTo>
                    <a:pt x="2462057" y="654116"/>
                  </a:lnTo>
                  <a:lnTo>
                    <a:pt x="2532401" y="665240"/>
                  </a:lnTo>
                  <a:lnTo>
                    <a:pt x="2602746" y="676070"/>
                  </a:lnTo>
                  <a:lnTo>
                    <a:pt x="2673090" y="686614"/>
                  </a:lnTo>
                  <a:lnTo>
                    <a:pt x="2743435" y="696879"/>
                  </a:lnTo>
                  <a:lnTo>
                    <a:pt x="2813779" y="706873"/>
                  </a:lnTo>
                  <a:lnTo>
                    <a:pt x="2884124" y="716602"/>
                  </a:lnTo>
                  <a:lnTo>
                    <a:pt x="2954468" y="726074"/>
                  </a:lnTo>
                  <a:lnTo>
                    <a:pt x="3024813" y="735295"/>
                  </a:lnTo>
                  <a:lnTo>
                    <a:pt x="3095157" y="744273"/>
                  </a:lnTo>
                  <a:lnTo>
                    <a:pt x="3165502" y="753013"/>
                  </a:lnTo>
                  <a:lnTo>
                    <a:pt x="3235846" y="761522"/>
                  </a:lnTo>
                  <a:lnTo>
                    <a:pt x="3306191" y="769806"/>
                  </a:lnTo>
                  <a:lnTo>
                    <a:pt x="3376535" y="776884"/>
                  </a:lnTo>
                  <a:lnTo>
                    <a:pt x="3446880" y="781576"/>
                  </a:lnTo>
                  <a:lnTo>
                    <a:pt x="3517224" y="786195"/>
                  </a:lnTo>
                  <a:lnTo>
                    <a:pt x="3587569" y="790741"/>
                  </a:lnTo>
                  <a:lnTo>
                    <a:pt x="3657913" y="795216"/>
                  </a:lnTo>
                  <a:lnTo>
                    <a:pt x="3728257" y="799620"/>
                  </a:lnTo>
                  <a:lnTo>
                    <a:pt x="3798602" y="803954"/>
                  </a:lnTo>
                  <a:lnTo>
                    <a:pt x="3868946" y="808220"/>
                  </a:lnTo>
                  <a:lnTo>
                    <a:pt x="3939291" y="812419"/>
                  </a:lnTo>
                  <a:lnTo>
                    <a:pt x="4009635" y="816552"/>
                  </a:lnTo>
                  <a:lnTo>
                    <a:pt x="4079980" y="820620"/>
                  </a:lnTo>
                  <a:lnTo>
                    <a:pt x="4150324" y="824624"/>
                  </a:lnTo>
                  <a:lnTo>
                    <a:pt x="4220669" y="828564"/>
                  </a:lnTo>
                  <a:lnTo>
                    <a:pt x="4291013" y="832443"/>
                  </a:lnTo>
                  <a:lnTo>
                    <a:pt x="4361358" y="836261"/>
                  </a:lnTo>
                  <a:lnTo>
                    <a:pt x="4431702" y="840018"/>
                  </a:lnTo>
                  <a:lnTo>
                    <a:pt x="4502047" y="843716"/>
                  </a:lnTo>
                  <a:lnTo>
                    <a:pt x="4572391" y="847356"/>
                  </a:lnTo>
                  <a:lnTo>
                    <a:pt x="4642736" y="850938"/>
                  </a:lnTo>
                  <a:lnTo>
                    <a:pt x="4713080" y="854465"/>
                  </a:lnTo>
                  <a:lnTo>
                    <a:pt x="4783425" y="857935"/>
                  </a:lnTo>
                  <a:lnTo>
                    <a:pt x="4853769" y="861351"/>
                  </a:lnTo>
                  <a:lnTo>
                    <a:pt x="4924114" y="864713"/>
                  </a:lnTo>
                  <a:lnTo>
                    <a:pt x="4994458" y="868022"/>
                  </a:lnTo>
                  <a:lnTo>
                    <a:pt x="5064803" y="871279"/>
                  </a:lnTo>
                  <a:lnTo>
                    <a:pt x="5135147" y="874485"/>
                  </a:lnTo>
                  <a:lnTo>
                    <a:pt x="5205492" y="877640"/>
                  </a:lnTo>
                  <a:lnTo>
                    <a:pt x="5275836" y="880746"/>
                  </a:lnTo>
                  <a:lnTo>
                    <a:pt x="5346181" y="883802"/>
                  </a:lnTo>
                  <a:lnTo>
                    <a:pt x="5416525" y="886811"/>
                  </a:lnTo>
                  <a:lnTo>
                    <a:pt x="5486870" y="889772"/>
                  </a:lnTo>
                  <a:lnTo>
                    <a:pt x="5557214" y="892686"/>
                  </a:lnTo>
                  <a:lnTo>
                    <a:pt x="5627559" y="895554"/>
                  </a:lnTo>
                  <a:lnTo>
                    <a:pt x="5697903" y="898378"/>
                  </a:lnTo>
                  <a:lnTo>
                    <a:pt x="5768248" y="901157"/>
                  </a:lnTo>
                  <a:lnTo>
                    <a:pt x="5838592" y="903892"/>
                  </a:lnTo>
                  <a:lnTo>
                    <a:pt x="5908937" y="906583"/>
                  </a:lnTo>
                  <a:lnTo>
                    <a:pt x="5979281" y="909233"/>
                  </a:lnTo>
                  <a:lnTo>
                    <a:pt x="6049626" y="911841"/>
                  </a:lnTo>
                  <a:lnTo>
                    <a:pt x="6119970" y="914408"/>
                  </a:lnTo>
                  <a:lnTo>
                    <a:pt x="6190315" y="916934"/>
                  </a:lnTo>
                  <a:lnTo>
                    <a:pt x="6260659" y="919420"/>
                  </a:lnTo>
                  <a:lnTo>
                    <a:pt x="6331004" y="921868"/>
                  </a:lnTo>
                  <a:lnTo>
                    <a:pt x="6401348" y="924276"/>
                  </a:lnTo>
                  <a:lnTo>
                    <a:pt x="6471693" y="926647"/>
                  </a:lnTo>
                  <a:lnTo>
                    <a:pt x="6542037" y="928981"/>
                  </a:lnTo>
                  <a:lnTo>
                    <a:pt x="6612382" y="931277"/>
                  </a:lnTo>
                  <a:lnTo>
                    <a:pt x="6682726" y="933538"/>
                  </a:lnTo>
                  <a:lnTo>
                    <a:pt x="6753071" y="935763"/>
                  </a:lnTo>
                  <a:lnTo>
                    <a:pt x="6823415" y="937953"/>
                  </a:lnTo>
                  <a:lnTo>
                    <a:pt x="6893760" y="940108"/>
                  </a:lnTo>
                  <a:lnTo>
                    <a:pt x="6964104" y="942230"/>
                  </a:lnTo>
                  <a:lnTo>
                    <a:pt x="6964104" y="999093"/>
                  </a:lnTo>
                  <a:lnTo>
                    <a:pt x="6893760" y="997037"/>
                  </a:lnTo>
                  <a:lnTo>
                    <a:pt x="6823415" y="994926"/>
                  </a:lnTo>
                  <a:lnTo>
                    <a:pt x="6753071" y="992757"/>
                  </a:lnTo>
                  <a:lnTo>
                    <a:pt x="6682726" y="990529"/>
                  </a:lnTo>
                  <a:lnTo>
                    <a:pt x="6612382" y="988240"/>
                  </a:lnTo>
                  <a:lnTo>
                    <a:pt x="6542037" y="985890"/>
                  </a:lnTo>
                  <a:lnTo>
                    <a:pt x="6471693" y="983475"/>
                  </a:lnTo>
                  <a:lnTo>
                    <a:pt x="6401348" y="980995"/>
                  </a:lnTo>
                  <a:lnTo>
                    <a:pt x="6331004" y="978448"/>
                  </a:lnTo>
                  <a:lnTo>
                    <a:pt x="6260659" y="975831"/>
                  </a:lnTo>
                  <a:lnTo>
                    <a:pt x="6190315" y="973143"/>
                  </a:lnTo>
                  <a:lnTo>
                    <a:pt x="6119970" y="970383"/>
                  </a:lnTo>
                  <a:lnTo>
                    <a:pt x="6049626" y="967547"/>
                  </a:lnTo>
                  <a:lnTo>
                    <a:pt x="5979281" y="964634"/>
                  </a:lnTo>
                  <a:lnTo>
                    <a:pt x="5908937" y="961643"/>
                  </a:lnTo>
                  <a:lnTo>
                    <a:pt x="5838592" y="958569"/>
                  </a:lnTo>
                  <a:lnTo>
                    <a:pt x="5768248" y="955413"/>
                  </a:lnTo>
                  <a:lnTo>
                    <a:pt x="5697903" y="952171"/>
                  </a:lnTo>
                  <a:lnTo>
                    <a:pt x="5627559" y="948840"/>
                  </a:lnTo>
                  <a:lnTo>
                    <a:pt x="5557214" y="945419"/>
                  </a:lnTo>
                  <a:lnTo>
                    <a:pt x="5486870" y="941905"/>
                  </a:lnTo>
                  <a:lnTo>
                    <a:pt x="5416525" y="938296"/>
                  </a:lnTo>
                  <a:lnTo>
                    <a:pt x="5346181" y="934589"/>
                  </a:lnTo>
                  <a:lnTo>
                    <a:pt x="5275836" y="930781"/>
                  </a:lnTo>
                  <a:lnTo>
                    <a:pt x="5205492" y="926870"/>
                  </a:lnTo>
                  <a:lnTo>
                    <a:pt x="5135147" y="922852"/>
                  </a:lnTo>
                  <a:lnTo>
                    <a:pt x="5064803" y="918725"/>
                  </a:lnTo>
                  <a:lnTo>
                    <a:pt x="4994458" y="914486"/>
                  </a:lnTo>
                  <a:lnTo>
                    <a:pt x="4924114" y="910132"/>
                  </a:lnTo>
                  <a:lnTo>
                    <a:pt x="4853769" y="905660"/>
                  </a:lnTo>
                  <a:lnTo>
                    <a:pt x="4783425" y="901066"/>
                  </a:lnTo>
                  <a:lnTo>
                    <a:pt x="4713080" y="896347"/>
                  </a:lnTo>
                  <a:lnTo>
                    <a:pt x="4642736" y="891501"/>
                  </a:lnTo>
                  <a:lnTo>
                    <a:pt x="4572391" y="886522"/>
                  </a:lnTo>
                  <a:lnTo>
                    <a:pt x="4502047" y="881409"/>
                  </a:lnTo>
                  <a:lnTo>
                    <a:pt x="4431702" y="876156"/>
                  </a:lnTo>
                  <a:lnTo>
                    <a:pt x="4361358" y="870761"/>
                  </a:lnTo>
                  <a:lnTo>
                    <a:pt x="4291013" y="865219"/>
                  </a:lnTo>
                  <a:lnTo>
                    <a:pt x="4220669" y="859527"/>
                  </a:lnTo>
                  <a:lnTo>
                    <a:pt x="4150324" y="853680"/>
                  </a:lnTo>
                  <a:lnTo>
                    <a:pt x="4079980" y="847674"/>
                  </a:lnTo>
                  <a:lnTo>
                    <a:pt x="4009635" y="841505"/>
                  </a:lnTo>
                  <a:lnTo>
                    <a:pt x="3939291" y="835169"/>
                  </a:lnTo>
                  <a:lnTo>
                    <a:pt x="3868946" y="828660"/>
                  </a:lnTo>
                  <a:lnTo>
                    <a:pt x="3798602" y="821975"/>
                  </a:lnTo>
                  <a:lnTo>
                    <a:pt x="3728257" y="815108"/>
                  </a:lnTo>
                  <a:lnTo>
                    <a:pt x="3657913" y="808054"/>
                  </a:lnTo>
                  <a:lnTo>
                    <a:pt x="3587569" y="800809"/>
                  </a:lnTo>
                  <a:lnTo>
                    <a:pt x="3517224" y="793367"/>
                  </a:lnTo>
                  <a:lnTo>
                    <a:pt x="3446880" y="785723"/>
                  </a:lnTo>
                  <a:lnTo>
                    <a:pt x="3376535" y="777871"/>
                  </a:lnTo>
                  <a:lnTo>
                    <a:pt x="3306191" y="772116"/>
                  </a:lnTo>
                  <a:lnTo>
                    <a:pt x="3235846" y="767272"/>
                  </a:lnTo>
                  <a:lnTo>
                    <a:pt x="3165502" y="762350"/>
                  </a:lnTo>
                  <a:lnTo>
                    <a:pt x="3095157" y="757350"/>
                  </a:lnTo>
                  <a:lnTo>
                    <a:pt x="3024813" y="752269"/>
                  </a:lnTo>
                  <a:lnTo>
                    <a:pt x="2954468" y="747107"/>
                  </a:lnTo>
                  <a:lnTo>
                    <a:pt x="2884124" y="741863"/>
                  </a:lnTo>
                  <a:lnTo>
                    <a:pt x="2813779" y="736535"/>
                  </a:lnTo>
                  <a:lnTo>
                    <a:pt x="2743435" y="731121"/>
                  </a:lnTo>
                  <a:lnTo>
                    <a:pt x="2673090" y="725621"/>
                  </a:lnTo>
                  <a:lnTo>
                    <a:pt x="2602746" y="720033"/>
                  </a:lnTo>
                  <a:lnTo>
                    <a:pt x="2532401" y="714355"/>
                  </a:lnTo>
                  <a:lnTo>
                    <a:pt x="2462057" y="708586"/>
                  </a:lnTo>
                  <a:lnTo>
                    <a:pt x="2391712" y="702725"/>
                  </a:lnTo>
                  <a:lnTo>
                    <a:pt x="2321368" y="696771"/>
                  </a:lnTo>
                  <a:lnTo>
                    <a:pt x="2251023" y="690721"/>
                  </a:lnTo>
                  <a:lnTo>
                    <a:pt x="2180679" y="684574"/>
                  </a:lnTo>
                  <a:lnTo>
                    <a:pt x="2110334" y="678329"/>
                  </a:lnTo>
                  <a:lnTo>
                    <a:pt x="2039990" y="671983"/>
                  </a:lnTo>
                  <a:lnTo>
                    <a:pt x="1969645" y="665537"/>
                  </a:lnTo>
                  <a:lnTo>
                    <a:pt x="1899301" y="658987"/>
                  </a:lnTo>
                  <a:lnTo>
                    <a:pt x="1828956" y="652332"/>
                  </a:lnTo>
                  <a:lnTo>
                    <a:pt x="1758612" y="645571"/>
                  </a:lnTo>
                  <a:lnTo>
                    <a:pt x="1688267" y="638701"/>
                  </a:lnTo>
                  <a:lnTo>
                    <a:pt x="1617923" y="631722"/>
                  </a:lnTo>
                  <a:lnTo>
                    <a:pt x="1547578" y="624631"/>
                  </a:lnTo>
                  <a:lnTo>
                    <a:pt x="1477234" y="617426"/>
                  </a:lnTo>
                  <a:lnTo>
                    <a:pt x="1406889" y="610106"/>
                  </a:lnTo>
                  <a:lnTo>
                    <a:pt x="1336545" y="602669"/>
                  </a:lnTo>
                  <a:lnTo>
                    <a:pt x="1266200" y="595113"/>
                  </a:lnTo>
                  <a:lnTo>
                    <a:pt x="1195856" y="587436"/>
                  </a:lnTo>
                  <a:lnTo>
                    <a:pt x="1125511" y="579636"/>
                  </a:lnTo>
                  <a:lnTo>
                    <a:pt x="1055167" y="571711"/>
                  </a:lnTo>
                  <a:lnTo>
                    <a:pt x="984822" y="563659"/>
                  </a:lnTo>
                  <a:lnTo>
                    <a:pt x="914478" y="555479"/>
                  </a:lnTo>
                  <a:lnTo>
                    <a:pt x="844133" y="547167"/>
                  </a:lnTo>
                  <a:lnTo>
                    <a:pt x="773789" y="538723"/>
                  </a:lnTo>
                  <a:lnTo>
                    <a:pt x="703444" y="530143"/>
                  </a:lnTo>
                  <a:lnTo>
                    <a:pt x="633100" y="521426"/>
                  </a:lnTo>
                  <a:lnTo>
                    <a:pt x="562755" y="512570"/>
                  </a:lnTo>
                  <a:lnTo>
                    <a:pt x="492411" y="503572"/>
                  </a:lnTo>
                  <a:lnTo>
                    <a:pt x="422066" y="494429"/>
                  </a:lnTo>
                  <a:lnTo>
                    <a:pt x="351722" y="485141"/>
                  </a:lnTo>
                  <a:lnTo>
                    <a:pt x="281377" y="475704"/>
                  </a:lnTo>
                  <a:lnTo>
                    <a:pt x="211033" y="466115"/>
                  </a:lnTo>
                  <a:lnTo>
                    <a:pt x="140688" y="456374"/>
                  </a:lnTo>
                  <a:lnTo>
                    <a:pt x="70344" y="446476"/>
                  </a:lnTo>
                  <a:lnTo>
                    <a:pt x="0" y="436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325518"/>
              <a:ext cx="6964104" cy="942230"/>
            </a:xfrm>
            <a:custGeom>
              <a:avLst/>
              <a:pathLst>
                <a:path w="6964104" h="942230">
                  <a:moveTo>
                    <a:pt x="0" y="0"/>
                  </a:moveTo>
                  <a:lnTo>
                    <a:pt x="70344" y="28422"/>
                  </a:lnTo>
                  <a:lnTo>
                    <a:pt x="140688" y="56093"/>
                  </a:lnTo>
                  <a:lnTo>
                    <a:pt x="211033" y="83033"/>
                  </a:lnTo>
                  <a:lnTo>
                    <a:pt x="281377" y="109259"/>
                  </a:lnTo>
                  <a:lnTo>
                    <a:pt x="351722" y="134793"/>
                  </a:lnTo>
                  <a:lnTo>
                    <a:pt x="422066" y="159651"/>
                  </a:lnTo>
                  <a:lnTo>
                    <a:pt x="492411" y="183852"/>
                  </a:lnTo>
                  <a:lnTo>
                    <a:pt x="562755" y="207412"/>
                  </a:lnTo>
                  <a:lnTo>
                    <a:pt x="633100" y="230350"/>
                  </a:lnTo>
                  <a:lnTo>
                    <a:pt x="703444" y="252681"/>
                  </a:lnTo>
                  <a:lnTo>
                    <a:pt x="773789" y="274421"/>
                  </a:lnTo>
                  <a:lnTo>
                    <a:pt x="844133" y="295587"/>
                  </a:lnTo>
                  <a:lnTo>
                    <a:pt x="914478" y="316193"/>
                  </a:lnTo>
                  <a:lnTo>
                    <a:pt x="984822" y="336254"/>
                  </a:lnTo>
                  <a:lnTo>
                    <a:pt x="1055167" y="355784"/>
                  </a:lnTo>
                  <a:lnTo>
                    <a:pt x="1125511" y="374798"/>
                  </a:lnTo>
                  <a:lnTo>
                    <a:pt x="1195856" y="393309"/>
                  </a:lnTo>
                  <a:lnTo>
                    <a:pt x="1266200" y="411331"/>
                  </a:lnTo>
                  <a:lnTo>
                    <a:pt x="1336545" y="428876"/>
                  </a:lnTo>
                  <a:lnTo>
                    <a:pt x="1406889" y="445957"/>
                  </a:lnTo>
                  <a:lnTo>
                    <a:pt x="1477234" y="462586"/>
                  </a:lnTo>
                  <a:lnTo>
                    <a:pt x="1547578" y="478775"/>
                  </a:lnTo>
                  <a:lnTo>
                    <a:pt x="1617923" y="494537"/>
                  </a:lnTo>
                  <a:lnTo>
                    <a:pt x="1688267" y="509881"/>
                  </a:lnTo>
                  <a:lnTo>
                    <a:pt x="1758612" y="524820"/>
                  </a:lnTo>
                  <a:lnTo>
                    <a:pt x="1828956" y="539364"/>
                  </a:lnTo>
                  <a:lnTo>
                    <a:pt x="1899301" y="553523"/>
                  </a:lnTo>
                  <a:lnTo>
                    <a:pt x="1969645" y="567308"/>
                  </a:lnTo>
                  <a:lnTo>
                    <a:pt x="2039990" y="580728"/>
                  </a:lnTo>
                  <a:lnTo>
                    <a:pt x="2110334" y="593793"/>
                  </a:lnTo>
                  <a:lnTo>
                    <a:pt x="2180679" y="606513"/>
                  </a:lnTo>
                  <a:lnTo>
                    <a:pt x="2251023" y="618896"/>
                  </a:lnTo>
                  <a:lnTo>
                    <a:pt x="2321368" y="630952"/>
                  </a:lnTo>
                  <a:lnTo>
                    <a:pt x="2391712" y="642689"/>
                  </a:lnTo>
                  <a:lnTo>
                    <a:pt x="2462057" y="654116"/>
                  </a:lnTo>
                  <a:lnTo>
                    <a:pt x="2532401" y="665240"/>
                  </a:lnTo>
                  <a:lnTo>
                    <a:pt x="2602746" y="676070"/>
                  </a:lnTo>
                  <a:lnTo>
                    <a:pt x="2673090" y="686614"/>
                  </a:lnTo>
                  <a:lnTo>
                    <a:pt x="2743435" y="696879"/>
                  </a:lnTo>
                  <a:lnTo>
                    <a:pt x="2813779" y="706873"/>
                  </a:lnTo>
                  <a:lnTo>
                    <a:pt x="2884124" y="716602"/>
                  </a:lnTo>
                  <a:lnTo>
                    <a:pt x="2954468" y="726074"/>
                  </a:lnTo>
                  <a:lnTo>
                    <a:pt x="3024813" y="735295"/>
                  </a:lnTo>
                  <a:lnTo>
                    <a:pt x="3095157" y="744273"/>
                  </a:lnTo>
                  <a:lnTo>
                    <a:pt x="3165502" y="753013"/>
                  </a:lnTo>
                  <a:lnTo>
                    <a:pt x="3235846" y="761522"/>
                  </a:lnTo>
                  <a:lnTo>
                    <a:pt x="3306191" y="769806"/>
                  </a:lnTo>
                  <a:lnTo>
                    <a:pt x="3376535" y="776884"/>
                  </a:lnTo>
                  <a:lnTo>
                    <a:pt x="3446880" y="781576"/>
                  </a:lnTo>
                  <a:lnTo>
                    <a:pt x="3517224" y="786195"/>
                  </a:lnTo>
                  <a:lnTo>
                    <a:pt x="3587569" y="790741"/>
                  </a:lnTo>
                  <a:lnTo>
                    <a:pt x="3657913" y="795216"/>
                  </a:lnTo>
                  <a:lnTo>
                    <a:pt x="3728257" y="799620"/>
                  </a:lnTo>
                  <a:lnTo>
                    <a:pt x="3798602" y="803954"/>
                  </a:lnTo>
                  <a:lnTo>
                    <a:pt x="3868946" y="808220"/>
                  </a:lnTo>
                  <a:lnTo>
                    <a:pt x="3939291" y="812419"/>
                  </a:lnTo>
                  <a:lnTo>
                    <a:pt x="4009635" y="816552"/>
                  </a:lnTo>
                  <a:lnTo>
                    <a:pt x="4079980" y="820620"/>
                  </a:lnTo>
                  <a:lnTo>
                    <a:pt x="4150324" y="824624"/>
                  </a:lnTo>
                  <a:lnTo>
                    <a:pt x="4220669" y="828564"/>
                  </a:lnTo>
                  <a:lnTo>
                    <a:pt x="4291013" y="832443"/>
                  </a:lnTo>
                  <a:lnTo>
                    <a:pt x="4361358" y="836261"/>
                  </a:lnTo>
                  <a:lnTo>
                    <a:pt x="4431702" y="840018"/>
                  </a:lnTo>
                  <a:lnTo>
                    <a:pt x="4502047" y="843716"/>
                  </a:lnTo>
                  <a:lnTo>
                    <a:pt x="4572391" y="847356"/>
                  </a:lnTo>
                  <a:lnTo>
                    <a:pt x="4642736" y="850938"/>
                  </a:lnTo>
                  <a:lnTo>
                    <a:pt x="4713080" y="854465"/>
                  </a:lnTo>
                  <a:lnTo>
                    <a:pt x="4783425" y="857935"/>
                  </a:lnTo>
                  <a:lnTo>
                    <a:pt x="4853769" y="861351"/>
                  </a:lnTo>
                  <a:lnTo>
                    <a:pt x="4924114" y="864713"/>
                  </a:lnTo>
                  <a:lnTo>
                    <a:pt x="4994458" y="868022"/>
                  </a:lnTo>
                  <a:lnTo>
                    <a:pt x="5064803" y="871279"/>
                  </a:lnTo>
                  <a:lnTo>
                    <a:pt x="5135147" y="874485"/>
                  </a:lnTo>
                  <a:lnTo>
                    <a:pt x="5205492" y="877640"/>
                  </a:lnTo>
                  <a:lnTo>
                    <a:pt x="5275836" y="880746"/>
                  </a:lnTo>
                  <a:lnTo>
                    <a:pt x="5346181" y="883802"/>
                  </a:lnTo>
                  <a:lnTo>
                    <a:pt x="5416525" y="886811"/>
                  </a:lnTo>
                  <a:lnTo>
                    <a:pt x="5486870" y="889772"/>
                  </a:lnTo>
                  <a:lnTo>
                    <a:pt x="5557214" y="892686"/>
                  </a:lnTo>
                  <a:lnTo>
                    <a:pt x="5627559" y="895554"/>
                  </a:lnTo>
                  <a:lnTo>
                    <a:pt x="5697903" y="898378"/>
                  </a:lnTo>
                  <a:lnTo>
                    <a:pt x="5768248" y="901157"/>
                  </a:lnTo>
                  <a:lnTo>
                    <a:pt x="5838592" y="903892"/>
                  </a:lnTo>
                  <a:lnTo>
                    <a:pt x="5908937" y="906583"/>
                  </a:lnTo>
                  <a:lnTo>
                    <a:pt x="5979281" y="909233"/>
                  </a:lnTo>
                  <a:lnTo>
                    <a:pt x="6049626" y="911841"/>
                  </a:lnTo>
                  <a:lnTo>
                    <a:pt x="6119970" y="914408"/>
                  </a:lnTo>
                  <a:lnTo>
                    <a:pt x="6190315" y="916934"/>
                  </a:lnTo>
                  <a:lnTo>
                    <a:pt x="6260659" y="919420"/>
                  </a:lnTo>
                  <a:lnTo>
                    <a:pt x="6331004" y="921868"/>
                  </a:lnTo>
                  <a:lnTo>
                    <a:pt x="6401348" y="924276"/>
                  </a:lnTo>
                  <a:lnTo>
                    <a:pt x="6471693" y="926647"/>
                  </a:lnTo>
                  <a:lnTo>
                    <a:pt x="6542037" y="928981"/>
                  </a:lnTo>
                  <a:lnTo>
                    <a:pt x="6612382" y="931277"/>
                  </a:lnTo>
                  <a:lnTo>
                    <a:pt x="6682726" y="933538"/>
                  </a:lnTo>
                  <a:lnTo>
                    <a:pt x="6753071" y="935763"/>
                  </a:lnTo>
                  <a:lnTo>
                    <a:pt x="6823415" y="937953"/>
                  </a:lnTo>
                  <a:lnTo>
                    <a:pt x="6893760" y="940108"/>
                  </a:lnTo>
                  <a:lnTo>
                    <a:pt x="6964104" y="942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761938"/>
              <a:ext cx="6964104" cy="562673"/>
            </a:xfrm>
            <a:custGeom>
              <a:avLst/>
              <a:pathLst>
                <a:path w="6964104" h="562673">
                  <a:moveTo>
                    <a:pt x="6964104" y="562673"/>
                  </a:moveTo>
                  <a:lnTo>
                    <a:pt x="6893760" y="560617"/>
                  </a:lnTo>
                  <a:lnTo>
                    <a:pt x="6823415" y="558505"/>
                  </a:lnTo>
                  <a:lnTo>
                    <a:pt x="6753071" y="556336"/>
                  </a:lnTo>
                  <a:lnTo>
                    <a:pt x="6682726" y="554108"/>
                  </a:lnTo>
                  <a:lnTo>
                    <a:pt x="6612382" y="551820"/>
                  </a:lnTo>
                  <a:lnTo>
                    <a:pt x="6542037" y="549469"/>
                  </a:lnTo>
                  <a:lnTo>
                    <a:pt x="6471693" y="547055"/>
                  </a:lnTo>
                  <a:lnTo>
                    <a:pt x="6401348" y="544575"/>
                  </a:lnTo>
                  <a:lnTo>
                    <a:pt x="6331004" y="542027"/>
                  </a:lnTo>
                  <a:lnTo>
                    <a:pt x="6260659" y="539411"/>
                  </a:lnTo>
                  <a:lnTo>
                    <a:pt x="6190315" y="536723"/>
                  </a:lnTo>
                  <a:lnTo>
                    <a:pt x="6119970" y="533962"/>
                  </a:lnTo>
                  <a:lnTo>
                    <a:pt x="6049626" y="531127"/>
                  </a:lnTo>
                  <a:lnTo>
                    <a:pt x="5979281" y="528214"/>
                  </a:lnTo>
                  <a:lnTo>
                    <a:pt x="5908937" y="525222"/>
                  </a:lnTo>
                  <a:lnTo>
                    <a:pt x="5838592" y="522149"/>
                  </a:lnTo>
                  <a:lnTo>
                    <a:pt x="5768248" y="518992"/>
                  </a:lnTo>
                  <a:lnTo>
                    <a:pt x="5697903" y="515750"/>
                  </a:lnTo>
                  <a:lnTo>
                    <a:pt x="5627559" y="512420"/>
                  </a:lnTo>
                  <a:lnTo>
                    <a:pt x="5557214" y="508999"/>
                  </a:lnTo>
                  <a:lnTo>
                    <a:pt x="5486870" y="505485"/>
                  </a:lnTo>
                  <a:lnTo>
                    <a:pt x="5416525" y="501876"/>
                  </a:lnTo>
                  <a:lnTo>
                    <a:pt x="5346181" y="498168"/>
                  </a:lnTo>
                  <a:lnTo>
                    <a:pt x="5275836" y="494360"/>
                  </a:lnTo>
                  <a:lnTo>
                    <a:pt x="5205492" y="490449"/>
                  </a:lnTo>
                  <a:lnTo>
                    <a:pt x="5135147" y="486431"/>
                  </a:lnTo>
                  <a:lnTo>
                    <a:pt x="5064803" y="482305"/>
                  </a:lnTo>
                  <a:lnTo>
                    <a:pt x="4994458" y="478066"/>
                  </a:lnTo>
                  <a:lnTo>
                    <a:pt x="4924114" y="473712"/>
                  </a:lnTo>
                  <a:lnTo>
                    <a:pt x="4853769" y="469239"/>
                  </a:lnTo>
                  <a:lnTo>
                    <a:pt x="4783425" y="464646"/>
                  </a:lnTo>
                  <a:lnTo>
                    <a:pt x="4713080" y="459927"/>
                  </a:lnTo>
                  <a:lnTo>
                    <a:pt x="4642736" y="455080"/>
                  </a:lnTo>
                  <a:lnTo>
                    <a:pt x="4572391" y="450102"/>
                  </a:lnTo>
                  <a:lnTo>
                    <a:pt x="4502047" y="444988"/>
                  </a:lnTo>
                  <a:lnTo>
                    <a:pt x="4431702" y="439736"/>
                  </a:lnTo>
                  <a:lnTo>
                    <a:pt x="4361358" y="434340"/>
                  </a:lnTo>
                  <a:lnTo>
                    <a:pt x="4291013" y="428799"/>
                  </a:lnTo>
                  <a:lnTo>
                    <a:pt x="4220669" y="423106"/>
                  </a:lnTo>
                  <a:lnTo>
                    <a:pt x="4150324" y="417259"/>
                  </a:lnTo>
                  <a:lnTo>
                    <a:pt x="4079980" y="411254"/>
                  </a:lnTo>
                  <a:lnTo>
                    <a:pt x="4009635" y="405085"/>
                  </a:lnTo>
                  <a:lnTo>
                    <a:pt x="3939291" y="398748"/>
                  </a:lnTo>
                  <a:lnTo>
                    <a:pt x="3868946" y="392240"/>
                  </a:lnTo>
                  <a:lnTo>
                    <a:pt x="3798602" y="385554"/>
                  </a:lnTo>
                  <a:lnTo>
                    <a:pt x="3728257" y="378687"/>
                  </a:lnTo>
                  <a:lnTo>
                    <a:pt x="3657913" y="371634"/>
                  </a:lnTo>
                  <a:lnTo>
                    <a:pt x="3587569" y="364389"/>
                  </a:lnTo>
                  <a:lnTo>
                    <a:pt x="3517224" y="356947"/>
                  </a:lnTo>
                  <a:lnTo>
                    <a:pt x="3446880" y="349303"/>
                  </a:lnTo>
                  <a:lnTo>
                    <a:pt x="3376535" y="341451"/>
                  </a:lnTo>
                  <a:lnTo>
                    <a:pt x="3306191" y="335695"/>
                  </a:lnTo>
                  <a:lnTo>
                    <a:pt x="3235846" y="330851"/>
                  </a:lnTo>
                  <a:lnTo>
                    <a:pt x="3165502" y="325930"/>
                  </a:lnTo>
                  <a:lnTo>
                    <a:pt x="3095157" y="320929"/>
                  </a:lnTo>
                  <a:lnTo>
                    <a:pt x="3024813" y="315849"/>
                  </a:lnTo>
                  <a:lnTo>
                    <a:pt x="2954468" y="310687"/>
                  </a:lnTo>
                  <a:lnTo>
                    <a:pt x="2884124" y="305443"/>
                  </a:lnTo>
                  <a:lnTo>
                    <a:pt x="2813779" y="300114"/>
                  </a:lnTo>
                  <a:lnTo>
                    <a:pt x="2743435" y="294701"/>
                  </a:lnTo>
                  <a:lnTo>
                    <a:pt x="2673090" y="289200"/>
                  </a:lnTo>
                  <a:lnTo>
                    <a:pt x="2602746" y="283612"/>
                  </a:lnTo>
                  <a:lnTo>
                    <a:pt x="2532401" y="277934"/>
                  </a:lnTo>
                  <a:lnTo>
                    <a:pt x="2462057" y="272166"/>
                  </a:lnTo>
                  <a:lnTo>
                    <a:pt x="2391712" y="266305"/>
                  </a:lnTo>
                  <a:lnTo>
                    <a:pt x="2321368" y="260350"/>
                  </a:lnTo>
                  <a:lnTo>
                    <a:pt x="2251023" y="254300"/>
                  </a:lnTo>
                  <a:lnTo>
                    <a:pt x="2180679" y="248153"/>
                  </a:lnTo>
                  <a:lnTo>
                    <a:pt x="2110334" y="241908"/>
                  </a:lnTo>
                  <a:lnTo>
                    <a:pt x="2039990" y="235563"/>
                  </a:lnTo>
                  <a:lnTo>
                    <a:pt x="1969645" y="229116"/>
                  </a:lnTo>
                  <a:lnTo>
                    <a:pt x="1899301" y="222566"/>
                  </a:lnTo>
                  <a:lnTo>
                    <a:pt x="1828956" y="215911"/>
                  </a:lnTo>
                  <a:lnTo>
                    <a:pt x="1758612" y="209150"/>
                  </a:lnTo>
                  <a:lnTo>
                    <a:pt x="1688267" y="202281"/>
                  </a:lnTo>
                  <a:lnTo>
                    <a:pt x="1617923" y="195301"/>
                  </a:lnTo>
                  <a:lnTo>
                    <a:pt x="1547578" y="188210"/>
                  </a:lnTo>
                  <a:lnTo>
                    <a:pt x="1477234" y="181005"/>
                  </a:lnTo>
                  <a:lnTo>
                    <a:pt x="1406889" y="173685"/>
                  </a:lnTo>
                  <a:lnTo>
                    <a:pt x="1336545" y="166248"/>
                  </a:lnTo>
                  <a:lnTo>
                    <a:pt x="1266200" y="158692"/>
                  </a:lnTo>
                  <a:lnTo>
                    <a:pt x="1195856" y="151015"/>
                  </a:lnTo>
                  <a:lnTo>
                    <a:pt x="1125511" y="143215"/>
                  </a:lnTo>
                  <a:lnTo>
                    <a:pt x="1055167" y="135290"/>
                  </a:lnTo>
                  <a:lnTo>
                    <a:pt x="984822" y="127239"/>
                  </a:lnTo>
                  <a:lnTo>
                    <a:pt x="914478" y="119058"/>
                  </a:lnTo>
                  <a:lnTo>
                    <a:pt x="844133" y="110747"/>
                  </a:lnTo>
                  <a:lnTo>
                    <a:pt x="773789" y="102302"/>
                  </a:lnTo>
                  <a:lnTo>
                    <a:pt x="703444" y="93723"/>
                  </a:lnTo>
                  <a:lnTo>
                    <a:pt x="633100" y="85006"/>
                  </a:lnTo>
                  <a:lnTo>
                    <a:pt x="562755" y="76149"/>
                  </a:lnTo>
                  <a:lnTo>
                    <a:pt x="492411" y="67151"/>
                  </a:lnTo>
                  <a:lnTo>
                    <a:pt x="422066" y="58009"/>
                  </a:lnTo>
                  <a:lnTo>
                    <a:pt x="351722" y="48720"/>
                  </a:lnTo>
                  <a:lnTo>
                    <a:pt x="281377" y="39283"/>
                  </a:lnTo>
                  <a:lnTo>
                    <a:pt x="211033" y="29695"/>
                  </a:lnTo>
                  <a:lnTo>
                    <a:pt x="140688" y="19953"/>
                  </a:lnTo>
                  <a:lnTo>
                    <a:pt x="70344" y="100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71989"/>
              <a:ext cx="6964104" cy="728148"/>
            </a:xfrm>
            <a:custGeom>
              <a:avLst/>
              <a:pathLst>
                <a:path w="6964104" h="728148">
                  <a:moveTo>
                    <a:pt x="0" y="0"/>
                  </a:moveTo>
                  <a:lnTo>
                    <a:pt x="70344" y="17488"/>
                  </a:lnTo>
                  <a:lnTo>
                    <a:pt x="140688" y="34607"/>
                  </a:lnTo>
                  <a:lnTo>
                    <a:pt x="211033" y="51365"/>
                  </a:lnTo>
                  <a:lnTo>
                    <a:pt x="281377" y="67769"/>
                  </a:lnTo>
                  <a:lnTo>
                    <a:pt x="351722" y="83827"/>
                  </a:lnTo>
                  <a:lnTo>
                    <a:pt x="422066" y="99546"/>
                  </a:lnTo>
                  <a:lnTo>
                    <a:pt x="492411" y="114933"/>
                  </a:lnTo>
                  <a:lnTo>
                    <a:pt x="562755" y="129995"/>
                  </a:lnTo>
                  <a:lnTo>
                    <a:pt x="633100" y="144739"/>
                  </a:lnTo>
                  <a:lnTo>
                    <a:pt x="703444" y="159171"/>
                  </a:lnTo>
                  <a:lnTo>
                    <a:pt x="773789" y="173299"/>
                  </a:lnTo>
                  <a:lnTo>
                    <a:pt x="844133" y="187129"/>
                  </a:lnTo>
                  <a:lnTo>
                    <a:pt x="914478" y="200666"/>
                  </a:lnTo>
                  <a:lnTo>
                    <a:pt x="984822" y="213918"/>
                  </a:lnTo>
                  <a:lnTo>
                    <a:pt x="1055167" y="226890"/>
                  </a:lnTo>
                  <a:lnTo>
                    <a:pt x="1125511" y="239588"/>
                  </a:lnTo>
                  <a:lnTo>
                    <a:pt x="1195856" y="252018"/>
                  </a:lnTo>
                  <a:lnTo>
                    <a:pt x="1266200" y="264186"/>
                  </a:lnTo>
                  <a:lnTo>
                    <a:pt x="1336545" y="276097"/>
                  </a:lnTo>
                  <a:lnTo>
                    <a:pt x="1406889" y="287756"/>
                  </a:lnTo>
                  <a:lnTo>
                    <a:pt x="1477234" y="299169"/>
                  </a:lnTo>
                  <a:lnTo>
                    <a:pt x="1547578" y="310341"/>
                  </a:lnTo>
                  <a:lnTo>
                    <a:pt x="1617923" y="321277"/>
                  </a:lnTo>
                  <a:lnTo>
                    <a:pt x="1688267" y="331982"/>
                  </a:lnTo>
                  <a:lnTo>
                    <a:pt x="1758612" y="342461"/>
                  </a:lnTo>
                  <a:lnTo>
                    <a:pt x="1828956" y="352719"/>
                  </a:lnTo>
                  <a:lnTo>
                    <a:pt x="1899301" y="362761"/>
                  </a:lnTo>
                  <a:lnTo>
                    <a:pt x="1969645" y="372590"/>
                  </a:lnTo>
                  <a:lnTo>
                    <a:pt x="2039990" y="382212"/>
                  </a:lnTo>
                  <a:lnTo>
                    <a:pt x="2110334" y="391631"/>
                  </a:lnTo>
                  <a:lnTo>
                    <a:pt x="2180679" y="400850"/>
                  </a:lnTo>
                  <a:lnTo>
                    <a:pt x="2251023" y="409876"/>
                  </a:lnTo>
                  <a:lnTo>
                    <a:pt x="2321368" y="418710"/>
                  </a:lnTo>
                  <a:lnTo>
                    <a:pt x="2391712" y="427358"/>
                  </a:lnTo>
                  <a:lnTo>
                    <a:pt x="2462057" y="435824"/>
                  </a:lnTo>
                  <a:lnTo>
                    <a:pt x="2532401" y="444111"/>
                  </a:lnTo>
                  <a:lnTo>
                    <a:pt x="2602746" y="452222"/>
                  </a:lnTo>
                  <a:lnTo>
                    <a:pt x="2673090" y="460163"/>
                  </a:lnTo>
                  <a:lnTo>
                    <a:pt x="2743435" y="467936"/>
                  </a:lnTo>
                  <a:lnTo>
                    <a:pt x="2813779" y="475544"/>
                  </a:lnTo>
                  <a:lnTo>
                    <a:pt x="2884124" y="482992"/>
                  </a:lnTo>
                  <a:lnTo>
                    <a:pt x="2954468" y="490283"/>
                  </a:lnTo>
                  <a:lnTo>
                    <a:pt x="3024813" y="497420"/>
                  </a:lnTo>
                  <a:lnTo>
                    <a:pt x="3095157" y="504406"/>
                  </a:lnTo>
                  <a:lnTo>
                    <a:pt x="3165502" y="511245"/>
                  </a:lnTo>
                  <a:lnTo>
                    <a:pt x="3235846" y="517939"/>
                  </a:lnTo>
                  <a:lnTo>
                    <a:pt x="3306191" y="524492"/>
                  </a:lnTo>
                  <a:lnTo>
                    <a:pt x="3376535" y="530907"/>
                  </a:lnTo>
                  <a:lnTo>
                    <a:pt x="3446880" y="537186"/>
                  </a:lnTo>
                  <a:lnTo>
                    <a:pt x="3517224" y="543333"/>
                  </a:lnTo>
                  <a:lnTo>
                    <a:pt x="3587569" y="549350"/>
                  </a:lnTo>
                  <a:lnTo>
                    <a:pt x="3657913" y="555239"/>
                  </a:lnTo>
                  <a:lnTo>
                    <a:pt x="3728257" y="561005"/>
                  </a:lnTo>
                  <a:lnTo>
                    <a:pt x="3798602" y="566649"/>
                  </a:lnTo>
                  <a:lnTo>
                    <a:pt x="3868946" y="572173"/>
                  </a:lnTo>
                  <a:lnTo>
                    <a:pt x="3939291" y="577581"/>
                  </a:lnTo>
                  <a:lnTo>
                    <a:pt x="4009635" y="582875"/>
                  </a:lnTo>
                  <a:lnTo>
                    <a:pt x="4079980" y="588057"/>
                  </a:lnTo>
                  <a:lnTo>
                    <a:pt x="4150324" y="593129"/>
                  </a:lnTo>
                  <a:lnTo>
                    <a:pt x="4220669" y="598095"/>
                  </a:lnTo>
                  <a:lnTo>
                    <a:pt x="4291013" y="602955"/>
                  </a:lnTo>
                  <a:lnTo>
                    <a:pt x="4361358" y="607713"/>
                  </a:lnTo>
                  <a:lnTo>
                    <a:pt x="4431702" y="612371"/>
                  </a:lnTo>
                  <a:lnTo>
                    <a:pt x="4502047" y="616930"/>
                  </a:lnTo>
                  <a:lnTo>
                    <a:pt x="4572391" y="621393"/>
                  </a:lnTo>
                  <a:lnTo>
                    <a:pt x="4642736" y="625761"/>
                  </a:lnTo>
                  <a:lnTo>
                    <a:pt x="4713080" y="630038"/>
                  </a:lnTo>
                  <a:lnTo>
                    <a:pt x="4783425" y="634224"/>
                  </a:lnTo>
                  <a:lnTo>
                    <a:pt x="4853769" y="638322"/>
                  </a:lnTo>
                  <a:lnTo>
                    <a:pt x="4924114" y="642333"/>
                  </a:lnTo>
                  <a:lnTo>
                    <a:pt x="4994458" y="646260"/>
                  </a:lnTo>
                  <a:lnTo>
                    <a:pt x="5064803" y="650103"/>
                  </a:lnTo>
                  <a:lnTo>
                    <a:pt x="5135147" y="653866"/>
                  </a:lnTo>
                  <a:lnTo>
                    <a:pt x="5205492" y="657549"/>
                  </a:lnTo>
                  <a:lnTo>
                    <a:pt x="5275836" y="661154"/>
                  </a:lnTo>
                  <a:lnTo>
                    <a:pt x="5346181" y="664683"/>
                  </a:lnTo>
                  <a:lnTo>
                    <a:pt x="5416525" y="668138"/>
                  </a:lnTo>
                  <a:lnTo>
                    <a:pt x="5486870" y="671520"/>
                  </a:lnTo>
                  <a:lnTo>
                    <a:pt x="5557214" y="674830"/>
                  </a:lnTo>
                  <a:lnTo>
                    <a:pt x="5627559" y="678070"/>
                  </a:lnTo>
                  <a:lnTo>
                    <a:pt x="5697903" y="681242"/>
                  </a:lnTo>
                  <a:lnTo>
                    <a:pt x="5768248" y="684347"/>
                  </a:lnTo>
                  <a:lnTo>
                    <a:pt x="5838592" y="687387"/>
                  </a:lnTo>
                  <a:lnTo>
                    <a:pt x="5908937" y="690362"/>
                  </a:lnTo>
                  <a:lnTo>
                    <a:pt x="5979281" y="693275"/>
                  </a:lnTo>
                  <a:lnTo>
                    <a:pt x="6049626" y="696126"/>
                  </a:lnTo>
                  <a:lnTo>
                    <a:pt x="6119970" y="698917"/>
                  </a:lnTo>
                  <a:lnTo>
                    <a:pt x="6190315" y="701648"/>
                  </a:lnTo>
                  <a:lnTo>
                    <a:pt x="6260659" y="704323"/>
                  </a:lnTo>
                  <a:lnTo>
                    <a:pt x="6331004" y="706940"/>
                  </a:lnTo>
                  <a:lnTo>
                    <a:pt x="6401348" y="709503"/>
                  </a:lnTo>
                  <a:lnTo>
                    <a:pt x="6471693" y="712011"/>
                  </a:lnTo>
                  <a:lnTo>
                    <a:pt x="6542037" y="714467"/>
                  </a:lnTo>
                  <a:lnTo>
                    <a:pt x="6612382" y="716870"/>
                  </a:lnTo>
                  <a:lnTo>
                    <a:pt x="6682726" y="719223"/>
                  </a:lnTo>
                  <a:lnTo>
                    <a:pt x="6753071" y="721526"/>
                  </a:lnTo>
                  <a:lnTo>
                    <a:pt x="6823415" y="723780"/>
                  </a:lnTo>
                  <a:lnTo>
                    <a:pt x="6893760" y="725987"/>
                  </a:lnTo>
                  <a:lnTo>
                    <a:pt x="6964104" y="72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518910"/>
              <a:ext cx="6964104" cy="999093"/>
            </a:xfrm>
            <a:custGeom>
              <a:avLst/>
              <a:pathLst>
                <a:path w="6964104" h="999093">
                  <a:moveTo>
                    <a:pt x="0" y="0"/>
                  </a:moveTo>
                  <a:lnTo>
                    <a:pt x="70344" y="28422"/>
                  </a:lnTo>
                  <a:lnTo>
                    <a:pt x="140688" y="56093"/>
                  </a:lnTo>
                  <a:lnTo>
                    <a:pt x="211033" y="83033"/>
                  </a:lnTo>
                  <a:lnTo>
                    <a:pt x="281377" y="109259"/>
                  </a:lnTo>
                  <a:lnTo>
                    <a:pt x="351722" y="134793"/>
                  </a:lnTo>
                  <a:lnTo>
                    <a:pt x="422066" y="159651"/>
                  </a:lnTo>
                  <a:lnTo>
                    <a:pt x="492411" y="183852"/>
                  </a:lnTo>
                  <a:lnTo>
                    <a:pt x="562755" y="207412"/>
                  </a:lnTo>
                  <a:lnTo>
                    <a:pt x="633100" y="230350"/>
                  </a:lnTo>
                  <a:lnTo>
                    <a:pt x="703444" y="252681"/>
                  </a:lnTo>
                  <a:lnTo>
                    <a:pt x="773789" y="274421"/>
                  </a:lnTo>
                  <a:lnTo>
                    <a:pt x="844133" y="295587"/>
                  </a:lnTo>
                  <a:lnTo>
                    <a:pt x="914478" y="316193"/>
                  </a:lnTo>
                  <a:lnTo>
                    <a:pt x="984822" y="336254"/>
                  </a:lnTo>
                  <a:lnTo>
                    <a:pt x="1055167" y="355784"/>
                  </a:lnTo>
                  <a:lnTo>
                    <a:pt x="1125511" y="374798"/>
                  </a:lnTo>
                  <a:lnTo>
                    <a:pt x="1195856" y="393309"/>
                  </a:lnTo>
                  <a:lnTo>
                    <a:pt x="1266200" y="411331"/>
                  </a:lnTo>
                  <a:lnTo>
                    <a:pt x="1336545" y="428876"/>
                  </a:lnTo>
                  <a:lnTo>
                    <a:pt x="1406889" y="445957"/>
                  </a:lnTo>
                  <a:lnTo>
                    <a:pt x="1477234" y="462586"/>
                  </a:lnTo>
                  <a:lnTo>
                    <a:pt x="1547578" y="478775"/>
                  </a:lnTo>
                  <a:lnTo>
                    <a:pt x="1617923" y="494537"/>
                  </a:lnTo>
                  <a:lnTo>
                    <a:pt x="1688267" y="509881"/>
                  </a:lnTo>
                  <a:lnTo>
                    <a:pt x="1758612" y="524820"/>
                  </a:lnTo>
                  <a:lnTo>
                    <a:pt x="1828956" y="539364"/>
                  </a:lnTo>
                  <a:lnTo>
                    <a:pt x="1899301" y="553523"/>
                  </a:lnTo>
                  <a:lnTo>
                    <a:pt x="1969645" y="567308"/>
                  </a:lnTo>
                  <a:lnTo>
                    <a:pt x="2039990" y="580728"/>
                  </a:lnTo>
                  <a:lnTo>
                    <a:pt x="2110334" y="593793"/>
                  </a:lnTo>
                  <a:lnTo>
                    <a:pt x="2180679" y="606513"/>
                  </a:lnTo>
                  <a:lnTo>
                    <a:pt x="2251023" y="618896"/>
                  </a:lnTo>
                  <a:lnTo>
                    <a:pt x="2321368" y="630952"/>
                  </a:lnTo>
                  <a:lnTo>
                    <a:pt x="2391712" y="642689"/>
                  </a:lnTo>
                  <a:lnTo>
                    <a:pt x="2462057" y="654116"/>
                  </a:lnTo>
                  <a:lnTo>
                    <a:pt x="2532401" y="665240"/>
                  </a:lnTo>
                  <a:lnTo>
                    <a:pt x="2602746" y="676070"/>
                  </a:lnTo>
                  <a:lnTo>
                    <a:pt x="2673090" y="686614"/>
                  </a:lnTo>
                  <a:lnTo>
                    <a:pt x="2743435" y="696879"/>
                  </a:lnTo>
                  <a:lnTo>
                    <a:pt x="2813779" y="706873"/>
                  </a:lnTo>
                  <a:lnTo>
                    <a:pt x="2884124" y="716602"/>
                  </a:lnTo>
                  <a:lnTo>
                    <a:pt x="2954468" y="726074"/>
                  </a:lnTo>
                  <a:lnTo>
                    <a:pt x="3024813" y="735295"/>
                  </a:lnTo>
                  <a:lnTo>
                    <a:pt x="3095157" y="744273"/>
                  </a:lnTo>
                  <a:lnTo>
                    <a:pt x="3165502" y="753013"/>
                  </a:lnTo>
                  <a:lnTo>
                    <a:pt x="3235846" y="761522"/>
                  </a:lnTo>
                  <a:lnTo>
                    <a:pt x="3306191" y="769806"/>
                  </a:lnTo>
                  <a:lnTo>
                    <a:pt x="3376535" y="776884"/>
                  </a:lnTo>
                  <a:lnTo>
                    <a:pt x="3446880" y="781576"/>
                  </a:lnTo>
                  <a:lnTo>
                    <a:pt x="3517224" y="786195"/>
                  </a:lnTo>
                  <a:lnTo>
                    <a:pt x="3587569" y="790741"/>
                  </a:lnTo>
                  <a:lnTo>
                    <a:pt x="3657913" y="795216"/>
                  </a:lnTo>
                  <a:lnTo>
                    <a:pt x="3728257" y="799620"/>
                  </a:lnTo>
                  <a:lnTo>
                    <a:pt x="3798602" y="803954"/>
                  </a:lnTo>
                  <a:lnTo>
                    <a:pt x="3868946" y="808220"/>
                  </a:lnTo>
                  <a:lnTo>
                    <a:pt x="3939291" y="812419"/>
                  </a:lnTo>
                  <a:lnTo>
                    <a:pt x="4009635" y="816552"/>
                  </a:lnTo>
                  <a:lnTo>
                    <a:pt x="4079980" y="820620"/>
                  </a:lnTo>
                  <a:lnTo>
                    <a:pt x="4150324" y="824624"/>
                  </a:lnTo>
                  <a:lnTo>
                    <a:pt x="4220669" y="828564"/>
                  </a:lnTo>
                  <a:lnTo>
                    <a:pt x="4291013" y="832443"/>
                  </a:lnTo>
                  <a:lnTo>
                    <a:pt x="4361358" y="836261"/>
                  </a:lnTo>
                  <a:lnTo>
                    <a:pt x="4431702" y="840018"/>
                  </a:lnTo>
                  <a:lnTo>
                    <a:pt x="4502047" y="843716"/>
                  </a:lnTo>
                  <a:lnTo>
                    <a:pt x="4572391" y="847356"/>
                  </a:lnTo>
                  <a:lnTo>
                    <a:pt x="4642736" y="850938"/>
                  </a:lnTo>
                  <a:lnTo>
                    <a:pt x="4713080" y="854465"/>
                  </a:lnTo>
                  <a:lnTo>
                    <a:pt x="4783425" y="857935"/>
                  </a:lnTo>
                  <a:lnTo>
                    <a:pt x="4853769" y="861351"/>
                  </a:lnTo>
                  <a:lnTo>
                    <a:pt x="4924114" y="864713"/>
                  </a:lnTo>
                  <a:lnTo>
                    <a:pt x="4994458" y="868022"/>
                  </a:lnTo>
                  <a:lnTo>
                    <a:pt x="5064803" y="871279"/>
                  </a:lnTo>
                  <a:lnTo>
                    <a:pt x="5135147" y="874485"/>
                  </a:lnTo>
                  <a:lnTo>
                    <a:pt x="5205492" y="877640"/>
                  </a:lnTo>
                  <a:lnTo>
                    <a:pt x="5275836" y="880746"/>
                  </a:lnTo>
                  <a:lnTo>
                    <a:pt x="5346181" y="883802"/>
                  </a:lnTo>
                  <a:lnTo>
                    <a:pt x="5416525" y="886811"/>
                  </a:lnTo>
                  <a:lnTo>
                    <a:pt x="5486870" y="889772"/>
                  </a:lnTo>
                  <a:lnTo>
                    <a:pt x="5557214" y="892686"/>
                  </a:lnTo>
                  <a:lnTo>
                    <a:pt x="5627559" y="895554"/>
                  </a:lnTo>
                  <a:lnTo>
                    <a:pt x="5697903" y="898378"/>
                  </a:lnTo>
                  <a:lnTo>
                    <a:pt x="5768248" y="901157"/>
                  </a:lnTo>
                  <a:lnTo>
                    <a:pt x="5838592" y="903892"/>
                  </a:lnTo>
                  <a:lnTo>
                    <a:pt x="5908937" y="906583"/>
                  </a:lnTo>
                  <a:lnTo>
                    <a:pt x="5979281" y="909233"/>
                  </a:lnTo>
                  <a:lnTo>
                    <a:pt x="6049626" y="911841"/>
                  </a:lnTo>
                  <a:lnTo>
                    <a:pt x="6119970" y="914408"/>
                  </a:lnTo>
                  <a:lnTo>
                    <a:pt x="6190315" y="916934"/>
                  </a:lnTo>
                  <a:lnTo>
                    <a:pt x="6260659" y="919420"/>
                  </a:lnTo>
                  <a:lnTo>
                    <a:pt x="6331004" y="921868"/>
                  </a:lnTo>
                  <a:lnTo>
                    <a:pt x="6401348" y="924276"/>
                  </a:lnTo>
                  <a:lnTo>
                    <a:pt x="6471693" y="926647"/>
                  </a:lnTo>
                  <a:lnTo>
                    <a:pt x="6542037" y="928981"/>
                  </a:lnTo>
                  <a:lnTo>
                    <a:pt x="6612382" y="931277"/>
                  </a:lnTo>
                  <a:lnTo>
                    <a:pt x="6682726" y="933538"/>
                  </a:lnTo>
                  <a:lnTo>
                    <a:pt x="6753071" y="935763"/>
                  </a:lnTo>
                  <a:lnTo>
                    <a:pt x="6823415" y="937953"/>
                  </a:lnTo>
                  <a:lnTo>
                    <a:pt x="6893760" y="940108"/>
                  </a:lnTo>
                  <a:lnTo>
                    <a:pt x="6964104" y="942230"/>
                  </a:lnTo>
                  <a:lnTo>
                    <a:pt x="6964104" y="999093"/>
                  </a:lnTo>
                  <a:lnTo>
                    <a:pt x="6893760" y="997037"/>
                  </a:lnTo>
                  <a:lnTo>
                    <a:pt x="6823415" y="994926"/>
                  </a:lnTo>
                  <a:lnTo>
                    <a:pt x="6753071" y="992757"/>
                  </a:lnTo>
                  <a:lnTo>
                    <a:pt x="6682726" y="990529"/>
                  </a:lnTo>
                  <a:lnTo>
                    <a:pt x="6612382" y="988240"/>
                  </a:lnTo>
                  <a:lnTo>
                    <a:pt x="6542037" y="985890"/>
                  </a:lnTo>
                  <a:lnTo>
                    <a:pt x="6471693" y="983475"/>
                  </a:lnTo>
                  <a:lnTo>
                    <a:pt x="6401348" y="980995"/>
                  </a:lnTo>
                  <a:lnTo>
                    <a:pt x="6331004" y="978448"/>
                  </a:lnTo>
                  <a:lnTo>
                    <a:pt x="6260659" y="975831"/>
                  </a:lnTo>
                  <a:lnTo>
                    <a:pt x="6190315" y="973143"/>
                  </a:lnTo>
                  <a:lnTo>
                    <a:pt x="6119970" y="970383"/>
                  </a:lnTo>
                  <a:lnTo>
                    <a:pt x="6049626" y="967547"/>
                  </a:lnTo>
                  <a:lnTo>
                    <a:pt x="5979281" y="964634"/>
                  </a:lnTo>
                  <a:lnTo>
                    <a:pt x="5908937" y="961643"/>
                  </a:lnTo>
                  <a:lnTo>
                    <a:pt x="5838592" y="958569"/>
                  </a:lnTo>
                  <a:lnTo>
                    <a:pt x="5768248" y="955413"/>
                  </a:lnTo>
                  <a:lnTo>
                    <a:pt x="5697903" y="952171"/>
                  </a:lnTo>
                  <a:lnTo>
                    <a:pt x="5627559" y="948840"/>
                  </a:lnTo>
                  <a:lnTo>
                    <a:pt x="5557214" y="945419"/>
                  </a:lnTo>
                  <a:lnTo>
                    <a:pt x="5486870" y="941905"/>
                  </a:lnTo>
                  <a:lnTo>
                    <a:pt x="5416525" y="938296"/>
                  </a:lnTo>
                  <a:lnTo>
                    <a:pt x="5346181" y="934589"/>
                  </a:lnTo>
                  <a:lnTo>
                    <a:pt x="5275836" y="930781"/>
                  </a:lnTo>
                  <a:lnTo>
                    <a:pt x="5205492" y="926870"/>
                  </a:lnTo>
                  <a:lnTo>
                    <a:pt x="5135147" y="922852"/>
                  </a:lnTo>
                  <a:lnTo>
                    <a:pt x="5064803" y="918725"/>
                  </a:lnTo>
                  <a:lnTo>
                    <a:pt x="4994458" y="914486"/>
                  </a:lnTo>
                  <a:lnTo>
                    <a:pt x="4924114" y="910132"/>
                  </a:lnTo>
                  <a:lnTo>
                    <a:pt x="4853769" y="905660"/>
                  </a:lnTo>
                  <a:lnTo>
                    <a:pt x="4783425" y="901066"/>
                  </a:lnTo>
                  <a:lnTo>
                    <a:pt x="4713080" y="896347"/>
                  </a:lnTo>
                  <a:lnTo>
                    <a:pt x="4642736" y="891501"/>
                  </a:lnTo>
                  <a:lnTo>
                    <a:pt x="4572391" y="886522"/>
                  </a:lnTo>
                  <a:lnTo>
                    <a:pt x="4502047" y="881409"/>
                  </a:lnTo>
                  <a:lnTo>
                    <a:pt x="4431702" y="876156"/>
                  </a:lnTo>
                  <a:lnTo>
                    <a:pt x="4361358" y="870761"/>
                  </a:lnTo>
                  <a:lnTo>
                    <a:pt x="4291013" y="865219"/>
                  </a:lnTo>
                  <a:lnTo>
                    <a:pt x="4220669" y="859527"/>
                  </a:lnTo>
                  <a:lnTo>
                    <a:pt x="4150324" y="853680"/>
                  </a:lnTo>
                  <a:lnTo>
                    <a:pt x="4079980" y="847674"/>
                  </a:lnTo>
                  <a:lnTo>
                    <a:pt x="4009635" y="841505"/>
                  </a:lnTo>
                  <a:lnTo>
                    <a:pt x="3939291" y="835169"/>
                  </a:lnTo>
                  <a:lnTo>
                    <a:pt x="3868946" y="828660"/>
                  </a:lnTo>
                  <a:lnTo>
                    <a:pt x="3798602" y="821975"/>
                  </a:lnTo>
                  <a:lnTo>
                    <a:pt x="3728257" y="815108"/>
                  </a:lnTo>
                  <a:lnTo>
                    <a:pt x="3657913" y="808054"/>
                  </a:lnTo>
                  <a:lnTo>
                    <a:pt x="3587569" y="800809"/>
                  </a:lnTo>
                  <a:lnTo>
                    <a:pt x="3517224" y="793367"/>
                  </a:lnTo>
                  <a:lnTo>
                    <a:pt x="3446880" y="785723"/>
                  </a:lnTo>
                  <a:lnTo>
                    <a:pt x="3376535" y="777871"/>
                  </a:lnTo>
                  <a:lnTo>
                    <a:pt x="3306191" y="772116"/>
                  </a:lnTo>
                  <a:lnTo>
                    <a:pt x="3235846" y="767272"/>
                  </a:lnTo>
                  <a:lnTo>
                    <a:pt x="3165502" y="762350"/>
                  </a:lnTo>
                  <a:lnTo>
                    <a:pt x="3095157" y="757350"/>
                  </a:lnTo>
                  <a:lnTo>
                    <a:pt x="3024813" y="752269"/>
                  </a:lnTo>
                  <a:lnTo>
                    <a:pt x="2954468" y="747107"/>
                  </a:lnTo>
                  <a:lnTo>
                    <a:pt x="2884124" y="741863"/>
                  </a:lnTo>
                  <a:lnTo>
                    <a:pt x="2813779" y="736535"/>
                  </a:lnTo>
                  <a:lnTo>
                    <a:pt x="2743435" y="731121"/>
                  </a:lnTo>
                  <a:lnTo>
                    <a:pt x="2673090" y="725621"/>
                  </a:lnTo>
                  <a:lnTo>
                    <a:pt x="2602746" y="720033"/>
                  </a:lnTo>
                  <a:lnTo>
                    <a:pt x="2532401" y="714355"/>
                  </a:lnTo>
                  <a:lnTo>
                    <a:pt x="2462057" y="708586"/>
                  </a:lnTo>
                  <a:lnTo>
                    <a:pt x="2391712" y="702725"/>
                  </a:lnTo>
                  <a:lnTo>
                    <a:pt x="2321368" y="696771"/>
                  </a:lnTo>
                  <a:lnTo>
                    <a:pt x="2251023" y="690721"/>
                  </a:lnTo>
                  <a:lnTo>
                    <a:pt x="2180679" y="684574"/>
                  </a:lnTo>
                  <a:lnTo>
                    <a:pt x="2110334" y="678329"/>
                  </a:lnTo>
                  <a:lnTo>
                    <a:pt x="2039990" y="671983"/>
                  </a:lnTo>
                  <a:lnTo>
                    <a:pt x="1969645" y="665537"/>
                  </a:lnTo>
                  <a:lnTo>
                    <a:pt x="1899301" y="658987"/>
                  </a:lnTo>
                  <a:lnTo>
                    <a:pt x="1828956" y="652332"/>
                  </a:lnTo>
                  <a:lnTo>
                    <a:pt x="1758612" y="645571"/>
                  </a:lnTo>
                  <a:lnTo>
                    <a:pt x="1688267" y="638701"/>
                  </a:lnTo>
                  <a:lnTo>
                    <a:pt x="1617923" y="631722"/>
                  </a:lnTo>
                  <a:lnTo>
                    <a:pt x="1547578" y="624631"/>
                  </a:lnTo>
                  <a:lnTo>
                    <a:pt x="1477234" y="617426"/>
                  </a:lnTo>
                  <a:lnTo>
                    <a:pt x="1406889" y="610106"/>
                  </a:lnTo>
                  <a:lnTo>
                    <a:pt x="1336545" y="602669"/>
                  </a:lnTo>
                  <a:lnTo>
                    <a:pt x="1266200" y="595113"/>
                  </a:lnTo>
                  <a:lnTo>
                    <a:pt x="1195856" y="587436"/>
                  </a:lnTo>
                  <a:lnTo>
                    <a:pt x="1125511" y="579636"/>
                  </a:lnTo>
                  <a:lnTo>
                    <a:pt x="1055167" y="571711"/>
                  </a:lnTo>
                  <a:lnTo>
                    <a:pt x="984822" y="563659"/>
                  </a:lnTo>
                  <a:lnTo>
                    <a:pt x="914478" y="555479"/>
                  </a:lnTo>
                  <a:lnTo>
                    <a:pt x="844133" y="547167"/>
                  </a:lnTo>
                  <a:lnTo>
                    <a:pt x="773789" y="538723"/>
                  </a:lnTo>
                  <a:lnTo>
                    <a:pt x="703444" y="530143"/>
                  </a:lnTo>
                  <a:lnTo>
                    <a:pt x="633100" y="521426"/>
                  </a:lnTo>
                  <a:lnTo>
                    <a:pt x="562755" y="512570"/>
                  </a:lnTo>
                  <a:lnTo>
                    <a:pt x="492411" y="503572"/>
                  </a:lnTo>
                  <a:lnTo>
                    <a:pt x="422066" y="494429"/>
                  </a:lnTo>
                  <a:lnTo>
                    <a:pt x="351722" y="485141"/>
                  </a:lnTo>
                  <a:lnTo>
                    <a:pt x="281377" y="475704"/>
                  </a:lnTo>
                  <a:lnTo>
                    <a:pt x="211033" y="466115"/>
                  </a:lnTo>
                  <a:lnTo>
                    <a:pt x="140688" y="456374"/>
                  </a:lnTo>
                  <a:lnTo>
                    <a:pt x="70344" y="446476"/>
                  </a:lnTo>
                  <a:lnTo>
                    <a:pt x="0" y="436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235312" y="4518910"/>
              <a:ext cx="6964104" cy="942230"/>
            </a:xfrm>
            <a:custGeom>
              <a:avLst/>
              <a:pathLst>
                <a:path w="6964104" h="942230">
                  <a:moveTo>
                    <a:pt x="0" y="0"/>
                  </a:moveTo>
                  <a:lnTo>
                    <a:pt x="70344" y="28422"/>
                  </a:lnTo>
                  <a:lnTo>
                    <a:pt x="140688" y="56093"/>
                  </a:lnTo>
                  <a:lnTo>
                    <a:pt x="211033" y="83033"/>
                  </a:lnTo>
                  <a:lnTo>
                    <a:pt x="281377" y="109259"/>
                  </a:lnTo>
                  <a:lnTo>
                    <a:pt x="351722" y="134793"/>
                  </a:lnTo>
                  <a:lnTo>
                    <a:pt x="422066" y="159651"/>
                  </a:lnTo>
                  <a:lnTo>
                    <a:pt x="492411" y="183852"/>
                  </a:lnTo>
                  <a:lnTo>
                    <a:pt x="562755" y="207412"/>
                  </a:lnTo>
                  <a:lnTo>
                    <a:pt x="633100" y="230350"/>
                  </a:lnTo>
                  <a:lnTo>
                    <a:pt x="703444" y="252681"/>
                  </a:lnTo>
                  <a:lnTo>
                    <a:pt x="773789" y="274421"/>
                  </a:lnTo>
                  <a:lnTo>
                    <a:pt x="844133" y="295587"/>
                  </a:lnTo>
                  <a:lnTo>
                    <a:pt x="914478" y="316193"/>
                  </a:lnTo>
                  <a:lnTo>
                    <a:pt x="984822" y="336254"/>
                  </a:lnTo>
                  <a:lnTo>
                    <a:pt x="1055167" y="355784"/>
                  </a:lnTo>
                  <a:lnTo>
                    <a:pt x="1125511" y="374798"/>
                  </a:lnTo>
                  <a:lnTo>
                    <a:pt x="1195856" y="393309"/>
                  </a:lnTo>
                  <a:lnTo>
                    <a:pt x="1266200" y="411331"/>
                  </a:lnTo>
                  <a:lnTo>
                    <a:pt x="1336545" y="428876"/>
                  </a:lnTo>
                  <a:lnTo>
                    <a:pt x="1406889" y="445957"/>
                  </a:lnTo>
                  <a:lnTo>
                    <a:pt x="1477234" y="462586"/>
                  </a:lnTo>
                  <a:lnTo>
                    <a:pt x="1547578" y="478775"/>
                  </a:lnTo>
                  <a:lnTo>
                    <a:pt x="1617923" y="494537"/>
                  </a:lnTo>
                  <a:lnTo>
                    <a:pt x="1688267" y="509881"/>
                  </a:lnTo>
                  <a:lnTo>
                    <a:pt x="1758612" y="524820"/>
                  </a:lnTo>
                  <a:lnTo>
                    <a:pt x="1828956" y="539364"/>
                  </a:lnTo>
                  <a:lnTo>
                    <a:pt x="1899301" y="553523"/>
                  </a:lnTo>
                  <a:lnTo>
                    <a:pt x="1969645" y="567308"/>
                  </a:lnTo>
                  <a:lnTo>
                    <a:pt x="2039990" y="580728"/>
                  </a:lnTo>
                  <a:lnTo>
                    <a:pt x="2110334" y="593793"/>
                  </a:lnTo>
                  <a:lnTo>
                    <a:pt x="2180679" y="606513"/>
                  </a:lnTo>
                  <a:lnTo>
                    <a:pt x="2251023" y="618896"/>
                  </a:lnTo>
                  <a:lnTo>
                    <a:pt x="2321368" y="630952"/>
                  </a:lnTo>
                  <a:lnTo>
                    <a:pt x="2391712" y="642689"/>
                  </a:lnTo>
                  <a:lnTo>
                    <a:pt x="2462057" y="654116"/>
                  </a:lnTo>
                  <a:lnTo>
                    <a:pt x="2532401" y="665240"/>
                  </a:lnTo>
                  <a:lnTo>
                    <a:pt x="2602746" y="676070"/>
                  </a:lnTo>
                  <a:lnTo>
                    <a:pt x="2673090" y="686614"/>
                  </a:lnTo>
                  <a:lnTo>
                    <a:pt x="2743435" y="696879"/>
                  </a:lnTo>
                  <a:lnTo>
                    <a:pt x="2813779" y="706873"/>
                  </a:lnTo>
                  <a:lnTo>
                    <a:pt x="2884124" y="716602"/>
                  </a:lnTo>
                  <a:lnTo>
                    <a:pt x="2954468" y="726074"/>
                  </a:lnTo>
                  <a:lnTo>
                    <a:pt x="3024813" y="735295"/>
                  </a:lnTo>
                  <a:lnTo>
                    <a:pt x="3095157" y="744273"/>
                  </a:lnTo>
                  <a:lnTo>
                    <a:pt x="3165502" y="753013"/>
                  </a:lnTo>
                  <a:lnTo>
                    <a:pt x="3235846" y="761522"/>
                  </a:lnTo>
                  <a:lnTo>
                    <a:pt x="3306191" y="769806"/>
                  </a:lnTo>
                  <a:lnTo>
                    <a:pt x="3376535" y="776884"/>
                  </a:lnTo>
                  <a:lnTo>
                    <a:pt x="3446880" y="781576"/>
                  </a:lnTo>
                  <a:lnTo>
                    <a:pt x="3517224" y="786195"/>
                  </a:lnTo>
                  <a:lnTo>
                    <a:pt x="3587569" y="790741"/>
                  </a:lnTo>
                  <a:lnTo>
                    <a:pt x="3657913" y="795216"/>
                  </a:lnTo>
                  <a:lnTo>
                    <a:pt x="3728257" y="799620"/>
                  </a:lnTo>
                  <a:lnTo>
                    <a:pt x="3798602" y="803954"/>
                  </a:lnTo>
                  <a:lnTo>
                    <a:pt x="3868946" y="808220"/>
                  </a:lnTo>
                  <a:lnTo>
                    <a:pt x="3939291" y="812419"/>
                  </a:lnTo>
                  <a:lnTo>
                    <a:pt x="4009635" y="816552"/>
                  </a:lnTo>
                  <a:lnTo>
                    <a:pt x="4079980" y="820620"/>
                  </a:lnTo>
                  <a:lnTo>
                    <a:pt x="4150324" y="824624"/>
                  </a:lnTo>
                  <a:lnTo>
                    <a:pt x="4220669" y="828564"/>
                  </a:lnTo>
                  <a:lnTo>
                    <a:pt x="4291013" y="832443"/>
                  </a:lnTo>
                  <a:lnTo>
                    <a:pt x="4361358" y="836261"/>
                  </a:lnTo>
                  <a:lnTo>
                    <a:pt x="4431702" y="840018"/>
                  </a:lnTo>
                  <a:lnTo>
                    <a:pt x="4502047" y="843716"/>
                  </a:lnTo>
                  <a:lnTo>
                    <a:pt x="4572391" y="847356"/>
                  </a:lnTo>
                  <a:lnTo>
                    <a:pt x="4642736" y="850938"/>
                  </a:lnTo>
                  <a:lnTo>
                    <a:pt x="4713080" y="854465"/>
                  </a:lnTo>
                  <a:lnTo>
                    <a:pt x="4783425" y="857935"/>
                  </a:lnTo>
                  <a:lnTo>
                    <a:pt x="4853769" y="861351"/>
                  </a:lnTo>
                  <a:lnTo>
                    <a:pt x="4924114" y="864713"/>
                  </a:lnTo>
                  <a:lnTo>
                    <a:pt x="4994458" y="868022"/>
                  </a:lnTo>
                  <a:lnTo>
                    <a:pt x="5064803" y="871279"/>
                  </a:lnTo>
                  <a:lnTo>
                    <a:pt x="5135147" y="874485"/>
                  </a:lnTo>
                  <a:lnTo>
                    <a:pt x="5205492" y="877640"/>
                  </a:lnTo>
                  <a:lnTo>
                    <a:pt x="5275836" y="880746"/>
                  </a:lnTo>
                  <a:lnTo>
                    <a:pt x="5346181" y="883802"/>
                  </a:lnTo>
                  <a:lnTo>
                    <a:pt x="5416525" y="886811"/>
                  </a:lnTo>
                  <a:lnTo>
                    <a:pt x="5486870" y="889772"/>
                  </a:lnTo>
                  <a:lnTo>
                    <a:pt x="5557214" y="892686"/>
                  </a:lnTo>
                  <a:lnTo>
                    <a:pt x="5627559" y="895554"/>
                  </a:lnTo>
                  <a:lnTo>
                    <a:pt x="5697903" y="898378"/>
                  </a:lnTo>
                  <a:lnTo>
                    <a:pt x="5768248" y="901157"/>
                  </a:lnTo>
                  <a:lnTo>
                    <a:pt x="5838592" y="903892"/>
                  </a:lnTo>
                  <a:lnTo>
                    <a:pt x="5908937" y="906583"/>
                  </a:lnTo>
                  <a:lnTo>
                    <a:pt x="5979281" y="909233"/>
                  </a:lnTo>
                  <a:lnTo>
                    <a:pt x="6049626" y="911841"/>
                  </a:lnTo>
                  <a:lnTo>
                    <a:pt x="6119970" y="914408"/>
                  </a:lnTo>
                  <a:lnTo>
                    <a:pt x="6190315" y="916934"/>
                  </a:lnTo>
                  <a:lnTo>
                    <a:pt x="6260659" y="919420"/>
                  </a:lnTo>
                  <a:lnTo>
                    <a:pt x="6331004" y="921868"/>
                  </a:lnTo>
                  <a:lnTo>
                    <a:pt x="6401348" y="924276"/>
                  </a:lnTo>
                  <a:lnTo>
                    <a:pt x="6471693" y="926647"/>
                  </a:lnTo>
                  <a:lnTo>
                    <a:pt x="6542037" y="928981"/>
                  </a:lnTo>
                  <a:lnTo>
                    <a:pt x="6612382" y="931277"/>
                  </a:lnTo>
                  <a:lnTo>
                    <a:pt x="6682726" y="933538"/>
                  </a:lnTo>
                  <a:lnTo>
                    <a:pt x="6753071" y="935763"/>
                  </a:lnTo>
                  <a:lnTo>
                    <a:pt x="6823415" y="937953"/>
                  </a:lnTo>
                  <a:lnTo>
                    <a:pt x="6893760" y="940108"/>
                  </a:lnTo>
                  <a:lnTo>
                    <a:pt x="6964104" y="942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955331"/>
              <a:ext cx="6964104" cy="562673"/>
            </a:xfrm>
            <a:custGeom>
              <a:avLst/>
              <a:pathLst>
                <a:path w="6964104" h="562673">
                  <a:moveTo>
                    <a:pt x="6964104" y="562673"/>
                  </a:moveTo>
                  <a:lnTo>
                    <a:pt x="6893760" y="560617"/>
                  </a:lnTo>
                  <a:lnTo>
                    <a:pt x="6823415" y="558505"/>
                  </a:lnTo>
                  <a:lnTo>
                    <a:pt x="6753071" y="556336"/>
                  </a:lnTo>
                  <a:lnTo>
                    <a:pt x="6682726" y="554108"/>
                  </a:lnTo>
                  <a:lnTo>
                    <a:pt x="6612382" y="551820"/>
                  </a:lnTo>
                  <a:lnTo>
                    <a:pt x="6542037" y="549469"/>
                  </a:lnTo>
                  <a:lnTo>
                    <a:pt x="6471693" y="547055"/>
                  </a:lnTo>
                  <a:lnTo>
                    <a:pt x="6401348" y="544575"/>
                  </a:lnTo>
                  <a:lnTo>
                    <a:pt x="6331004" y="542027"/>
                  </a:lnTo>
                  <a:lnTo>
                    <a:pt x="6260659" y="539411"/>
                  </a:lnTo>
                  <a:lnTo>
                    <a:pt x="6190315" y="536723"/>
                  </a:lnTo>
                  <a:lnTo>
                    <a:pt x="6119970" y="533962"/>
                  </a:lnTo>
                  <a:lnTo>
                    <a:pt x="6049626" y="531127"/>
                  </a:lnTo>
                  <a:lnTo>
                    <a:pt x="5979281" y="528214"/>
                  </a:lnTo>
                  <a:lnTo>
                    <a:pt x="5908937" y="525222"/>
                  </a:lnTo>
                  <a:lnTo>
                    <a:pt x="5838592" y="522149"/>
                  </a:lnTo>
                  <a:lnTo>
                    <a:pt x="5768248" y="518992"/>
                  </a:lnTo>
                  <a:lnTo>
                    <a:pt x="5697903" y="515750"/>
                  </a:lnTo>
                  <a:lnTo>
                    <a:pt x="5627559" y="512420"/>
                  </a:lnTo>
                  <a:lnTo>
                    <a:pt x="5557214" y="508999"/>
                  </a:lnTo>
                  <a:lnTo>
                    <a:pt x="5486870" y="505485"/>
                  </a:lnTo>
                  <a:lnTo>
                    <a:pt x="5416525" y="501876"/>
                  </a:lnTo>
                  <a:lnTo>
                    <a:pt x="5346181" y="498168"/>
                  </a:lnTo>
                  <a:lnTo>
                    <a:pt x="5275836" y="494360"/>
                  </a:lnTo>
                  <a:lnTo>
                    <a:pt x="5205492" y="490449"/>
                  </a:lnTo>
                  <a:lnTo>
                    <a:pt x="5135147" y="486431"/>
                  </a:lnTo>
                  <a:lnTo>
                    <a:pt x="5064803" y="482305"/>
                  </a:lnTo>
                  <a:lnTo>
                    <a:pt x="4994458" y="478066"/>
                  </a:lnTo>
                  <a:lnTo>
                    <a:pt x="4924114" y="473712"/>
                  </a:lnTo>
                  <a:lnTo>
                    <a:pt x="4853769" y="469239"/>
                  </a:lnTo>
                  <a:lnTo>
                    <a:pt x="4783425" y="464646"/>
                  </a:lnTo>
                  <a:lnTo>
                    <a:pt x="4713080" y="459927"/>
                  </a:lnTo>
                  <a:lnTo>
                    <a:pt x="4642736" y="455080"/>
                  </a:lnTo>
                  <a:lnTo>
                    <a:pt x="4572391" y="450102"/>
                  </a:lnTo>
                  <a:lnTo>
                    <a:pt x="4502047" y="444988"/>
                  </a:lnTo>
                  <a:lnTo>
                    <a:pt x="4431702" y="439736"/>
                  </a:lnTo>
                  <a:lnTo>
                    <a:pt x="4361358" y="434340"/>
                  </a:lnTo>
                  <a:lnTo>
                    <a:pt x="4291013" y="428799"/>
                  </a:lnTo>
                  <a:lnTo>
                    <a:pt x="4220669" y="423106"/>
                  </a:lnTo>
                  <a:lnTo>
                    <a:pt x="4150324" y="417259"/>
                  </a:lnTo>
                  <a:lnTo>
                    <a:pt x="4079980" y="411254"/>
                  </a:lnTo>
                  <a:lnTo>
                    <a:pt x="4009635" y="405085"/>
                  </a:lnTo>
                  <a:lnTo>
                    <a:pt x="3939291" y="398748"/>
                  </a:lnTo>
                  <a:lnTo>
                    <a:pt x="3868946" y="392240"/>
                  </a:lnTo>
                  <a:lnTo>
                    <a:pt x="3798602" y="385554"/>
                  </a:lnTo>
                  <a:lnTo>
                    <a:pt x="3728257" y="378687"/>
                  </a:lnTo>
                  <a:lnTo>
                    <a:pt x="3657913" y="371634"/>
                  </a:lnTo>
                  <a:lnTo>
                    <a:pt x="3587569" y="364389"/>
                  </a:lnTo>
                  <a:lnTo>
                    <a:pt x="3517224" y="356947"/>
                  </a:lnTo>
                  <a:lnTo>
                    <a:pt x="3446880" y="349303"/>
                  </a:lnTo>
                  <a:lnTo>
                    <a:pt x="3376535" y="341451"/>
                  </a:lnTo>
                  <a:lnTo>
                    <a:pt x="3306191" y="335695"/>
                  </a:lnTo>
                  <a:lnTo>
                    <a:pt x="3235846" y="330851"/>
                  </a:lnTo>
                  <a:lnTo>
                    <a:pt x="3165502" y="325930"/>
                  </a:lnTo>
                  <a:lnTo>
                    <a:pt x="3095157" y="320929"/>
                  </a:lnTo>
                  <a:lnTo>
                    <a:pt x="3024813" y="315849"/>
                  </a:lnTo>
                  <a:lnTo>
                    <a:pt x="2954468" y="310687"/>
                  </a:lnTo>
                  <a:lnTo>
                    <a:pt x="2884124" y="305443"/>
                  </a:lnTo>
                  <a:lnTo>
                    <a:pt x="2813779" y="300114"/>
                  </a:lnTo>
                  <a:lnTo>
                    <a:pt x="2743435" y="294701"/>
                  </a:lnTo>
                  <a:lnTo>
                    <a:pt x="2673090" y="289200"/>
                  </a:lnTo>
                  <a:lnTo>
                    <a:pt x="2602746" y="283612"/>
                  </a:lnTo>
                  <a:lnTo>
                    <a:pt x="2532401" y="277934"/>
                  </a:lnTo>
                  <a:lnTo>
                    <a:pt x="2462057" y="272166"/>
                  </a:lnTo>
                  <a:lnTo>
                    <a:pt x="2391712" y="266305"/>
                  </a:lnTo>
                  <a:lnTo>
                    <a:pt x="2321368" y="260350"/>
                  </a:lnTo>
                  <a:lnTo>
                    <a:pt x="2251023" y="254300"/>
                  </a:lnTo>
                  <a:lnTo>
                    <a:pt x="2180679" y="248153"/>
                  </a:lnTo>
                  <a:lnTo>
                    <a:pt x="2110334" y="241908"/>
                  </a:lnTo>
                  <a:lnTo>
                    <a:pt x="2039990" y="235563"/>
                  </a:lnTo>
                  <a:lnTo>
                    <a:pt x="1969645" y="229116"/>
                  </a:lnTo>
                  <a:lnTo>
                    <a:pt x="1899301" y="222566"/>
                  </a:lnTo>
                  <a:lnTo>
                    <a:pt x="1828956" y="215911"/>
                  </a:lnTo>
                  <a:lnTo>
                    <a:pt x="1758612" y="209150"/>
                  </a:lnTo>
                  <a:lnTo>
                    <a:pt x="1688267" y="202281"/>
                  </a:lnTo>
                  <a:lnTo>
                    <a:pt x="1617923" y="195301"/>
                  </a:lnTo>
                  <a:lnTo>
                    <a:pt x="1547578" y="188210"/>
                  </a:lnTo>
                  <a:lnTo>
                    <a:pt x="1477234" y="181005"/>
                  </a:lnTo>
                  <a:lnTo>
                    <a:pt x="1406889" y="173685"/>
                  </a:lnTo>
                  <a:lnTo>
                    <a:pt x="1336545" y="166248"/>
                  </a:lnTo>
                  <a:lnTo>
                    <a:pt x="1266200" y="158692"/>
                  </a:lnTo>
                  <a:lnTo>
                    <a:pt x="1195856" y="151015"/>
                  </a:lnTo>
                  <a:lnTo>
                    <a:pt x="1125511" y="143215"/>
                  </a:lnTo>
                  <a:lnTo>
                    <a:pt x="1055167" y="135290"/>
                  </a:lnTo>
                  <a:lnTo>
                    <a:pt x="984822" y="127239"/>
                  </a:lnTo>
                  <a:lnTo>
                    <a:pt x="914478" y="119058"/>
                  </a:lnTo>
                  <a:lnTo>
                    <a:pt x="844133" y="110747"/>
                  </a:lnTo>
                  <a:lnTo>
                    <a:pt x="773789" y="102302"/>
                  </a:lnTo>
                  <a:lnTo>
                    <a:pt x="703444" y="93723"/>
                  </a:lnTo>
                  <a:lnTo>
                    <a:pt x="633100" y="85006"/>
                  </a:lnTo>
                  <a:lnTo>
                    <a:pt x="562755" y="76149"/>
                  </a:lnTo>
                  <a:lnTo>
                    <a:pt x="492411" y="67151"/>
                  </a:lnTo>
                  <a:lnTo>
                    <a:pt x="422066" y="58009"/>
                  </a:lnTo>
                  <a:lnTo>
                    <a:pt x="351722" y="48720"/>
                  </a:lnTo>
                  <a:lnTo>
                    <a:pt x="281377" y="39283"/>
                  </a:lnTo>
                  <a:lnTo>
                    <a:pt x="211033" y="29695"/>
                  </a:lnTo>
                  <a:lnTo>
                    <a:pt x="140688" y="19953"/>
                  </a:lnTo>
                  <a:lnTo>
                    <a:pt x="70344" y="100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765381"/>
              <a:ext cx="6964104" cy="728148"/>
            </a:xfrm>
            <a:custGeom>
              <a:avLst/>
              <a:pathLst>
                <a:path w="6964104" h="728148">
                  <a:moveTo>
                    <a:pt x="0" y="0"/>
                  </a:moveTo>
                  <a:lnTo>
                    <a:pt x="70344" y="17488"/>
                  </a:lnTo>
                  <a:lnTo>
                    <a:pt x="140688" y="34607"/>
                  </a:lnTo>
                  <a:lnTo>
                    <a:pt x="211033" y="51365"/>
                  </a:lnTo>
                  <a:lnTo>
                    <a:pt x="281377" y="67769"/>
                  </a:lnTo>
                  <a:lnTo>
                    <a:pt x="351722" y="83827"/>
                  </a:lnTo>
                  <a:lnTo>
                    <a:pt x="422066" y="99546"/>
                  </a:lnTo>
                  <a:lnTo>
                    <a:pt x="492411" y="114933"/>
                  </a:lnTo>
                  <a:lnTo>
                    <a:pt x="562755" y="129995"/>
                  </a:lnTo>
                  <a:lnTo>
                    <a:pt x="633100" y="144739"/>
                  </a:lnTo>
                  <a:lnTo>
                    <a:pt x="703444" y="159171"/>
                  </a:lnTo>
                  <a:lnTo>
                    <a:pt x="773789" y="173299"/>
                  </a:lnTo>
                  <a:lnTo>
                    <a:pt x="844133" y="187129"/>
                  </a:lnTo>
                  <a:lnTo>
                    <a:pt x="914478" y="200666"/>
                  </a:lnTo>
                  <a:lnTo>
                    <a:pt x="984822" y="213918"/>
                  </a:lnTo>
                  <a:lnTo>
                    <a:pt x="1055167" y="226890"/>
                  </a:lnTo>
                  <a:lnTo>
                    <a:pt x="1125511" y="239588"/>
                  </a:lnTo>
                  <a:lnTo>
                    <a:pt x="1195856" y="252018"/>
                  </a:lnTo>
                  <a:lnTo>
                    <a:pt x="1266200" y="264186"/>
                  </a:lnTo>
                  <a:lnTo>
                    <a:pt x="1336545" y="276097"/>
                  </a:lnTo>
                  <a:lnTo>
                    <a:pt x="1406889" y="287756"/>
                  </a:lnTo>
                  <a:lnTo>
                    <a:pt x="1477234" y="299169"/>
                  </a:lnTo>
                  <a:lnTo>
                    <a:pt x="1547578" y="310341"/>
                  </a:lnTo>
                  <a:lnTo>
                    <a:pt x="1617923" y="321277"/>
                  </a:lnTo>
                  <a:lnTo>
                    <a:pt x="1688267" y="331982"/>
                  </a:lnTo>
                  <a:lnTo>
                    <a:pt x="1758612" y="342461"/>
                  </a:lnTo>
                  <a:lnTo>
                    <a:pt x="1828956" y="352719"/>
                  </a:lnTo>
                  <a:lnTo>
                    <a:pt x="1899301" y="362761"/>
                  </a:lnTo>
                  <a:lnTo>
                    <a:pt x="1969645" y="372590"/>
                  </a:lnTo>
                  <a:lnTo>
                    <a:pt x="2039990" y="382212"/>
                  </a:lnTo>
                  <a:lnTo>
                    <a:pt x="2110334" y="391631"/>
                  </a:lnTo>
                  <a:lnTo>
                    <a:pt x="2180679" y="400850"/>
                  </a:lnTo>
                  <a:lnTo>
                    <a:pt x="2251023" y="409876"/>
                  </a:lnTo>
                  <a:lnTo>
                    <a:pt x="2321368" y="418710"/>
                  </a:lnTo>
                  <a:lnTo>
                    <a:pt x="2391712" y="427358"/>
                  </a:lnTo>
                  <a:lnTo>
                    <a:pt x="2462057" y="435824"/>
                  </a:lnTo>
                  <a:lnTo>
                    <a:pt x="2532401" y="444111"/>
                  </a:lnTo>
                  <a:lnTo>
                    <a:pt x="2602746" y="452222"/>
                  </a:lnTo>
                  <a:lnTo>
                    <a:pt x="2673090" y="460163"/>
                  </a:lnTo>
                  <a:lnTo>
                    <a:pt x="2743435" y="467936"/>
                  </a:lnTo>
                  <a:lnTo>
                    <a:pt x="2813779" y="475544"/>
                  </a:lnTo>
                  <a:lnTo>
                    <a:pt x="2884124" y="482992"/>
                  </a:lnTo>
                  <a:lnTo>
                    <a:pt x="2954468" y="490283"/>
                  </a:lnTo>
                  <a:lnTo>
                    <a:pt x="3024813" y="497420"/>
                  </a:lnTo>
                  <a:lnTo>
                    <a:pt x="3095157" y="504406"/>
                  </a:lnTo>
                  <a:lnTo>
                    <a:pt x="3165502" y="511245"/>
                  </a:lnTo>
                  <a:lnTo>
                    <a:pt x="3235846" y="517939"/>
                  </a:lnTo>
                  <a:lnTo>
                    <a:pt x="3306191" y="524492"/>
                  </a:lnTo>
                  <a:lnTo>
                    <a:pt x="3376535" y="530907"/>
                  </a:lnTo>
                  <a:lnTo>
                    <a:pt x="3446880" y="537186"/>
                  </a:lnTo>
                  <a:lnTo>
                    <a:pt x="3517224" y="543333"/>
                  </a:lnTo>
                  <a:lnTo>
                    <a:pt x="3587569" y="549350"/>
                  </a:lnTo>
                  <a:lnTo>
                    <a:pt x="3657913" y="555239"/>
                  </a:lnTo>
                  <a:lnTo>
                    <a:pt x="3728257" y="561005"/>
                  </a:lnTo>
                  <a:lnTo>
                    <a:pt x="3798602" y="566649"/>
                  </a:lnTo>
                  <a:lnTo>
                    <a:pt x="3868946" y="572173"/>
                  </a:lnTo>
                  <a:lnTo>
                    <a:pt x="3939291" y="577581"/>
                  </a:lnTo>
                  <a:lnTo>
                    <a:pt x="4009635" y="582875"/>
                  </a:lnTo>
                  <a:lnTo>
                    <a:pt x="4079980" y="588057"/>
                  </a:lnTo>
                  <a:lnTo>
                    <a:pt x="4150324" y="593129"/>
                  </a:lnTo>
                  <a:lnTo>
                    <a:pt x="4220669" y="598095"/>
                  </a:lnTo>
                  <a:lnTo>
                    <a:pt x="4291013" y="602955"/>
                  </a:lnTo>
                  <a:lnTo>
                    <a:pt x="4361358" y="607713"/>
                  </a:lnTo>
                  <a:lnTo>
                    <a:pt x="4431702" y="612371"/>
                  </a:lnTo>
                  <a:lnTo>
                    <a:pt x="4502047" y="616930"/>
                  </a:lnTo>
                  <a:lnTo>
                    <a:pt x="4572391" y="621393"/>
                  </a:lnTo>
                  <a:lnTo>
                    <a:pt x="4642736" y="625761"/>
                  </a:lnTo>
                  <a:lnTo>
                    <a:pt x="4713080" y="630038"/>
                  </a:lnTo>
                  <a:lnTo>
                    <a:pt x="4783425" y="634224"/>
                  </a:lnTo>
                  <a:lnTo>
                    <a:pt x="4853769" y="638322"/>
                  </a:lnTo>
                  <a:lnTo>
                    <a:pt x="4924114" y="642333"/>
                  </a:lnTo>
                  <a:lnTo>
                    <a:pt x="4994458" y="646260"/>
                  </a:lnTo>
                  <a:lnTo>
                    <a:pt x="5064803" y="650103"/>
                  </a:lnTo>
                  <a:lnTo>
                    <a:pt x="5135147" y="653866"/>
                  </a:lnTo>
                  <a:lnTo>
                    <a:pt x="5205492" y="657549"/>
                  </a:lnTo>
                  <a:lnTo>
                    <a:pt x="5275836" y="661154"/>
                  </a:lnTo>
                  <a:lnTo>
                    <a:pt x="5346181" y="664683"/>
                  </a:lnTo>
                  <a:lnTo>
                    <a:pt x="5416525" y="668138"/>
                  </a:lnTo>
                  <a:lnTo>
                    <a:pt x="5486870" y="671520"/>
                  </a:lnTo>
                  <a:lnTo>
                    <a:pt x="5557214" y="674830"/>
                  </a:lnTo>
                  <a:lnTo>
                    <a:pt x="5627559" y="678070"/>
                  </a:lnTo>
                  <a:lnTo>
                    <a:pt x="5697903" y="681242"/>
                  </a:lnTo>
                  <a:lnTo>
                    <a:pt x="5768248" y="684347"/>
                  </a:lnTo>
                  <a:lnTo>
                    <a:pt x="5838592" y="687387"/>
                  </a:lnTo>
                  <a:lnTo>
                    <a:pt x="5908937" y="690362"/>
                  </a:lnTo>
                  <a:lnTo>
                    <a:pt x="5979281" y="693275"/>
                  </a:lnTo>
                  <a:lnTo>
                    <a:pt x="6049626" y="696126"/>
                  </a:lnTo>
                  <a:lnTo>
                    <a:pt x="6119970" y="698917"/>
                  </a:lnTo>
                  <a:lnTo>
                    <a:pt x="6190315" y="701648"/>
                  </a:lnTo>
                  <a:lnTo>
                    <a:pt x="6260659" y="704323"/>
                  </a:lnTo>
                  <a:lnTo>
                    <a:pt x="6331004" y="706940"/>
                  </a:lnTo>
                  <a:lnTo>
                    <a:pt x="6401348" y="709503"/>
                  </a:lnTo>
                  <a:lnTo>
                    <a:pt x="6471693" y="712011"/>
                  </a:lnTo>
                  <a:lnTo>
                    <a:pt x="6542037" y="714467"/>
                  </a:lnTo>
                  <a:lnTo>
                    <a:pt x="6612382" y="716870"/>
                  </a:lnTo>
                  <a:lnTo>
                    <a:pt x="6682726" y="719223"/>
                  </a:lnTo>
                  <a:lnTo>
                    <a:pt x="6753071" y="721526"/>
                  </a:lnTo>
                  <a:lnTo>
                    <a:pt x="6823415" y="723780"/>
                  </a:lnTo>
                  <a:lnTo>
                    <a:pt x="6893760" y="725987"/>
                  </a:lnTo>
                  <a:lnTo>
                    <a:pt x="6964104" y="72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2026-07-22T07:54:28Z</dcterms:modified>
  <cp:category/>
</cp:coreProperties>
</file>