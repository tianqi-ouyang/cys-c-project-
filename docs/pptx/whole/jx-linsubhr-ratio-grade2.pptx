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49925"/>
              <a:ext cx="7235830" cy="2697605"/>
            </a:xfrm>
            <a:custGeom>
              <a:avLst/>
              <a:pathLst>
                <a:path w="7235830" h="2697605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  <a:lnTo>
                    <a:pt x="7235830" y="2697605"/>
                  </a:lnTo>
                  <a:lnTo>
                    <a:pt x="7162070" y="2691908"/>
                  </a:lnTo>
                  <a:lnTo>
                    <a:pt x="7088310" y="2686057"/>
                  </a:lnTo>
                  <a:lnTo>
                    <a:pt x="7014550" y="2680046"/>
                  </a:lnTo>
                  <a:lnTo>
                    <a:pt x="6940789" y="2673873"/>
                  </a:lnTo>
                  <a:lnTo>
                    <a:pt x="6867029" y="2667531"/>
                  </a:lnTo>
                  <a:lnTo>
                    <a:pt x="6793269" y="2661018"/>
                  </a:lnTo>
                  <a:lnTo>
                    <a:pt x="6719509" y="2654327"/>
                  </a:lnTo>
                  <a:lnTo>
                    <a:pt x="6645749" y="2647455"/>
                  </a:lnTo>
                  <a:lnTo>
                    <a:pt x="6571989" y="2640396"/>
                  </a:lnTo>
                  <a:lnTo>
                    <a:pt x="6498229" y="2633145"/>
                  </a:lnTo>
                  <a:lnTo>
                    <a:pt x="6424469" y="2625697"/>
                  </a:lnTo>
                  <a:lnTo>
                    <a:pt x="6350709" y="2618047"/>
                  </a:lnTo>
                  <a:lnTo>
                    <a:pt x="6276949" y="2610190"/>
                  </a:lnTo>
                  <a:lnTo>
                    <a:pt x="6203189" y="2602118"/>
                  </a:lnTo>
                  <a:lnTo>
                    <a:pt x="6129429" y="2593828"/>
                  </a:lnTo>
                  <a:lnTo>
                    <a:pt x="6055669" y="2585312"/>
                  </a:lnTo>
                  <a:lnTo>
                    <a:pt x="5981909" y="2576565"/>
                  </a:lnTo>
                  <a:lnTo>
                    <a:pt x="5908149" y="2567581"/>
                  </a:lnTo>
                  <a:lnTo>
                    <a:pt x="5834389" y="2558352"/>
                  </a:lnTo>
                  <a:lnTo>
                    <a:pt x="5760629" y="2548873"/>
                  </a:lnTo>
                  <a:lnTo>
                    <a:pt x="5686869" y="2539136"/>
                  </a:lnTo>
                  <a:lnTo>
                    <a:pt x="5613109" y="2529135"/>
                  </a:lnTo>
                  <a:lnTo>
                    <a:pt x="5539349" y="2518862"/>
                  </a:lnTo>
                  <a:lnTo>
                    <a:pt x="5465589" y="2508310"/>
                  </a:lnTo>
                  <a:lnTo>
                    <a:pt x="5391829" y="2497471"/>
                  </a:lnTo>
                  <a:lnTo>
                    <a:pt x="5318069" y="2486338"/>
                  </a:lnTo>
                  <a:lnTo>
                    <a:pt x="5244309" y="2474902"/>
                  </a:lnTo>
                  <a:lnTo>
                    <a:pt x="5170549" y="2463156"/>
                  </a:lnTo>
                  <a:lnTo>
                    <a:pt x="5096789" y="2451091"/>
                  </a:lnTo>
                  <a:lnTo>
                    <a:pt x="5023029" y="2438698"/>
                  </a:lnTo>
                  <a:lnTo>
                    <a:pt x="4949269" y="2425969"/>
                  </a:lnTo>
                  <a:lnTo>
                    <a:pt x="4875509" y="2412893"/>
                  </a:lnTo>
                  <a:lnTo>
                    <a:pt x="4801749" y="2399463"/>
                  </a:lnTo>
                  <a:lnTo>
                    <a:pt x="4727989" y="2385667"/>
                  </a:lnTo>
                  <a:lnTo>
                    <a:pt x="4654229" y="2371497"/>
                  </a:lnTo>
                  <a:lnTo>
                    <a:pt x="4580469" y="2356942"/>
                  </a:lnTo>
                  <a:lnTo>
                    <a:pt x="4506709" y="2341992"/>
                  </a:lnTo>
                  <a:lnTo>
                    <a:pt x="4432949" y="2326636"/>
                  </a:lnTo>
                  <a:lnTo>
                    <a:pt x="4359189" y="2310862"/>
                  </a:lnTo>
                  <a:lnTo>
                    <a:pt x="4285429" y="2294660"/>
                  </a:lnTo>
                  <a:lnTo>
                    <a:pt x="4211669" y="2278018"/>
                  </a:lnTo>
                  <a:lnTo>
                    <a:pt x="4137909" y="2260924"/>
                  </a:lnTo>
                  <a:lnTo>
                    <a:pt x="4064149" y="2243365"/>
                  </a:lnTo>
                  <a:lnTo>
                    <a:pt x="3990388" y="2225330"/>
                  </a:lnTo>
                  <a:lnTo>
                    <a:pt x="3916628" y="2206804"/>
                  </a:lnTo>
                  <a:lnTo>
                    <a:pt x="3842868" y="2187776"/>
                  </a:lnTo>
                  <a:lnTo>
                    <a:pt x="3769108" y="2168230"/>
                  </a:lnTo>
                  <a:lnTo>
                    <a:pt x="3695348" y="2148154"/>
                  </a:lnTo>
                  <a:lnTo>
                    <a:pt x="3621588" y="2127532"/>
                  </a:lnTo>
                  <a:lnTo>
                    <a:pt x="3547828" y="2106350"/>
                  </a:lnTo>
                  <a:lnTo>
                    <a:pt x="3474068" y="2084593"/>
                  </a:lnTo>
                  <a:lnTo>
                    <a:pt x="3400308" y="2068644"/>
                  </a:lnTo>
                  <a:lnTo>
                    <a:pt x="3326548" y="2055220"/>
                  </a:lnTo>
                  <a:lnTo>
                    <a:pt x="3252788" y="2041582"/>
                  </a:lnTo>
                  <a:lnTo>
                    <a:pt x="3179028" y="2027726"/>
                  </a:lnTo>
                  <a:lnTo>
                    <a:pt x="3105268" y="2013648"/>
                  </a:lnTo>
                  <a:lnTo>
                    <a:pt x="3031508" y="1999345"/>
                  </a:lnTo>
                  <a:lnTo>
                    <a:pt x="2957748" y="1984812"/>
                  </a:lnTo>
                  <a:lnTo>
                    <a:pt x="2883988" y="1970047"/>
                  </a:lnTo>
                  <a:lnTo>
                    <a:pt x="2810228" y="1955046"/>
                  </a:lnTo>
                  <a:lnTo>
                    <a:pt x="2736468" y="1939805"/>
                  </a:lnTo>
                  <a:lnTo>
                    <a:pt x="2662708" y="1924319"/>
                  </a:lnTo>
                  <a:lnTo>
                    <a:pt x="2588948" y="1908586"/>
                  </a:lnTo>
                  <a:lnTo>
                    <a:pt x="2515188" y="1892601"/>
                  </a:lnTo>
                  <a:lnTo>
                    <a:pt x="2441428" y="1876360"/>
                  </a:lnTo>
                  <a:lnTo>
                    <a:pt x="2367668" y="1859860"/>
                  </a:lnTo>
                  <a:lnTo>
                    <a:pt x="2293908" y="1843095"/>
                  </a:lnTo>
                  <a:lnTo>
                    <a:pt x="2220148" y="1826062"/>
                  </a:lnTo>
                  <a:lnTo>
                    <a:pt x="2146388" y="1808756"/>
                  </a:lnTo>
                  <a:lnTo>
                    <a:pt x="2072628" y="1791173"/>
                  </a:lnTo>
                  <a:lnTo>
                    <a:pt x="1998868" y="1773309"/>
                  </a:lnTo>
                  <a:lnTo>
                    <a:pt x="1925108" y="1755159"/>
                  </a:lnTo>
                  <a:lnTo>
                    <a:pt x="1851348" y="1736718"/>
                  </a:lnTo>
                  <a:lnTo>
                    <a:pt x="1777588" y="1717983"/>
                  </a:lnTo>
                  <a:lnTo>
                    <a:pt x="1703828" y="1698947"/>
                  </a:lnTo>
                  <a:lnTo>
                    <a:pt x="1630068" y="1679607"/>
                  </a:lnTo>
                  <a:lnTo>
                    <a:pt x="1556308" y="1659957"/>
                  </a:lnTo>
                  <a:lnTo>
                    <a:pt x="1482548" y="1639993"/>
                  </a:lnTo>
                  <a:lnTo>
                    <a:pt x="1408788" y="1619709"/>
                  </a:lnTo>
                  <a:lnTo>
                    <a:pt x="1335028" y="1599100"/>
                  </a:lnTo>
                  <a:lnTo>
                    <a:pt x="1261268" y="1578162"/>
                  </a:lnTo>
                  <a:lnTo>
                    <a:pt x="1187508" y="1556889"/>
                  </a:lnTo>
                  <a:lnTo>
                    <a:pt x="1113747" y="1535275"/>
                  </a:lnTo>
                  <a:lnTo>
                    <a:pt x="1039987" y="1513315"/>
                  </a:lnTo>
                  <a:lnTo>
                    <a:pt x="966227" y="1491004"/>
                  </a:lnTo>
                  <a:lnTo>
                    <a:pt x="892467" y="1468335"/>
                  </a:lnTo>
                  <a:lnTo>
                    <a:pt x="818707" y="1445304"/>
                  </a:lnTo>
                  <a:lnTo>
                    <a:pt x="744947" y="1421904"/>
                  </a:lnTo>
                  <a:lnTo>
                    <a:pt x="671187" y="1398130"/>
                  </a:lnTo>
                  <a:lnTo>
                    <a:pt x="597427" y="1373975"/>
                  </a:lnTo>
                  <a:lnTo>
                    <a:pt x="523667" y="1349433"/>
                  </a:lnTo>
                  <a:lnTo>
                    <a:pt x="449907" y="1324499"/>
                  </a:lnTo>
                  <a:lnTo>
                    <a:pt x="376147" y="1299166"/>
                  </a:lnTo>
                  <a:lnTo>
                    <a:pt x="302387" y="1273427"/>
                  </a:lnTo>
                  <a:lnTo>
                    <a:pt x="228627" y="1247276"/>
                  </a:lnTo>
                  <a:lnTo>
                    <a:pt x="154867" y="1220707"/>
                  </a:lnTo>
                  <a:lnTo>
                    <a:pt x="81107" y="1193712"/>
                  </a:lnTo>
                  <a:lnTo>
                    <a:pt x="7347" y="1166285"/>
                  </a:lnTo>
                  <a:lnTo>
                    <a:pt x="0" y="11635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49925"/>
              <a:ext cx="7235830" cy="2540034"/>
            </a:xfrm>
            <a:custGeom>
              <a:avLst/>
              <a:pathLst>
                <a:path w="7235830" h="2540034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3435"/>
              <a:ext cx="7235830" cy="1534095"/>
            </a:xfrm>
            <a:custGeom>
              <a:avLst/>
              <a:pathLst>
                <a:path w="7235830" h="1534095">
                  <a:moveTo>
                    <a:pt x="7235830" y="1534095"/>
                  </a:moveTo>
                  <a:lnTo>
                    <a:pt x="7162070" y="1528398"/>
                  </a:lnTo>
                  <a:lnTo>
                    <a:pt x="7088310" y="1522547"/>
                  </a:lnTo>
                  <a:lnTo>
                    <a:pt x="7014550" y="1516536"/>
                  </a:lnTo>
                  <a:lnTo>
                    <a:pt x="6940789" y="1510362"/>
                  </a:lnTo>
                  <a:lnTo>
                    <a:pt x="6867029" y="1504021"/>
                  </a:lnTo>
                  <a:lnTo>
                    <a:pt x="6793269" y="1497507"/>
                  </a:lnTo>
                  <a:lnTo>
                    <a:pt x="6719509" y="1490817"/>
                  </a:lnTo>
                  <a:lnTo>
                    <a:pt x="6645749" y="1483945"/>
                  </a:lnTo>
                  <a:lnTo>
                    <a:pt x="6571989" y="1476886"/>
                  </a:lnTo>
                  <a:lnTo>
                    <a:pt x="6498229" y="1469635"/>
                  </a:lnTo>
                  <a:lnTo>
                    <a:pt x="6424469" y="1462187"/>
                  </a:lnTo>
                  <a:lnTo>
                    <a:pt x="6350709" y="1454537"/>
                  </a:lnTo>
                  <a:lnTo>
                    <a:pt x="6276949" y="1446679"/>
                  </a:lnTo>
                  <a:lnTo>
                    <a:pt x="6203189" y="1438608"/>
                  </a:lnTo>
                  <a:lnTo>
                    <a:pt x="6129429" y="1430318"/>
                  </a:lnTo>
                  <a:lnTo>
                    <a:pt x="6055669" y="1421802"/>
                  </a:lnTo>
                  <a:lnTo>
                    <a:pt x="5981909" y="1413055"/>
                  </a:lnTo>
                  <a:lnTo>
                    <a:pt x="5908149" y="1404071"/>
                  </a:lnTo>
                  <a:lnTo>
                    <a:pt x="5834389" y="1394842"/>
                  </a:lnTo>
                  <a:lnTo>
                    <a:pt x="5760629" y="1385363"/>
                  </a:lnTo>
                  <a:lnTo>
                    <a:pt x="5686869" y="1375626"/>
                  </a:lnTo>
                  <a:lnTo>
                    <a:pt x="5613109" y="1365624"/>
                  </a:lnTo>
                  <a:lnTo>
                    <a:pt x="5539349" y="1355351"/>
                  </a:lnTo>
                  <a:lnTo>
                    <a:pt x="5465589" y="1344799"/>
                  </a:lnTo>
                  <a:lnTo>
                    <a:pt x="5391829" y="1333961"/>
                  </a:lnTo>
                  <a:lnTo>
                    <a:pt x="5318069" y="1322828"/>
                  </a:lnTo>
                  <a:lnTo>
                    <a:pt x="5244309" y="1311392"/>
                  </a:lnTo>
                  <a:lnTo>
                    <a:pt x="5170549" y="1299646"/>
                  </a:lnTo>
                  <a:lnTo>
                    <a:pt x="5096789" y="1287581"/>
                  </a:lnTo>
                  <a:lnTo>
                    <a:pt x="5023029" y="1275188"/>
                  </a:lnTo>
                  <a:lnTo>
                    <a:pt x="4949269" y="1262458"/>
                  </a:lnTo>
                  <a:lnTo>
                    <a:pt x="4875509" y="1249383"/>
                  </a:lnTo>
                  <a:lnTo>
                    <a:pt x="4801749" y="1235953"/>
                  </a:lnTo>
                  <a:lnTo>
                    <a:pt x="4727989" y="1222157"/>
                  </a:lnTo>
                  <a:lnTo>
                    <a:pt x="4654229" y="1207987"/>
                  </a:lnTo>
                  <a:lnTo>
                    <a:pt x="4580469" y="1193432"/>
                  </a:lnTo>
                  <a:lnTo>
                    <a:pt x="4506709" y="1178482"/>
                  </a:lnTo>
                  <a:lnTo>
                    <a:pt x="4432949" y="1163126"/>
                  </a:lnTo>
                  <a:lnTo>
                    <a:pt x="4359189" y="1147352"/>
                  </a:lnTo>
                  <a:lnTo>
                    <a:pt x="4285429" y="1131150"/>
                  </a:lnTo>
                  <a:lnTo>
                    <a:pt x="4211669" y="1114508"/>
                  </a:lnTo>
                  <a:lnTo>
                    <a:pt x="4137909" y="1097414"/>
                  </a:lnTo>
                  <a:lnTo>
                    <a:pt x="4064149" y="1079855"/>
                  </a:lnTo>
                  <a:lnTo>
                    <a:pt x="3990388" y="1061819"/>
                  </a:lnTo>
                  <a:lnTo>
                    <a:pt x="3916628" y="1043294"/>
                  </a:lnTo>
                  <a:lnTo>
                    <a:pt x="3842868" y="1024265"/>
                  </a:lnTo>
                  <a:lnTo>
                    <a:pt x="3769108" y="1004720"/>
                  </a:lnTo>
                  <a:lnTo>
                    <a:pt x="3695348" y="984644"/>
                  </a:lnTo>
                  <a:lnTo>
                    <a:pt x="3621588" y="964022"/>
                  </a:lnTo>
                  <a:lnTo>
                    <a:pt x="3547828" y="942840"/>
                  </a:lnTo>
                  <a:lnTo>
                    <a:pt x="3474068" y="921082"/>
                  </a:lnTo>
                  <a:lnTo>
                    <a:pt x="3400308" y="905134"/>
                  </a:lnTo>
                  <a:lnTo>
                    <a:pt x="3326548" y="891710"/>
                  </a:lnTo>
                  <a:lnTo>
                    <a:pt x="3252788" y="878072"/>
                  </a:lnTo>
                  <a:lnTo>
                    <a:pt x="3179028" y="864216"/>
                  </a:lnTo>
                  <a:lnTo>
                    <a:pt x="3105268" y="850138"/>
                  </a:lnTo>
                  <a:lnTo>
                    <a:pt x="3031508" y="835834"/>
                  </a:lnTo>
                  <a:lnTo>
                    <a:pt x="2957748" y="821302"/>
                  </a:lnTo>
                  <a:lnTo>
                    <a:pt x="2883988" y="806537"/>
                  </a:lnTo>
                  <a:lnTo>
                    <a:pt x="2810228" y="791536"/>
                  </a:lnTo>
                  <a:lnTo>
                    <a:pt x="2736468" y="776295"/>
                  </a:lnTo>
                  <a:lnTo>
                    <a:pt x="2662708" y="760809"/>
                  </a:lnTo>
                  <a:lnTo>
                    <a:pt x="2588948" y="745076"/>
                  </a:lnTo>
                  <a:lnTo>
                    <a:pt x="2515188" y="729091"/>
                  </a:lnTo>
                  <a:lnTo>
                    <a:pt x="2441428" y="712850"/>
                  </a:lnTo>
                  <a:lnTo>
                    <a:pt x="2367668" y="696350"/>
                  </a:lnTo>
                  <a:lnTo>
                    <a:pt x="2293908" y="679585"/>
                  </a:lnTo>
                  <a:lnTo>
                    <a:pt x="2220148" y="662552"/>
                  </a:lnTo>
                  <a:lnTo>
                    <a:pt x="2146388" y="645246"/>
                  </a:lnTo>
                  <a:lnTo>
                    <a:pt x="2072628" y="627663"/>
                  </a:lnTo>
                  <a:lnTo>
                    <a:pt x="1998868" y="609799"/>
                  </a:lnTo>
                  <a:lnTo>
                    <a:pt x="1925108" y="591649"/>
                  </a:lnTo>
                  <a:lnTo>
                    <a:pt x="1851348" y="573208"/>
                  </a:lnTo>
                  <a:lnTo>
                    <a:pt x="1777588" y="554473"/>
                  </a:lnTo>
                  <a:lnTo>
                    <a:pt x="1703828" y="535437"/>
                  </a:lnTo>
                  <a:lnTo>
                    <a:pt x="1630068" y="516097"/>
                  </a:lnTo>
                  <a:lnTo>
                    <a:pt x="1556308" y="496447"/>
                  </a:lnTo>
                  <a:lnTo>
                    <a:pt x="1482548" y="476483"/>
                  </a:lnTo>
                  <a:lnTo>
                    <a:pt x="1408788" y="456199"/>
                  </a:lnTo>
                  <a:lnTo>
                    <a:pt x="1335028" y="435590"/>
                  </a:lnTo>
                  <a:lnTo>
                    <a:pt x="1261268" y="414652"/>
                  </a:lnTo>
                  <a:lnTo>
                    <a:pt x="1187508" y="393379"/>
                  </a:lnTo>
                  <a:lnTo>
                    <a:pt x="1113747" y="371765"/>
                  </a:lnTo>
                  <a:lnTo>
                    <a:pt x="1039987" y="349805"/>
                  </a:lnTo>
                  <a:lnTo>
                    <a:pt x="966227" y="327493"/>
                  </a:lnTo>
                  <a:lnTo>
                    <a:pt x="892467" y="304825"/>
                  </a:lnTo>
                  <a:lnTo>
                    <a:pt x="818707" y="281794"/>
                  </a:lnTo>
                  <a:lnTo>
                    <a:pt x="744947" y="258394"/>
                  </a:lnTo>
                  <a:lnTo>
                    <a:pt x="671187" y="234620"/>
                  </a:lnTo>
                  <a:lnTo>
                    <a:pt x="597427" y="210465"/>
                  </a:lnTo>
                  <a:lnTo>
                    <a:pt x="523667" y="185923"/>
                  </a:lnTo>
                  <a:lnTo>
                    <a:pt x="449907" y="160989"/>
                  </a:lnTo>
                  <a:lnTo>
                    <a:pt x="376147" y="135655"/>
                  </a:lnTo>
                  <a:lnTo>
                    <a:pt x="302387" y="109917"/>
                  </a:lnTo>
                  <a:lnTo>
                    <a:pt x="228627" y="83766"/>
                  </a:lnTo>
                  <a:lnTo>
                    <a:pt x="154867" y="57197"/>
                  </a:lnTo>
                  <a:lnTo>
                    <a:pt x="81107" y="30202"/>
                  </a:lnTo>
                  <a:lnTo>
                    <a:pt x="7347" y="27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05624"/>
              <a:ext cx="7235830" cy="1974087"/>
            </a:xfrm>
            <a:custGeom>
              <a:avLst/>
              <a:pathLst>
                <a:path w="7235830" h="1974087">
                  <a:moveTo>
                    <a:pt x="0" y="0"/>
                  </a:moveTo>
                  <a:lnTo>
                    <a:pt x="7347" y="4827"/>
                  </a:lnTo>
                  <a:lnTo>
                    <a:pt x="81107" y="52265"/>
                  </a:lnTo>
                  <a:lnTo>
                    <a:pt x="154867" y="98702"/>
                  </a:lnTo>
                  <a:lnTo>
                    <a:pt x="228627" y="144158"/>
                  </a:lnTo>
                  <a:lnTo>
                    <a:pt x="302387" y="188655"/>
                  </a:lnTo>
                  <a:lnTo>
                    <a:pt x="376147" y="232212"/>
                  </a:lnTo>
                  <a:lnTo>
                    <a:pt x="449907" y="274849"/>
                  </a:lnTo>
                  <a:lnTo>
                    <a:pt x="523667" y="316586"/>
                  </a:lnTo>
                  <a:lnTo>
                    <a:pt x="597427" y="357442"/>
                  </a:lnTo>
                  <a:lnTo>
                    <a:pt x="671187" y="397435"/>
                  </a:lnTo>
                  <a:lnTo>
                    <a:pt x="744947" y="436584"/>
                  </a:lnTo>
                  <a:lnTo>
                    <a:pt x="818707" y="474907"/>
                  </a:lnTo>
                  <a:lnTo>
                    <a:pt x="892467" y="512420"/>
                  </a:lnTo>
                  <a:lnTo>
                    <a:pt x="966227" y="549141"/>
                  </a:lnTo>
                  <a:lnTo>
                    <a:pt x="1039987" y="585087"/>
                  </a:lnTo>
                  <a:lnTo>
                    <a:pt x="1113747" y="620274"/>
                  </a:lnTo>
                  <a:lnTo>
                    <a:pt x="1187508" y="654717"/>
                  </a:lnTo>
                  <a:lnTo>
                    <a:pt x="1261268" y="688434"/>
                  </a:lnTo>
                  <a:lnTo>
                    <a:pt x="1335028" y="721439"/>
                  </a:lnTo>
                  <a:lnTo>
                    <a:pt x="1408788" y="753747"/>
                  </a:lnTo>
                  <a:lnTo>
                    <a:pt x="1482548" y="785373"/>
                  </a:lnTo>
                  <a:lnTo>
                    <a:pt x="1556308" y="816331"/>
                  </a:lnTo>
                  <a:lnTo>
                    <a:pt x="1630068" y="846635"/>
                  </a:lnTo>
                  <a:lnTo>
                    <a:pt x="1703828" y="876300"/>
                  </a:lnTo>
                  <a:lnTo>
                    <a:pt x="1777588" y="905338"/>
                  </a:lnTo>
                  <a:lnTo>
                    <a:pt x="1851348" y="933763"/>
                  </a:lnTo>
                  <a:lnTo>
                    <a:pt x="1925108" y="961588"/>
                  </a:lnTo>
                  <a:lnTo>
                    <a:pt x="1998868" y="988826"/>
                  </a:lnTo>
                  <a:lnTo>
                    <a:pt x="2072628" y="1015488"/>
                  </a:lnTo>
                  <a:lnTo>
                    <a:pt x="2146388" y="1041588"/>
                  </a:lnTo>
                  <a:lnTo>
                    <a:pt x="2220148" y="1067136"/>
                  </a:lnTo>
                  <a:lnTo>
                    <a:pt x="2293908" y="1092145"/>
                  </a:lnTo>
                  <a:lnTo>
                    <a:pt x="2367668" y="1116626"/>
                  </a:lnTo>
                  <a:lnTo>
                    <a:pt x="2441428" y="1140590"/>
                  </a:lnTo>
                  <a:lnTo>
                    <a:pt x="2515188" y="1164048"/>
                  </a:lnTo>
                  <a:lnTo>
                    <a:pt x="2588948" y="1187011"/>
                  </a:lnTo>
                  <a:lnTo>
                    <a:pt x="2662708" y="1209489"/>
                  </a:lnTo>
                  <a:lnTo>
                    <a:pt x="2736468" y="1231492"/>
                  </a:lnTo>
                  <a:lnTo>
                    <a:pt x="2810228" y="1253031"/>
                  </a:lnTo>
                  <a:lnTo>
                    <a:pt x="2883988" y="1274115"/>
                  </a:lnTo>
                  <a:lnTo>
                    <a:pt x="2957748" y="1294754"/>
                  </a:lnTo>
                  <a:lnTo>
                    <a:pt x="3031508" y="1314957"/>
                  </a:lnTo>
                  <a:lnTo>
                    <a:pt x="3105268" y="1334734"/>
                  </a:lnTo>
                  <a:lnTo>
                    <a:pt x="3179028" y="1354093"/>
                  </a:lnTo>
                  <a:lnTo>
                    <a:pt x="3252788" y="1373043"/>
                  </a:lnTo>
                  <a:lnTo>
                    <a:pt x="3326548" y="1391593"/>
                  </a:lnTo>
                  <a:lnTo>
                    <a:pt x="3400308" y="1409752"/>
                  </a:lnTo>
                  <a:lnTo>
                    <a:pt x="3474068" y="1427527"/>
                  </a:lnTo>
                  <a:lnTo>
                    <a:pt x="3547828" y="1444927"/>
                  </a:lnTo>
                  <a:lnTo>
                    <a:pt x="3621588" y="1461959"/>
                  </a:lnTo>
                  <a:lnTo>
                    <a:pt x="3695348" y="1478632"/>
                  </a:lnTo>
                  <a:lnTo>
                    <a:pt x="3769108" y="1494953"/>
                  </a:lnTo>
                  <a:lnTo>
                    <a:pt x="3842868" y="1510929"/>
                  </a:lnTo>
                  <a:lnTo>
                    <a:pt x="3916628" y="1526568"/>
                  </a:lnTo>
                  <a:lnTo>
                    <a:pt x="3990388" y="1541876"/>
                  </a:lnTo>
                  <a:lnTo>
                    <a:pt x="4064149" y="1556862"/>
                  </a:lnTo>
                  <a:lnTo>
                    <a:pt x="4137909" y="1571531"/>
                  </a:lnTo>
                  <a:lnTo>
                    <a:pt x="4211669" y="1585890"/>
                  </a:lnTo>
                  <a:lnTo>
                    <a:pt x="4285429" y="1599946"/>
                  </a:lnTo>
                  <a:lnTo>
                    <a:pt x="4359189" y="1613706"/>
                  </a:lnTo>
                  <a:lnTo>
                    <a:pt x="4432949" y="1627175"/>
                  </a:lnTo>
                  <a:lnTo>
                    <a:pt x="4506709" y="1640359"/>
                  </a:lnTo>
                  <a:lnTo>
                    <a:pt x="4580469" y="1653265"/>
                  </a:lnTo>
                  <a:lnTo>
                    <a:pt x="4654229" y="1665899"/>
                  </a:lnTo>
                  <a:lnTo>
                    <a:pt x="4727989" y="1678266"/>
                  </a:lnTo>
                  <a:lnTo>
                    <a:pt x="4801749" y="1690371"/>
                  </a:lnTo>
                  <a:lnTo>
                    <a:pt x="4875509" y="1702222"/>
                  </a:lnTo>
                  <a:lnTo>
                    <a:pt x="4949269" y="1713822"/>
                  </a:lnTo>
                  <a:lnTo>
                    <a:pt x="5023029" y="1725177"/>
                  </a:lnTo>
                  <a:lnTo>
                    <a:pt x="5096789" y="1736292"/>
                  </a:lnTo>
                  <a:lnTo>
                    <a:pt x="5170549" y="1747173"/>
                  </a:lnTo>
                  <a:lnTo>
                    <a:pt x="5244309" y="1757823"/>
                  </a:lnTo>
                  <a:lnTo>
                    <a:pt x="5318069" y="1768249"/>
                  </a:lnTo>
                  <a:lnTo>
                    <a:pt x="5391829" y="1778455"/>
                  </a:lnTo>
                  <a:lnTo>
                    <a:pt x="5465589" y="1788446"/>
                  </a:lnTo>
                  <a:lnTo>
                    <a:pt x="5539349" y="1798225"/>
                  </a:lnTo>
                  <a:lnTo>
                    <a:pt x="5613109" y="1807798"/>
                  </a:lnTo>
                  <a:lnTo>
                    <a:pt x="5686869" y="1817169"/>
                  </a:lnTo>
                  <a:lnTo>
                    <a:pt x="5760629" y="1826342"/>
                  </a:lnTo>
                  <a:lnTo>
                    <a:pt x="5834389" y="1835321"/>
                  </a:lnTo>
                  <a:lnTo>
                    <a:pt x="5908149" y="1844111"/>
                  </a:lnTo>
                  <a:lnTo>
                    <a:pt x="5981909" y="1852715"/>
                  </a:lnTo>
                  <a:lnTo>
                    <a:pt x="6055669" y="1861138"/>
                  </a:lnTo>
                  <a:lnTo>
                    <a:pt x="6129429" y="1869382"/>
                  </a:lnTo>
                  <a:lnTo>
                    <a:pt x="6203189" y="1877453"/>
                  </a:lnTo>
                  <a:lnTo>
                    <a:pt x="6276949" y="1885353"/>
                  </a:lnTo>
                  <a:lnTo>
                    <a:pt x="6350709" y="1893086"/>
                  </a:lnTo>
                  <a:lnTo>
                    <a:pt x="6424469" y="1900657"/>
                  </a:lnTo>
                  <a:lnTo>
                    <a:pt x="6498229" y="1908067"/>
                  </a:lnTo>
                  <a:lnTo>
                    <a:pt x="6571989" y="1915321"/>
                  </a:lnTo>
                  <a:lnTo>
                    <a:pt x="6645749" y="1922421"/>
                  </a:lnTo>
                  <a:lnTo>
                    <a:pt x="6719509" y="1929372"/>
                  </a:lnTo>
                  <a:lnTo>
                    <a:pt x="6793269" y="1936176"/>
                  </a:lnTo>
                  <a:lnTo>
                    <a:pt x="6867029" y="1942836"/>
                  </a:lnTo>
                  <a:lnTo>
                    <a:pt x="6940789" y="1949356"/>
                  </a:lnTo>
                  <a:lnTo>
                    <a:pt x="7014550" y="1955738"/>
                  </a:lnTo>
                  <a:lnTo>
                    <a:pt x="7088310" y="1961985"/>
                  </a:lnTo>
                  <a:lnTo>
                    <a:pt x="7162070" y="1968101"/>
                  </a:lnTo>
                  <a:lnTo>
                    <a:pt x="7235830" y="19740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(1.21-1.38), p = &lt;0.001  |  per IQR decline (Δ = 0.29): 2.12 (1.75-2.57)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2026-06-08T09:51:37Z</dcterms:modified>
  <cp:category/>
</cp:coreProperties>
</file>