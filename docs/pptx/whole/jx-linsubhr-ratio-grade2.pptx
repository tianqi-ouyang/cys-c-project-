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00931"/>
              <a:ext cx="7235830" cy="2828388"/>
            </a:xfrm>
            <a:custGeom>
              <a:avLst/>
              <a:pathLst>
                <a:path w="7235830" h="2828388">
                  <a:moveTo>
                    <a:pt x="0" y="0"/>
                  </a:moveTo>
                  <a:lnTo>
                    <a:pt x="7347" y="8226"/>
                  </a:lnTo>
                  <a:lnTo>
                    <a:pt x="81107" y="88620"/>
                  </a:lnTo>
                  <a:lnTo>
                    <a:pt x="154867" y="166889"/>
                  </a:lnTo>
                  <a:lnTo>
                    <a:pt x="228627" y="243088"/>
                  </a:lnTo>
                  <a:lnTo>
                    <a:pt x="302387" y="317272"/>
                  </a:lnTo>
                  <a:lnTo>
                    <a:pt x="376147" y="389494"/>
                  </a:lnTo>
                  <a:lnTo>
                    <a:pt x="449907" y="459806"/>
                  </a:lnTo>
                  <a:lnTo>
                    <a:pt x="523667" y="528259"/>
                  </a:lnTo>
                  <a:lnTo>
                    <a:pt x="597427" y="594901"/>
                  </a:lnTo>
                  <a:lnTo>
                    <a:pt x="671187" y="659781"/>
                  </a:lnTo>
                  <a:lnTo>
                    <a:pt x="744947" y="722946"/>
                  </a:lnTo>
                  <a:lnTo>
                    <a:pt x="818707" y="784439"/>
                  </a:lnTo>
                  <a:lnTo>
                    <a:pt x="892467" y="844307"/>
                  </a:lnTo>
                  <a:lnTo>
                    <a:pt x="966227" y="902592"/>
                  </a:lnTo>
                  <a:lnTo>
                    <a:pt x="1039987" y="959335"/>
                  </a:lnTo>
                  <a:lnTo>
                    <a:pt x="1113747" y="1014577"/>
                  </a:lnTo>
                  <a:lnTo>
                    <a:pt x="1187508" y="1068359"/>
                  </a:lnTo>
                  <a:lnTo>
                    <a:pt x="1261268" y="1120718"/>
                  </a:lnTo>
                  <a:lnTo>
                    <a:pt x="1335028" y="1171693"/>
                  </a:lnTo>
                  <a:lnTo>
                    <a:pt x="1408788" y="1221320"/>
                  </a:lnTo>
                  <a:lnTo>
                    <a:pt x="1482548" y="1269634"/>
                  </a:lnTo>
                  <a:lnTo>
                    <a:pt x="1556308" y="1316670"/>
                  </a:lnTo>
                  <a:lnTo>
                    <a:pt x="1630068" y="1362463"/>
                  </a:lnTo>
                  <a:lnTo>
                    <a:pt x="1703828" y="1407045"/>
                  </a:lnTo>
                  <a:lnTo>
                    <a:pt x="1777588" y="1450448"/>
                  </a:lnTo>
                  <a:lnTo>
                    <a:pt x="1851348" y="1492702"/>
                  </a:lnTo>
                  <a:lnTo>
                    <a:pt x="1925108" y="1533840"/>
                  </a:lnTo>
                  <a:lnTo>
                    <a:pt x="1998868" y="1573890"/>
                  </a:lnTo>
                  <a:lnTo>
                    <a:pt x="2072628" y="1612880"/>
                  </a:lnTo>
                  <a:lnTo>
                    <a:pt x="2146388" y="1650839"/>
                  </a:lnTo>
                  <a:lnTo>
                    <a:pt x="2220148" y="1687795"/>
                  </a:lnTo>
                  <a:lnTo>
                    <a:pt x="2293908" y="1723773"/>
                  </a:lnTo>
                  <a:lnTo>
                    <a:pt x="2367668" y="1758800"/>
                  </a:lnTo>
                  <a:lnTo>
                    <a:pt x="2441428" y="1792900"/>
                  </a:lnTo>
                  <a:lnTo>
                    <a:pt x="2515188" y="1826099"/>
                  </a:lnTo>
                  <a:lnTo>
                    <a:pt x="2588948" y="1858420"/>
                  </a:lnTo>
                  <a:lnTo>
                    <a:pt x="2662708" y="1889886"/>
                  </a:lnTo>
                  <a:lnTo>
                    <a:pt x="2736468" y="1920520"/>
                  </a:lnTo>
                  <a:lnTo>
                    <a:pt x="2810228" y="1950343"/>
                  </a:lnTo>
                  <a:lnTo>
                    <a:pt x="2883988" y="1979378"/>
                  </a:lnTo>
                  <a:lnTo>
                    <a:pt x="2957748" y="2007646"/>
                  </a:lnTo>
                  <a:lnTo>
                    <a:pt x="3031508" y="2035165"/>
                  </a:lnTo>
                  <a:lnTo>
                    <a:pt x="3105268" y="2061957"/>
                  </a:lnTo>
                  <a:lnTo>
                    <a:pt x="3179028" y="2088041"/>
                  </a:lnTo>
                  <a:lnTo>
                    <a:pt x="3252788" y="2113434"/>
                  </a:lnTo>
                  <a:lnTo>
                    <a:pt x="3326548" y="2138156"/>
                  </a:lnTo>
                  <a:lnTo>
                    <a:pt x="3400308" y="2162225"/>
                  </a:lnTo>
                  <a:lnTo>
                    <a:pt x="3474068" y="2182787"/>
                  </a:lnTo>
                  <a:lnTo>
                    <a:pt x="3547828" y="2196421"/>
                  </a:lnTo>
                  <a:lnTo>
                    <a:pt x="3621588" y="2209840"/>
                  </a:lnTo>
                  <a:lnTo>
                    <a:pt x="3695348" y="2223048"/>
                  </a:lnTo>
                  <a:lnTo>
                    <a:pt x="3769108" y="2236048"/>
                  </a:lnTo>
                  <a:lnTo>
                    <a:pt x="3842868" y="2248843"/>
                  </a:lnTo>
                  <a:lnTo>
                    <a:pt x="3916628" y="2261436"/>
                  </a:lnTo>
                  <a:lnTo>
                    <a:pt x="3990388" y="2273831"/>
                  </a:lnTo>
                  <a:lnTo>
                    <a:pt x="4064149" y="2286031"/>
                  </a:lnTo>
                  <a:lnTo>
                    <a:pt x="4137909" y="2298039"/>
                  </a:lnTo>
                  <a:lnTo>
                    <a:pt x="4211669" y="2309857"/>
                  </a:lnTo>
                  <a:lnTo>
                    <a:pt x="4285429" y="2321490"/>
                  </a:lnTo>
                  <a:lnTo>
                    <a:pt x="4359189" y="2332939"/>
                  </a:lnTo>
                  <a:lnTo>
                    <a:pt x="4432949" y="2344207"/>
                  </a:lnTo>
                  <a:lnTo>
                    <a:pt x="4506709" y="2355299"/>
                  </a:lnTo>
                  <a:lnTo>
                    <a:pt x="4580469" y="2366215"/>
                  </a:lnTo>
                  <a:lnTo>
                    <a:pt x="4654229" y="2376960"/>
                  </a:lnTo>
                  <a:lnTo>
                    <a:pt x="4727989" y="2387535"/>
                  </a:lnTo>
                  <a:lnTo>
                    <a:pt x="4801749" y="2397943"/>
                  </a:lnTo>
                  <a:lnTo>
                    <a:pt x="4875509" y="2408188"/>
                  </a:lnTo>
                  <a:lnTo>
                    <a:pt x="4949269" y="2418271"/>
                  </a:lnTo>
                  <a:lnTo>
                    <a:pt x="5023029" y="2428196"/>
                  </a:lnTo>
                  <a:lnTo>
                    <a:pt x="5096789" y="2437964"/>
                  </a:lnTo>
                  <a:lnTo>
                    <a:pt x="5170549" y="2447578"/>
                  </a:lnTo>
                  <a:lnTo>
                    <a:pt x="5244309" y="2457041"/>
                  </a:lnTo>
                  <a:lnTo>
                    <a:pt x="5318069" y="2466355"/>
                  </a:lnTo>
                  <a:lnTo>
                    <a:pt x="5391829" y="2475522"/>
                  </a:lnTo>
                  <a:lnTo>
                    <a:pt x="5465589" y="2484544"/>
                  </a:lnTo>
                  <a:lnTo>
                    <a:pt x="5539349" y="2493425"/>
                  </a:lnTo>
                  <a:lnTo>
                    <a:pt x="5613109" y="2502165"/>
                  </a:lnTo>
                  <a:lnTo>
                    <a:pt x="5686869" y="2510768"/>
                  </a:lnTo>
                  <a:lnTo>
                    <a:pt x="5760629" y="2519236"/>
                  </a:lnTo>
                  <a:lnTo>
                    <a:pt x="5834389" y="2527570"/>
                  </a:lnTo>
                  <a:lnTo>
                    <a:pt x="5908149" y="2535772"/>
                  </a:lnTo>
                  <a:lnTo>
                    <a:pt x="5981909" y="2543846"/>
                  </a:lnTo>
                  <a:lnTo>
                    <a:pt x="6055669" y="2551792"/>
                  </a:lnTo>
                  <a:lnTo>
                    <a:pt x="6129429" y="2559613"/>
                  </a:lnTo>
                  <a:lnTo>
                    <a:pt x="6203189" y="2567311"/>
                  </a:lnTo>
                  <a:lnTo>
                    <a:pt x="6276949" y="2574888"/>
                  </a:lnTo>
                  <a:lnTo>
                    <a:pt x="6350709" y="2582345"/>
                  </a:lnTo>
                  <a:lnTo>
                    <a:pt x="6424469" y="2589685"/>
                  </a:lnTo>
                  <a:lnTo>
                    <a:pt x="6498229" y="2596909"/>
                  </a:lnTo>
                  <a:lnTo>
                    <a:pt x="6571989" y="2604019"/>
                  </a:lnTo>
                  <a:lnTo>
                    <a:pt x="6645749" y="2611018"/>
                  </a:lnTo>
                  <a:lnTo>
                    <a:pt x="6719509" y="2617906"/>
                  </a:lnTo>
                  <a:lnTo>
                    <a:pt x="6793269" y="2624685"/>
                  </a:lnTo>
                  <a:lnTo>
                    <a:pt x="6867029" y="2631358"/>
                  </a:lnTo>
                  <a:lnTo>
                    <a:pt x="6940789" y="2637926"/>
                  </a:lnTo>
                  <a:lnTo>
                    <a:pt x="7014550" y="2644390"/>
                  </a:lnTo>
                  <a:lnTo>
                    <a:pt x="7088310" y="2650753"/>
                  </a:lnTo>
                  <a:lnTo>
                    <a:pt x="7162070" y="2657015"/>
                  </a:lnTo>
                  <a:lnTo>
                    <a:pt x="7235830" y="2663178"/>
                  </a:lnTo>
                  <a:lnTo>
                    <a:pt x="7235830" y="2828388"/>
                  </a:lnTo>
                  <a:lnTo>
                    <a:pt x="7162070" y="2822416"/>
                  </a:lnTo>
                  <a:lnTo>
                    <a:pt x="7088310" y="2816280"/>
                  </a:lnTo>
                  <a:lnTo>
                    <a:pt x="7014550" y="2809979"/>
                  </a:lnTo>
                  <a:lnTo>
                    <a:pt x="6940789" y="2803506"/>
                  </a:lnTo>
                  <a:lnTo>
                    <a:pt x="6867029" y="2796857"/>
                  </a:lnTo>
                  <a:lnTo>
                    <a:pt x="6793269" y="2790027"/>
                  </a:lnTo>
                  <a:lnTo>
                    <a:pt x="6719509" y="2783013"/>
                  </a:lnTo>
                  <a:lnTo>
                    <a:pt x="6645749" y="2775807"/>
                  </a:lnTo>
                  <a:lnTo>
                    <a:pt x="6571989" y="2768406"/>
                  </a:lnTo>
                  <a:lnTo>
                    <a:pt x="6498229" y="2760804"/>
                  </a:lnTo>
                  <a:lnTo>
                    <a:pt x="6424469" y="2752995"/>
                  </a:lnTo>
                  <a:lnTo>
                    <a:pt x="6350709" y="2744974"/>
                  </a:lnTo>
                  <a:lnTo>
                    <a:pt x="6276949" y="2736735"/>
                  </a:lnTo>
                  <a:lnTo>
                    <a:pt x="6203189" y="2728273"/>
                  </a:lnTo>
                  <a:lnTo>
                    <a:pt x="6129429" y="2719580"/>
                  </a:lnTo>
                  <a:lnTo>
                    <a:pt x="6055669" y="2710652"/>
                  </a:lnTo>
                  <a:lnTo>
                    <a:pt x="5981909" y="2701481"/>
                  </a:lnTo>
                  <a:lnTo>
                    <a:pt x="5908149" y="2692061"/>
                  </a:lnTo>
                  <a:lnTo>
                    <a:pt x="5834389" y="2682384"/>
                  </a:lnTo>
                  <a:lnTo>
                    <a:pt x="5760629" y="2672446"/>
                  </a:lnTo>
                  <a:lnTo>
                    <a:pt x="5686869" y="2662237"/>
                  </a:lnTo>
                  <a:lnTo>
                    <a:pt x="5613109" y="2651751"/>
                  </a:lnTo>
                  <a:lnTo>
                    <a:pt x="5539349" y="2640980"/>
                  </a:lnTo>
                  <a:lnTo>
                    <a:pt x="5465589" y="2629916"/>
                  </a:lnTo>
                  <a:lnTo>
                    <a:pt x="5391829" y="2618552"/>
                  </a:lnTo>
                  <a:lnTo>
                    <a:pt x="5318069" y="2606879"/>
                  </a:lnTo>
                  <a:lnTo>
                    <a:pt x="5244309" y="2594889"/>
                  </a:lnTo>
                  <a:lnTo>
                    <a:pt x="5170549" y="2582573"/>
                  </a:lnTo>
                  <a:lnTo>
                    <a:pt x="5096789" y="2569923"/>
                  </a:lnTo>
                  <a:lnTo>
                    <a:pt x="5023029" y="2556930"/>
                  </a:lnTo>
                  <a:lnTo>
                    <a:pt x="4949269" y="2543583"/>
                  </a:lnTo>
                  <a:lnTo>
                    <a:pt x="4875509" y="2529874"/>
                  </a:lnTo>
                  <a:lnTo>
                    <a:pt x="4801749" y="2515792"/>
                  </a:lnTo>
                  <a:lnTo>
                    <a:pt x="4727989" y="2501328"/>
                  </a:lnTo>
                  <a:lnTo>
                    <a:pt x="4654229" y="2486471"/>
                  </a:lnTo>
                  <a:lnTo>
                    <a:pt x="4580469" y="2471210"/>
                  </a:lnTo>
                  <a:lnTo>
                    <a:pt x="4506709" y="2455535"/>
                  </a:lnTo>
                  <a:lnTo>
                    <a:pt x="4432949" y="2439434"/>
                  </a:lnTo>
                  <a:lnTo>
                    <a:pt x="4359189" y="2422896"/>
                  </a:lnTo>
                  <a:lnTo>
                    <a:pt x="4285429" y="2405908"/>
                  </a:lnTo>
                  <a:lnTo>
                    <a:pt x="4211669" y="2388459"/>
                  </a:lnTo>
                  <a:lnTo>
                    <a:pt x="4137909" y="2370536"/>
                  </a:lnTo>
                  <a:lnTo>
                    <a:pt x="4064149" y="2352127"/>
                  </a:lnTo>
                  <a:lnTo>
                    <a:pt x="3990388" y="2333217"/>
                  </a:lnTo>
                  <a:lnTo>
                    <a:pt x="3916628" y="2313793"/>
                  </a:lnTo>
                  <a:lnTo>
                    <a:pt x="3842868" y="2293842"/>
                  </a:lnTo>
                  <a:lnTo>
                    <a:pt x="3769108" y="2273349"/>
                  </a:lnTo>
                  <a:lnTo>
                    <a:pt x="3695348" y="2252299"/>
                  </a:lnTo>
                  <a:lnTo>
                    <a:pt x="3621588" y="2230678"/>
                  </a:lnTo>
                  <a:lnTo>
                    <a:pt x="3547828" y="2208469"/>
                  </a:lnTo>
                  <a:lnTo>
                    <a:pt x="3474068" y="2185657"/>
                  </a:lnTo>
                  <a:lnTo>
                    <a:pt x="3400308" y="2168934"/>
                  </a:lnTo>
                  <a:lnTo>
                    <a:pt x="3326548" y="2154860"/>
                  </a:lnTo>
                  <a:lnTo>
                    <a:pt x="3252788" y="2140561"/>
                  </a:lnTo>
                  <a:lnTo>
                    <a:pt x="3179028" y="2126033"/>
                  </a:lnTo>
                  <a:lnTo>
                    <a:pt x="3105268" y="2111272"/>
                  </a:lnTo>
                  <a:lnTo>
                    <a:pt x="3031508" y="2096276"/>
                  </a:lnTo>
                  <a:lnTo>
                    <a:pt x="2957748" y="2081039"/>
                  </a:lnTo>
                  <a:lnTo>
                    <a:pt x="2883988" y="2065558"/>
                  </a:lnTo>
                  <a:lnTo>
                    <a:pt x="2810228" y="2049829"/>
                  </a:lnTo>
                  <a:lnTo>
                    <a:pt x="2736468" y="2033849"/>
                  </a:lnTo>
                  <a:lnTo>
                    <a:pt x="2662708" y="2017613"/>
                  </a:lnTo>
                  <a:lnTo>
                    <a:pt x="2588948" y="2001117"/>
                  </a:lnTo>
                  <a:lnTo>
                    <a:pt x="2515188" y="1984357"/>
                  </a:lnTo>
                  <a:lnTo>
                    <a:pt x="2441428" y="1967329"/>
                  </a:lnTo>
                  <a:lnTo>
                    <a:pt x="2367668" y="1950028"/>
                  </a:lnTo>
                  <a:lnTo>
                    <a:pt x="2293908" y="1932451"/>
                  </a:lnTo>
                  <a:lnTo>
                    <a:pt x="2220148" y="1914592"/>
                  </a:lnTo>
                  <a:lnTo>
                    <a:pt x="2146388" y="1896447"/>
                  </a:lnTo>
                  <a:lnTo>
                    <a:pt x="2072628" y="1878012"/>
                  </a:lnTo>
                  <a:lnTo>
                    <a:pt x="1998868" y="1859282"/>
                  </a:lnTo>
                  <a:lnTo>
                    <a:pt x="1925108" y="1840252"/>
                  </a:lnTo>
                  <a:lnTo>
                    <a:pt x="1851348" y="1820917"/>
                  </a:lnTo>
                  <a:lnTo>
                    <a:pt x="1777588" y="1801273"/>
                  </a:lnTo>
                  <a:lnTo>
                    <a:pt x="1703828" y="1781314"/>
                  </a:lnTo>
                  <a:lnTo>
                    <a:pt x="1630068" y="1761037"/>
                  </a:lnTo>
                  <a:lnTo>
                    <a:pt x="1556308" y="1740434"/>
                  </a:lnTo>
                  <a:lnTo>
                    <a:pt x="1482548" y="1719502"/>
                  </a:lnTo>
                  <a:lnTo>
                    <a:pt x="1408788" y="1698235"/>
                  </a:lnTo>
                  <a:lnTo>
                    <a:pt x="1335028" y="1676627"/>
                  </a:lnTo>
                  <a:lnTo>
                    <a:pt x="1261268" y="1654674"/>
                  </a:lnTo>
                  <a:lnTo>
                    <a:pt x="1187508" y="1632369"/>
                  </a:lnTo>
                  <a:lnTo>
                    <a:pt x="1113747" y="1609707"/>
                  </a:lnTo>
                  <a:lnTo>
                    <a:pt x="1039987" y="1586682"/>
                  </a:lnTo>
                  <a:lnTo>
                    <a:pt x="966227" y="1563289"/>
                  </a:lnTo>
                  <a:lnTo>
                    <a:pt x="892467" y="1539522"/>
                  </a:lnTo>
                  <a:lnTo>
                    <a:pt x="818707" y="1515374"/>
                  </a:lnTo>
                  <a:lnTo>
                    <a:pt x="744947" y="1490840"/>
                  </a:lnTo>
                  <a:lnTo>
                    <a:pt x="671187" y="1465913"/>
                  </a:lnTo>
                  <a:lnTo>
                    <a:pt x="597427" y="1440587"/>
                  </a:lnTo>
                  <a:lnTo>
                    <a:pt x="523667" y="1414856"/>
                  </a:lnTo>
                  <a:lnTo>
                    <a:pt x="449907" y="1388713"/>
                  </a:lnTo>
                  <a:lnTo>
                    <a:pt x="376147" y="1362151"/>
                  </a:lnTo>
                  <a:lnTo>
                    <a:pt x="302387" y="1335164"/>
                  </a:lnTo>
                  <a:lnTo>
                    <a:pt x="228627" y="1307746"/>
                  </a:lnTo>
                  <a:lnTo>
                    <a:pt x="154867" y="1279888"/>
                  </a:lnTo>
                  <a:lnTo>
                    <a:pt x="81107" y="1251585"/>
                  </a:lnTo>
                  <a:lnTo>
                    <a:pt x="7347" y="1222829"/>
                  </a:lnTo>
                  <a:lnTo>
                    <a:pt x="0" y="1219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00931"/>
              <a:ext cx="7235830" cy="2663178"/>
            </a:xfrm>
            <a:custGeom>
              <a:avLst/>
              <a:pathLst>
                <a:path w="7235830" h="2663178">
                  <a:moveTo>
                    <a:pt x="0" y="0"/>
                  </a:moveTo>
                  <a:lnTo>
                    <a:pt x="7347" y="8226"/>
                  </a:lnTo>
                  <a:lnTo>
                    <a:pt x="81107" y="88620"/>
                  </a:lnTo>
                  <a:lnTo>
                    <a:pt x="154867" y="166889"/>
                  </a:lnTo>
                  <a:lnTo>
                    <a:pt x="228627" y="243088"/>
                  </a:lnTo>
                  <a:lnTo>
                    <a:pt x="302387" y="317272"/>
                  </a:lnTo>
                  <a:lnTo>
                    <a:pt x="376147" y="389494"/>
                  </a:lnTo>
                  <a:lnTo>
                    <a:pt x="449907" y="459806"/>
                  </a:lnTo>
                  <a:lnTo>
                    <a:pt x="523667" y="528259"/>
                  </a:lnTo>
                  <a:lnTo>
                    <a:pt x="597427" y="594901"/>
                  </a:lnTo>
                  <a:lnTo>
                    <a:pt x="671187" y="659781"/>
                  </a:lnTo>
                  <a:lnTo>
                    <a:pt x="744947" y="722946"/>
                  </a:lnTo>
                  <a:lnTo>
                    <a:pt x="818707" y="784439"/>
                  </a:lnTo>
                  <a:lnTo>
                    <a:pt x="892467" y="844307"/>
                  </a:lnTo>
                  <a:lnTo>
                    <a:pt x="966227" y="902592"/>
                  </a:lnTo>
                  <a:lnTo>
                    <a:pt x="1039987" y="959335"/>
                  </a:lnTo>
                  <a:lnTo>
                    <a:pt x="1113747" y="1014577"/>
                  </a:lnTo>
                  <a:lnTo>
                    <a:pt x="1187508" y="1068359"/>
                  </a:lnTo>
                  <a:lnTo>
                    <a:pt x="1261268" y="1120718"/>
                  </a:lnTo>
                  <a:lnTo>
                    <a:pt x="1335028" y="1171693"/>
                  </a:lnTo>
                  <a:lnTo>
                    <a:pt x="1408788" y="1221320"/>
                  </a:lnTo>
                  <a:lnTo>
                    <a:pt x="1482548" y="1269634"/>
                  </a:lnTo>
                  <a:lnTo>
                    <a:pt x="1556308" y="1316670"/>
                  </a:lnTo>
                  <a:lnTo>
                    <a:pt x="1630068" y="1362463"/>
                  </a:lnTo>
                  <a:lnTo>
                    <a:pt x="1703828" y="1407045"/>
                  </a:lnTo>
                  <a:lnTo>
                    <a:pt x="1777588" y="1450448"/>
                  </a:lnTo>
                  <a:lnTo>
                    <a:pt x="1851348" y="1492702"/>
                  </a:lnTo>
                  <a:lnTo>
                    <a:pt x="1925108" y="1533840"/>
                  </a:lnTo>
                  <a:lnTo>
                    <a:pt x="1998868" y="1573890"/>
                  </a:lnTo>
                  <a:lnTo>
                    <a:pt x="2072628" y="1612880"/>
                  </a:lnTo>
                  <a:lnTo>
                    <a:pt x="2146388" y="1650839"/>
                  </a:lnTo>
                  <a:lnTo>
                    <a:pt x="2220148" y="1687795"/>
                  </a:lnTo>
                  <a:lnTo>
                    <a:pt x="2293908" y="1723773"/>
                  </a:lnTo>
                  <a:lnTo>
                    <a:pt x="2367668" y="1758800"/>
                  </a:lnTo>
                  <a:lnTo>
                    <a:pt x="2441428" y="1792900"/>
                  </a:lnTo>
                  <a:lnTo>
                    <a:pt x="2515188" y="1826099"/>
                  </a:lnTo>
                  <a:lnTo>
                    <a:pt x="2588948" y="1858420"/>
                  </a:lnTo>
                  <a:lnTo>
                    <a:pt x="2662708" y="1889886"/>
                  </a:lnTo>
                  <a:lnTo>
                    <a:pt x="2736468" y="1920520"/>
                  </a:lnTo>
                  <a:lnTo>
                    <a:pt x="2810228" y="1950343"/>
                  </a:lnTo>
                  <a:lnTo>
                    <a:pt x="2883988" y="1979378"/>
                  </a:lnTo>
                  <a:lnTo>
                    <a:pt x="2957748" y="2007646"/>
                  </a:lnTo>
                  <a:lnTo>
                    <a:pt x="3031508" y="2035165"/>
                  </a:lnTo>
                  <a:lnTo>
                    <a:pt x="3105268" y="2061957"/>
                  </a:lnTo>
                  <a:lnTo>
                    <a:pt x="3179028" y="2088041"/>
                  </a:lnTo>
                  <a:lnTo>
                    <a:pt x="3252788" y="2113434"/>
                  </a:lnTo>
                  <a:lnTo>
                    <a:pt x="3326548" y="2138156"/>
                  </a:lnTo>
                  <a:lnTo>
                    <a:pt x="3400308" y="2162225"/>
                  </a:lnTo>
                  <a:lnTo>
                    <a:pt x="3474068" y="2182787"/>
                  </a:lnTo>
                  <a:lnTo>
                    <a:pt x="3547828" y="2196421"/>
                  </a:lnTo>
                  <a:lnTo>
                    <a:pt x="3621588" y="2209840"/>
                  </a:lnTo>
                  <a:lnTo>
                    <a:pt x="3695348" y="2223048"/>
                  </a:lnTo>
                  <a:lnTo>
                    <a:pt x="3769108" y="2236048"/>
                  </a:lnTo>
                  <a:lnTo>
                    <a:pt x="3842868" y="2248843"/>
                  </a:lnTo>
                  <a:lnTo>
                    <a:pt x="3916628" y="2261436"/>
                  </a:lnTo>
                  <a:lnTo>
                    <a:pt x="3990388" y="2273831"/>
                  </a:lnTo>
                  <a:lnTo>
                    <a:pt x="4064149" y="2286031"/>
                  </a:lnTo>
                  <a:lnTo>
                    <a:pt x="4137909" y="2298039"/>
                  </a:lnTo>
                  <a:lnTo>
                    <a:pt x="4211669" y="2309857"/>
                  </a:lnTo>
                  <a:lnTo>
                    <a:pt x="4285429" y="2321490"/>
                  </a:lnTo>
                  <a:lnTo>
                    <a:pt x="4359189" y="2332939"/>
                  </a:lnTo>
                  <a:lnTo>
                    <a:pt x="4432949" y="2344207"/>
                  </a:lnTo>
                  <a:lnTo>
                    <a:pt x="4506709" y="2355299"/>
                  </a:lnTo>
                  <a:lnTo>
                    <a:pt x="4580469" y="2366215"/>
                  </a:lnTo>
                  <a:lnTo>
                    <a:pt x="4654229" y="2376960"/>
                  </a:lnTo>
                  <a:lnTo>
                    <a:pt x="4727989" y="2387535"/>
                  </a:lnTo>
                  <a:lnTo>
                    <a:pt x="4801749" y="2397943"/>
                  </a:lnTo>
                  <a:lnTo>
                    <a:pt x="4875509" y="2408188"/>
                  </a:lnTo>
                  <a:lnTo>
                    <a:pt x="4949269" y="2418271"/>
                  </a:lnTo>
                  <a:lnTo>
                    <a:pt x="5023029" y="2428196"/>
                  </a:lnTo>
                  <a:lnTo>
                    <a:pt x="5096789" y="2437964"/>
                  </a:lnTo>
                  <a:lnTo>
                    <a:pt x="5170549" y="2447578"/>
                  </a:lnTo>
                  <a:lnTo>
                    <a:pt x="5244309" y="2457041"/>
                  </a:lnTo>
                  <a:lnTo>
                    <a:pt x="5318069" y="2466355"/>
                  </a:lnTo>
                  <a:lnTo>
                    <a:pt x="5391829" y="2475522"/>
                  </a:lnTo>
                  <a:lnTo>
                    <a:pt x="5465589" y="2484544"/>
                  </a:lnTo>
                  <a:lnTo>
                    <a:pt x="5539349" y="2493425"/>
                  </a:lnTo>
                  <a:lnTo>
                    <a:pt x="5613109" y="2502165"/>
                  </a:lnTo>
                  <a:lnTo>
                    <a:pt x="5686869" y="2510768"/>
                  </a:lnTo>
                  <a:lnTo>
                    <a:pt x="5760629" y="2519236"/>
                  </a:lnTo>
                  <a:lnTo>
                    <a:pt x="5834389" y="2527570"/>
                  </a:lnTo>
                  <a:lnTo>
                    <a:pt x="5908149" y="2535772"/>
                  </a:lnTo>
                  <a:lnTo>
                    <a:pt x="5981909" y="2543846"/>
                  </a:lnTo>
                  <a:lnTo>
                    <a:pt x="6055669" y="2551792"/>
                  </a:lnTo>
                  <a:lnTo>
                    <a:pt x="6129429" y="2559613"/>
                  </a:lnTo>
                  <a:lnTo>
                    <a:pt x="6203189" y="2567311"/>
                  </a:lnTo>
                  <a:lnTo>
                    <a:pt x="6276949" y="2574888"/>
                  </a:lnTo>
                  <a:lnTo>
                    <a:pt x="6350709" y="2582345"/>
                  </a:lnTo>
                  <a:lnTo>
                    <a:pt x="6424469" y="2589685"/>
                  </a:lnTo>
                  <a:lnTo>
                    <a:pt x="6498229" y="2596909"/>
                  </a:lnTo>
                  <a:lnTo>
                    <a:pt x="6571989" y="2604019"/>
                  </a:lnTo>
                  <a:lnTo>
                    <a:pt x="6645749" y="2611018"/>
                  </a:lnTo>
                  <a:lnTo>
                    <a:pt x="6719509" y="2617906"/>
                  </a:lnTo>
                  <a:lnTo>
                    <a:pt x="6793269" y="2624685"/>
                  </a:lnTo>
                  <a:lnTo>
                    <a:pt x="6867029" y="2631358"/>
                  </a:lnTo>
                  <a:lnTo>
                    <a:pt x="6940789" y="2637926"/>
                  </a:lnTo>
                  <a:lnTo>
                    <a:pt x="7014550" y="2644390"/>
                  </a:lnTo>
                  <a:lnTo>
                    <a:pt x="7088310" y="2650753"/>
                  </a:lnTo>
                  <a:lnTo>
                    <a:pt x="7162070" y="2657015"/>
                  </a:lnTo>
                  <a:lnTo>
                    <a:pt x="7235830" y="266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20850"/>
              <a:ext cx="7235830" cy="1608470"/>
            </a:xfrm>
            <a:custGeom>
              <a:avLst/>
              <a:pathLst>
                <a:path w="7235830" h="1608470">
                  <a:moveTo>
                    <a:pt x="7235830" y="1608470"/>
                  </a:moveTo>
                  <a:lnTo>
                    <a:pt x="7162070" y="1602497"/>
                  </a:lnTo>
                  <a:lnTo>
                    <a:pt x="7088310" y="1596362"/>
                  </a:lnTo>
                  <a:lnTo>
                    <a:pt x="7014550" y="1590060"/>
                  </a:lnTo>
                  <a:lnTo>
                    <a:pt x="6940789" y="1583587"/>
                  </a:lnTo>
                  <a:lnTo>
                    <a:pt x="6867029" y="1576938"/>
                  </a:lnTo>
                  <a:lnTo>
                    <a:pt x="6793269" y="1570109"/>
                  </a:lnTo>
                  <a:lnTo>
                    <a:pt x="6719509" y="1563094"/>
                  </a:lnTo>
                  <a:lnTo>
                    <a:pt x="6645749" y="1555888"/>
                  </a:lnTo>
                  <a:lnTo>
                    <a:pt x="6571989" y="1548487"/>
                  </a:lnTo>
                  <a:lnTo>
                    <a:pt x="6498229" y="1540885"/>
                  </a:lnTo>
                  <a:lnTo>
                    <a:pt x="6424469" y="1533076"/>
                  </a:lnTo>
                  <a:lnTo>
                    <a:pt x="6350709" y="1525055"/>
                  </a:lnTo>
                  <a:lnTo>
                    <a:pt x="6276949" y="1516817"/>
                  </a:lnTo>
                  <a:lnTo>
                    <a:pt x="6203189" y="1508354"/>
                  </a:lnTo>
                  <a:lnTo>
                    <a:pt x="6129429" y="1499662"/>
                  </a:lnTo>
                  <a:lnTo>
                    <a:pt x="6055669" y="1490733"/>
                  </a:lnTo>
                  <a:lnTo>
                    <a:pt x="5981909" y="1481562"/>
                  </a:lnTo>
                  <a:lnTo>
                    <a:pt x="5908149" y="1472142"/>
                  </a:lnTo>
                  <a:lnTo>
                    <a:pt x="5834389" y="1462466"/>
                  </a:lnTo>
                  <a:lnTo>
                    <a:pt x="5760629" y="1452527"/>
                  </a:lnTo>
                  <a:lnTo>
                    <a:pt x="5686869" y="1442318"/>
                  </a:lnTo>
                  <a:lnTo>
                    <a:pt x="5613109" y="1431832"/>
                  </a:lnTo>
                  <a:lnTo>
                    <a:pt x="5539349" y="1421061"/>
                  </a:lnTo>
                  <a:lnTo>
                    <a:pt x="5465589" y="1409997"/>
                  </a:lnTo>
                  <a:lnTo>
                    <a:pt x="5391829" y="1398633"/>
                  </a:lnTo>
                  <a:lnTo>
                    <a:pt x="5318069" y="1386960"/>
                  </a:lnTo>
                  <a:lnTo>
                    <a:pt x="5244309" y="1374970"/>
                  </a:lnTo>
                  <a:lnTo>
                    <a:pt x="5170549" y="1362655"/>
                  </a:lnTo>
                  <a:lnTo>
                    <a:pt x="5096789" y="1350005"/>
                  </a:lnTo>
                  <a:lnTo>
                    <a:pt x="5023029" y="1337011"/>
                  </a:lnTo>
                  <a:lnTo>
                    <a:pt x="4949269" y="1323664"/>
                  </a:lnTo>
                  <a:lnTo>
                    <a:pt x="4875509" y="1309955"/>
                  </a:lnTo>
                  <a:lnTo>
                    <a:pt x="4801749" y="1295873"/>
                  </a:lnTo>
                  <a:lnTo>
                    <a:pt x="4727989" y="1281409"/>
                  </a:lnTo>
                  <a:lnTo>
                    <a:pt x="4654229" y="1266552"/>
                  </a:lnTo>
                  <a:lnTo>
                    <a:pt x="4580469" y="1251292"/>
                  </a:lnTo>
                  <a:lnTo>
                    <a:pt x="4506709" y="1235616"/>
                  </a:lnTo>
                  <a:lnTo>
                    <a:pt x="4432949" y="1219515"/>
                  </a:lnTo>
                  <a:lnTo>
                    <a:pt x="4359189" y="1202977"/>
                  </a:lnTo>
                  <a:lnTo>
                    <a:pt x="4285429" y="1185990"/>
                  </a:lnTo>
                  <a:lnTo>
                    <a:pt x="4211669" y="1168541"/>
                  </a:lnTo>
                  <a:lnTo>
                    <a:pt x="4137909" y="1150618"/>
                  </a:lnTo>
                  <a:lnTo>
                    <a:pt x="4064149" y="1132208"/>
                  </a:lnTo>
                  <a:lnTo>
                    <a:pt x="3990388" y="1113298"/>
                  </a:lnTo>
                  <a:lnTo>
                    <a:pt x="3916628" y="1093874"/>
                  </a:lnTo>
                  <a:lnTo>
                    <a:pt x="3842868" y="1073923"/>
                  </a:lnTo>
                  <a:lnTo>
                    <a:pt x="3769108" y="1053430"/>
                  </a:lnTo>
                  <a:lnTo>
                    <a:pt x="3695348" y="1032380"/>
                  </a:lnTo>
                  <a:lnTo>
                    <a:pt x="3621588" y="1010759"/>
                  </a:lnTo>
                  <a:lnTo>
                    <a:pt x="3547828" y="988550"/>
                  </a:lnTo>
                  <a:lnTo>
                    <a:pt x="3474068" y="965738"/>
                  </a:lnTo>
                  <a:lnTo>
                    <a:pt x="3400308" y="949016"/>
                  </a:lnTo>
                  <a:lnTo>
                    <a:pt x="3326548" y="934942"/>
                  </a:lnTo>
                  <a:lnTo>
                    <a:pt x="3252788" y="920642"/>
                  </a:lnTo>
                  <a:lnTo>
                    <a:pt x="3179028" y="906114"/>
                  </a:lnTo>
                  <a:lnTo>
                    <a:pt x="3105268" y="891354"/>
                  </a:lnTo>
                  <a:lnTo>
                    <a:pt x="3031508" y="876357"/>
                  </a:lnTo>
                  <a:lnTo>
                    <a:pt x="2957748" y="861120"/>
                  </a:lnTo>
                  <a:lnTo>
                    <a:pt x="2883988" y="845639"/>
                  </a:lnTo>
                  <a:lnTo>
                    <a:pt x="2810228" y="829911"/>
                  </a:lnTo>
                  <a:lnTo>
                    <a:pt x="2736468" y="813930"/>
                  </a:lnTo>
                  <a:lnTo>
                    <a:pt x="2662708" y="797694"/>
                  </a:lnTo>
                  <a:lnTo>
                    <a:pt x="2588948" y="781198"/>
                  </a:lnTo>
                  <a:lnTo>
                    <a:pt x="2515188" y="764439"/>
                  </a:lnTo>
                  <a:lnTo>
                    <a:pt x="2441428" y="747410"/>
                  </a:lnTo>
                  <a:lnTo>
                    <a:pt x="2367668" y="730110"/>
                  </a:lnTo>
                  <a:lnTo>
                    <a:pt x="2293908" y="712532"/>
                  </a:lnTo>
                  <a:lnTo>
                    <a:pt x="2220148" y="694673"/>
                  </a:lnTo>
                  <a:lnTo>
                    <a:pt x="2146388" y="676528"/>
                  </a:lnTo>
                  <a:lnTo>
                    <a:pt x="2072628" y="658093"/>
                  </a:lnTo>
                  <a:lnTo>
                    <a:pt x="1998868" y="639363"/>
                  </a:lnTo>
                  <a:lnTo>
                    <a:pt x="1925108" y="620333"/>
                  </a:lnTo>
                  <a:lnTo>
                    <a:pt x="1851348" y="600998"/>
                  </a:lnTo>
                  <a:lnTo>
                    <a:pt x="1777588" y="581354"/>
                  </a:lnTo>
                  <a:lnTo>
                    <a:pt x="1703828" y="561396"/>
                  </a:lnTo>
                  <a:lnTo>
                    <a:pt x="1630068" y="541118"/>
                  </a:lnTo>
                  <a:lnTo>
                    <a:pt x="1556308" y="520515"/>
                  </a:lnTo>
                  <a:lnTo>
                    <a:pt x="1482548" y="499583"/>
                  </a:lnTo>
                  <a:lnTo>
                    <a:pt x="1408788" y="478316"/>
                  </a:lnTo>
                  <a:lnTo>
                    <a:pt x="1335028" y="456708"/>
                  </a:lnTo>
                  <a:lnTo>
                    <a:pt x="1261268" y="434755"/>
                  </a:lnTo>
                  <a:lnTo>
                    <a:pt x="1187508" y="412450"/>
                  </a:lnTo>
                  <a:lnTo>
                    <a:pt x="1113747" y="389788"/>
                  </a:lnTo>
                  <a:lnTo>
                    <a:pt x="1039987" y="366764"/>
                  </a:lnTo>
                  <a:lnTo>
                    <a:pt x="966227" y="343371"/>
                  </a:lnTo>
                  <a:lnTo>
                    <a:pt x="892467" y="319603"/>
                  </a:lnTo>
                  <a:lnTo>
                    <a:pt x="818707" y="295456"/>
                  </a:lnTo>
                  <a:lnTo>
                    <a:pt x="744947" y="270921"/>
                  </a:lnTo>
                  <a:lnTo>
                    <a:pt x="671187" y="245994"/>
                  </a:lnTo>
                  <a:lnTo>
                    <a:pt x="597427" y="220668"/>
                  </a:lnTo>
                  <a:lnTo>
                    <a:pt x="523667" y="194937"/>
                  </a:lnTo>
                  <a:lnTo>
                    <a:pt x="449907" y="168794"/>
                  </a:lnTo>
                  <a:lnTo>
                    <a:pt x="376147" y="142232"/>
                  </a:lnTo>
                  <a:lnTo>
                    <a:pt x="302387" y="115246"/>
                  </a:lnTo>
                  <a:lnTo>
                    <a:pt x="228627" y="87827"/>
                  </a:lnTo>
                  <a:lnTo>
                    <a:pt x="154867" y="59970"/>
                  </a:lnTo>
                  <a:lnTo>
                    <a:pt x="81107" y="31666"/>
                  </a:lnTo>
                  <a:lnTo>
                    <a:pt x="7347" y="2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88419"/>
              <a:ext cx="7235830" cy="2069793"/>
            </a:xfrm>
            <a:custGeom>
              <a:avLst/>
              <a:pathLst>
                <a:path w="7235830" h="2069793">
                  <a:moveTo>
                    <a:pt x="0" y="0"/>
                  </a:moveTo>
                  <a:lnTo>
                    <a:pt x="7347" y="5061"/>
                  </a:lnTo>
                  <a:lnTo>
                    <a:pt x="81107" y="54799"/>
                  </a:lnTo>
                  <a:lnTo>
                    <a:pt x="154867" y="103487"/>
                  </a:lnTo>
                  <a:lnTo>
                    <a:pt x="228627" y="151147"/>
                  </a:lnTo>
                  <a:lnTo>
                    <a:pt x="302387" y="197801"/>
                  </a:lnTo>
                  <a:lnTo>
                    <a:pt x="376147" y="243470"/>
                  </a:lnTo>
                  <a:lnTo>
                    <a:pt x="449907" y="288174"/>
                  </a:lnTo>
                  <a:lnTo>
                    <a:pt x="523667" y="331935"/>
                  </a:lnTo>
                  <a:lnTo>
                    <a:pt x="597427" y="374771"/>
                  </a:lnTo>
                  <a:lnTo>
                    <a:pt x="671187" y="416704"/>
                  </a:lnTo>
                  <a:lnTo>
                    <a:pt x="744947" y="457751"/>
                  </a:lnTo>
                  <a:lnTo>
                    <a:pt x="818707" y="497931"/>
                  </a:lnTo>
                  <a:lnTo>
                    <a:pt x="892467" y="537263"/>
                  </a:lnTo>
                  <a:lnTo>
                    <a:pt x="966227" y="575764"/>
                  </a:lnTo>
                  <a:lnTo>
                    <a:pt x="1039987" y="613453"/>
                  </a:lnTo>
                  <a:lnTo>
                    <a:pt x="1113747" y="650345"/>
                  </a:lnTo>
                  <a:lnTo>
                    <a:pt x="1187508" y="686459"/>
                  </a:lnTo>
                  <a:lnTo>
                    <a:pt x="1261268" y="721810"/>
                  </a:lnTo>
                  <a:lnTo>
                    <a:pt x="1335028" y="756415"/>
                  </a:lnTo>
                  <a:lnTo>
                    <a:pt x="1408788" y="790290"/>
                  </a:lnTo>
                  <a:lnTo>
                    <a:pt x="1482548" y="823449"/>
                  </a:lnTo>
                  <a:lnTo>
                    <a:pt x="1556308" y="855908"/>
                  </a:lnTo>
                  <a:lnTo>
                    <a:pt x="1630068" y="887681"/>
                  </a:lnTo>
                  <a:lnTo>
                    <a:pt x="1703828" y="918784"/>
                  </a:lnTo>
                  <a:lnTo>
                    <a:pt x="1777588" y="949230"/>
                  </a:lnTo>
                  <a:lnTo>
                    <a:pt x="1851348" y="979033"/>
                  </a:lnTo>
                  <a:lnTo>
                    <a:pt x="1925108" y="1008207"/>
                  </a:lnTo>
                  <a:lnTo>
                    <a:pt x="1998868" y="1036765"/>
                  </a:lnTo>
                  <a:lnTo>
                    <a:pt x="2072628" y="1064720"/>
                  </a:lnTo>
                  <a:lnTo>
                    <a:pt x="2146388" y="1092085"/>
                  </a:lnTo>
                  <a:lnTo>
                    <a:pt x="2220148" y="1118872"/>
                  </a:lnTo>
                  <a:lnTo>
                    <a:pt x="2293908" y="1145094"/>
                  </a:lnTo>
                  <a:lnTo>
                    <a:pt x="2367668" y="1170762"/>
                  </a:lnTo>
                  <a:lnTo>
                    <a:pt x="2441428" y="1195887"/>
                  </a:lnTo>
                  <a:lnTo>
                    <a:pt x="2515188" y="1220483"/>
                  </a:lnTo>
                  <a:lnTo>
                    <a:pt x="2588948" y="1244559"/>
                  </a:lnTo>
                  <a:lnTo>
                    <a:pt x="2662708" y="1268127"/>
                  </a:lnTo>
                  <a:lnTo>
                    <a:pt x="2736468" y="1291197"/>
                  </a:lnTo>
                  <a:lnTo>
                    <a:pt x="2810228" y="1313780"/>
                  </a:lnTo>
                  <a:lnTo>
                    <a:pt x="2883988" y="1335886"/>
                  </a:lnTo>
                  <a:lnTo>
                    <a:pt x="2957748" y="1357526"/>
                  </a:lnTo>
                  <a:lnTo>
                    <a:pt x="3031508" y="1378708"/>
                  </a:lnTo>
                  <a:lnTo>
                    <a:pt x="3105268" y="1399444"/>
                  </a:lnTo>
                  <a:lnTo>
                    <a:pt x="3179028" y="1419741"/>
                  </a:lnTo>
                  <a:lnTo>
                    <a:pt x="3252788" y="1439610"/>
                  </a:lnTo>
                  <a:lnTo>
                    <a:pt x="3326548" y="1459060"/>
                  </a:lnTo>
                  <a:lnTo>
                    <a:pt x="3400308" y="1478098"/>
                  </a:lnTo>
                  <a:lnTo>
                    <a:pt x="3474068" y="1496735"/>
                  </a:lnTo>
                  <a:lnTo>
                    <a:pt x="3547828" y="1514979"/>
                  </a:lnTo>
                  <a:lnTo>
                    <a:pt x="3621588" y="1532837"/>
                  </a:lnTo>
                  <a:lnTo>
                    <a:pt x="3695348" y="1550318"/>
                  </a:lnTo>
                  <a:lnTo>
                    <a:pt x="3769108" y="1567430"/>
                  </a:lnTo>
                  <a:lnTo>
                    <a:pt x="3842868" y="1584181"/>
                  </a:lnTo>
                  <a:lnTo>
                    <a:pt x="3916628" y="1600578"/>
                  </a:lnTo>
                  <a:lnTo>
                    <a:pt x="3990388" y="1616629"/>
                  </a:lnTo>
                  <a:lnTo>
                    <a:pt x="4064149" y="1632341"/>
                  </a:lnTo>
                  <a:lnTo>
                    <a:pt x="4137909" y="1647721"/>
                  </a:lnTo>
                  <a:lnTo>
                    <a:pt x="4211669" y="1662776"/>
                  </a:lnTo>
                  <a:lnTo>
                    <a:pt x="4285429" y="1677514"/>
                  </a:lnTo>
                  <a:lnTo>
                    <a:pt x="4359189" y="1691940"/>
                  </a:lnTo>
                  <a:lnTo>
                    <a:pt x="4432949" y="1706062"/>
                  </a:lnTo>
                  <a:lnTo>
                    <a:pt x="4506709" y="1719886"/>
                  </a:lnTo>
                  <a:lnTo>
                    <a:pt x="4580469" y="1733418"/>
                  </a:lnTo>
                  <a:lnTo>
                    <a:pt x="4654229" y="1746664"/>
                  </a:lnTo>
                  <a:lnTo>
                    <a:pt x="4727989" y="1759630"/>
                  </a:lnTo>
                  <a:lnTo>
                    <a:pt x="4801749" y="1772323"/>
                  </a:lnTo>
                  <a:lnTo>
                    <a:pt x="4875509" y="1784748"/>
                  </a:lnTo>
                  <a:lnTo>
                    <a:pt x="4949269" y="1796910"/>
                  </a:lnTo>
                  <a:lnTo>
                    <a:pt x="5023029" y="1808816"/>
                  </a:lnTo>
                  <a:lnTo>
                    <a:pt x="5096789" y="1820470"/>
                  </a:lnTo>
                  <a:lnTo>
                    <a:pt x="5170549" y="1831878"/>
                  </a:lnTo>
                  <a:lnTo>
                    <a:pt x="5244309" y="1843045"/>
                  </a:lnTo>
                  <a:lnTo>
                    <a:pt x="5318069" y="1853977"/>
                  </a:lnTo>
                  <a:lnTo>
                    <a:pt x="5391829" y="1864677"/>
                  </a:lnTo>
                  <a:lnTo>
                    <a:pt x="5465589" y="1875152"/>
                  </a:lnTo>
                  <a:lnTo>
                    <a:pt x="5539349" y="1885406"/>
                  </a:lnTo>
                  <a:lnTo>
                    <a:pt x="5613109" y="1895443"/>
                  </a:lnTo>
                  <a:lnTo>
                    <a:pt x="5686869" y="1905268"/>
                  </a:lnTo>
                  <a:lnTo>
                    <a:pt x="5760629" y="1914886"/>
                  </a:lnTo>
                  <a:lnTo>
                    <a:pt x="5834389" y="1924300"/>
                  </a:lnTo>
                  <a:lnTo>
                    <a:pt x="5908149" y="1933516"/>
                  </a:lnTo>
                  <a:lnTo>
                    <a:pt x="5981909" y="1942537"/>
                  </a:lnTo>
                  <a:lnTo>
                    <a:pt x="6055669" y="1951368"/>
                  </a:lnTo>
                  <a:lnTo>
                    <a:pt x="6129429" y="1960013"/>
                  </a:lnTo>
                  <a:lnTo>
                    <a:pt x="6203189" y="1968474"/>
                  </a:lnTo>
                  <a:lnTo>
                    <a:pt x="6276949" y="1976758"/>
                  </a:lnTo>
                  <a:lnTo>
                    <a:pt x="6350709" y="1984866"/>
                  </a:lnTo>
                  <a:lnTo>
                    <a:pt x="6424469" y="1992803"/>
                  </a:lnTo>
                  <a:lnTo>
                    <a:pt x="6498229" y="2000573"/>
                  </a:lnTo>
                  <a:lnTo>
                    <a:pt x="6571989" y="2008178"/>
                  </a:lnTo>
                  <a:lnTo>
                    <a:pt x="6645749" y="2015623"/>
                  </a:lnTo>
                  <a:lnTo>
                    <a:pt x="6719509" y="2022911"/>
                  </a:lnTo>
                  <a:lnTo>
                    <a:pt x="6793269" y="2030044"/>
                  </a:lnTo>
                  <a:lnTo>
                    <a:pt x="6867029" y="2037028"/>
                  </a:lnTo>
                  <a:lnTo>
                    <a:pt x="6940789" y="2043863"/>
                  </a:lnTo>
                  <a:lnTo>
                    <a:pt x="7014550" y="2050555"/>
                  </a:lnTo>
                  <a:lnTo>
                    <a:pt x="7088310" y="2057105"/>
                  </a:lnTo>
                  <a:lnTo>
                    <a:pt x="7162070" y="2063517"/>
                  </a:lnTo>
                  <a:lnTo>
                    <a:pt x="7235830" y="2069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2026-05-21T09:01:12Z</dcterms:modified>
  <cp:category/>
</cp:coreProperties>
</file>