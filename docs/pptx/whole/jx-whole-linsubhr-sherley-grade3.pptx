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235830" cy="3322746"/>
            </a:xfrm>
            <a:custGeom>
              <a:avLst/>
              <a:pathLst>
                <a:path w="7235830" h="3322746">
                  <a:moveTo>
                    <a:pt x="139212" y="0"/>
                  </a:moveTo>
                  <a:lnTo>
                    <a:pt x="154867" y="23843"/>
                  </a:lnTo>
                  <a:lnTo>
                    <a:pt x="228627" y="132654"/>
                  </a:lnTo>
                  <a:lnTo>
                    <a:pt x="302387" y="238042"/>
                  </a:lnTo>
                  <a:lnTo>
                    <a:pt x="376147" y="340116"/>
                  </a:lnTo>
                  <a:lnTo>
                    <a:pt x="449907" y="438980"/>
                  </a:lnTo>
                  <a:lnTo>
                    <a:pt x="523667" y="534734"/>
                  </a:lnTo>
                  <a:lnTo>
                    <a:pt x="597427" y="627478"/>
                  </a:lnTo>
                  <a:lnTo>
                    <a:pt x="671187" y="717304"/>
                  </a:lnTo>
                  <a:lnTo>
                    <a:pt x="744947" y="804306"/>
                  </a:lnTo>
                  <a:lnTo>
                    <a:pt x="818707" y="888572"/>
                  </a:lnTo>
                  <a:lnTo>
                    <a:pt x="892467" y="970187"/>
                  </a:lnTo>
                  <a:lnTo>
                    <a:pt x="966227" y="1049236"/>
                  </a:lnTo>
                  <a:lnTo>
                    <a:pt x="1039987" y="1125799"/>
                  </a:lnTo>
                  <a:lnTo>
                    <a:pt x="1113747" y="1199953"/>
                  </a:lnTo>
                  <a:lnTo>
                    <a:pt x="1187508" y="1271776"/>
                  </a:lnTo>
                  <a:lnTo>
                    <a:pt x="1261268" y="1341340"/>
                  </a:lnTo>
                  <a:lnTo>
                    <a:pt x="1335028" y="1408717"/>
                  </a:lnTo>
                  <a:lnTo>
                    <a:pt x="1408788" y="1473974"/>
                  </a:lnTo>
                  <a:lnTo>
                    <a:pt x="1482548" y="1537180"/>
                  </a:lnTo>
                  <a:lnTo>
                    <a:pt x="1556308" y="1598397"/>
                  </a:lnTo>
                  <a:lnTo>
                    <a:pt x="1630068" y="1657689"/>
                  </a:lnTo>
                  <a:lnTo>
                    <a:pt x="1703828" y="1715117"/>
                  </a:lnTo>
                  <a:lnTo>
                    <a:pt x="1777588" y="1770738"/>
                  </a:lnTo>
                  <a:lnTo>
                    <a:pt x="1851348" y="1824611"/>
                  </a:lnTo>
                  <a:lnTo>
                    <a:pt x="1925108" y="1876789"/>
                  </a:lnTo>
                  <a:lnTo>
                    <a:pt x="1998868" y="1927326"/>
                  </a:lnTo>
                  <a:lnTo>
                    <a:pt x="2072628" y="1976274"/>
                  </a:lnTo>
                  <a:lnTo>
                    <a:pt x="2146388" y="2023682"/>
                  </a:lnTo>
                  <a:lnTo>
                    <a:pt x="2220148" y="2069599"/>
                  </a:lnTo>
                  <a:lnTo>
                    <a:pt x="2293908" y="2114073"/>
                  </a:lnTo>
                  <a:lnTo>
                    <a:pt x="2367668" y="2157148"/>
                  </a:lnTo>
                  <a:lnTo>
                    <a:pt x="2441428" y="2198868"/>
                  </a:lnTo>
                  <a:lnTo>
                    <a:pt x="2515188" y="2239276"/>
                  </a:lnTo>
                  <a:lnTo>
                    <a:pt x="2588948" y="2278413"/>
                  </a:lnTo>
                  <a:lnTo>
                    <a:pt x="2662708" y="2316320"/>
                  </a:lnTo>
                  <a:lnTo>
                    <a:pt x="2736468" y="2353034"/>
                  </a:lnTo>
                  <a:lnTo>
                    <a:pt x="2810228" y="2388594"/>
                  </a:lnTo>
                  <a:lnTo>
                    <a:pt x="2883988" y="2423035"/>
                  </a:lnTo>
                  <a:lnTo>
                    <a:pt x="2957748" y="2456393"/>
                  </a:lnTo>
                  <a:lnTo>
                    <a:pt x="3031508" y="2488702"/>
                  </a:lnTo>
                  <a:lnTo>
                    <a:pt x="3105268" y="2519995"/>
                  </a:lnTo>
                  <a:lnTo>
                    <a:pt x="3179028" y="2550304"/>
                  </a:lnTo>
                  <a:lnTo>
                    <a:pt x="3252788" y="2579660"/>
                  </a:lnTo>
                  <a:lnTo>
                    <a:pt x="3326548" y="2608093"/>
                  </a:lnTo>
                  <a:lnTo>
                    <a:pt x="3400308" y="2635631"/>
                  </a:lnTo>
                  <a:lnTo>
                    <a:pt x="3474068" y="2657793"/>
                  </a:lnTo>
                  <a:lnTo>
                    <a:pt x="3547828" y="2669232"/>
                  </a:lnTo>
                  <a:lnTo>
                    <a:pt x="3621588" y="2680513"/>
                  </a:lnTo>
                  <a:lnTo>
                    <a:pt x="3695348" y="2691637"/>
                  </a:lnTo>
                  <a:lnTo>
                    <a:pt x="3769108" y="2702608"/>
                  </a:lnTo>
                  <a:lnTo>
                    <a:pt x="3842868" y="2713426"/>
                  </a:lnTo>
                  <a:lnTo>
                    <a:pt x="3916628" y="2724095"/>
                  </a:lnTo>
                  <a:lnTo>
                    <a:pt x="3990388" y="2734616"/>
                  </a:lnTo>
                  <a:lnTo>
                    <a:pt x="4064149" y="2744991"/>
                  </a:lnTo>
                  <a:lnTo>
                    <a:pt x="4137909" y="2755222"/>
                  </a:lnTo>
                  <a:lnTo>
                    <a:pt x="4211669" y="2765312"/>
                  </a:lnTo>
                  <a:lnTo>
                    <a:pt x="4285429" y="2775262"/>
                  </a:lnTo>
                  <a:lnTo>
                    <a:pt x="4359189" y="2785074"/>
                  </a:lnTo>
                  <a:lnTo>
                    <a:pt x="4432949" y="2794751"/>
                  </a:lnTo>
                  <a:lnTo>
                    <a:pt x="4506709" y="2804293"/>
                  </a:lnTo>
                  <a:lnTo>
                    <a:pt x="4580469" y="2813703"/>
                  </a:lnTo>
                  <a:lnTo>
                    <a:pt x="4654229" y="2822983"/>
                  </a:lnTo>
                  <a:lnTo>
                    <a:pt x="4727989" y="2832134"/>
                  </a:lnTo>
                  <a:lnTo>
                    <a:pt x="4801749" y="2841159"/>
                  </a:lnTo>
                  <a:lnTo>
                    <a:pt x="4875509" y="2850058"/>
                  </a:lnTo>
                  <a:lnTo>
                    <a:pt x="4949269" y="2858835"/>
                  </a:lnTo>
                  <a:lnTo>
                    <a:pt x="5023029" y="2867489"/>
                  </a:lnTo>
                  <a:lnTo>
                    <a:pt x="5096789" y="2876024"/>
                  </a:lnTo>
                  <a:lnTo>
                    <a:pt x="5170549" y="2884441"/>
                  </a:lnTo>
                  <a:lnTo>
                    <a:pt x="5244309" y="2892741"/>
                  </a:lnTo>
                  <a:lnTo>
                    <a:pt x="5318069" y="2900926"/>
                  </a:lnTo>
                  <a:lnTo>
                    <a:pt x="5391829" y="2908998"/>
                  </a:lnTo>
                  <a:lnTo>
                    <a:pt x="5465589" y="2916958"/>
                  </a:lnTo>
                  <a:lnTo>
                    <a:pt x="5539349" y="2924808"/>
                  </a:lnTo>
                  <a:lnTo>
                    <a:pt x="5613109" y="2932549"/>
                  </a:lnTo>
                  <a:lnTo>
                    <a:pt x="5686869" y="2940183"/>
                  </a:lnTo>
                  <a:lnTo>
                    <a:pt x="5760629" y="2947711"/>
                  </a:lnTo>
                  <a:lnTo>
                    <a:pt x="5834389" y="2955135"/>
                  </a:lnTo>
                  <a:lnTo>
                    <a:pt x="5908149" y="2962456"/>
                  </a:lnTo>
                  <a:lnTo>
                    <a:pt x="5981909" y="2969676"/>
                  </a:lnTo>
                  <a:lnTo>
                    <a:pt x="6055669" y="2976795"/>
                  </a:lnTo>
                  <a:lnTo>
                    <a:pt x="6129429" y="2983816"/>
                  </a:lnTo>
                  <a:lnTo>
                    <a:pt x="6203189" y="2990740"/>
                  </a:lnTo>
                  <a:lnTo>
                    <a:pt x="6276949" y="2997568"/>
                  </a:lnTo>
                  <a:lnTo>
                    <a:pt x="6350709" y="3004302"/>
                  </a:lnTo>
                  <a:lnTo>
                    <a:pt x="6424469" y="3010942"/>
                  </a:lnTo>
                  <a:lnTo>
                    <a:pt x="6498229" y="3017490"/>
                  </a:lnTo>
                  <a:lnTo>
                    <a:pt x="6571989" y="3023947"/>
                  </a:lnTo>
                  <a:lnTo>
                    <a:pt x="6645749" y="3030315"/>
                  </a:lnTo>
                  <a:lnTo>
                    <a:pt x="6719509" y="3036595"/>
                  </a:lnTo>
                  <a:lnTo>
                    <a:pt x="6793269" y="3042788"/>
                  </a:lnTo>
                  <a:lnTo>
                    <a:pt x="6867029" y="3048895"/>
                  </a:lnTo>
                  <a:lnTo>
                    <a:pt x="6940789" y="3054918"/>
                  </a:lnTo>
                  <a:lnTo>
                    <a:pt x="7014550" y="3060857"/>
                  </a:lnTo>
                  <a:lnTo>
                    <a:pt x="7088310" y="3066714"/>
                  </a:lnTo>
                  <a:lnTo>
                    <a:pt x="7162070" y="3072489"/>
                  </a:lnTo>
                  <a:lnTo>
                    <a:pt x="7235830" y="3078185"/>
                  </a:lnTo>
                  <a:lnTo>
                    <a:pt x="7235830" y="3322746"/>
                  </a:lnTo>
                  <a:lnTo>
                    <a:pt x="7162070" y="3317519"/>
                  </a:lnTo>
                  <a:lnTo>
                    <a:pt x="7088310" y="3312121"/>
                  </a:lnTo>
                  <a:lnTo>
                    <a:pt x="7014550" y="3306549"/>
                  </a:lnTo>
                  <a:lnTo>
                    <a:pt x="6940789" y="3300795"/>
                  </a:lnTo>
                  <a:lnTo>
                    <a:pt x="6867029" y="3294854"/>
                  </a:lnTo>
                  <a:lnTo>
                    <a:pt x="6793269" y="3288721"/>
                  </a:lnTo>
                  <a:lnTo>
                    <a:pt x="6719509" y="3282389"/>
                  </a:lnTo>
                  <a:lnTo>
                    <a:pt x="6645749" y="3275851"/>
                  </a:lnTo>
                  <a:lnTo>
                    <a:pt x="6571989" y="3269100"/>
                  </a:lnTo>
                  <a:lnTo>
                    <a:pt x="6498229" y="3262131"/>
                  </a:lnTo>
                  <a:lnTo>
                    <a:pt x="6424469" y="3254935"/>
                  </a:lnTo>
                  <a:lnTo>
                    <a:pt x="6350709" y="3247505"/>
                  </a:lnTo>
                  <a:lnTo>
                    <a:pt x="6276949" y="3239834"/>
                  </a:lnTo>
                  <a:lnTo>
                    <a:pt x="6203189" y="3231914"/>
                  </a:lnTo>
                  <a:lnTo>
                    <a:pt x="6129429" y="3223737"/>
                  </a:lnTo>
                  <a:lnTo>
                    <a:pt x="6055669" y="3215295"/>
                  </a:lnTo>
                  <a:lnTo>
                    <a:pt x="5981909" y="3206578"/>
                  </a:lnTo>
                  <a:lnTo>
                    <a:pt x="5908149" y="3197579"/>
                  </a:lnTo>
                  <a:lnTo>
                    <a:pt x="5834389" y="3188287"/>
                  </a:lnTo>
                  <a:lnTo>
                    <a:pt x="5760629" y="3178693"/>
                  </a:lnTo>
                  <a:lnTo>
                    <a:pt x="5686869" y="3168788"/>
                  </a:lnTo>
                  <a:lnTo>
                    <a:pt x="5613109" y="3158561"/>
                  </a:lnTo>
                  <a:lnTo>
                    <a:pt x="5539349" y="3148003"/>
                  </a:lnTo>
                  <a:lnTo>
                    <a:pt x="5465589" y="3137101"/>
                  </a:lnTo>
                  <a:lnTo>
                    <a:pt x="5391829" y="3125845"/>
                  </a:lnTo>
                  <a:lnTo>
                    <a:pt x="5318069" y="3114224"/>
                  </a:lnTo>
                  <a:lnTo>
                    <a:pt x="5244309" y="3102226"/>
                  </a:lnTo>
                  <a:lnTo>
                    <a:pt x="5170549" y="3089838"/>
                  </a:lnTo>
                  <a:lnTo>
                    <a:pt x="5096789" y="3077048"/>
                  </a:lnTo>
                  <a:lnTo>
                    <a:pt x="5023029" y="3063842"/>
                  </a:lnTo>
                  <a:lnTo>
                    <a:pt x="4949269" y="3050208"/>
                  </a:lnTo>
                  <a:lnTo>
                    <a:pt x="4875509" y="3036131"/>
                  </a:lnTo>
                  <a:lnTo>
                    <a:pt x="4801749" y="3021597"/>
                  </a:lnTo>
                  <a:lnTo>
                    <a:pt x="4727989" y="3006590"/>
                  </a:lnTo>
                  <a:lnTo>
                    <a:pt x="4654229" y="2991097"/>
                  </a:lnTo>
                  <a:lnTo>
                    <a:pt x="4580469" y="2975101"/>
                  </a:lnTo>
                  <a:lnTo>
                    <a:pt x="4506709" y="2958585"/>
                  </a:lnTo>
                  <a:lnTo>
                    <a:pt x="4432949" y="2941533"/>
                  </a:lnTo>
                  <a:lnTo>
                    <a:pt x="4359189" y="2923927"/>
                  </a:lnTo>
                  <a:lnTo>
                    <a:pt x="4285429" y="2905750"/>
                  </a:lnTo>
                  <a:lnTo>
                    <a:pt x="4211669" y="2886982"/>
                  </a:lnTo>
                  <a:lnTo>
                    <a:pt x="4137909" y="2867605"/>
                  </a:lnTo>
                  <a:lnTo>
                    <a:pt x="4064149" y="2847599"/>
                  </a:lnTo>
                  <a:lnTo>
                    <a:pt x="3990388" y="2826943"/>
                  </a:lnTo>
                  <a:lnTo>
                    <a:pt x="3916628" y="2805617"/>
                  </a:lnTo>
                  <a:lnTo>
                    <a:pt x="3842868" y="2783598"/>
                  </a:lnTo>
                  <a:lnTo>
                    <a:pt x="3769108" y="2760864"/>
                  </a:lnTo>
                  <a:lnTo>
                    <a:pt x="3695348" y="2737392"/>
                  </a:lnTo>
                  <a:lnTo>
                    <a:pt x="3621588" y="2713158"/>
                  </a:lnTo>
                  <a:lnTo>
                    <a:pt x="3547828" y="2688137"/>
                  </a:lnTo>
                  <a:lnTo>
                    <a:pt x="3474068" y="2662303"/>
                  </a:lnTo>
                  <a:lnTo>
                    <a:pt x="3400308" y="2646193"/>
                  </a:lnTo>
                  <a:lnTo>
                    <a:pt x="3326548" y="2634431"/>
                  </a:lnTo>
                  <a:lnTo>
                    <a:pt x="3252788" y="2622503"/>
                  </a:lnTo>
                  <a:lnTo>
                    <a:pt x="3179028" y="2610407"/>
                  </a:lnTo>
                  <a:lnTo>
                    <a:pt x="3105268" y="2598142"/>
                  </a:lnTo>
                  <a:lnTo>
                    <a:pt x="3031508" y="2585705"/>
                  </a:lnTo>
                  <a:lnTo>
                    <a:pt x="2957748" y="2573092"/>
                  </a:lnTo>
                  <a:lnTo>
                    <a:pt x="2883988" y="2560303"/>
                  </a:lnTo>
                  <a:lnTo>
                    <a:pt x="2810228" y="2547334"/>
                  </a:lnTo>
                  <a:lnTo>
                    <a:pt x="2736468" y="2534183"/>
                  </a:lnTo>
                  <a:lnTo>
                    <a:pt x="2662708" y="2520847"/>
                  </a:lnTo>
                  <a:lnTo>
                    <a:pt x="2588948" y="2507324"/>
                  </a:lnTo>
                  <a:lnTo>
                    <a:pt x="2515188" y="2493611"/>
                  </a:lnTo>
                  <a:lnTo>
                    <a:pt x="2441428" y="2479706"/>
                  </a:lnTo>
                  <a:lnTo>
                    <a:pt x="2367668" y="2465605"/>
                  </a:lnTo>
                  <a:lnTo>
                    <a:pt x="2293908" y="2451306"/>
                  </a:lnTo>
                  <a:lnTo>
                    <a:pt x="2220148" y="2436806"/>
                  </a:lnTo>
                  <a:lnTo>
                    <a:pt x="2146388" y="2422103"/>
                  </a:lnTo>
                  <a:lnTo>
                    <a:pt x="2072628" y="2407193"/>
                  </a:lnTo>
                  <a:lnTo>
                    <a:pt x="1998868" y="2392074"/>
                  </a:lnTo>
                  <a:lnTo>
                    <a:pt x="1925108" y="2376742"/>
                  </a:lnTo>
                  <a:lnTo>
                    <a:pt x="1851348" y="2361195"/>
                  </a:lnTo>
                  <a:lnTo>
                    <a:pt x="1777588" y="2345430"/>
                  </a:lnTo>
                  <a:lnTo>
                    <a:pt x="1703828" y="2329444"/>
                  </a:lnTo>
                  <a:lnTo>
                    <a:pt x="1630068" y="2313232"/>
                  </a:lnTo>
                  <a:lnTo>
                    <a:pt x="1556308" y="2296794"/>
                  </a:lnTo>
                  <a:lnTo>
                    <a:pt x="1482548" y="2280124"/>
                  </a:lnTo>
                  <a:lnTo>
                    <a:pt x="1408788" y="2263220"/>
                  </a:lnTo>
                  <a:lnTo>
                    <a:pt x="1335028" y="2246079"/>
                  </a:lnTo>
                  <a:lnTo>
                    <a:pt x="1261268" y="2228697"/>
                  </a:lnTo>
                  <a:lnTo>
                    <a:pt x="1187508" y="2211071"/>
                  </a:lnTo>
                  <a:lnTo>
                    <a:pt x="1113747" y="2193197"/>
                  </a:lnTo>
                  <a:lnTo>
                    <a:pt x="1039987" y="2175073"/>
                  </a:lnTo>
                  <a:lnTo>
                    <a:pt x="966227" y="2156694"/>
                  </a:lnTo>
                  <a:lnTo>
                    <a:pt x="892467" y="2138056"/>
                  </a:lnTo>
                  <a:lnTo>
                    <a:pt x="818707" y="2119157"/>
                  </a:lnTo>
                  <a:lnTo>
                    <a:pt x="744947" y="2099993"/>
                  </a:lnTo>
                  <a:lnTo>
                    <a:pt x="671187" y="2080559"/>
                  </a:lnTo>
                  <a:lnTo>
                    <a:pt x="597427" y="2060853"/>
                  </a:lnTo>
                  <a:lnTo>
                    <a:pt x="523667" y="2040870"/>
                  </a:lnTo>
                  <a:lnTo>
                    <a:pt x="449907" y="2020606"/>
                  </a:lnTo>
                  <a:lnTo>
                    <a:pt x="376147" y="2000057"/>
                  </a:lnTo>
                  <a:lnTo>
                    <a:pt x="302387" y="1979220"/>
                  </a:lnTo>
                  <a:lnTo>
                    <a:pt x="228627" y="1958090"/>
                  </a:lnTo>
                  <a:lnTo>
                    <a:pt x="154867" y="1936664"/>
                  </a:lnTo>
                  <a:lnTo>
                    <a:pt x="81107" y="1914937"/>
                  </a:lnTo>
                  <a:lnTo>
                    <a:pt x="7347" y="1892904"/>
                  </a:lnTo>
                  <a:lnTo>
                    <a:pt x="0" y="18906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56730" y="2073503"/>
              <a:ext cx="7096617" cy="3078185"/>
            </a:xfrm>
            <a:custGeom>
              <a:avLst/>
              <a:pathLst>
                <a:path w="7096617" h="3078185">
                  <a:moveTo>
                    <a:pt x="0" y="0"/>
                  </a:moveTo>
                  <a:lnTo>
                    <a:pt x="15654" y="23843"/>
                  </a:lnTo>
                  <a:lnTo>
                    <a:pt x="89414" y="132654"/>
                  </a:lnTo>
                  <a:lnTo>
                    <a:pt x="163174" y="238042"/>
                  </a:lnTo>
                  <a:lnTo>
                    <a:pt x="236934" y="340116"/>
                  </a:lnTo>
                  <a:lnTo>
                    <a:pt x="310694" y="438980"/>
                  </a:lnTo>
                  <a:lnTo>
                    <a:pt x="384455" y="534734"/>
                  </a:lnTo>
                  <a:lnTo>
                    <a:pt x="458215" y="627478"/>
                  </a:lnTo>
                  <a:lnTo>
                    <a:pt x="531975" y="717304"/>
                  </a:lnTo>
                  <a:lnTo>
                    <a:pt x="605735" y="804306"/>
                  </a:lnTo>
                  <a:lnTo>
                    <a:pt x="679495" y="888572"/>
                  </a:lnTo>
                  <a:lnTo>
                    <a:pt x="753255" y="970187"/>
                  </a:lnTo>
                  <a:lnTo>
                    <a:pt x="827015" y="1049236"/>
                  </a:lnTo>
                  <a:lnTo>
                    <a:pt x="900775" y="1125799"/>
                  </a:lnTo>
                  <a:lnTo>
                    <a:pt x="974535" y="1199953"/>
                  </a:lnTo>
                  <a:lnTo>
                    <a:pt x="1048295" y="1271776"/>
                  </a:lnTo>
                  <a:lnTo>
                    <a:pt x="1122055" y="1341340"/>
                  </a:lnTo>
                  <a:lnTo>
                    <a:pt x="1195815" y="1408717"/>
                  </a:lnTo>
                  <a:lnTo>
                    <a:pt x="1269575" y="1473974"/>
                  </a:lnTo>
                  <a:lnTo>
                    <a:pt x="1343335" y="1537180"/>
                  </a:lnTo>
                  <a:lnTo>
                    <a:pt x="1417095" y="1598397"/>
                  </a:lnTo>
                  <a:lnTo>
                    <a:pt x="1490855" y="1657689"/>
                  </a:lnTo>
                  <a:lnTo>
                    <a:pt x="1564615" y="1715117"/>
                  </a:lnTo>
                  <a:lnTo>
                    <a:pt x="1638375" y="1770738"/>
                  </a:lnTo>
                  <a:lnTo>
                    <a:pt x="1712135" y="1824611"/>
                  </a:lnTo>
                  <a:lnTo>
                    <a:pt x="1785895" y="1876789"/>
                  </a:lnTo>
                  <a:lnTo>
                    <a:pt x="1859655" y="1927326"/>
                  </a:lnTo>
                  <a:lnTo>
                    <a:pt x="1933415" y="1976274"/>
                  </a:lnTo>
                  <a:lnTo>
                    <a:pt x="2007175" y="2023682"/>
                  </a:lnTo>
                  <a:lnTo>
                    <a:pt x="2080935" y="2069599"/>
                  </a:lnTo>
                  <a:lnTo>
                    <a:pt x="2154695" y="2114073"/>
                  </a:lnTo>
                  <a:lnTo>
                    <a:pt x="2228455" y="2157148"/>
                  </a:lnTo>
                  <a:lnTo>
                    <a:pt x="2302215" y="2198868"/>
                  </a:lnTo>
                  <a:lnTo>
                    <a:pt x="2375975" y="2239276"/>
                  </a:lnTo>
                  <a:lnTo>
                    <a:pt x="2449735" y="2278413"/>
                  </a:lnTo>
                  <a:lnTo>
                    <a:pt x="2523495" y="2316320"/>
                  </a:lnTo>
                  <a:lnTo>
                    <a:pt x="2597255" y="2353034"/>
                  </a:lnTo>
                  <a:lnTo>
                    <a:pt x="2671015" y="2388594"/>
                  </a:lnTo>
                  <a:lnTo>
                    <a:pt x="2744775" y="2423035"/>
                  </a:lnTo>
                  <a:lnTo>
                    <a:pt x="2818535" y="2456393"/>
                  </a:lnTo>
                  <a:lnTo>
                    <a:pt x="2892295" y="2488702"/>
                  </a:lnTo>
                  <a:lnTo>
                    <a:pt x="2966055" y="2519995"/>
                  </a:lnTo>
                  <a:lnTo>
                    <a:pt x="3039815" y="2550304"/>
                  </a:lnTo>
                  <a:lnTo>
                    <a:pt x="3113575" y="2579660"/>
                  </a:lnTo>
                  <a:lnTo>
                    <a:pt x="3187335" y="2608093"/>
                  </a:lnTo>
                  <a:lnTo>
                    <a:pt x="3261095" y="2635631"/>
                  </a:lnTo>
                  <a:lnTo>
                    <a:pt x="3334856" y="2657793"/>
                  </a:lnTo>
                  <a:lnTo>
                    <a:pt x="3408616" y="2669232"/>
                  </a:lnTo>
                  <a:lnTo>
                    <a:pt x="3482376" y="2680513"/>
                  </a:lnTo>
                  <a:lnTo>
                    <a:pt x="3556136" y="2691637"/>
                  </a:lnTo>
                  <a:lnTo>
                    <a:pt x="3629896" y="2702608"/>
                  </a:lnTo>
                  <a:lnTo>
                    <a:pt x="3703656" y="2713426"/>
                  </a:lnTo>
                  <a:lnTo>
                    <a:pt x="3777416" y="2724095"/>
                  </a:lnTo>
                  <a:lnTo>
                    <a:pt x="3851176" y="2734616"/>
                  </a:lnTo>
                  <a:lnTo>
                    <a:pt x="3924936" y="2744991"/>
                  </a:lnTo>
                  <a:lnTo>
                    <a:pt x="3998696" y="2755222"/>
                  </a:lnTo>
                  <a:lnTo>
                    <a:pt x="4072456" y="2765312"/>
                  </a:lnTo>
                  <a:lnTo>
                    <a:pt x="4146216" y="2775262"/>
                  </a:lnTo>
                  <a:lnTo>
                    <a:pt x="4219976" y="2785074"/>
                  </a:lnTo>
                  <a:lnTo>
                    <a:pt x="4293736" y="2794751"/>
                  </a:lnTo>
                  <a:lnTo>
                    <a:pt x="4367496" y="2804293"/>
                  </a:lnTo>
                  <a:lnTo>
                    <a:pt x="4441256" y="2813703"/>
                  </a:lnTo>
                  <a:lnTo>
                    <a:pt x="4515016" y="2822983"/>
                  </a:lnTo>
                  <a:lnTo>
                    <a:pt x="4588776" y="2832134"/>
                  </a:lnTo>
                  <a:lnTo>
                    <a:pt x="4662536" y="2841159"/>
                  </a:lnTo>
                  <a:lnTo>
                    <a:pt x="4736296" y="2850058"/>
                  </a:lnTo>
                  <a:lnTo>
                    <a:pt x="4810056" y="2858835"/>
                  </a:lnTo>
                  <a:lnTo>
                    <a:pt x="4883816" y="2867489"/>
                  </a:lnTo>
                  <a:lnTo>
                    <a:pt x="4957576" y="2876024"/>
                  </a:lnTo>
                  <a:lnTo>
                    <a:pt x="5031336" y="2884441"/>
                  </a:lnTo>
                  <a:lnTo>
                    <a:pt x="5105096" y="2892741"/>
                  </a:lnTo>
                  <a:lnTo>
                    <a:pt x="5178856" y="2900926"/>
                  </a:lnTo>
                  <a:lnTo>
                    <a:pt x="5252616" y="2908998"/>
                  </a:lnTo>
                  <a:lnTo>
                    <a:pt x="5326376" y="2916958"/>
                  </a:lnTo>
                  <a:lnTo>
                    <a:pt x="5400136" y="2924808"/>
                  </a:lnTo>
                  <a:lnTo>
                    <a:pt x="5473896" y="2932549"/>
                  </a:lnTo>
                  <a:lnTo>
                    <a:pt x="5547656" y="2940183"/>
                  </a:lnTo>
                  <a:lnTo>
                    <a:pt x="5621416" y="2947711"/>
                  </a:lnTo>
                  <a:lnTo>
                    <a:pt x="5695176" y="2955135"/>
                  </a:lnTo>
                  <a:lnTo>
                    <a:pt x="5768936" y="2962456"/>
                  </a:lnTo>
                  <a:lnTo>
                    <a:pt x="5842696" y="2969676"/>
                  </a:lnTo>
                  <a:lnTo>
                    <a:pt x="5916456" y="2976795"/>
                  </a:lnTo>
                  <a:lnTo>
                    <a:pt x="5990216" y="2983816"/>
                  </a:lnTo>
                  <a:lnTo>
                    <a:pt x="6063976" y="2990740"/>
                  </a:lnTo>
                  <a:lnTo>
                    <a:pt x="6137736" y="2997568"/>
                  </a:lnTo>
                  <a:lnTo>
                    <a:pt x="6211497" y="3004302"/>
                  </a:lnTo>
                  <a:lnTo>
                    <a:pt x="6285257" y="3010942"/>
                  </a:lnTo>
                  <a:lnTo>
                    <a:pt x="6359017" y="3017490"/>
                  </a:lnTo>
                  <a:lnTo>
                    <a:pt x="6432777" y="3023947"/>
                  </a:lnTo>
                  <a:lnTo>
                    <a:pt x="6506537" y="3030315"/>
                  </a:lnTo>
                  <a:lnTo>
                    <a:pt x="6580297" y="3036595"/>
                  </a:lnTo>
                  <a:lnTo>
                    <a:pt x="6654057" y="3042788"/>
                  </a:lnTo>
                  <a:lnTo>
                    <a:pt x="6727817" y="3048895"/>
                  </a:lnTo>
                  <a:lnTo>
                    <a:pt x="6801577" y="3054918"/>
                  </a:lnTo>
                  <a:lnTo>
                    <a:pt x="6875337" y="3060857"/>
                  </a:lnTo>
                  <a:lnTo>
                    <a:pt x="6949097" y="3066714"/>
                  </a:lnTo>
                  <a:lnTo>
                    <a:pt x="7022857" y="3072489"/>
                  </a:lnTo>
                  <a:lnTo>
                    <a:pt x="7096617" y="30781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964181"/>
              <a:ext cx="7235830" cy="1432067"/>
            </a:xfrm>
            <a:custGeom>
              <a:avLst/>
              <a:pathLst>
                <a:path w="7235830" h="1432067">
                  <a:moveTo>
                    <a:pt x="7235830" y="1432067"/>
                  </a:moveTo>
                  <a:lnTo>
                    <a:pt x="7162070" y="1426840"/>
                  </a:lnTo>
                  <a:lnTo>
                    <a:pt x="7088310" y="1421442"/>
                  </a:lnTo>
                  <a:lnTo>
                    <a:pt x="7014550" y="1415870"/>
                  </a:lnTo>
                  <a:lnTo>
                    <a:pt x="6940789" y="1410116"/>
                  </a:lnTo>
                  <a:lnTo>
                    <a:pt x="6867029" y="1404176"/>
                  </a:lnTo>
                  <a:lnTo>
                    <a:pt x="6793269" y="1398042"/>
                  </a:lnTo>
                  <a:lnTo>
                    <a:pt x="6719509" y="1391710"/>
                  </a:lnTo>
                  <a:lnTo>
                    <a:pt x="6645749" y="1385172"/>
                  </a:lnTo>
                  <a:lnTo>
                    <a:pt x="6571989" y="1378421"/>
                  </a:lnTo>
                  <a:lnTo>
                    <a:pt x="6498229" y="1371452"/>
                  </a:lnTo>
                  <a:lnTo>
                    <a:pt x="6424469" y="1364256"/>
                  </a:lnTo>
                  <a:lnTo>
                    <a:pt x="6350709" y="1356826"/>
                  </a:lnTo>
                  <a:lnTo>
                    <a:pt x="6276949" y="1349155"/>
                  </a:lnTo>
                  <a:lnTo>
                    <a:pt x="6203189" y="1341236"/>
                  </a:lnTo>
                  <a:lnTo>
                    <a:pt x="6129429" y="1333059"/>
                  </a:lnTo>
                  <a:lnTo>
                    <a:pt x="6055669" y="1324616"/>
                  </a:lnTo>
                  <a:lnTo>
                    <a:pt x="5981909" y="1315899"/>
                  </a:lnTo>
                  <a:lnTo>
                    <a:pt x="5908149" y="1306900"/>
                  </a:lnTo>
                  <a:lnTo>
                    <a:pt x="5834389" y="1297608"/>
                  </a:lnTo>
                  <a:lnTo>
                    <a:pt x="5760629" y="1288014"/>
                  </a:lnTo>
                  <a:lnTo>
                    <a:pt x="5686869" y="1278109"/>
                  </a:lnTo>
                  <a:lnTo>
                    <a:pt x="5613109" y="1267882"/>
                  </a:lnTo>
                  <a:lnTo>
                    <a:pt x="5539349" y="1257324"/>
                  </a:lnTo>
                  <a:lnTo>
                    <a:pt x="5465589" y="1246422"/>
                  </a:lnTo>
                  <a:lnTo>
                    <a:pt x="5391829" y="1235166"/>
                  </a:lnTo>
                  <a:lnTo>
                    <a:pt x="5318069" y="1223545"/>
                  </a:lnTo>
                  <a:lnTo>
                    <a:pt x="5244309" y="1211547"/>
                  </a:lnTo>
                  <a:lnTo>
                    <a:pt x="5170549" y="1199159"/>
                  </a:lnTo>
                  <a:lnTo>
                    <a:pt x="5096789" y="1186369"/>
                  </a:lnTo>
                  <a:lnTo>
                    <a:pt x="5023029" y="1173163"/>
                  </a:lnTo>
                  <a:lnTo>
                    <a:pt x="4949269" y="1159529"/>
                  </a:lnTo>
                  <a:lnTo>
                    <a:pt x="4875509" y="1145452"/>
                  </a:lnTo>
                  <a:lnTo>
                    <a:pt x="4801749" y="1130918"/>
                  </a:lnTo>
                  <a:lnTo>
                    <a:pt x="4727989" y="1115912"/>
                  </a:lnTo>
                  <a:lnTo>
                    <a:pt x="4654229" y="1100418"/>
                  </a:lnTo>
                  <a:lnTo>
                    <a:pt x="4580469" y="1084422"/>
                  </a:lnTo>
                  <a:lnTo>
                    <a:pt x="4506709" y="1067906"/>
                  </a:lnTo>
                  <a:lnTo>
                    <a:pt x="4432949" y="1050854"/>
                  </a:lnTo>
                  <a:lnTo>
                    <a:pt x="4359189" y="1033248"/>
                  </a:lnTo>
                  <a:lnTo>
                    <a:pt x="4285429" y="1015071"/>
                  </a:lnTo>
                  <a:lnTo>
                    <a:pt x="4211669" y="996303"/>
                  </a:lnTo>
                  <a:lnTo>
                    <a:pt x="4137909" y="976926"/>
                  </a:lnTo>
                  <a:lnTo>
                    <a:pt x="4064149" y="956920"/>
                  </a:lnTo>
                  <a:lnTo>
                    <a:pt x="3990388" y="936265"/>
                  </a:lnTo>
                  <a:lnTo>
                    <a:pt x="3916628" y="914938"/>
                  </a:lnTo>
                  <a:lnTo>
                    <a:pt x="3842868" y="892919"/>
                  </a:lnTo>
                  <a:lnTo>
                    <a:pt x="3769108" y="870185"/>
                  </a:lnTo>
                  <a:lnTo>
                    <a:pt x="3695348" y="846713"/>
                  </a:lnTo>
                  <a:lnTo>
                    <a:pt x="3621588" y="822479"/>
                  </a:lnTo>
                  <a:lnTo>
                    <a:pt x="3547828" y="797458"/>
                  </a:lnTo>
                  <a:lnTo>
                    <a:pt x="3474068" y="771624"/>
                  </a:lnTo>
                  <a:lnTo>
                    <a:pt x="3400308" y="755514"/>
                  </a:lnTo>
                  <a:lnTo>
                    <a:pt x="3326548" y="743752"/>
                  </a:lnTo>
                  <a:lnTo>
                    <a:pt x="3252788" y="731824"/>
                  </a:lnTo>
                  <a:lnTo>
                    <a:pt x="3179028" y="719728"/>
                  </a:lnTo>
                  <a:lnTo>
                    <a:pt x="3105268" y="707463"/>
                  </a:lnTo>
                  <a:lnTo>
                    <a:pt x="3031508" y="695026"/>
                  </a:lnTo>
                  <a:lnTo>
                    <a:pt x="2957748" y="682413"/>
                  </a:lnTo>
                  <a:lnTo>
                    <a:pt x="2883988" y="669624"/>
                  </a:lnTo>
                  <a:lnTo>
                    <a:pt x="2810228" y="656655"/>
                  </a:lnTo>
                  <a:lnTo>
                    <a:pt x="2736468" y="643504"/>
                  </a:lnTo>
                  <a:lnTo>
                    <a:pt x="2662708" y="630168"/>
                  </a:lnTo>
                  <a:lnTo>
                    <a:pt x="2588948" y="616645"/>
                  </a:lnTo>
                  <a:lnTo>
                    <a:pt x="2515188" y="602932"/>
                  </a:lnTo>
                  <a:lnTo>
                    <a:pt x="2441428" y="589027"/>
                  </a:lnTo>
                  <a:lnTo>
                    <a:pt x="2367668" y="574926"/>
                  </a:lnTo>
                  <a:lnTo>
                    <a:pt x="2293908" y="560627"/>
                  </a:lnTo>
                  <a:lnTo>
                    <a:pt x="2220148" y="546127"/>
                  </a:lnTo>
                  <a:lnTo>
                    <a:pt x="2146388" y="531424"/>
                  </a:lnTo>
                  <a:lnTo>
                    <a:pt x="2072628" y="516514"/>
                  </a:lnTo>
                  <a:lnTo>
                    <a:pt x="1998868" y="501395"/>
                  </a:lnTo>
                  <a:lnTo>
                    <a:pt x="1925108" y="486063"/>
                  </a:lnTo>
                  <a:lnTo>
                    <a:pt x="1851348" y="470516"/>
                  </a:lnTo>
                  <a:lnTo>
                    <a:pt x="1777588" y="454751"/>
                  </a:lnTo>
                  <a:lnTo>
                    <a:pt x="1703828" y="438765"/>
                  </a:lnTo>
                  <a:lnTo>
                    <a:pt x="1630068" y="422553"/>
                  </a:lnTo>
                  <a:lnTo>
                    <a:pt x="1556308" y="406115"/>
                  </a:lnTo>
                  <a:lnTo>
                    <a:pt x="1482548" y="389445"/>
                  </a:lnTo>
                  <a:lnTo>
                    <a:pt x="1408788" y="372541"/>
                  </a:lnTo>
                  <a:lnTo>
                    <a:pt x="1335028" y="355400"/>
                  </a:lnTo>
                  <a:lnTo>
                    <a:pt x="1261268" y="338018"/>
                  </a:lnTo>
                  <a:lnTo>
                    <a:pt x="1187508" y="320392"/>
                  </a:lnTo>
                  <a:lnTo>
                    <a:pt x="1113747" y="302518"/>
                  </a:lnTo>
                  <a:lnTo>
                    <a:pt x="1039987" y="284394"/>
                  </a:lnTo>
                  <a:lnTo>
                    <a:pt x="966227" y="266015"/>
                  </a:lnTo>
                  <a:lnTo>
                    <a:pt x="892467" y="247377"/>
                  </a:lnTo>
                  <a:lnTo>
                    <a:pt x="818707" y="228478"/>
                  </a:lnTo>
                  <a:lnTo>
                    <a:pt x="744947" y="209314"/>
                  </a:lnTo>
                  <a:lnTo>
                    <a:pt x="671187" y="189880"/>
                  </a:lnTo>
                  <a:lnTo>
                    <a:pt x="597427" y="170174"/>
                  </a:lnTo>
                  <a:lnTo>
                    <a:pt x="523667" y="150191"/>
                  </a:lnTo>
                  <a:lnTo>
                    <a:pt x="449907" y="129927"/>
                  </a:lnTo>
                  <a:lnTo>
                    <a:pt x="376147" y="109378"/>
                  </a:lnTo>
                  <a:lnTo>
                    <a:pt x="302387" y="88541"/>
                  </a:lnTo>
                  <a:lnTo>
                    <a:pt x="228627" y="67411"/>
                  </a:lnTo>
                  <a:lnTo>
                    <a:pt x="154867" y="45985"/>
                  </a:lnTo>
                  <a:lnTo>
                    <a:pt x="81107" y="24258"/>
                  </a:lnTo>
                  <a:lnTo>
                    <a:pt x="7347" y="2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129375"/>
              <a:ext cx="7235830" cy="2172344"/>
            </a:xfrm>
            <a:custGeom>
              <a:avLst/>
              <a:pathLst>
                <a:path w="7235830" h="2172344">
                  <a:moveTo>
                    <a:pt x="0" y="0"/>
                  </a:moveTo>
                  <a:lnTo>
                    <a:pt x="7347" y="5601"/>
                  </a:lnTo>
                  <a:lnTo>
                    <a:pt x="81107" y="60560"/>
                  </a:lnTo>
                  <a:lnTo>
                    <a:pt x="154867" y="114272"/>
                  </a:lnTo>
                  <a:lnTo>
                    <a:pt x="228627" y="166765"/>
                  </a:lnTo>
                  <a:lnTo>
                    <a:pt x="302387" y="218067"/>
                  </a:lnTo>
                  <a:lnTo>
                    <a:pt x="376147" y="268205"/>
                  </a:lnTo>
                  <a:lnTo>
                    <a:pt x="449907" y="317205"/>
                  </a:lnTo>
                  <a:lnTo>
                    <a:pt x="523667" y="365094"/>
                  </a:lnTo>
                  <a:lnTo>
                    <a:pt x="597427" y="411896"/>
                  </a:lnTo>
                  <a:lnTo>
                    <a:pt x="671187" y="457636"/>
                  </a:lnTo>
                  <a:lnTo>
                    <a:pt x="744947" y="502339"/>
                  </a:lnTo>
                  <a:lnTo>
                    <a:pt x="818707" y="546027"/>
                  </a:lnTo>
                  <a:lnTo>
                    <a:pt x="892467" y="588724"/>
                  </a:lnTo>
                  <a:lnTo>
                    <a:pt x="966227" y="630452"/>
                  </a:lnTo>
                  <a:lnTo>
                    <a:pt x="1039987" y="671234"/>
                  </a:lnTo>
                  <a:lnTo>
                    <a:pt x="1113747" y="711090"/>
                  </a:lnTo>
                  <a:lnTo>
                    <a:pt x="1187508" y="750042"/>
                  </a:lnTo>
                  <a:lnTo>
                    <a:pt x="1261268" y="788110"/>
                  </a:lnTo>
                  <a:lnTo>
                    <a:pt x="1335028" y="825315"/>
                  </a:lnTo>
                  <a:lnTo>
                    <a:pt x="1408788" y="861675"/>
                  </a:lnTo>
                  <a:lnTo>
                    <a:pt x="1482548" y="897210"/>
                  </a:lnTo>
                  <a:lnTo>
                    <a:pt x="1556308" y="931939"/>
                  </a:lnTo>
                  <a:lnTo>
                    <a:pt x="1630068" y="965880"/>
                  </a:lnTo>
                  <a:lnTo>
                    <a:pt x="1703828" y="999051"/>
                  </a:lnTo>
                  <a:lnTo>
                    <a:pt x="1777588" y="1031470"/>
                  </a:lnTo>
                  <a:lnTo>
                    <a:pt x="1851348" y="1063152"/>
                  </a:lnTo>
                  <a:lnTo>
                    <a:pt x="1925108" y="1094116"/>
                  </a:lnTo>
                  <a:lnTo>
                    <a:pt x="1998868" y="1124378"/>
                  </a:lnTo>
                  <a:lnTo>
                    <a:pt x="2072628" y="1153953"/>
                  </a:lnTo>
                  <a:lnTo>
                    <a:pt x="2146388" y="1182857"/>
                  </a:lnTo>
                  <a:lnTo>
                    <a:pt x="2220148" y="1211105"/>
                  </a:lnTo>
                  <a:lnTo>
                    <a:pt x="2293908" y="1238712"/>
                  </a:lnTo>
                  <a:lnTo>
                    <a:pt x="2367668" y="1265693"/>
                  </a:lnTo>
                  <a:lnTo>
                    <a:pt x="2441428" y="1292061"/>
                  </a:lnTo>
                  <a:lnTo>
                    <a:pt x="2515188" y="1317832"/>
                  </a:lnTo>
                  <a:lnTo>
                    <a:pt x="2588948" y="1343017"/>
                  </a:lnTo>
                  <a:lnTo>
                    <a:pt x="2662708" y="1367631"/>
                  </a:lnTo>
                  <a:lnTo>
                    <a:pt x="2736468" y="1391687"/>
                  </a:lnTo>
                  <a:lnTo>
                    <a:pt x="2810228" y="1415197"/>
                  </a:lnTo>
                  <a:lnTo>
                    <a:pt x="2883988" y="1438173"/>
                  </a:lnTo>
                  <a:lnTo>
                    <a:pt x="2957748" y="1460629"/>
                  </a:lnTo>
                  <a:lnTo>
                    <a:pt x="3031508" y="1482574"/>
                  </a:lnTo>
                  <a:lnTo>
                    <a:pt x="3105268" y="1504022"/>
                  </a:lnTo>
                  <a:lnTo>
                    <a:pt x="3179028" y="1524983"/>
                  </a:lnTo>
                  <a:lnTo>
                    <a:pt x="3252788" y="1545469"/>
                  </a:lnTo>
                  <a:lnTo>
                    <a:pt x="3326548" y="1565490"/>
                  </a:lnTo>
                  <a:lnTo>
                    <a:pt x="3400308" y="1585056"/>
                  </a:lnTo>
                  <a:lnTo>
                    <a:pt x="3474068" y="1604179"/>
                  </a:lnTo>
                  <a:lnTo>
                    <a:pt x="3547828" y="1622868"/>
                  </a:lnTo>
                  <a:lnTo>
                    <a:pt x="3621588" y="1641132"/>
                  </a:lnTo>
                  <a:lnTo>
                    <a:pt x="3695348" y="1658983"/>
                  </a:lnTo>
                  <a:lnTo>
                    <a:pt x="3769108" y="1676428"/>
                  </a:lnTo>
                  <a:lnTo>
                    <a:pt x="3842868" y="1693477"/>
                  </a:lnTo>
                  <a:lnTo>
                    <a:pt x="3916628" y="1710140"/>
                  </a:lnTo>
                  <a:lnTo>
                    <a:pt x="3990388" y="1726425"/>
                  </a:lnTo>
                  <a:lnTo>
                    <a:pt x="4064149" y="1742340"/>
                  </a:lnTo>
                  <a:lnTo>
                    <a:pt x="4137909" y="1757894"/>
                  </a:lnTo>
                  <a:lnTo>
                    <a:pt x="4211669" y="1773095"/>
                  </a:lnTo>
                  <a:lnTo>
                    <a:pt x="4285429" y="1787951"/>
                  </a:lnTo>
                  <a:lnTo>
                    <a:pt x="4359189" y="1802470"/>
                  </a:lnTo>
                  <a:lnTo>
                    <a:pt x="4432949" y="1816660"/>
                  </a:lnTo>
                  <a:lnTo>
                    <a:pt x="4506709" y="1830528"/>
                  </a:lnTo>
                  <a:lnTo>
                    <a:pt x="4580469" y="1844081"/>
                  </a:lnTo>
                  <a:lnTo>
                    <a:pt x="4654229" y="1857326"/>
                  </a:lnTo>
                  <a:lnTo>
                    <a:pt x="4727989" y="1870271"/>
                  </a:lnTo>
                  <a:lnTo>
                    <a:pt x="4801749" y="1882923"/>
                  </a:lnTo>
                  <a:lnTo>
                    <a:pt x="4875509" y="1895287"/>
                  </a:lnTo>
                  <a:lnTo>
                    <a:pt x="4949269" y="1907371"/>
                  </a:lnTo>
                  <a:lnTo>
                    <a:pt x="5023029" y="1919181"/>
                  </a:lnTo>
                  <a:lnTo>
                    <a:pt x="5096789" y="1930722"/>
                  </a:lnTo>
                  <a:lnTo>
                    <a:pt x="5170549" y="1942002"/>
                  </a:lnTo>
                  <a:lnTo>
                    <a:pt x="5244309" y="1953026"/>
                  </a:lnTo>
                  <a:lnTo>
                    <a:pt x="5318069" y="1963800"/>
                  </a:lnTo>
                  <a:lnTo>
                    <a:pt x="5391829" y="1974329"/>
                  </a:lnTo>
                  <a:lnTo>
                    <a:pt x="5465589" y="1984619"/>
                  </a:lnTo>
                  <a:lnTo>
                    <a:pt x="5539349" y="1994676"/>
                  </a:lnTo>
                  <a:lnTo>
                    <a:pt x="5613109" y="2004505"/>
                  </a:lnTo>
                  <a:lnTo>
                    <a:pt x="5686869" y="2014111"/>
                  </a:lnTo>
                  <a:lnTo>
                    <a:pt x="5760629" y="2023499"/>
                  </a:lnTo>
                  <a:lnTo>
                    <a:pt x="5834389" y="2032674"/>
                  </a:lnTo>
                  <a:lnTo>
                    <a:pt x="5908149" y="2041640"/>
                  </a:lnTo>
                  <a:lnTo>
                    <a:pt x="5981909" y="2050403"/>
                  </a:lnTo>
                  <a:lnTo>
                    <a:pt x="6055669" y="2058968"/>
                  </a:lnTo>
                  <a:lnTo>
                    <a:pt x="6129429" y="2067338"/>
                  </a:lnTo>
                  <a:lnTo>
                    <a:pt x="6203189" y="2075518"/>
                  </a:lnTo>
                  <a:lnTo>
                    <a:pt x="6276949" y="2083513"/>
                  </a:lnTo>
                  <a:lnTo>
                    <a:pt x="6350709" y="2091326"/>
                  </a:lnTo>
                  <a:lnTo>
                    <a:pt x="6424469" y="2098962"/>
                  </a:lnTo>
                  <a:lnTo>
                    <a:pt x="6498229" y="2106424"/>
                  </a:lnTo>
                  <a:lnTo>
                    <a:pt x="6571989" y="2113718"/>
                  </a:lnTo>
                  <a:lnTo>
                    <a:pt x="6645749" y="2120846"/>
                  </a:lnTo>
                  <a:lnTo>
                    <a:pt x="6719509" y="2127812"/>
                  </a:lnTo>
                  <a:lnTo>
                    <a:pt x="6793269" y="2134620"/>
                  </a:lnTo>
                  <a:lnTo>
                    <a:pt x="6867029" y="2141273"/>
                  </a:lnTo>
                  <a:lnTo>
                    <a:pt x="6940789" y="2147776"/>
                  </a:lnTo>
                  <a:lnTo>
                    <a:pt x="7014550" y="2154131"/>
                  </a:lnTo>
                  <a:lnTo>
                    <a:pt x="7088310" y="2160342"/>
                  </a:lnTo>
                  <a:lnTo>
                    <a:pt x="7162070" y="2166412"/>
                  </a:lnTo>
                  <a:lnTo>
                    <a:pt x="7235830" y="217234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(1.18-1.47), p_Bonf = &lt;0.001 (n = 6)  |  per IQR decline (Δ = 29.3 %): 2.24 (1.63-3.08)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25883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2026-09-28T16:57:53Z</dcterms:modified>
  <cp:category/>
</cp:coreProperties>
</file>