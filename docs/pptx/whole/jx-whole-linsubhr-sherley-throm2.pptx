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72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583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44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310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3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036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900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3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626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817517" y="2331496"/>
              <a:ext cx="7235830" cy="3038619"/>
            </a:xfrm>
            <a:custGeom>
              <a:avLst/>
              <a:pathLst>
                <a:path w="7235830" h="3038619">
                  <a:moveTo>
                    <a:pt x="0" y="0"/>
                  </a:moveTo>
                  <a:lnTo>
                    <a:pt x="7347" y="9434"/>
                  </a:lnTo>
                  <a:lnTo>
                    <a:pt x="81107" y="101437"/>
                  </a:lnTo>
                  <a:lnTo>
                    <a:pt x="154867" y="190808"/>
                  </a:lnTo>
                  <a:lnTo>
                    <a:pt x="228627" y="277623"/>
                  </a:lnTo>
                  <a:lnTo>
                    <a:pt x="302387" y="361954"/>
                  </a:lnTo>
                  <a:lnTo>
                    <a:pt x="376147" y="443873"/>
                  </a:lnTo>
                  <a:lnTo>
                    <a:pt x="449907" y="523449"/>
                  </a:lnTo>
                  <a:lnTo>
                    <a:pt x="523667" y="600748"/>
                  </a:lnTo>
                  <a:lnTo>
                    <a:pt x="597427" y="675836"/>
                  </a:lnTo>
                  <a:lnTo>
                    <a:pt x="671187" y="748777"/>
                  </a:lnTo>
                  <a:lnTo>
                    <a:pt x="744947" y="819631"/>
                  </a:lnTo>
                  <a:lnTo>
                    <a:pt x="818707" y="888458"/>
                  </a:lnTo>
                  <a:lnTo>
                    <a:pt x="892467" y="955316"/>
                  </a:lnTo>
                  <a:lnTo>
                    <a:pt x="966227" y="1020262"/>
                  </a:lnTo>
                  <a:lnTo>
                    <a:pt x="1039987" y="1083350"/>
                  </a:lnTo>
                  <a:lnTo>
                    <a:pt x="1113747" y="1144634"/>
                  </a:lnTo>
                  <a:lnTo>
                    <a:pt x="1187508" y="1204164"/>
                  </a:lnTo>
                  <a:lnTo>
                    <a:pt x="1261268" y="1261992"/>
                  </a:lnTo>
                  <a:lnTo>
                    <a:pt x="1335028" y="1318165"/>
                  </a:lnTo>
                  <a:lnTo>
                    <a:pt x="1408788" y="1372732"/>
                  </a:lnTo>
                  <a:lnTo>
                    <a:pt x="1482548" y="1425737"/>
                  </a:lnTo>
                  <a:lnTo>
                    <a:pt x="1556308" y="1477227"/>
                  </a:lnTo>
                  <a:lnTo>
                    <a:pt x="1630068" y="1527243"/>
                  </a:lnTo>
                  <a:lnTo>
                    <a:pt x="1703828" y="1575829"/>
                  </a:lnTo>
                  <a:lnTo>
                    <a:pt x="1777588" y="1623025"/>
                  </a:lnTo>
                  <a:lnTo>
                    <a:pt x="1851348" y="1668871"/>
                  </a:lnTo>
                  <a:lnTo>
                    <a:pt x="1925108" y="1713406"/>
                  </a:lnTo>
                  <a:lnTo>
                    <a:pt x="1998868" y="1756667"/>
                  </a:lnTo>
                  <a:lnTo>
                    <a:pt x="2072628" y="1798690"/>
                  </a:lnTo>
                  <a:lnTo>
                    <a:pt x="2146388" y="1839511"/>
                  </a:lnTo>
                  <a:lnTo>
                    <a:pt x="2220148" y="1879165"/>
                  </a:lnTo>
                  <a:lnTo>
                    <a:pt x="2293908" y="1917684"/>
                  </a:lnTo>
                  <a:lnTo>
                    <a:pt x="2367668" y="1955101"/>
                  </a:lnTo>
                  <a:lnTo>
                    <a:pt x="2441428" y="1991448"/>
                  </a:lnTo>
                  <a:lnTo>
                    <a:pt x="2515188" y="2026755"/>
                  </a:lnTo>
                  <a:lnTo>
                    <a:pt x="2588948" y="2061053"/>
                  </a:lnTo>
                  <a:lnTo>
                    <a:pt x="2662708" y="2094369"/>
                  </a:lnTo>
                  <a:lnTo>
                    <a:pt x="2736468" y="2126732"/>
                  </a:lnTo>
                  <a:lnTo>
                    <a:pt x="2810228" y="2158170"/>
                  </a:lnTo>
                  <a:lnTo>
                    <a:pt x="2883988" y="2188708"/>
                  </a:lnTo>
                  <a:lnTo>
                    <a:pt x="2957748" y="2218373"/>
                  </a:lnTo>
                  <a:lnTo>
                    <a:pt x="3031508" y="2247189"/>
                  </a:lnTo>
                  <a:lnTo>
                    <a:pt x="3105268" y="2275181"/>
                  </a:lnTo>
                  <a:lnTo>
                    <a:pt x="3179028" y="2302372"/>
                  </a:lnTo>
                  <a:lnTo>
                    <a:pt x="3252788" y="2328785"/>
                  </a:lnTo>
                  <a:lnTo>
                    <a:pt x="3326548" y="2354443"/>
                  </a:lnTo>
                  <a:lnTo>
                    <a:pt x="3400308" y="2379367"/>
                  </a:lnTo>
                  <a:lnTo>
                    <a:pt x="3474068" y="2399618"/>
                  </a:lnTo>
                  <a:lnTo>
                    <a:pt x="3547828" y="2410468"/>
                  </a:lnTo>
                  <a:lnTo>
                    <a:pt x="3621588" y="2421176"/>
                  </a:lnTo>
                  <a:lnTo>
                    <a:pt x="3695348" y="2431744"/>
                  </a:lnTo>
                  <a:lnTo>
                    <a:pt x="3769108" y="2442172"/>
                  </a:lnTo>
                  <a:lnTo>
                    <a:pt x="3842868" y="2452464"/>
                  </a:lnTo>
                  <a:lnTo>
                    <a:pt x="3916628" y="2462620"/>
                  </a:lnTo>
                  <a:lnTo>
                    <a:pt x="3990388" y="2472643"/>
                  </a:lnTo>
                  <a:lnTo>
                    <a:pt x="4064149" y="2482535"/>
                  </a:lnTo>
                  <a:lnTo>
                    <a:pt x="4137909" y="2492296"/>
                  </a:lnTo>
                  <a:lnTo>
                    <a:pt x="4211669" y="2501930"/>
                  </a:lnTo>
                  <a:lnTo>
                    <a:pt x="4285429" y="2511436"/>
                  </a:lnTo>
                  <a:lnTo>
                    <a:pt x="4359189" y="2520818"/>
                  </a:lnTo>
                  <a:lnTo>
                    <a:pt x="4432949" y="2530077"/>
                  </a:lnTo>
                  <a:lnTo>
                    <a:pt x="4506709" y="2539214"/>
                  </a:lnTo>
                  <a:lnTo>
                    <a:pt x="4580469" y="2548231"/>
                  </a:lnTo>
                  <a:lnTo>
                    <a:pt x="4654229" y="2557130"/>
                  </a:lnTo>
                  <a:lnTo>
                    <a:pt x="4727989" y="2565912"/>
                  </a:lnTo>
                  <a:lnTo>
                    <a:pt x="4801749" y="2574578"/>
                  </a:lnTo>
                  <a:lnTo>
                    <a:pt x="4875509" y="2583131"/>
                  </a:lnTo>
                  <a:lnTo>
                    <a:pt x="4949269" y="2591571"/>
                  </a:lnTo>
                  <a:lnTo>
                    <a:pt x="5023029" y="2599900"/>
                  </a:lnTo>
                  <a:lnTo>
                    <a:pt x="5096789" y="2608120"/>
                  </a:lnTo>
                  <a:lnTo>
                    <a:pt x="5170549" y="2616232"/>
                  </a:lnTo>
                  <a:lnTo>
                    <a:pt x="5244309" y="2624238"/>
                  </a:lnTo>
                  <a:lnTo>
                    <a:pt x="5318069" y="2632138"/>
                  </a:lnTo>
                  <a:lnTo>
                    <a:pt x="5391829" y="2639935"/>
                  </a:lnTo>
                  <a:lnTo>
                    <a:pt x="5465589" y="2647629"/>
                  </a:lnTo>
                  <a:lnTo>
                    <a:pt x="5539349" y="2655222"/>
                  </a:lnTo>
                  <a:lnTo>
                    <a:pt x="5613109" y="2662716"/>
                  </a:lnTo>
                  <a:lnTo>
                    <a:pt x="5686869" y="2670111"/>
                  </a:lnTo>
                  <a:lnTo>
                    <a:pt x="5760629" y="2677408"/>
                  </a:lnTo>
                  <a:lnTo>
                    <a:pt x="5834389" y="2684610"/>
                  </a:lnTo>
                  <a:lnTo>
                    <a:pt x="5908149" y="2691718"/>
                  </a:lnTo>
                  <a:lnTo>
                    <a:pt x="5981909" y="2698732"/>
                  </a:lnTo>
                  <a:lnTo>
                    <a:pt x="6055669" y="2705654"/>
                  </a:lnTo>
                  <a:lnTo>
                    <a:pt x="6129429" y="2712485"/>
                  </a:lnTo>
                  <a:lnTo>
                    <a:pt x="6203189" y="2719226"/>
                  </a:lnTo>
                  <a:lnTo>
                    <a:pt x="6276949" y="2725879"/>
                  </a:lnTo>
                  <a:lnTo>
                    <a:pt x="6350709" y="2732444"/>
                  </a:lnTo>
                  <a:lnTo>
                    <a:pt x="6424469" y="2738924"/>
                  </a:lnTo>
                  <a:lnTo>
                    <a:pt x="6498229" y="2745318"/>
                  </a:lnTo>
                  <a:lnTo>
                    <a:pt x="6571989" y="2751628"/>
                  </a:lnTo>
                  <a:lnTo>
                    <a:pt x="6645749" y="2757855"/>
                  </a:lnTo>
                  <a:lnTo>
                    <a:pt x="6719509" y="2764000"/>
                  </a:lnTo>
                  <a:lnTo>
                    <a:pt x="6793269" y="2770065"/>
                  </a:lnTo>
                  <a:lnTo>
                    <a:pt x="6867029" y="2776050"/>
                  </a:lnTo>
                  <a:lnTo>
                    <a:pt x="6940789" y="2781957"/>
                  </a:lnTo>
                  <a:lnTo>
                    <a:pt x="7014550" y="2787785"/>
                  </a:lnTo>
                  <a:lnTo>
                    <a:pt x="7088310" y="2793538"/>
                  </a:lnTo>
                  <a:lnTo>
                    <a:pt x="7162070" y="2799215"/>
                  </a:lnTo>
                  <a:lnTo>
                    <a:pt x="7235830" y="2804817"/>
                  </a:lnTo>
                  <a:lnTo>
                    <a:pt x="7235830" y="3038619"/>
                  </a:lnTo>
                  <a:lnTo>
                    <a:pt x="7162070" y="3033108"/>
                  </a:lnTo>
                  <a:lnTo>
                    <a:pt x="7088310" y="3027435"/>
                  </a:lnTo>
                  <a:lnTo>
                    <a:pt x="7014550" y="3021595"/>
                  </a:lnTo>
                  <a:lnTo>
                    <a:pt x="6940789" y="3015584"/>
                  </a:lnTo>
                  <a:lnTo>
                    <a:pt x="6867029" y="3009395"/>
                  </a:lnTo>
                  <a:lnTo>
                    <a:pt x="6793269" y="3003023"/>
                  </a:lnTo>
                  <a:lnTo>
                    <a:pt x="6719509" y="2996465"/>
                  </a:lnTo>
                  <a:lnTo>
                    <a:pt x="6645749" y="2989713"/>
                  </a:lnTo>
                  <a:lnTo>
                    <a:pt x="6571989" y="2982762"/>
                  </a:lnTo>
                  <a:lnTo>
                    <a:pt x="6498229" y="2975606"/>
                  </a:lnTo>
                  <a:lnTo>
                    <a:pt x="6424469" y="2968240"/>
                  </a:lnTo>
                  <a:lnTo>
                    <a:pt x="6350709" y="2960657"/>
                  </a:lnTo>
                  <a:lnTo>
                    <a:pt x="6276949" y="2952851"/>
                  </a:lnTo>
                  <a:lnTo>
                    <a:pt x="6203189" y="2944815"/>
                  </a:lnTo>
                  <a:lnTo>
                    <a:pt x="6129429" y="2936542"/>
                  </a:lnTo>
                  <a:lnTo>
                    <a:pt x="6055669" y="2928025"/>
                  </a:lnTo>
                  <a:lnTo>
                    <a:pt x="5981909" y="2919258"/>
                  </a:lnTo>
                  <a:lnTo>
                    <a:pt x="5908149" y="2910232"/>
                  </a:lnTo>
                  <a:lnTo>
                    <a:pt x="5834389" y="2900941"/>
                  </a:lnTo>
                  <a:lnTo>
                    <a:pt x="5760629" y="2891376"/>
                  </a:lnTo>
                  <a:lnTo>
                    <a:pt x="5686869" y="2881530"/>
                  </a:lnTo>
                  <a:lnTo>
                    <a:pt x="5613109" y="2871393"/>
                  </a:lnTo>
                  <a:lnTo>
                    <a:pt x="5539349" y="2860958"/>
                  </a:lnTo>
                  <a:lnTo>
                    <a:pt x="5465589" y="2850216"/>
                  </a:lnTo>
                  <a:lnTo>
                    <a:pt x="5391829" y="2839158"/>
                  </a:lnTo>
                  <a:lnTo>
                    <a:pt x="5318069" y="2827773"/>
                  </a:lnTo>
                  <a:lnTo>
                    <a:pt x="5244309" y="2816054"/>
                  </a:lnTo>
                  <a:lnTo>
                    <a:pt x="5170549" y="2803989"/>
                  </a:lnTo>
                  <a:lnTo>
                    <a:pt x="5096789" y="2791569"/>
                  </a:lnTo>
                  <a:lnTo>
                    <a:pt x="5023029" y="2778784"/>
                  </a:lnTo>
                  <a:lnTo>
                    <a:pt x="4949269" y="2765622"/>
                  </a:lnTo>
                  <a:lnTo>
                    <a:pt x="4875509" y="2752072"/>
                  </a:lnTo>
                  <a:lnTo>
                    <a:pt x="4801749" y="2738124"/>
                  </a:lnTo>
                  <a:lnTo>
                    <a:pt x="4727989" y="2723764"/>
                  </a:lnTo>
                  <a:lnTo>
                    <a:pt x="4654229" y="2708982"/>
                  </a:lnTo>
                  <a:lnTo>
                    <a:pt x="4580469" y="2693764"/>
                  </a:lnTo>
                  <a:lnTo>
                    <a:pt x="4506709" y="2678099"/>
                  </a:lnTo>
                  <a:lnTo>
                    <a:pt x="4432949" y="2661972"/>
                  </a:lnTo>
                  <a:lnTo>
                    <a:pt x="4359189" y="2645370"/>
                  </a:lnTo>
                  <a:lnTo>
                    <a:pt x="4285429" y="2628279"/>
                  </a:lnTo>
                  <a:lnTo>
                    <a:pt x="4211669" y="2610685"/>
                  </a:lnTo>
                  <a:lnTo>
                    <a:pt x="4137909" y="2592573"/>
                  </a:lnTo>
                  <a:lnTo>
                    <a:pt x="4064149" y="2573927"/>
                  </a:lnTo>
                  <a:lnTo>
                    <a:pt x="3990388" y="2554733"/>
                  </a:lnTo>
                  <a:lnTo>
                    <a:pt x="3916628" y="2534973"/>
                  </a:lnTo>
                  <a:lnTo>
                    <a:pt x="3842868" y="2514632"/>
                  </a:lnTo>
                  <a:lnTo>
                    <a:pt x="3769108" y="2493691"/>
                  </a:lnTo>
                  <a:lnTo>
                    <a:pt x="3695348" y="2472134"/>
                  </a:lnTo>
                  <a:lnTo>
                    <a:pt x="3621588" y="2449941"/>
                  </a:lnTo>
                  <a:lnTo>
                    <a:pt x="3547828" y="2427096"/>
                  </a:lnTo>
                  <a:lnTo>
                    <a:pt x="3474068" y="2403578"/>
                  </a:lnTo>
                  <a:lnTo>
                    <a:pt x="3400308" y="2388623"/>
                  </a:lnTo>
                  <a:lnTo>
                    <a:pt x="3326548" y="2377481"/>
                  </a:lnTo>
                  <a:lnTo>
                    <a:pt x="3252788" y="2366192"/>
                  </a:lnTo>
                  <a:lnTo>
                    <a:pt x="3179028" y="2354752"/>
                  </a:lnTo>
                  <a:lnTo>
                    <a:pt x="3105268" y="2343160"/>
                  </a:lnTo>
                  <a:lnTo>
                    <a:pt x="3031508" y="2331414"/>
                  </a:lnTo>
                  <a:lnTo>
                    <a:pt x="2957748" y="2319511"/>
                  </a:lnTo>
                  <a:lnTo>
                    <a:pt x="2883988" y="2307450"/>
                  </a:lnTo>
                  <a:lnTo>
                    <a:pt x="2810228" y="2295228"/>
                  </a:lnTo>
                  <a:lnTo>
                    <a:pt x="2736468" y="2282844"/>
                  </a:lnTo>
                  <a:lnTo>
                    <a:pt x="2662708" y="2270295"/>
                  </a:lnTo>
                  <a:lnTo>
                    <a:pt x="2588948" y="2257579"/>
                  </a:lnTo>
                  <a:lnTo>
                    <a:pt x="2515188" y="2244693"/>
                  </a:lnTo>
                  <a:lnTo>
                    <a:pt x="2441428" y="2231637"/>
                  </a:lnTo>
                  <a:lnTo>
                    <a:pt x="2367668" y="2218406"/>
                  </a:lnTo>
                  <a:lnTo>
                    <a:pt x="2293908" y="2204999"/>
                  </a:lnTo>
                  <a:lnTo>
                    <a:pt x="2220148" y="2191414"/>
                  </a:lnTo>
                  <a:lnTo>
                    <a:pt x="2146388" y="2177648"/>
                  </a:lnTo>
                  <a:lnTo>
                    <a:pt x="2072628" y="2163699"/>
                  </a:lnTo>
                  <a:lnTo>
                    <a:pt x="1998868" y="2149564"/>
                  </a:lnTo>
                  <a:lnTo>
                    <a:pt x="1925108" y="2135242"/>
                  </a:lnTo>
                  <a:lnTo>
                    <a:pt x="1851348" y="2120728"/>
                  </a:lnTo>
                  <a:lnTo>
                    <a:pt x="1777588" y="2106021"/>
                  </a:lnTo>
                  <a:lnTo>
                    <a:pt x="1703828" y="2091119"/>
                  </a:lnTo>
                  <a:lnTo>
                    <a:pt x="1630068" y="2076018"/>
                  </a:lnTo>
                  <a:lnTo>
                    <a:pt x="1556308" y="2060717"/>
                  </a:lnTo>
                  <a:lnTo>
                    <a:pt x="1482548" y="2045211"/>
                  </a:lnTo>
                  <a:lnTo>
                    <a:pt x="1408788" y="2029499"/>
                  </a:lnTo>
                  <a:lnTo>
                    <a:pt x="1335028" y="2013579"/>
                  </a:lnTo>
                  <a:lnTo>
                    <a:pt x="1261268" y="1997446"/>
                  </a:lnTo>
                  <a:lnTo>
                    <a:pt x="1187508" y="1981098"/>
                  </a:lnTo>
                  <a:lnTo>
                    <a:pt x="1113747" y="1964534"/>
                  </a:lnTo>
                  <a:lnTo>
                    <a:pt x="1039987" y="1947748"/>
                  </a:lnTo>
                  <a:lnTo>
                    <a:pt x="966227" y="1930739"/>
                  </a:lnTo>
                  <a:lnTo>
                    <a:pt x="892467" y="1913504"/>
                  </a:lnTo>
                  <a:lnTo>
                    <a:pt x="818707" y="1896039"/>
                  </a:lnTo>
                  <a:lnTo>
                    <a:pt x="744947" y="1878342"/>
                  </a:lnTo>
                  <a:lnTo>
                    <a:pt x="671187" y="1860410"/>
                  </a:lnTo>
                  <a:lnTo>
                    <a:pt x="597427" y="1842239"/>
                  </a:lnTo>
                  <a:lnTo>
                    <a:pt x="523667" y="1823826"/>
                  </a:lnTo>
                  <a:lnTo>
                    <a:pt x="449907" y="1805167"/>
                  </a:lnTo>
                  <a:lnTo>
                    <a:pt x="376147" y="1786261"/>
                  </a:lnTo>
                  <a:lnTo>
                    <a:pt x="302387" y="1767103"/>
                  </a:lnTo>
                  <a:lnTo>
                    <a:pt x="228627" y="1747690"/>
                  </a:lnTo>
                  <a:lnTo>
                    <a:pt x="154867" y="1728018"/>
                  </a:lnTo>
                  <a:lnTo>
                    <a:pt x="81107" y="1708085"/>
                  </a:lnTo>
                  <a:lnTo>
                    <a:pt x="7347" y="1687887"/>
                  </a:lnTo>
                  <a:lnTo>
                    <a:pt x="0" y="168584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17517" y="2331496"/>
              <a:ext cx="7235830" cy="2804817"/>
            </a:xfrm>
            <a:custGeom>
              <a:avLst/>
              <a:pathLst>
                <a:path w="7235830" h="2804817">
                  <a:moveTo>
                    <a:pt x="0" y="0"/>
                  </a:moveTo>
                  <a:lnTo>
                    <a:pt x="7347" y="9434"/>
                  </a:lnTo>
                  <a:lnTo>
                    <a:pt x="81107" y="101437"/>
                  </a:lnTo>
                  <a:lnTo>
                    <a:pt x="154867" y="190808"/>
                  </a:lnTo>
                  <a:lnTo>
                    <a:pt x="228627" y="277623"/>
                  </a:lnTo>
                  <a:lnTo>
                    <a:pt x="302387" y="361954"/>
                  </a:lnTo>
                  <a:lnTo>
                    <a:pt x="376147" y="443873"/>
                  </a:lnTo>
                  <a:lnTo>
                    <a:pt x="449907" y="523449"/>
                  </a:lnTo>
                  <a:lnTo>
                    <a:pt x="523667" y="600748"/>
                  </a:lnTo>
                  <a:lnTo>
                    <a:pt x="597427" y="675836"/>
                  </a:lnTo>
                  <a:lnTo>
                    <a:pt x="671187" y="748777"/>
                  </a:lnTo>
                  <a:lnTo>
                    <a:pt x="744947" y="819631"/>
                  </a:lnTo>
                  <a:lnTo>
                    <a:pt x="818707" y="888458"/>
                  </a:lnTo>
                  <a:lnTo>
                    <a:pt x="892467" y="955316"/>
                  </a:lnTo>
                  <a:lnTo>
                    <a:pt x="966227" y="1020262"/>
                  </a:lnTo>
                  <a:lnTo>
                    <a:pt x="1039987" y="1083350"/>
                  </a:lnTo>
                  <a:lnTo>
                    <a:pt x="1113747" y="1144634"/>
                  </a:lnTo>
                  <a:lnTo>
                    <a:pt x="1187508" y="1204164"/>
                  </a:lnTo>
                  <a:lnTo>
                    <a:pt x="1261268" y="1261992"/>
                  </a:lnTo>
                  <a:lnTo>
                    <a:pt x="1335028" y="1318165"/>
                  </a:lnTo>
                  <a:lnTo>
                    <a:pt x="1408788" y="1372732"/>
                  </a:lnTo>
                  <a:lnTo>
                    <a:pt x="1482548" y="1425737"/>
                  </a:lnTo>
                  <a:lnTo>
                    <a:pt x="1556308" y="1477227"/>
                  </a:lnTo>
                  <a:lnTo>
                    <a:pt x="1630068" y="1527243"/>
                  </a:lnTo>
                  <a:lnTo>
                    <a:pt x="1703828" y="1575829"/>
                  </a:lnTo>
                  <a:lnTo>
                    <a:pt x="1777588" y="1623025"/>
                  </a:lnTo>
                  <a:lnTo>
                    <a:pt x="1851348" y="1668871"/>
                  </a:lnTo>
                  <a:lnTo>
                    <a:pt x="1925108" y="1713406"/>
                  </a:lnTo>
                  <a:lnTo>
                    <a:pt x="1998868" y="1756667"/>
                  </a:lnTo>
                  <a:lnTo>
                    <a:pt x="2072628" y="1798690"/>
                  </a:lnTo>
                  <a:lnTo>
                    <a:pt x="2146388" y="1839511"/>
                  </a:lnTo>
                  <a:lnTo>
                    <a:pt x="2220148" y="1879165"/>
                  </a:lnTo>
                  <a:lnTo>
                    <a:pt x="2293908" y="1917684"/>
                  </a:lnTo>
                  <a:lnTo>
                    <a:pt x="2367668" y="1955101"/>
                  </a:lnTo>
                  <a:lnTo>
                    <a:pt x="2441428" y="1991448"/>
                  </a:lnTo>
                  <a:lnTo>
                    <a:pt x="2515188" y="2026755"/>
                  </a:lnTo>
                  <a:lnTo>
                    <a:pt x="2588948" y="2061053"/>
                  </a:lnTo>
                  <a:lnTo>
                    <a:pt x="2662708" y="2094369"/>
                  </a:lnTo>
                  <a:lnTo>
                    <a:pt x="2736468" y="2126732"/>
                  </a:lnTo>
                  <a:lnTo>
                    <a:pt x="2810228" y="2158170"/>
                  </a:lnTo>
                  <a:lnTo>
                    <a:pt x="2883988" y="2188708"/>
                  </a:lnTo>
                  <a:lnTo>
                    <a:pt x="2957748" y="2218373"/>
                  </a:lnTo>
                  <a:lnTo>
                    <a:pt x="3031508" y="2247189"/>
                  </a:lnTo>
                  <a:lnTo>
                    <a:pt x="3105268" y="2275181"/>
                  </a:lnTo>
                  <a:lnTo>
                    <a:pt x="3179028" y="2302372"/>
                  </a:lnTo>
                  <a:lnTo>
                    <a:pt x="3252788" y="2328785"/>
                  </a:lnTo>
                  <a:lnTo>
                    <a:pt x="3326548" y="2354443"/>
                  </a:lnTo>
                  <a:lnTo>
                    <a:pt x="3400308" y="2379367"/>
                  </a:lnTo>
                  <a:lnTo>
                    <a:pt x="3474068" y="2399618"/>
                  </a:lnTo>
                  <a:lnTo>
                    <a:pt x="3547828" y="2410468"/>
                  </a:lnTo>
                  <a:lnTo>
                    <a:pt x="3621588" y="2421176"/>
                  </a:lnTo>
                  <a:lnTo>
                    <a:pt x="3695348" y="2431744"/>
                  </a:lnTo>
                  <a:lnTo>
                    <a:pt x="3769108" y="2442172"/>
                  </a:lnTo>
                  <a:lnTo>
                    <a:pt x="3842868" y="2452464"/>
                  </a:lnTo>
                  <a:lnTo>
                    <a:pt x="3916628" y="2462620"/>
                  </a:lnTo>
                  <a:lnTo>
                    <a:pt x="3990388" y="2472643"/>
                  </a:lnTo>
                  <a:lnTo>
                    <a:pt x="4064149" y="2482535"/>
                  </a:lnTo>
                  <a:lnTo>
                    <a:pt x="4137909" y="2492296"/>
                  </a:lnTo>
                  <a:lnTo>
                    <a:pt x="4211669" y="2501930"/>
                  </a:lnTo>
                  <a:lnTo>
                    <a:pt x="4285429" y="2511436"/>
                  </a:lnTo>
                  <a:lnTo>
                    <a:pt x="4359189" y="2520818"/>
                  </a:lnTo>
                  <a:lnTo>
                    <a:pt x="4432949" y="2530077"/>
                  </a:lnTo>
                  <a:lnTo>
                    <a:pt x="4506709" y="2539214"/>
                  </a:lnTo>
                  <a:lnTo>
                    <a:pt x="4580469" y="2548231"/>
                  </a:lnTo>
                  <a:lnTo>
                    <a:pt x="4654229" y="2557130"/>
                  </a:lnTo>
                  <a:lnTo>
                    <a:pt x="4727989" y="2565912"/>
                  </a:lnTo>
                  <a:lnTo>
                    <a:pt x="4801749" y="2574578"/>
                  </a:lnTo>
                  <a:lnTo>
                    <a:pt x="4875509" y="2583131"/>
                  </a:lnTo>
                  <a:lnTo>
                    <a:pt x="4949269" y="2591571"/>
                  </a:lnTo>
                  <a:lnTo>
                    <a:pt x="5023029" y="2599900"/>
                  </a:lnTo>
                  <a:lnTo>
                    <a:pt x="5096789" y="2608120"/>
                  </a:lnTo>
                  <a:lnTo>
                    <a:pt x="5170549" y="2616232"/>
                  </a:lnTo>
                  <a:lnTo>
                    <a:pt x="5244309" y="2624238"/>
                  </a:lnTo>
                  <a:lnTo>
                    <a:pt x="5318069" y="2632138"/>
                  </a:lnTo>
                  <a:lnTo>
                    <a:pt x="5391829" y="2639935"/>
                  </a:lnTo>
                  <a:lnTo>
                    <a:pt x="5465589" y="2647629"/>
                  </a:lnTo>
                  <a:lnTo>
                    <a:pt x="5539349" y="2655222"/>
                  </a:lnTo>
                  <a:lnTo>
                    <a:pt x="5613109" y="2662716"/>
                  </a:lnTo>
                  <a:lnTo>
                    <a:pt x="5686869" y="2670111"/>
                  </a:lnTo>
                  <a:lnTo>
                    <a:pt x="5760629" y="2677408"/>
                  </a:lnTo>
                  <a:lnTo>
                    <a:pt x="5834389" y="2684610"/>
                  </a:lnTo>
                  <a:lnTo>
                    <a:pt x="5908149" y="2691718"/>
                  </a:lnTo>
                  <a:lnTo>
                    <a:pt x="5981909" y="2698732"/>
                  </a:lnTo>
                  <a:lnTo>
                    <a:pt x="6055669" y="2705654"/>
                  </a:lnTo>
                  <a:lnTo>
                    <a:pt x="6129429" y="2712485"/>
                  </a:lnTo>
                  <a:lnTo>
                    <a:pt x="6203189" y="2719226"/>
                  </a:lnTo>
                  <a:lnTo>
                    <a:pt x="6276949" y="2725879"/>
                  </a:lnTo>
                  <a:lnTo>
                    <a:pt x="6350709" y="2732444"/>
                  </a:lnTo>
                  <a:lnTo>
                    <a:pt x="6424469" y="2738924"/>
                  </a:lnTo>
                  <a:lnTo>
                    <a:pt x="6498229" y="2745318"/>
                  </a:lnTo>
                  <a:lnTo>
                    <a:pt x="6571989" y="2751628"/>
                  </a:lnTo>
                  <a:lnTo>
                    <a:pt x="6645749" y="2757855"/>
                  </a:lnTo>
                  <a:lnTo>
                    <a:pt x="6719509" y="2764000"/>
                  </a:lnTo>
                  <a:lnTo>
                    <a:pt x="6793269" y="2770065"/>
                  </a:lnTo>
                  <a:lnTo>
                    <a:pt x="6867029" y="2776050"/>
                  </a:lnTo>
                  <a:lnTo>
                    <a:pt x="6940789" y="2781957"/>
                  </a:lnTo>
                  <a:lnTo>
                    <a:pt x="7014550" y="2787785"/>
                  </a:lnTo>
                  <a:lnTo>
                    <a:pt x="7088310" y="2793538"/>
                  </a:lnTo>
                  <a:lnTo>
                    <a:pt x="7162070" y="2799215"/>
                  </a:lnTo>
                  <a:lnTo>
                    <a:pt x="7235830" y="28048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17517" y="4017344"/>
              <a:ext cx="7235830" cy="1352770"/>
            </a:xfrm>
            <a:custGeom>
              <a:avLst/>
              <a:pathLst>
                <a:path w="7235830" h="1352770">
                  <a:moveTo>
                    <a:pt x="7235830" y="1352770"/>
                  </a:moveTo>
                  <a:lnTo>
                    <a:pt x="7162070" y="1347260"/>
                  </a:lnTo>
                  <a:lnTo>
                    <a:pt x="7088310" y="1341587"/>
                  </a:lnTo>
                  <a:lnTo>
                    <a:pt x="7014550" y="1335747"/>
                  </a:lnTo>
                  <a:lnTo>
                    <a:pt x="6940789" y="1329735"/>
                  </a:lnTo>
                  <a:lnTo>
                    <a:pt x="6867029" y="1323546"/>
                  </a:lnTo>
                  <a:lnTo>
                    <a:pt x="6793269" y="1317175"/>
                  </a:lnTo>
                  <a:lnTo>
                    <a:pt x="6719509" y="1310616"/>
                  </a:lnTo>
                  <a:lnTo>
                    <a:pt x="6645749" y="1303864"/>
                  </a:lnTo>
                  <a:lnTo>
                    <a:pt x="6571989" y="1296913"/>
                  </a:lnTo>
                  <a:lnTo>
                    <a:pt x="6498229" y="1289758"/>
                  </a:lnTo>
                  <a:lnTo>
                    <a:pt x="6424469" y="1282392"/>
                  </a:lnTo>
                  <a:lnTo>
                    <a:pt x="6350709" y="1274809"/>
                  </a:lnTo>
                  <a:lnTo>
                    <a:pt x="6276949" y="1267002"/>
                  </a:lnTo>
                  <a:lnTo>
                    <a:pt x="6203189" y="1258966"/>
                  </a:lnTo>
                  <a:lnTo>
                    <a:pt x="6129429" y="1250693"/>
                  </a:lnTo>
                  <a:lnTo>
                    <a:pt x="6055669" y="1242177"/>
                  </a:lnTo>
                  <a:lnTo>
                    <a:pt x="5981909" y="1233409"/>
                  </a:lnTo>
                  <a:lnTo>
                    <a:pt x="5908149" y="1224384"/>
                  </a:lnTo>
                  <a:lnTo>
                    <a:pt x="5834389" y="1215093"/>
                  </a:lnTo>
                  <a:lnTo>
                    <a:pt x="5760629" y="1205528"/>
                  </a:lnTo>
                  <a:lnTo>
                    <a:pt x="5686869" y="1195681"/>
                  </a:lnTo>
                  <a:lnTo>
                    <a:pt x="5613109" y="1185545"/>
                  </a:lnTo>
                  <a:lnTo>
                    <a:pt x="5539349" y="1175110"/>
                  </a:lnTo>
                  <a:lnTo>
                    <a:pt x="5465589" y="1164368"/>
                  </a:lnTo>
                  <a:lnTo>
                    <a:pt x="5391829" y="1153309"/>
                  </a:lnTo>
                  <a:lnTo>
                    <a:pt x="5318069" y="1141925"/>
                  </a:lnTo>
                  <a:lnTo>
                    <a:pt x="5244309" y="1130205"/>
                  </a:lnTo>
                  <a:lnTo>
                    <a:pt x="5170549" y="1118141"/>
                  </a:lnTo>
                  <a:lnTo>
                    <a:pt x="5096789" y="1105721"/>
                  </a:lnTo>
                  <a:lnTo>
                    <a:pt x="5023029" y="1092935"/>
                  </a:lnTo>
                  <a:lnTo>
                    <a:pt x="4949269" y="1079773"/>
                  </a:lnTo>
                  <a:lnTo>
                    <a:pt x="4875509" y="1066224"/>
                  </a:lnTo>
                  <a:lnTo>
                    <a:pt x="4801749" y="1052275"/>
                  </a:lnTo>
                  <a:lnTo>
                    <a:pt x="4727989" y="1037916"/>
                  </a:lnTo>
                  <a:lnTo>
                    <a:pt x="4654229" y="1023133"/>
                  </a:lnTo>
                  <a:lnTo>
                    <a:pt x="4580469" y="1007916"/>
                  </a:lnTo>
                  <a:lnTo>
                    <a:pt x="4506709" y="992250"/>
                  </a:lnTo>
                  <a:lnTo>
                    <a:pt x="4432949" y="976123"/>
                  </a:lnTo>
                  <a:lnTo>
                    <a:pt x="4359189" y="959521"/>
                  </a:lnTo>
                  <a:lnTo>
                    <a:pt x="4285429" y="942431"/>
                  </a:lnTo>
                  <a:lnTo>
                    <a:pt x="4211669" y="924837"/>
                  </a:lnTo>
                  <a:lnTo>
                    <a:pt x="4137909" y="906725"/>
                  </a:lnTo>
                  <a:lnTo>
                    <a:pt x="4064149" y="888079"/>
                  </a:lnTo>
                  <a:lnTo>
                    <a:pt x="3990388" y="868884"/>
                  </a:lnTo>
                  <a:lnTo>
                    <a:pt x="3916628" y="849125"/>
                  </a:lnTo>
                  <a:lnTo>
                    <a:pt x="3842868" y="828783"/>
                  </a:lnTo>
                  <a:lnTo>
                    <a:pt x="3769108" y="807842"/>
                  </a:lnTo>
                  <a:lnTo>
                    <a:pt x="3695348" y="786285"/>
                  </a:lnTo>
                  <a:lnTo>
                    <a:pt x="3621588" y="764093"/>
                  </a:lnTo>
                  <a:lnTo>
                    <a:pt x="3547828" y="741247"/>
                  </a:lnTo>
                  <a:lnTo>
                    <a:pt x="3474068" y="717729"/>
                  </a:lnTo>
                  <a:lnTo>
                    <a:pt x="3400308" y="702774"/>
                  </a:lnTo>
                  <a:lnTo>
                    <a:pt x="3326548" y="691633"/>
                  </a:lnTo>
                  <a:lnTo>
                    <a:pt x="3252788" y="680343"/>
                  </a:lnTo>
                  <a:lnTo>
                    <a:pt x="3179028" y="668904"/>
                  </a:lnTo>
                  <a:lnTo>
                    <a:pt x="3105268" y="657312"/>
                  </a:lnTo>
                  <a:lnTo>
                    <a:pt x="3031508" y="645565"/>
                  </a:lnTo>
                  <a:lnTo>
                    <a:pt x="2957748" y="633663"/>
                  </a:lnTo>
                  <a:lnTo>
                    <a:pt x="2883988" y="621601"/>
                  </a:lnTo>
                  <a:lnTo>
                    <a:pt x="2810228" y="609380"/>
                  </a:lnTo>
                  <a:lnTo>
                    <a:pt x="2736468" y="596996"/>
                  </a:lnTo>
                  <a:lnTo>
                    <a:pt x="2662708" y="584446"/>
                  </a:lnTo>
                  <a:lnTo>
                    <a:pt x="2588948" y="571730"/>
                  </a:lnTo>
                  <a:lnTo>
                    <a:pt x="2515188" y="558845"/>
                  </a:lnTo>
                  <a:lnTo>
                    <a:pt x="2441428" y="545788"/>
                  </a:lnTo>
                  <a:lnTo>
                    <a:pt x="2367668" y="532558"/>
                  </a:lnTo>
                  <a:lnTo>
                    <a:pt x="2293908" y="519151"/>
                  </a:lnTo>
                  <a:lnTo>
                    <a:pt x="2220148" y="505566"/>
                  </a:lnTo>
                  <a:lnTo>
                    <a:pt x="2146388" y="491800"/>
                  </a:lnTo>
                  <a:lnTo>
                    <a:pt x="2072628" y="477851"/>
                  </a:lnTo>
                  <a:lnTo>
                    <a:pt x="1998868" y="463716"/>
                  </a:lnTo>
                  <a:lnTo>
                    <a:pt x="1925108" y="449393"/>
                  </a:lnTo>
                  <a:lnTo>
                    <a:pt x="1851348" y="434880"/>
                  </a:lnTo>
                  <a:lnTo>
                    <a:pt x="1777588" y="420173"/>
                  </a:lnTo>
                  <a:lnTo>
                    <a:pt x="1703828" y="405271"/>
                  </a:lnTo>
                  <a:lnTo>
                    <a:pt x="1630068" y="390170"/>
                  </a:lnTo>
                  <a:lnTo>
                    <a:pt x="1556308" y="374868"/>
                  </a:lnTo>
                  <a:lnTo>
                    <a:pt x="1482548" y="359363"/>
                  </a:lnTo>
                  <a:lnTo>
                    <a:pt x="1408788" y="343651"/>
                  </a:lnTo>
                  <a:lnTo>
                    <a:pt x="1335028" y="327730"/>
                  </a:lnTo>
                  <a:lnTo>
                    <a:pt x="1261268" y="311597"/>
                  </a:lnTo>
                  <a:lnTo>
                    <a:pt x="1187508" y="295250"/>
                  </a:lnTo>
                  <a:lnTo>
                    <a:pt x="1113747" y="278685"/>
                  </a:lnTo>
                  <a:lnTo>
                    <a:pt x="1039987" y="261900"/>
                  </a:lnTo>
                  <a:lnTo>
                    <a:pt x="966227" y="244891"/>
                  </a:lnTo>
                  <a:lnTo>
                    <a:pt x="892467" y="227656"/>
                  </a:lnTo>
                  <a:lnTo>
                    <a:pt x="818707" y="210191"/>
                  </a:lnTo>
                  <a:lnTo>
                    <a:pt x="744947" y="192494"/>
                  </a:lnTo>
                  <a:lnTo>
                    <a:pt x="671187" y="174561"/>
                  </a:lnTo>
                  <a:lnTo>
                    <a:pt x="597427" y="156390"/>
                  </a:lnTo>
                  <a:lnTo>
                    <a:pt x="523667" y="137977"/>
                  </a:lnTo>
                  <a:lnTo>
                    <a:pt x="449907" y="119319"/>
                  </a:lnTo>
                  <a:lnTo>
                    <a:pt x="376147" y="100413"/>
                  </a:lnTo>
                  <a:lnTo>
                    <a:pt x="302387" y="81254"/>
                  </a:lnTo>
                  <a:lnTo>
                    <a:pt x="228627" y="61841"/>
                  </a:lnTo>
                  <a:lnTo>
                    <a:pt x="154867" y="42170"/>
                  </a:lnTo>
                  <a:lnTo>
                    <a:pt x="81107" y="22237"/>
                  </a:lnTo>
                  <a:lnTo>
                    <a:pt x="7347" y="203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17517" y="3328499"/>
              <a:ext cx="7235830" cy="1948087"/>
            </a:xfrm>
            <a:custGeom>
              <a:avLst/>
              <a:pathLst>
                <a:path w="7235830" h="1948087">
                  <a:moveTo>
                    <a:pt x="0" y="0"/>
                  </a:moveTo>
                  <a:lnTo>
                    <a:pt x="7347" y="4729"/>
                  </a:lnTo>
                  <a:lnTo>
                    <a:pt x="81107" y="51211"/>
                  </a:lnTo>
                  <a:lnTo>
                    <a:pt x="154867" y="96722"/>
                  </a:lnTo>
                  <a:lnTo>
                    <a:pt x="228627" y="141281"/>
                  </a:lnTo>
                  <a:lnTo>
                    <a:pt x="302387" y="184910"/>
                  </a:lnTo>
                  <a:lnTo>
                    <a:pt x="376147" y="227626"/>
                  </a:lnTo>
                  <a:lnTo>
                    <a:pt x="449907" y="269450"/>
                  </a:lnTo>
                  <a:lnTo>
                    <a:pt x="523667" y="310399"/>
                  </a:lnTo>
                  <a:lnTo>
                    <a:pt x="597427" y="350493"/>
                  </a:lnTo>
                  <a:lnTo>
                    <a:pt x="671187" y="389749"/>
                  </a:lnTo>
                  <a:lnTo>
                    <a:pt x="744947" y="428184"/>
                  </a:lnTo>
                  <a:lnTo>
                    <a:pt x="818707" y="465816"/>
                  </a:lnTo>
                  <a:lnTo>
                    <a:pt x="892467" y="502662"/>
                  </a:lnTo>
                  <a:lnTo>
                    <a:pt x="966227" y="538737"/>
                  </a:lnTo>
                  <a:lnTo>
                    <a:pt x="1039987" y="574059"/>
                  </a:lnTo>
                  <a:lnTo>
                    <a:pt x="1113747" y="608642"/>
                  </a:lnTo>
                  <a:lnTo>
                    <a:pt x="1187508" y="642502"/>
                  </a:lnTo>
                  <a:lnTo>
                    <a:pt x="1261268" y="675655"/>
                  </a:lnTo>
                  <a:lnTo>
                    <a:pt x="1335028" y="708115"/>
                  </a:lnTo>
                  <a:lnTo>
                    <a:pt x="1408788" y="739896"/>
                  </a:lnTo>
                  <a:lnTo>
                    <a:pt x="1482548" y="771013"/>
                  </a:lnTo>
                  <a:lnTo>
                    <a:pt x="1556308" y="801480"/>
                  </a:lnTo>
                  <a:lnTo>
                    <a:pt x="1630068" y="831310"/>
                  </a:lnTo>
                  <a:lnTo>
                    <a:pt x="1703828" y="860517"/>
                  </a:lnTo>
                  <a:lnTo>
                    <a:pt x="1777588" y="889113"/>
                  </a:lnTo>
                  <a:lnTo>
                    <a:pt x="1851348" y="917112"/>
                  </a:lnTo>
                  <a:lnTo>
                    <a:pt x="1925108" y="944525"/>
                  </a:lnTo>
                  <a:lnTo>
                    <a:pt x="1998868" y="971366"/>
                  </a:lnTo>
                  <a:lnTo>
                    <a:pt x="2072628" y="997645"/>
                  </a:lnTo>
                  <a:lnTo>
                    <a:pt x="2146388" y="1023375"/>
                  </a:lnTo>
                  <a:lnTo>
                    <a:pt x="2220148" y="1048568"/>
                  </a:lnTo>
                  <a:lnTo>
                    <a:pt x="2293908" y="1073234"/>
                  </a:lnTo>
                  <a:lnTo>
                    <a:pt x="2367668" y="1097384"/>
                  </a:lnTo>
                  <a:lnTo>
                    <a:pt x="2441428" y="1121030"/>
                  </a:lnTo>
                  <a:lnTo>
                    <a:pt x="2515188" y="1144181"/>
                  </a:lnTo>
                  <a:lnTo>
                    <a:pt x="2588948" y="1166849"/>
                  </a:lnTo>
                  <a:lnTo>
                    <a:pt x="2662708" y="1189043"/>
                  </a:lnTo>
                  <a:lnTo>
                    <a:pt x="2736468" y="1210773"/>
                  </a:lnTo>
                  <a:lnTo>
                    <a:pt x="2810228" y="1232048"/>
                  </a:lnTo>
                  <a:lnTo>
                    <a:pt x="2883988" y="1252880"/>
                  </a:lnTo>
                  <a:lnTo>
                    <a:pt x="2957748" y="1273275"/>
                  </a:lnTo>
                  <a:lnTo>
                    <a:pt x="3031508" y="1293245"/>
                  </a:lnTo>
                  <a:lnTo>
                    <a:pt x="3105268" y="1312797"/>
                  </a:lnTo>
                  <a:lnTo>
                    <a:pt x="3179028" y="1331941"/>
                  </a:lnTo>
                  <a:lnTo>
                    <a:pt x="3252788" y="1350684"/>
                  </a:lnTo>
                  <a:lnTo>
                    <a:pt x="3326548" y="1369036"/>
                  </a:lnTo>
                  <a:lnTo>
                    <a:pt x="3400308" y="1387004"/>
                  </a:lnTo>
                  <a:lnTo>
                    <a:pt x="3474068" y="1404596"/>
                  </a:lnTo>
                  <a:lnTo>
                    <a:pt x="3547828" y="1421821"/>
                  </a:lnTo>
                  <a:lnTo>
                    <a:pt x="3621588" y="1438686"/>
                  </a:lnTo>
                  <a:lnTo>
                    <a:pt x="3695348" y="1455199"/>
                  </a:lnTo>
                  <a:lnTo>
                    <a:pt x="3769108" y="1471366"/>
                  </a:lnTo>
                  <a:lnTo>
                    <a:pt x="3842868" y="1487195"/>
                  </a:lnTo>
                  <a:lnTo>
                    <a:pt x="3916628" y="1502694"/>
                  </a:lnTo>
                  <a:lnTo>
                    <a:pt x="3990388" y="1517868"/>
                  </a:lnTo>
                  <a:lnTo>
                    <a:pt x="4064149" y="1532726"/>
                  </a:lnTo>
                  <a:lnTo>
                    <a:pt x="4137909" y="1547273"/>
                  </a:lnTo>
                  <a:lnTo>
                    <a:pt x="4211669" y="1561516"/>
                  </a:lnTo>
                  <a:lnTo>
                    <a:pt x="4285429" y="1575461"/>
                  </a:lnTo>
                  <a:lnTo>
                    <a:pt x="4359189" y="1589115"/>
                  </a:lnTo>
                  <a:lnTo>
                    <a:pt x="4432949" y="1602483"/>
                  </a:lnTo>
                  <a:lnTo>
                    <a:pt x="4506709" y="1615572"/>
                  </a:lnTo>
                  <a:lnTo>
                    <a:pt x="4580469" y="1628388"/>
                  </a:lnTo>
                  <a:lnTo>
                    <a:pt x="4654229" y="1640935"/>
                  </a:lnTo>
                  <a:lnTo>
                    <a:pt x="4727989" y="1653221"/>
                  </a:lnTo>
                  <a:lnTo>
                    <a:pt x="4801749" y="1665249"/>
                  </a:lnTo>
                  <a:lnTo>
                    <a:pt x="4875509" y="1677027"/>
                  </a:lnTo>
                  <a:lnTo>
                    <a:pt x="4949269" y="1688558"/>
                  </a:lnTo>
                  <a:lnTo>
                    <a:pt x="5023029" y="1699848"/>
                  </a:lnTo>
                  <a:lnTo>
                    <a:pt x="5096789" y="1710902"/>
                  </a:lnTo>
                  <a:lnTo>
                    <a:pt x="5170549" y="1721725"/>
                  </a:lnTo>
                  <a:lnTo>
                    <a:pt x="5244309" y="1732322"/>
                  </a:lnTo>
                  <a:lnTo>
                    <a:pt x="5318069" y="1742697"/>
                  </a:lnTo>
                  <a:lnTo>
                    <a:pt x="5391829" y="1752856"/>
                  </a:lnTo>
                  <a:lnTo>
                    <a:pt x="5465589" y="1762802"/>
                  </a:lnTo>
                  <a:lnTo>
                    <a:pt x="5539349" y="1772540"/>
                  </a:lnTo>
                  <a:lnTo>
                    <a:pt x="5613109" y="1782075"/>
                  </a:lnTo>
                  <a:lnTo>
                    <a:pt x="5686869" y="1791411"/>
                  </a:lnTo>
                  <a:lnTo>
                    <a:pt x="5760629" y="1800551"/>
                  </a:lnTo>
                  <a:lnTo>
                    <a:pt x="5834389" y="1809501"/>
                  </a:lnTo>
                  <a:lnTo>
                    <a:pt x="5908149" y="1818263"/>
                  </a:lnTo>
                  <a:lnTo>
                    <a:pt x="5981909" y="1826842"/>
                  </a:lnTo>
                  <a:lnTo>
                    <a:pt x="6055669" y="1835242"/>
                  </a:lnTo>
                  <a:lnTo>
                    <a:pt x="6129429" y="1843466"/>
                  </a:lnTo>
                  <a:lnTo>
                    <a:pt x="6203189" y="1851519"/>
                  </a:lnTo>
                  <a:lnTo>
                    <a:pt x="6276949" y="1859403"/>
                  </a:lnTo>
                  <a:lnTo>
                    <a:pt x="6350709" y="1867122"/>
                  </a:lnTo>
                  <a:lnTo>
                    <a:pt x="6424469" y="1874680"/>
                  </a:lnTo>
                  <a:lnTo>
                    <a:pt x="6498229" y="1882081"/>
                  </a:lnTo>
                  <a:lnTo>
                    <a:pt x="6571989" y="1889326"/>
                  </a:lnTo>
                  <a:lnTo>
                    <a:pt x="6645749" y="1896420"/>
                  </a:lnTo>
                  <a:lnTo>
                    <a:pt x="6719509" y="1903366"/>
                  </a:lnTo>
                  <a:lnTo>
                    <a:pt x="6793269" y="1910166"/>
                  </a:lnTo>
                  <a:lnTo>
                    <a:pt x="6867029" y="1916825"/>
                  </a:lnTo>
                  <a:lnTo>
                    <a:pt x="6940789" y="1923344"/>
                  </a:lnTo>
                  <a:lnTo>
                    <a:pt x="7014550" y="1929727"/>
                  </a:lnTo>
                  <a:lnTo>
                    <a:pt x="7088310" y="1935977"/>
                  </a:lnTo>
                  <a:lnTo>
                    <a:pt x="7162070" y="1942096"/>
                  </a:lnTo>
                  <a:lnTo>
                    <a:pt x="7235830" y="194808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691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3442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2075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070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431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98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46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710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5733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1.29 (1.17-1.42), p_Bonf = &lt;0.001 (n = 6)  |  per IQR decline (Δ = 29.3 %): 2.10 (1.59-2.78)  |  IQR: [-14.6, 14.7]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49181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(Sherley adjusters)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2026-09-28T16:57:52Z</dcterms:modified>
  <cp:category/>
</cp:coreProperties>
</file>