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901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31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19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12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5537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60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2015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9424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6833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3013193"/>
              <a:ext cx="7090630" cy="2063939"/>
            </a:xfrm>
            <a:custGeom>
              <a:avLst/>
              <a:pathLst>
                <a:path w="7090630" h="2063939">
                  <a:moveTo>
                    <a:pt x="0" y="0"/>
                  </a:moveTo>
                  <a:lnTo>
                    <a:pt x="71622" y="42491"/>
                  </a:lnTo>
                  <a:lnTo>
                    <a:pt x="143245" y="84273"/>
                  </a:lnTo>
                  <a:lnTo>
                    <a:pt x="214867" y="125357"/>
                  </a:lnTo>
                  <a:lnTo>
                    <a:pt x="286490" y="165754"/>
                  </a:lnTo>
                  <a:lnTo>
                    <a:pt x="358112" y="205477"/>
                  </a:lnTo>
                  <a:lnTo>
                    <a:pt x="429735" y="244537"/>
                  </a:lnTo>
                  <a:lnTo>
                    <a:pt x="501357" y="282944"/>
                  </a:lnTo>
                  <a:lnTo>
                    <a:pt x="572980" y="320709"/>
                  </a:lnTo>
                  <a:lnTo>
                    <a:pt x="644602" y="357844"/>
                  </a:lnTo>
                  <a:lnTo>
                    <a:pt x="716225" y="394359"/>
                  </a:lnTo>
                  <a:lnTo>
                    <a:pt x="787847" y="430264"/>
                  </a:lnTo>
                  <a:lnTo>
                    <a:pt x="859470" y="465569"/>
                  </a:lnTo>
                  <a:lnTo>
                    <a:pt x="931092" y="500284"/>
                  </a:lnTo>
                  <a:lnTo>
                    <a:pt x="1002715" y="534420"/>
                  </a:lnTo>
                  <a:lnTo>
                    <a:pt x="1074337" y="567985"/>
                  </a:lnTo>
                  <a:lnTo>
                    <a:pt x="1145960" y="600990"/>
                  </a:lnTo>
                  <a:lnTo>
                    <a:pt x="1217582" y="633443"/>
                  </a:lnTo>
                  <a:lnTo>
                    <a:pt x="1289205" y="665355"/>
                  </a:lnTo>
                  <a:lnTo>
                    <a:pt x="1360827" y="696733"/>
                  </a:lnTo>
                  <a:lnTo>
                    <a:pt x="1432450" y="727588"/>
                  </a:lnTo>
                  <a:lnTo>
                    <a:pt x="1504073" y="757927"/>
                  </a:lnTo>
                  <a:lnTo>
                    <a:pt x="1575695" y="787759"/>
                  </a:lnTo>
                  <a:lnTo>
                    <a:pt x="1647318" y="817093"/>
                  </a:lnTo>
                  <a:lnTo>
                    <a:pt x="1718940" y="845937"/>
                  </a:lnTo>
                  <a:lnTo>
                    <a:pt x="1790563" y="874300"/>
                  </a:lnTo>
                  <a:lnTo>
                    <a:pt x="1862185" y="902188"/>
                  </a:lnTo>
                  <a:lnTo>
                    <a:pt x="1933808" y="929611"/>
                  </a:lnTo>
                  <a:lnTo>
                    <a:pt x="2005430" y="956576"/>
                  </a:lnTo>
                  <a:lnTo>
                    <a:pt x="2077053" y="983091"/>
                  </a:lnTo>
                  <a:lnTo>
                    <a:pt x="2148675" y="1009162"/>
                  </a:lnTo>
                  <a:lnTo>
                    <a:pt x="2220298" y="1034798"/>
                  </a:lnTo>
                  <a:lnTo>
                    <a:pt x="2291920" y="1060006"/>
                  </a:lnTo>
                  <a:lnTo>
                    <a:pt x="2363543" y="1084793"/>
                  </a:lnTo>
                  <a:lnTo>
                    <a:pt x="2435165" y="1109166"/>
                  </a:lnTo>
                  <a:lnTo>
                    <a:pt x="2506788" y="1133132"/>
                  </a:lnTo>
                  <a:lnTo>
                    <a:pt x="2578410" y="1156698"/>
                  </a:lnTo>
                  <a:lnTo>
                    <a:pt x="2650033" y="1179870"/>
                  </a:lnTo>
                  <a:lnTo>
                    <a:pt x="2721655" y="1202655"/>
                  </a:lnTo>
                  <a:lnTo>
                    <a:pt x="2793278" y="1225059"/>
                  </a:lnTo>
                  <a:lnTo>
                    <a:pt x="2864901" y="1247089"/>
                  </a:lnTo>
                  <a:lnTo>
                    <a:pt x="2936523" y="1268751"/>
                  </a:lnTo>
                  <a:lnTo>
                    <a:pt x="3008146" y="1290052"/>
                  </a:lnTo>
                  <a:lnTo>
                    <a:pt x="3079768" y="1310996"/>
                  </a:lnTo>
                  <a:lnTo>
                    <a:pt x="3151391" y="1331591"/>
                  </a:lnTo>
                  <a:lnTo>
                    <a:pt x="3223013" y="1351842"/>
                  </a:lnTo>
                  <a:lnTo>
                    <a:pt x="3294636" y="1371755"/>
                  </a:lnTo>
                  <a:lnTo>
                    <a:pt x="3366258" y="1391335"/>
                  </a:lnTo>
                  <a:lnTo>
                    <a:pt x="3437881" y="1410588"/>
                  </a:lnTo>
                  <a:lnTo>
                    <a:pt x="3509503" y="1429519"/>
                  </a:lnTo>
                  <a:lnTo>
                    <a:pt x="3581126" y="1448135"/>
                  </a:lnTo>
                  <a:lnTo>
                    <a:pt x="3652748" y="1466439"/>
                  </a:lnTo>
                  <a:lnTo>
                    <a:pt x="3724371" y="1484438"/>
                  </a:lnTo>
                  <a:lnTo>
                    <a:pt x="3795993" y="1502136"/>
                  </a:lnTo>
                  <a:lnTo>
                    <a:pt x="3867616" y="1519538"/>
                  </a:lnTo>
                  <a:lnTo>
                    <a:pt x="3939238" y="1536650"/>
                  </a:lnTo>
                  <a:lnTo>
                    <a:pt x="4010861" y="1553476"/>
                  </a:lnTo>
                  <a:lnTo>
                    <a:pt x="4082483" y="1570021"/>
                  </a:lnTo>
                  <a:lnTo>
                    <a:pt x="4154106" y="1586289"/>
                  </a:lnTo>
                  <a:lnTo>
                    <a:pt x="4225729" y="1602286"/>
                  </a:lnTo>
                  <a:lnTo>
                    <a:pt x="4297351" y="1618016"/>
                  </a:lnTo>
                  <a:lnTo>
                    <a:pt x="4368974" y="1633483"/>
                  </a:lnTo>
                  <a:lnTo>
                    <a:pt x="4440596" y="1648691"/>
                  </a:lnTo>
                  <a:lnTo>
                    <a:pt x="4512219" y="1663646"/>
                  </a:lnTo>
                  <a:lnTo>
                    <a:pt x="4583841" y="1678351"/>
                  </a:lnTo>
                  <a:lnTo>
                    <a:pt x="4655464" y="1692810"/>
                  </a:lnTo>
                  <a:lnTo>
                    <a:pt x="4727086" y="1707027"/>
                  </a:lnTo>
                  <a:lnTo>
                    <a:pt x="4798709" y="1715687"/>
                  </a:lnTo>
                  <a:lnTo>
                    <a:pt x="4870331" y="1718057"/>
                  </a:lnTo>
                  <a:lnTo>
                    <a:pt x="4941954" y="1720420"/>
                  </a:lnTo>
                  <a:lnTo>
                    <a:pt x="5013576" y="1722776"/>
                  </a:lnTo>
                  <a:lnTo>
                    <a:pt x="5085199" y="1725126"/>
                  </a:lnTo>
                  <a:lnTo>
                    <a:pt x="5156821" y="1727468"/>
                  </a:lnTo>
                  <a:lnTo>
                    <a:pt x="5228444" y="1729805"/>
                  </a:lnTo>
                  <a:lnTo>
                    <a:pt x="5300066" y="1732134"/>
                  </a:lnTo>
                  <a:lnTo>
                    <a:pt x="5371689" y="1734457"/>
                  </a:lnTo>
                  <a:lnTo>
                    <a:pt x="5443311" y="1736773"/>
                  </a:lnTo>
                  <a:lnTo>
                    <a:pt x="5514934" y="1739082"/>
                  </a:lnTo>
                  <a:lnTo>
                    <a:pt x="5586557" y="1741385"/>
                  </a:lnTo>
                  <a:lnTo>
                    <a:pt x="5658179" y="1743681"/>
                  </a:lnTo>
                  <a:lnTo>
                    <a:pt x="5729802" y="1745971"/>
                  </a:lnTo>
                  <a:lnTo>
                    <a:pt x="5801424" y="1748254"/>
                  </a:lnTo>
                  <a:lnTo>
                    <a:pt x="5873047" y="1750531"/>
                  </a:lnTo>
                  <a:lnTo>
                    <a:pt x="5944669" y="1752801"/>
                  </a:lnTo>
                  <a:lnTo>
                    <a:pt x="6016292" y="1755064"/>
                  </a:lnTo>
                  <a:lnTo>
                    <a:pt x="6087914" y="1757321"/>
                  </a:lnTo>
                  <a:lnTo>
                    <a:pt x="6159537" y="1759572"/>
                  </a:lnTo>
                  <a:lnTo>
                    <a:pt x="6231159" y="1761816"/>
                  </a:lnTo>
                  <a:lnTo>
                    <a:pt x="6302782" y="1764054"/>
                  </a:lnTo>
                  <a:lnTo>
                    <a:pt x="6374404" y="1766286"/>
                  </a:lnTo>
                  <a:lnTo>
                    <a:pt x="6446027" y="1768511"/>
                  </a:lnTo>
                  <a:lnTo>
                    <a:pt x="6517649" y="1770729"/>
                  </a:lnTo>
                  <a:lnTo>
                    <a:pt x="6589272" y="1772942"/>
                  </a:lnTo>
                  <a:lnTo>
                    <a:pt x="6660894" y="1775148"/>
                  </a:lnTo>
                  <a:lnTo>
                    <a:pt x="6732517" y="1777347"/>
                  </a:lnTo>
                  <a:lnTo>
                    <a:pt x="6804139" y="1779541"/>
                  </a:lnTo>
                  <a:lnTo>
                    <a:pt x="6875762" y="1781728"/>
                  </a:lnTo>
                  <a:lnTo>
                    <a:pt x="6947385" y="1783908"/>
                  </a:lnTo>
                  <a:lnTo>
                    <a:pt x="7019007" y="1786083"/>
                  </a:lnTo>
                  <a:lnTo>
                    <a:pt x="7090630" y="1788251"/>
                  </a:lnTo>
                  <a:lnTo>
                    <a:pt x="7090630" y="2063939"/>
                  </a:lnTo>
                  <a:lnTo>
                    <a:pt x="7019007" y="2055784"/>
                  </a:lnTo>
                  <a:lnTo>
                    <a:pt x="6947385" y="2047490"/>
                  </a:lnTo>
                  <a:lnTo>
                    <a:pt x="6875762" y="2039055"/>
                  </a:lnTo>
                  <a:lnTo>
                    <a:pt x="6804139" y="2030478"/>
                  </a:lnTo>
                  <a:lnTo>
                    <a:pt x="6732517" y="2021754"/>
                  </a:lnTo>
                  <a:lnTo>
                    <a:pt x="6660894" y="2012882"/>
                  </a:lnTo>
                  <a:lnTo>
                    <a:pt x="6589272" y="2003860"/>
                  </a:lnTo>
                  <a:lnTo>
                    <a:pt x="6517649" y="1994684"/>
                  </a:lnTo>
                  <a:lnTo>
                    <a:pt x="6446027" y="1985352"/>
                  </a:lnTo>
                  <a:lnTo>
                    <a:pt x="6374404" y="1975862"/>
                  </a:lnTo>
                  <a:lnTo>
                    <a:pt x="6302782" y="1966211"/>
                  </a:lnTo>
                  <a:lnTo>
                    <a:pt x="6231159" y="1956396"/>
                  </a:lnTo>
                  <a:lnTo>
                    <a:pt x="6159537" y="1946414"/>
                  </a:lnTo>
                  <a:lnTo>
                    <a:pt x="6087914" y="1936262"/>
                  </a:lnTo>
                  <a:lnTo>
                    <a:pt x="6016292" y="1925938"/>
                  </a:lnTo>
                  <a:lnTo>
                    <a:pt x="5944669" y="1915439"/>
                  </a:lnTo>
                  <a:lnTo>
                    <a:pt x="5873047" y="1904761"/>
                  </a:lnTo>
                  <a:lnTo>
                    <a:pt x="5801424" y="1893902"/>
                  </a:lnTo>
                  <a:lnTo>
                    <a:pt x="5729802" y="1882859"/>
                  </a:lnTo>
                  <a:lnTo>
                    <a:pt x="5658179" y="1871628"/>
                  </a:lnTo>
                  <a:lnTo>
                    <a:pt x="5586557" y="1860206"/>
                  </a:lnTo>
                  <a:lnTo>
                    <a:pt x="5514934" y="1848590"/>
                  </a:lnTo>
                  <a:lnTo>
                    <a:pt x="5443311" y="1836777"/>
                  </a:lnTo>
                  <a:lnTo>
                    <a:pt x="5371689" y="1824763"/>
                  </a:lnTo>
                  <a:lnTo>
                    <a:pt x="5300066" y="1812545"/>
                  </a:lnTo>
                  <a:lnTo>
                    <a:pt x="5228444" y="1800120"/>
                  </a:lnTo>
                  <a:lnTo>
                    <a:pt x="5156821" y="1787483"/>
                  </a:lnTo>
                  <a:lnTo>
                    <a:pt x="5085199" y="1774632"/>
                  </a:lnTo>
                  <a:lnTo>
                    <a:pt x="5013576" y="1761563"/>
                  </a:lnTo>
                  <a:lnTo>
                    <a:pt x="4941954" y="1748272"/>
                  </a:lnTo>
                  <a:lnTo>
                    <a:pt x="4870331" y="1734754"/>
                  </a:lnTo>
                  <a:lnTo>
                    <a:pt x="4798709" y="1721008"/>
                  </a:lnTo>
                  <a:lnTo>
                    <a:pt x="4727086" y="1713311"/>
                  </a:lnTo>
                  <a:lnTo>
                    <a:pt x="4655464" y="1710927"/>
                  </a:lnTo>
                  <a:lnTo>
                    <a:pt x="4583841" y="1708537"/>
                  </a:lnTo>
                  <a:lnTo>
                    <a:pt x="4512219" y="1706140"/>
                  </a:lnTo>
                  <a:lnTo>
                    <a:pt x="4440596" y="1703736"/>
                  </a:lnTo>
                  <a:lnTo>
                    <a:pt x="4368974" y="1701325"/>
                  </a:lnTo>
                  <a:lnTo>
                    <a:pt x="4297351" y="1698907"/>
                  </a:lnTo>
                  <a:lnTo>
                    <a:pt x="4225729" y="1696483"/>
                  </a:lnTo>
                  <a:lnTo>
                    <a:pt x="4154106" y="1694051"/>
                  </a:lnTo>
                  <a:lnTo>
                    <a:pt x="4082483" y="1691612"/>
                  </a:lnTo>
                  <a:lnTo>
                    <a:pt x="4010861" y="1689167"/>
                  </a:lnTo>
                  <a:lnTo>
                    <a:pt x="3939238" y="1686714"/>
                  </a:lnTo>
                  <a:lnTo>
                    <a:pt x="3867616" y="1684254"/>
                  </a:lnTo>
                  <a:lnTo>
                    <a:pt x="3795993" y="1681788"/>
                  </a:lnTo>
                  <a:lnTo>
                    <a:pt x="3724371" y="1679314"/>
                  </a:lnTo>
                  <a:lnTo>
                    <a:pt x="3652748" y="1676833"/>
                  </a:lnTo>
                  <a:lnTo>
                    <a:pt x="3581126" y="1674345"/>
                  </a:lnTo>
                  <a:lnTo>
                    <a:pt x="3509503" y="1671850"/>
                  </a:lnTo>
                  <a:lnTo>
                    <a:pt x="3437881" y="1669347"/>
                  </a:lnTo>
                  <a:lnTo>
                    <a:pt x="3366258" y="1666838"/>
                  </a:lnTo>
                  <a:lnTo>
                    <a:pt x="3294636" y="1664321"/>
                  </a:lnTo>
                  <a:lnTo>
                    <a:pt x="3223013" y="1661797"/>
                  </a:lnTo>
                  <a:lnTo>
                    <a:pt x="3151391" y="1659266"/>
                  </a:lnTo>
                  <a:lnTo>
                    <a:pt x="3079768" y="1656728"/>
                  </a:lnTo>
                  <a:lnTo>
                    <a:pt x="3008146" y="1654182"/>
                  </a:lnTo>
                  <a:lnTo>
                    <a:pt x="2936523" y="1651629"/>
                  </a:lnTo>
                  <a:lnTo>
                    <a:pt x="2864901" y="1649069"/>
                  </a:lnTo>
                  <a:lnTo>
                    <a:pt x="2793278" y="1646501"/>
                  </a:lnTo>
                  <a:lnTo>
                    <a:pt x="2721655" y="1643926"/>
                  </a:lnTo>
                  <a:lnTo>
                    <a:pt x="2650033" y="1641343"/>
                  </a:lnTo>
                  <a:lnTo>
                    <a:pt x="2578410" y="1638753"/>
                  </a:lnTo>
                  <a:lnTo>
                    <a:pt x="2506788" y="1636156"/>
                  </a:lnTo>
                  <a:lnTo>
                    <a:pt x="2435165" y="1633551"/>
                  </a:lnTo>
                  <a:lnTo>
                    <a:pt x="2363543" y="1630939"/>
                  </a:lnTo>
                  <a:lnTo>
                    <a:pt x="2291920" y="1628320"/>
                  </a:lnTo>
                  <a:lnTo>
                    <a:pt x="2220298" y="1625692"/>
                  </a:lnTo>
                  <a:lnTo>
                    <a:pt x="2148675" y="1623058"/>
                  </a:lnTo>
                  <a:lnTo>
                    <a:pt x="2077053" y="1620415"/>
                  </a:lnTo>
                  <a:lnTo>
                    <a:pt x="2005430" y="1617765"/>
                  </a:lnTo>
                  <a:lnTo>
                    <a:pt x="1933808" y="1615108"/>
                  </a:lnTo>
                  <a:lnTo>
                    <a:pt x="1862185" y="1612443"/>
                  </a:lnTo>
                  <a:lnTo>
                    <a:pt x="1790563" y="1609770"/>
                  </a:lnTo>
                  <a:lnTo>
                    <a:pt x="1718940" y="1607089"/>
                  </a:lnTo>
                  <a:lnTo>
                    <a:pt x="1647318" y="1604401"/>
                  </a:lnTo>
                  <a:lnTo>
                    <a:pt x="1575695" y="1601706"/>
                  </a:lnTo>
                  <a:lnTo>
                    <a:pt x="1504073" y="1599002"/>
                  </a:lnTo>
                  <a:lnTo>
                    <a:pt x="1432450" y="1596291"/>
                  </a:lnTo>
                  <a:lnTo>
                    <a:pt x="1360827" y="1593571"/>
                  </a:lnTo>
                  <a:lnTo>
                    <a:pt x="1289205" y="1590845"/>
                  </a:lnTo>
                  <a:lnTo>
                    <a:pt x="1217582" y="1588110"/>
                  </a:lnTo>
                  <a:lnTo>
                    <a:pt x="1145960" y="1585367"/>
                  </a:lnTo>
                  <a:lnTo>
                    <a:pt x="1074337" y="1582617"/>
                  </a:lnTo>
                  <a:lnTo>
                    <a:pt x="1002715" y="1579858"/>
                  </a:lnTo>
                  <a:lnTo>
                    <a:pt x="931092" y="1577092"/>
                  </a:lnTo>
                  <a:lnTo>
                    <a:pt x="859470" y="1574318"/>
                  </a:lnTo>
                  <a:lnTo>
                    <a:pt x="787847" y="1571536"/>
                  </a:lnTo>
                  <a:lnTo>
                    <a:pt x="716225" y="1568746"/>
                  </a:lnTo>
                  <a:lnTo>
                    <a:pt x="644602" y="1565948"/>
                  </a:lnTo>
                  <a:lnTo>
                    <a:pt x="572980" y="1563141"/>
                  </a:lnTo>
                  <a:lnTo>
                    <a:pt x="501357" y="1560327"/>
                  </a:lnTo>
                  <a:lnTo>
                    <a:pt x="429735" y="1557505"/>
                  </a:lnTo>
                  <a:lnTo>
                    <a:pt x="358112" y="1554675"/>
                  </a:lnTo>
                  <a:lnTo>
                    <a:pt x="286490" y="1551836"/>
                  </a:lnTo>
                  <a:lnTo>
                    <a:pt x="214867" y="1548989"/>
                  </a:lnTo>
                  <a:lnTo>
                    <a:pt x="143245" y="1546135"/>
                  </a:lnTo>
                  <a:lnTo>
                    <a:pt x="71622" y="1543272"/>
                  </a:lnTo>
                  <a:lnTo>
                    <a:pt x="0" y="154040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013193"/>
              <a:ext cx="7090630" cy="1788251"/>
            </a:xfrm>
            <a:custGeom>
              <a:avLst/>
              <a:pathLst>
                <a:path w="7090630" h="1788251">
                  <a:moveTo>
                    <a:pt x="0" y="0"/>
                  </a:moveTo>
                  <a:lnTo>
                    <a:pt x="71622" y="42491"/>
                  </a:lnTo>
                  <a:lnTo>
                    <a:pt x="143245" y="84273"/>
                  </a:lnTo>
                  <a:lnTo>
                    <a:pt x="214867" y="125357"/>
                  </a:lnTo>
                  <a:lnTo>
                    <a:pt x="286490" y="165754"/>
                  </a:lnTo>
                  <a:lnTo>
                    <a:pt x="358112" y="205477"/>
                  </a:lnTo>
                  <a:lnTo>
                    <a:pt x="429735" y="244537"/>
                  </a:lnTo>
                  <a:lnTo>
                    <a:pt x="501357" y="282944"/>
                  </a:lnTo>
                  <a:lnTo>
                    <a:pt x="572980" y="320709"/>
                  </a:lnTo>
                  <a:lnTo>
                    <a:pt x="644602" y="357844"/>
                  </a:lnTo>
                  <a:lnTo>
                    <a:pt x="716225" y="394359"/>
                  </a:lnTo>
                  <a:lnTo>
                    <a:pt x="787847" y="430264"/>
                  </a:lnTo>
                  <a:lnTo>
                    <a:pt x="859470" y="465569"/>
                  </a:lnTo>
                  <a:lnTo>
                    <a:pt x="931092" y="500284"/>
                  </a:lnTo>
                  <a:lnTo>
                    <a:pt x="1002715" y="534420"/>
                  </a:lnTo>
                  <a:lnTo>
                    <a:pt x="1074337" y="567985"/>
                  </a:lnTo>
                  <a:lnTo>
                    <a:pt x="1145960" y="600990"/>
                  </a:lnTo>
                  <a:lnTo>
                    <a:pt x="1217582" y="633443"/>
                  </a:lnTo>
                  <a:lnTo>
                    <a:pt x="1289205" y="665355"/>
                  </a:lnTo>
                  <a:lnTo>
                    <a:pt x="1360827" y="696733"/>
                  </a:lnTo>
                  <a:lnTo>
                    <a:pt x="1432450" y="727588"/>
                  </a:lnTo>
                  <a:lnTo>
                    <a:pt x="1504073" y="757927"/>
                  </a:lnTo>
                  <a:lnTo>
                    <a:pt x="1575695" y="787759"/>
                  </a:lnTo>
                  <a:lnTo>
                    <a:pt x="1647318" y="817093"/>
                  </a:lnTo>
                  <a:lnTo>
                    <a:pt x="1718940" y="845937"/>
                  </a:lnTo>
                  <a:lnTo>
                    <a:pt x="1790563" y="874300"/>
                  </a:lnTo>
                  <a:lnTo>
                    <a:pt x="1862185" y="902188"/>
                  </a:lnTo>
                  <a:lnTo>
                    <a:pt x="1933808" y="929611"/>
                  </a:lnTo>
                  <a:lnTo>
                    <a:pt x="2005430" y="956576"/>
                  </a:lnTo>
                  <a:lnTo>
                    <a:pt x="2077053" y="983091"/>
                  </a:lnTo>
                  <a:lnTo>
                    <a:pt x="2148675" y="1009162"/>
                  </a:lnTo>
                  <a:lnTo>
                    <a:pt x="2220298" y="1034798"/>
                  </a:lnTo>
                  <a:lnTo>
                    <a:pt x="2291920" y="1060006"/>
                  </a:lnTo>
                  <a:lnTo>
                    <a:pt x="2363543" y="1084793"/>
                  </a:lnTo>
                  <a:lnTo>
                    <a:pt x="2435165" y="1109166"/>
                  </a:lnTo>
                  <a:lnTo>
                    <a:pt x="2506788" y="1133132"/>
                  </a:lnTo>
                  <a:lnTo>
                    <a:pt x="2578410" y="1156698"/>
                  </a:lnTo>
                  <a:lnTo>
                    <a:pt x="2650033" y="1179870"/>
                  </a:lnTo>
                  <a:lnTo>
                    <a:pt x="2721655" y="1202655"/>
                  </a:lnTo>
                  <a:lnTo>
                    <a:pt x="2793278" y="1225059"/>
                  </a:lnTo>
                  <a:lnTo>
                    <a:pt x="2864901" y="1247089"/>
                  </a:lnTo>
                  <a:lnTo>
                    <a:pt x="2936523" y="1268751"/>
                  </a:lnTo>
                  <a:lnTo>
                    <a:pt x="3008146" y="1290052"/>
                  </a:lnTo>
                  <a:lnTo>
                    <a:pt x="3079768" y="1310996"/>
                  </a:lnTo>
                  <a:lnTo>
                    <a:pt x="3151391" y="1331591"/>
                  </a:lnTo>
                  <a:lnTo>
                    <a:pt x="3223013" y="1351842"/>
                  </a:lnTo>
                  <a:lnTo>
                    <a:pt x="3294636" y="1371755"/>
                  </a:lnTo>
                  <a:lnTo>
                    <a:pt x="3366258" y="1391335"/>
                  </a:lnTo>
                  <a:lnTo>
                    <a:pt x="3437881" y="1410588"/>
                  </a:lnTo>
                  <a:lnTo>
                    <a:pt x="3509503" y="1429519"/>
                  </a:lnTo>
                  <a:lnTo>
                    <a:pt x="3581126" y="1448135"/>
                  </a:lnTo>
                  <a:lnTo>
                    <a:pt x="3652748" y="1466439"/>
                  </a:lnTo>
                  <a:lnTo>
                    <a:pt x="3724371" y="1484438"/>
                  </a:lnTo>
                  <a:lnTo>
                    <a:pt x="3795993" y="1502136"/>
                  </a:lnTo>
                  <a:lnTo>
                    <a:pt x="3867616" y="1519538"/>
                  </a:lnTo>
                  <a:lnTo>
                    <a:pt x="3939238" y="1536650"/>
                  </a:lnTo>
                  <a:lnTo>
                    <a:pt x="4010861" y="1553476"/>
                  </a:lnTo>
                  <a:lnTo>
                    <a:pt x="4082483" y="1570021"/>
                  </a:lnTo>
                  <a:lnTo>
                    <a:pt x="4154106" y="1586289"/>
                  </a:lnTo>
                  <a:lnTo>
                    <a:pt x="4225729" y="1602286"/>
                  </a:lnTo>
                  <a:lnTo>
                    <a:pt x="4297351" y="1618016"/>
                  </a:lnTo>
                  <a:lnTo>
                    <a:pt x="4368974" y="1633483"/>
                  </a:lnTo>
                  <a:lnTo>
                    <a:pt x="4440596" y="1648691"/>
                  </a:lnTo>
                  <a:lnTo>
                    <a:pt x="4512219" y="1663646"/>
                  </a:lnTo>
                  <a:lnTo>
                    <a:pt x="4583841" y="1678351"/>
                  </a:lnTo>
                  <a:lnTo>
                    <a:pt x="4655464" y="1692810"/>
                  </a:lnTo>
                  <a:lnTo>
                    <a:pt x="4727086" y="1707027"/>
                  </a:lnTo>
                  <a:lnTo>
                    <a:pt x="4798709" y="1715687"/>
                  </a:lnTo>
                  <a:lnTo>
                    <a:pt x="4870331" y="1718057"/>
                  </a:lnTo>
                  <a:lnTo>
                    <a:pt x="4941954" y="1720420"/>
                  </a:lnTo>
                  <a:lnTo>
                    <a:pt x="5013576" y="1722776"/>
                  </a:lnTo>
                  <a:lnTo>
                    <a:pt x="5085199" y="1725126"/>
                  </a:lnTo>
                  <a:lnTo>
                    <a:pt x="5156821" y="1727468"/>
                  </a:lnTo>
                  <a:lnTo>
                    <a:pt x="5228444" y="1729805"/>
                  </a:lnTo>
                  <a:lnTo>
                    <a:pt x="5300066" y="1732134"/>
                  </a:lnTo>
                  <a:lnTo>
                    <a:pt x="5371689" y="1734457"/>
                  </a:lnTo>
                  <a:lnTo>
                    <a:pt x="5443311" y="1736773"/>
                  </a:lnTo>
                  <a:lnTo>
                    <a:pt x="5514934" y="1739082"/>
                  </a:lnTo>
                  <a:lnTo>
                    <a:pt x="5586557" y="1741385"/>
                  </a:lnTo>
                  <a:lnTo>
                    <a:pt x="5658179" y="1743681"/>
                  </a:lnTo>
                  <a:lnTo>
                    <a:pt x="5729802" y="1745971"/>
                  </a:lnTo>
                  <a:lnTo>
                    <a:pt x="5801424" y="1748254"/>
                  </a:lnTo>
                  <a:lnTo>
                    <a:pt x="5873047" y="1750531"/>
                  </a:lnTo>
                  <a:lnTo>
                    <a:pt x="5944669" y="1752801"/>
                  </a:lnTo>
                  <a:lnTo>
                    <a:pt x="6016292" y="1755064"/>
                  </a:lnTo>
                  <a:lnTo>
                    <a:pt x="6087914" y="1757321"/>
                  </a:lnTo>
                  <a:lnTo>
                    <a:pt x="6159537" y="1759572"/>
                  </a:lnTo>
                  <a:lnTo>
                    <a:pt x="6231159" y="1761816"/>
                  </a:lnTo>
                  <a:lnTo>
                    <a:pt x="6302782" y="1764054"/>
                  </a:lnTo>
                  <a:lnTo>
                    <a:pt x="6374404" y="1766286"/>
                  </a:lnTo>
                  <a:lnTo>
                    <a:pt x="6446027" y="1768511"/>
                  </a:lnTo>
                  <a:lnTo>
                    <a:pt x="6517649" y="1770729"/>
                  </a:lnTo>
                  <a:lnTo>
                    <a:pt x="6589272" y="1772942"/>
                  </a:lnTo>
                  <a:lnTo>
                    <a:pt x="6660894" y="1775148"/>
                  </a:lnTo>
                  <a:lnTo>
                    <a:pt x="6732517" y="1777347"/>
                  </a:lnTo>
                  <a:lnTo>
                    <a:pt x="6804139" y="1779541"/>
                  </a:lnTo>
                  <a:lnTo>
                    <a:pt x="6875762" y="1781728"/>
                  </a:lnTo>
                  <a:lnTo>
                    <a:pt x="6947385" y="1783908"/>
                  </a:lnTo>
                  <a:lnTo>
                    <a:pt x="7019007" y="1786083"/>
                  </a:lnTo>
                  <a:lnTo>
                    <a:pt x="7090630" y="178825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553594"/>
              <a:ext cx="7090630" cy="523538"/>
            </a:xfrm>
            <a:custGeom>
              <a:avLst/>
              <a:pathLst>
                <a:path w="7090630" h="523538">
                  <a:moveTo>
                    <a:pt x="7090630" y="523538"/>
                  </a:moveTo>
                  <a:lnTo>
                    <a:pt x="7019007" y="515383"/>
                  </a:lnTo>
                  <a:lnTo>
                    <a:pt x="6947385" y="507089"/>
                  </a:lnTo>
                  <a:lnTo>
                    <a:pt x="6875762" y="498655"/>
                  </a:lnTo>
                  <a:lnTo>
                    <a:pt x="6804139" y="490077"/>
                  </a:lnTo>
                  <a:lnTo>
                    <a:pt x="6732517" y="481353"/>
                  </a:lnTo>
                  <a:lnTo>
                    <a:pt x="6660894" y="472481"/>
                  </a:lnTo>
                  <a:lnTo>
                    <a:pt x="6589272" y="463459"/>
                  </a:lnTo>
                  <a:lnTo>
                    <a:pt x="6517649" y="454283"/>
                  </a:lnTo>
                  <a:lnTo>
                    <a:pt x="6446027" y="444952"/>
                  </a:lnTo>
                  <a:lnTo>
                    <a:pt x="6374404" y="435461"/>
                  </a:lnTo>
                  <a:lnTo>
                    <a:pt x="6302782" y="425810"/>
                  </a:lnTo>
                  <a:lnTo>
                    <a:pt x="6231159" y="415995"/>
                  </a:lnTo>
                  <a:lnTo>
                    <a:pt x="6159537" y="406013"/>
                  </a:lnTo>
                  <a:lnTo>
                    <a:pt x="6087914" y="395861"/>
                  </a:lnTo>
                  <a:lnTo>
                    <a:pt x="6016292" y="385537"/>
                  </a:lnTo>
                  <a:lnTo>
                    <a:pt x="5944669" y="375038"/>
                  </a:lnTo>
                  <a:lnTo>
                    <a:pt x="5873047" y="364360"/>
                  </a:lnTo>
                  <a:lnTo>
                    <a:pt x="5801424" y="353501"/>
                  </a:lnTo>
                  <a:lnTo>
                    <a:pt x="5729802" y="342458"/>
                  </a:lnTo>
                  <a:lnTo>
                    <a:pt x="5658179" y="331227"/>
                  </a:lnTo>
                  <a:lnTo>
                    <a:pt x="5586557" y="319805"/>
                  </a:lnTo>
                  <a:lnTo>
                    <a:pt x="5514934" y="308189"/>
                  </a:lnTo>
                  <a:lnTo>
                    <a:pt x="5443311" y="296376"/>
                  </a:lnTo>
                  <a:lnTo>
                    <a:pt x="5371689" y="284362"/>
                  </a:lnTo>
                  <a:lnTo>
                    <a:pt x="5300066" y="272144"/>
                  </a:lnTo>
                  <a:lnTo>
                    <a:pt x="5228444" y="259719"/>
                  </a:lnTo>
                  <a:lnTo>
                    <a:pt x="5156821" y="247083"/>
                  </a:lnTo>
                  <a:lnTo>
                    <a:pt x="5085199" y="234232"/>
                  </a:lnTo>
                  <a:lnTo>
                    <a:pt x="5013576" y="221162"/>
                  </a:lnTo>
                  <a:lnTo>
                    <a:pt x="4941954" y="207871"/>
                  </a:lnTo>
                  <a:lnTo>
                    <a:pt x="4870331" y="194354"/>
                  </a:lnTo>
                  <a:lnTo>
                    <a:pt x="4798709" y="180607"/>
                  </a:lnTo>
                  <a:lnTo>
                    <a:pt x="4727086" y="172910"/>
                  </a:lnTo>
                  <a:lnTo>
                    <a:pt x="4655464" y="170526"/>
                  </a:lnTo>
                  <a:lnTo>
                    <a:pt x="4583841" y="168136"/>
                  </a:lnTo>
                  <a:lnTo>
                    <a:pt x="4512219" y="165739"/>
                  </a:lnTo>
                  <a:lnTo>
                    <a:pt x="4440596" y="163335"/>
                  </a:lnTo>
                  <a:lnTo>
                    <a:pt x="4368974" y="160924"/>
                  </a:lnTo>
                  <a:lnTo>
                    <a:pt x="4297351" y="158507"/>
                  </a:lnTo>
                  <a:lnTo>
                    <a:pt x="4225729" y="156082"/>
                  </a:lnTo>
                  <a:lnTo>
                    <a:pt x="4154106" y="153650"/>
                  </a:lnTo>
                  <a:lnTo>
                    <a:pt x="4082483" y="151212"/>
                  </a:lnTo>
                  <a:lnTo>
                    <a:pt x="4010861" y="148766"/>
                  </a:lnTo>
                  <a:lnTo>
                    <a:pt x="3939238" y="146313"/>
                  </a:lnTo>
                  <a:lnTo>
                    <a:pt x="3867616" y="143854"/>
                  </a:lnTo>
                  <a:lnTo>
                    <a:pt x="3795993" y="141387"/>
                  </a:lnTo>
                  <a:lnTo>
                    <a:pt x="3724371" y="138913"/>
                  </a:lnTo>
                  <a:lnTo>
                    <a:pt x="3652748" y="136432"/>
                  </a:lnTo>
                  <a:lnTo>
                    <a:pt x="3581126" y="133944"/>
                  </a:lnTo>
                  <a:lnTo>
                    <a:pt x="3509503" y="131449"/>
                  </a:lnTo>
                  <a:lnTo>
                    <a:pt x="3437881" y="128947"/>
                  </a:lnTo>
                  <a:lnTo>
                    <a:pt x="3366258" y="126437"/>
                  </a:lnTo>
                  <a:lnTo>
                    <a:pt x="3294636" y="123920"/>
                  </a:lnTo>
                  <a:lnTo>
                    <a:pt x="3223013" y="121396"/>
                  </a:lnTo>
                  <a:lnTo>
                    <a:pt x="3151391" y="118865"/>
                  </a:lnTo>
                  <a:lnTo>
                    <a:pt x="3079768" y="116327"/>
                  </a:lnTo>
                  <a:lnTo>
                    <a:pt x="3008146" y="113781"/>
                  </a:lnTo>
                  <a:lnTo>
                    <a:pt x="2936523" y="111228"/>
                  </a:lnTo>
                  <a:lnTo>
                    <a:pt x="2864901" y="108668"/>
                  </a:lnTo>
                  <a:lnTo>
                    <a:pt x="2793278" y="106100"/>
                  </a:lnTo>
                  <a:lnTo>
                    <a:pt x="2721655" y="103525"/>
                  </a:lnTo>
                  <a:lnTo>
                    <a:pt x="2650033" y="100942"/>
                  </a:lnTo>
                  <a:lnTo>
                    <a:pt x="2578410" y="98353"/>
                  </a:lnTo>
                  <a:lnTo>
                    <a:pt x="2506788" y="95755"/>
                  </a:lnTo>
                  <a:lnTo>
                    <a:pt x="2435165" y="93151"/>
                  </a:lnTo>
                  <a:lnTo>
                    <a:pt x="2363543" y="90538"/>
                  </a:lnTo>
                  <a:lnTo>
                    <a:pt x="2291920" y="87919"/>
                  </a:lnTo>
                  <a:lnTo>
                    <a:pt x="2220298" y="85291"/>
                  </a:lnTo>
                  <a:lnTo>
                    <a:pt x="2148675" y="82657"/>
                  </a:lnTo>
                  <a:lnTo>
                    <a:pt x="2077053" y="80014"/>
                  </a:lnTo>
                  <a:lnTo>
                    <a:pt x="2005430" y="77364"/>
                  </a:lnTo>
                  <a:lnTo>
                    <a:pt x="1933808" y="74707"/>
                  </a:lnTo>
                  <a:lnTo>
                    <a:pt x="1862185" y="72042"/>
                  </a:lnTo>
                  <a:lnTo>
                    <a:pt x="1790563" y="69369"/>
                  </a:lnTo>
                  <a:lnTo>
                    <a:pt x="1718940" y="66689"/>
                  </a:lnTo>
                  <a:lnTo>
                    <a:pt x="1647318" y="64001"/>
                  </a:lnTo>
                  <a:lnTo>
                    <a:pt x="1575695" y="61305"/>
                  </a:lnTo>
                  <a:lnTo>
                    <a:pt x="1504073" y="58601"/>
                  </a:lnTo>
                  <a:lnTo>
                    <a:pt x="1432450" y="55890"/>
                  </a:lnTo>
                  <a:lnTo>
                    <a:pt x="1360827" y="53171"/>
                  </a:lnTo>
                  <a:lnTo>
                    <a:pt x="1289205" y="50444"/>
                  </a:lnTo>
                  <a:lnTo>
                    <a:pt x="1217582" y="47709"/>
                  </a:lnTo>
                  <a:lnTo>
                    <a:pt x="1145960" y="44966"/>
                  </a:lnTo>
                  <a:lnTo>
                    <a:pt x="1074337" y="42216"/>
                  </a:lnTo>
                  <a:lnTo>
                    <a:pt x="1002715" y="39458"/>
                  </a:lnTo>
                  <a:lnTo>
                    <a:pt x="931092" y="36691"/>
                  </a:lnTo>
                  <a:lnTo>
                    <a:pt x="859470" y="33917"/>
                  </a:lnTo>
                  <a:lnTo>
                    <a:pt x="787847" y="31135"/>
                  </a:lnTo>
                  <a:lnTo>
                    <a:pt x="716225" y="28345"/>
                  </a:lnTo>
                  <a:lnTo>
                    <a:pt x="644602" y="25547"/>
                  </a:lnTo>
                  <a:lnTo>
                    <a:pt x="572980" y="22741"/>
                  </a:lnTo>
                  <a:lnTo>
                    <a:pt x="501357" y="19926"/>
                  </a:lnTo>
                  <a:lnTo>
                    <a:pt x="429735" y="17104"/>
                  </a:lnTo>
                  <a:lnTo>
                    <a:pt x="358112" y="14274"/>
                  </a:lnTo>
                  <a:lnTo>
                    <a:pt x="286490" y="11435"/>
                  </a:lnTo>
                  <a:lnTo>
                    <a:pt x="214867" y="8589"/>
                  </a:lnTo>
                  <a:lnTo>
                    <a:pt x="143245" y="5734"/>
                  </a:lnTo>
                  <a:lnTo>
                    <a:pt x="71622" y="287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959327"/>
              <a:ext cx="7090630" cy="995531"/>
            </a:xfrm>
            <a:custGeom>
              <a:avLst/>
              <a:pathLst>
                <a:path w="7090630" h="995531">
                  <a:moveTo>
                    <a:pt x="0" y="0"/>
                  </a:moveTo>
                  <a:lnTo>
                    <a:pt x="71622" y="15668"/>
                  </a:lnTo>
                  <a:lnTo>
                    <a:pt x="143245" y="31183"/>
                  </a:lnTo>
                  <a:lnTo>
                    <a:pt x="214867" y="46546"/>
                  </a:lnTo>
                  <a:lnTo>
                    <a:pt x="286490" y="61759"/>
                  </a:lnTo>
                  <a:lnTo>
                    <a:pt x="358112" y="76822"/>
                  </a:lnTo>
                  <a:lnTo>
                    <a:pt x="429735" y="91737"/>
                  </a:lnTo>
                  <a:lnTo>
                    <a:pt x="501357" y="106506"/>
                  </a:lnTo>
                  <a:lnTo>
                    <a:pt x="572980" y="121131"/>
                  </a:lnTo>
                  <a:lnTo>
                    <a:pt x="644602" y="135612"/>
                  </a:lnTo>
                  <a:lnTo>
                    <a:pt x="716225" y="149951"/>
                  </a:lnTo>
                  <a:lnTo>
                    <a:pt x="787847" y="164149"/>
                  </a:lnTo>
                  <a:lnTo>
                    <a:pt x="859470" y="178208"/>
                  </a:lnTo>
                  <a:lnTo>
                    <a:pt x="931092" y="192129"/>
                  </a:lnTo>
                  <a:lnTo>
                    <a:pt x="1002715" y="205914"/>
                  </a:lnTo>
                  <a:lnTo>
                    <a:pt x="1074337" y="219564"/>
                  </a:lnTo>
                  <a:lnTo>
                    <a:pt x="1145960" y="233079"/>
                  </a:lnTo>
                  <a:lnTo>
                    <a:pt x="1217582" y="246463"/>
                  </a:lnTo>
                  <a:lnTo>
                    <a:pt x="1289205" y="259715"/>
                  </a:lnTo>
                  <a:lnTo>
                    <a:pt x="1360827" y="272837"/>
                  </a:lnTo>
                  <a:lnTo>
                    <a:pt x="1432450" y="285830"/>
                  </a:lnTo>
                  <a:lnTo>
                    <a:pt x="1504073" y="298696"/>
                  </a:lnTo>
                  <a:lnTo>
                    <a:pt x="1575695" y="311436"/>
                  </a:lnTo>
                  <a:lnTo>
                    <a:pt x="1647318" y="324051"/>
                  </a:lnTo>
                  <a:lnTo>
                    <a:pt x="1718940" y="336542"/>
                  </a:lnTo>
                  <a:lnTo>
                    <a:pt x="1790563" y="348911"/>
                  </a:lnTo>
                  <a:lnTo>
                    <a:pt x="1862185" y="361158"/>
                  </a:lnTo>
                  <a:lnTo>
                    <a:pt x="1933808" y="373285"/>
                  </a:lnTo>
                  <a:lnTo>
                    <a:pt x="2005430" y="385294"/>
                  </a:lnTo>
                  <a:lnTo>
                    <a:pt x="2077053" y="397184"/>
                  </a:lnTo>
                  <a:lnTo>
                    <a:pt x="2148675" y="408958"/>
                  </a:lnTo>
                  <a:lnTo>
                    <a:pt x="2220298" y="420617"/>
                  </a:lnTo>
                  <a:lnTo>
                    <a:pt x="2291920" y="432161"/>
                  </a:lnTo>
                  <a:lnTo>
                    <a:pt x="2363543" y="443592"/>
                  </a:lnTo>
                  <a:lnTo>
                    <a:pt x="2435165" y="454911"/>
                  </a:lnTo>
                  <a:lnTo>
                    <a:pt x="2506788" y="466119"/>
                  </a:lnTo>
                  <a:lnTo>
                    <a:pt x="2578410" y="477217"/>
                  </a:lnTo>
                  <a:lnTo>
                    <a:pt x="2650033" y="488207"/>
                  </a:lnTo>
                  <a:lnTo>
                    <a:pt x="2721655" y="499088"/>
                  </a:lnTo>
                  <a:lnTo>
                    <a:pt x="2793278" y="509863"/>
                  </a:lnTo>
                  <a:lnTo>
                    <a:pt x="2864901" y="520532"/>
                  </a:lnTo>
                  <a:lnTo>
                    <a:pt x="2936523" y="531097"/>
                  </a:lnTo>
                  <a:lnTo>
                    <a:pt x="3008146" y="541558"/>
                  </a:lnTo>
                  <a:lnTo>
                    <a:pt x="3079768" y="551916"/>
                  </a:lnTo>
                  <a:lnTo>
                    <a:pt x="3151391" y="562173"/>
                  </a:lnTo>
                  <a:lnTo>
                    <a:pt x="3223013" y="572329"/>
                  </a:lnTo>
                  <a:lnTo>
                    <a:pt x="3294636" y="582386"/>
                  </a:lnTo>
                  <a:lnTo>
                    <a:pt x="3366258" y="592344"/>
                  </a:lnTo>
                  <a:lnTo>
                    <a:pt x="3437881" y="602204"/>
                  </a:lnTo>
                  <a:lnTo>
                    <a:pt x="3509503" y="611968"/>
                  </a:lnTo>
                  <a:lnTo>
                    <a:pt x="3581126" y="621636"/>
                  </a:lnTo>
                  <a:lnTo>
                    <a:pt x="3652748" y="631209"/>
                  </a:lnTo>
                  <a:lnTo>
                    <a:pt x="3724371" y="640688"/>
                  </a:lnTo>
                  <a:lnTo>
                    <a:pt x="3795993" y="650075"/>
                  </a:lnTo>
                  <a:lnTo>
                    <a:pt x="3867616" y="659369"/>
                  </a:lnTo>
                  <a:lnTo>
                    <a:pt x="3939238" y="668572"/>
                  </a:lnTo>
                  <a:lnTo>
                    <a:pt x="4010861" y="677685"/>
                  </a:lnTo>
                  <a:lnTo>
                    <a:pt x="4082483" y="686708"/>
                  </a:lnTo>
                  <a:lnTo>
                    <a:pt x="4154106" y="695644"/>
                  </a:lnTo>
                  <a:lnTo>
                    <a:pt x="4225729" y="704491"/>
                  </a:lnTo>
                  <a:lnTo>
                    <a:pt x="4297351" y="713252"/>
                  </a:lnTo>
                  <a:lnTo>
                    <a:pt x="4368974" y="721927"/>
                  </a:lnTo>
                  <a:lnTo>
                    <a:pt x="4440596" y="730516"/>
                  </a:lnTo>
                  <a:lnTo>
                    <a:pt x="4512219" y="739022"/>
                  </a:lnTo>
                  <a:lnTo>
                    <a:pt x="4583841" y="747444"/>
                  </a:lnTo>
                  <a:lnTo>
                    <a:pt x="4655464" y="755783"/>
                  </a:lnTo>
                  <a:lnTo>
                    <a:pt x="4727086" y="764041"/>
                  </a:lnTo>
                  <a:lnTo>
                    <a:pt x="4798709" y="772218"/>
                  </a:lnTo>
                  <a:lnTo>
                    <a:pt x="4870331" y="780315"/>
                  </a:lnTo>
                  <a:lnTo>
                    <a:pt x="4941954" y="788332"/>
                  </a:lnTo>
                  <a:lnTo>
                    <a:pt x="5013576" y="796270"/>
                  </a:lnTo>
                  <a:lnTo>
                    <a:pt x="5085199" y="804131"/>
                  </a:lnTo>
                  <a:lnTo>
                    <a:pt x="5156821" y="811915"/>
                  </a:lnTo>
                  <a:lnTo>
                    <a:pt x="5228444" y="819622"/>
                  </a:lnTo>
                  <a:lnTo>
                    <a:pt x="5300066" y="827254"/>
                  </a:lnTo>
                  <a:lnTo>
                    <a:pt x="5371689" y="834811"/>
                  </a:lnTo>
                  <a:lnTo>
                    <a:pt x="5443311" y="842294"/>
                  </a:lnTo>
                  <a:lnTo>
                    <a:pt x="5514934" y="849703"/>
                  </a:lnTo>
                  <a:lnTo>
                    <a:pt x="5586557" y="857040"/>
                  </a:lnTo>
                  <a:lnTo>
                    <a:pt x="5658179" y="864305"/>
                  </a:lnTo>
                  <a:lnTo>
                    <a:pt x="5729802" y="871498"/>
                  </a:lnTo>
                  <a:lnTo>
                    <a:pt x="5801424" y="878621"/>
                  </a:lnTo>
                  <a:lnTo>
                    <a:pt x="5873047" y="885675"/>
                  </a:lnTo>
                  <a:lnTo>
                    <a:pt x="5944669" y="892659"/>
                  </a:lnTo>
                  <a:lnTo>
                    <a:pt x="6016292" y="899574"/>
                  </a:lnTo>
                  <a:lnTo>
                    <a:pt x="6087914" y="906422"/>
                  </a:lnTo>
                  <a:lnTo>
                    <a:pt x="6159537" y="913203"/>
                  </a:lnTo>
                  <a:lnTo>
                    <a:pt x="6231159" y="919917"/>
                  </a:lnTo>
                  <a:lnTo>
                    <a:pt x="6302782" y="926565"/>
                  </a:lnTo>
                  <a:lnTo>
                    <a:pt x="6374404" y="933148"/>
                  </a:lnTo>
                  <a:lnTo>
                    <a:pt x="6446027" y="939667"/>
                  </a:lnTo>
                  <a:lnTo>
                    <a:pt x="6517649" y="946121"/>
                  </a:lnTo>
                  <a:lnTo>
                    <a:pt x="6589272" y="952513"/>
                  </a:lnTo>
                  <a:lnTo>
                    <a:pt x="6660894" y="958841"/>
                  </a:lnTo>
                  <a:lnTo>
                    <a:pt x="6732517" y="965108"/>
                  </a:lnTo>
                  <a:lnTo>
                    <a:pt x="6804139" y="971313"/>
                  </a:lnTo>
                  <a:lnTo>
                    <a:pt x="6875762" y="977458"/>
                  </a:lnTo>
                  <a:lnTo>
                    <a:pt x="6947385" y="983542"/>
                  </a:lnTo>
                  <a:lnTo>
                    <a:pt x="7019007" y="989566"/>
                  </a:lnTo>
                  <a:lnTo>
                    <a:pt x="7090630" y="99553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377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82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8550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37980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1207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91133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62116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1.13 (1.04-1.23), p_Bonf = 0.034 (n = 6)  |  per IQR decline (Δ = 23.3): 1.32 (1.08-1.61)  |  IQR: [-12.8,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42105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2026-09-28T16:57:38Z</dcterms:modified>
  <cp:category/>
</cp:coreProperties>
</file>