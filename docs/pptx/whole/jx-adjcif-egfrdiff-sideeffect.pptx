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0695" y="5072730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0695" y="4057346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0695" y="3041962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19782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234435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271041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307646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10695" y="5580422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10695" y="4565038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10695" y="3549654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17952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216132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252738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289344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260991" y="2861938"/>
              <a:ext cx="7005923" cy="2700622"/>
            </a:xfrm>
            <a:custGeom>
              <a:avLst/>
              <a:pathLst>
                <a:path w="7005923" h="2700622">
                  <a:moveTo>
                    <a:pt x="0" y="2700622"/>
                  </a:moveTo>
                  <a:lnTo>
                    <a:pt x="162928" y="2700622"/>
                  </a:lnTo>
                  <a:lnTo>
                    <a:pt x="162928" y="2647210"/>
                  </a:lnTo>
                  <a:lnTo>
                    <a:pt x="244392" y="2647210"/>
                  </a:lnTo>
                  <a:lnTo>
                    <a:pt x="244392" y="2593905"/>
                  </a:lnTo>
                  <a:lnTo>
                    <a:pt x="325856" y="2593905"/>
                  </a:lnTo>
                  <a:lnTo>
                    <a:pt x="325856" y="2522945"/>
                  </a:lnTo>
                  <a:lnTo>
                    <a:pt x="407321" y="2522945"/>
                  </a:lnTo>
                  <a:lnTo>
                    <a:pt x="407321" y="2434418"/>
                  </a:lnTo>
                  <a:lnTo>
                    <a:pt x="488785" y="2434418"/>
                  </a:lnTo>
                  <a:lnTo>
                    <a:pt x="488785" y="2277358"/>
                  </a:lnTo>
                  <a:lnTo>
                    <a:pt x="570249" y="2277358"/>
                  </a:lnTo>
                  <a:lnTo>
                    <a:pt x="570249" y="2242415"/>
                  </a:lnTo>
                  <a:lnTo>
                    <a:pt x="651713" y="2242415"/>
                  </a:lnTo>
                  <a:lnTo>
                    <a:pt x="651713" y="2086451"/>
                  </a:lnTo>
                  <a:lnTo>
                    <a:pt x="733178" y="2086451"/>
                  </a:lnTo>
                  <a:lnTo>
                    <a:pt x="733178" y="2051683"/>
                  </a:lnTo>
                  <a:lnTo>
                    <a:pt x="814642" y="2051683"/>
                  </a:lnTo>
                  <a:lnTo>
                    <a:pt x="814642" y="1999776"/>
                  </a:lnTo>
                  <a:lnTo>
                    <a:pt x="896106" y="1999776"/>
                  </a:lnTo>
                  <a:lnTo>
                    <a:pt x="896106" y="1964957"/>
                  </a:lnTo>
                  <a:lnTo>
                    <a:pt x="977570" y="1964957"/>
                  </a:lnTo>
                  <a:lnTo>
                    <a:pt x="977570" y="1895557"/>
                  </a:lnTo>
                  <a:lnTo>
                    <a:pt x="1059034" y="1895557"/>
                  </a:lnTo>
                  <a:lnTo>
                    <a:pt x="1059034" y="1843521"/>
                  </a:lnTo>
                  <a:lnTo>
                    <a:pt x="1140499" y="1843521"/>
                  </a:lnTo>
                  <a:lnTo>
                    <a:pt x="1140499" y="1757533"/>
                  </a:lnTo>
                  <a:lnTo>
                    <a:pt x="1303427" y="1757533"/>
                  </a:lnTo>
                  <a:lnTo>
                    <a:pt x="1303427" y="1706011"/>
                  </a:lnTo>
                  <a:lnTo>
                    <a:pt x="1384891" y="1706011"/>
                  </a:lnTo>
                  <a:lnTo>
                    <a:pt x="1384891" y="1671660"/>
                  </a:lnTo>
                  <a:lnTo>
                    <a:pt x="1466356" y="1671660"/>
                  </a:lnTo>
                  <a:lnTo>
                    <a:pt x="1466356" y="1637209"/>
                  </a:lnTo>
                  <a:lnTo>
                    <a:pt x="1547820" y="1637209"/>
                  </a:lnTo>
                  <a:lnTo>
                    <a:pt x="1547820" y="1568709"/>
                  </a:lnTo>
                  <a:lnTo>
                    <a:pt x="1629284" y="1568709"/>
                  </a:lnTo>
                  <a:lnTo>
                    <a:pt x="1629284" y="1500287"/>
                  </a:lnTo>
                  <a:lnTo>
                    <a:pt x="1710748" y="1500287"/>
                  </a:lnTo>
                  <a:lnTo>
                    <a:pt x="1710748" y="1483158"/>
                  </a:lnTo>
                  <a:lnTo>
                    <a:pt x="1873677" y="1483158"/>
                  </a:lnTo>
                  <a:lnTo>
                    <a:pt x="1873677" y="1398047"/>
                  </a:lnTo>
                  <a:lnTo>
                    <a:pt x="1955141" y="1398047"/>
                  </a:lnTo>
                  <a:lnTo>
                    <a:pt x="1955141" y="1380977"/>
                  </a:lnTo>
                  <a:lnTo>
                    <a:pt x="2118069" y="1380977"/>
                  </a:lnTo>
                  <a:lnTo>
                    <a:pt x="2118069" y="1346965"/>
                  </a:lnTo>
                  <a:lnTo>
                    <a:pt x="2199534" y="1346965"/>
                  </a:lnTo>
                  <a:lnTo>
                    <a:pt x="2199534" y="1296087"/>
                  </a:lnTo>
                  <a:lnTo>
                    <a:pt x="2280998" y="1296087"/>
                  </a:lnTo>
                  <a:lnTo>
                    <a:pt x="2280998" y="1211992"/>
                  </a:lnTo>
                  <a:lnTo>
                    <a:pt x="2362462" y="1211992"/>
                  </a:lnTo>
                  <a:lnTo>
                    <a:pt x="2362462" y="1178377"/>
                  </a:lnTo>
                  <a:lnTo>
                    <a:pt x="2443926" y="1178377"/>
                  </a:lnTo>
                  <a:lnTo>
                    <a:pt x="2443926" y="1144852"/>
                  </a:lnTo>
                  <a:lnTo>
                    <a:pt x="2525390" y="1144852"/>
                  </a:lnTo>
                  <a:lnTo>
                    <a:pt x="2525390" y="1111429"/>
                  </a:lnTo>
                  <a:lnTo>
                    <a:pt x="2606855" y="1111429"/>
                  </a:lnTo>
                  <a:lnTo>
                    <a:pt x="2606855" y="1078056"/>
                  </a:lnTo>
                  <a:lnTo>
                    <a:pt x="2688319" y="1078056"/>
                  </a:lnTo>
                  <a:lnTo>
                    <a:pt x="2688319" y="1027974"/>
                  </a:lnTo>
                  <a:lnTo>
                    <a:pt x="2851247" y="1027974"/>
                  </a:lnTo>
                  <a:lnTo>
                    <a:pt x="2851247" y="1011320"/>
                  </a:lnTo>
                  <a:lnTo>
                    <a:pt x="2932712" y="1011320"/>
                  </a:lnTo>
                  <a:lnTo>
                    <a:pt x="2932712" y="994685"/>
                  </a:lnTo>
                  <a:lnTo>
                    <a:pt x="3014176" y="994685"/>
                  </a:lnTo>
                  <a:lnTo>
                    <a:pt x="3014176" y="961509"/>
                  </a:lnTo>
                  <a:lnTo>
                    <a:pt x="3177104" y="961509"/>
                  </a:lnTo>
                  <a:lnTo>
                    <a:pt x="3177104" y="944946"/>
                  </a:lnTo>
                  <a:lnTo>
                    <a:pt x="3258569" y="944946"/>
                  </a:lnTo>
                  <a:lnTo>
                    <a:pt x="3258569" y="895483"/>
                  </a:lnTo>
                  <a:lnTo>
                    <a:pt x="3340033" y="895483"/>
                  </a:lnTo>
                  <a:lnTo>
                    <a:pt x="3340033" y="846243"/>
                  </a:lnTo>
                  <a:lnTo>
                    <a:pt x="3421497" y="846243"/>
                  </a:lnTo>
                  <a:lnTo>
                    <a:pt x="3421497" y="797300"/>
                  </a:lnTo>
                  <a:lnTo>
                    <a:pt x="3584425" y="797300"/>
                  </a:lnTo>
                  <a:lnTo>
                    <a:pt x="3584425" y="764782"/>
                  </a:lnTo>
                  <a:lnTo>
                    <a:pt x="3665890" y="764782"/>
                  </a:lnTo>
                  <a:lnTo>
                    <a:pt x="3665890" y="732335"/>
                  </a:lnTo>
                  <a:lnTo>
                    <a:pt x="3747354" y="732335"/>
                  </a:lnTo>
                  <a:lnTo>
                    <a:pt x="3747354" y="699944"/>
                  </a:lnTo>
                  <a:lnTo>
                    <a:pt x="3828818" y="699944"/>
                  </a:lnTo>
                  <a:lnTo>
                    <a:pt x="3828818" y="683762"/>
                  </a:lnTo>
                  <a:lnTo>
                    <a:pt x="3910282" y="683762"/>
                  </a:lnTo>
                  <a:lnTo>
                    <a:pt x="3910282" y="667606"/>
                  </a:lnTo>
                  <a:lnTo>
                    <a:pt x="3991747" y="667606"/>
                  </a:lnTo>
                  <a:lnTo>
                    <a:pt x="3991747" y="651426"/>
                  </a:lnTo>
                  <a:lnTo>
                    <a:pt x="4154675" y="651426"/>
                  </a:lnTo>
                  <a:lnTo>
                    <a:pt x="4154675" y="571155"/>
                  </a:lnTo>
                  <a:lnTo>
                    <a:pt x="4236139" y="571155"/>
                  </a:lnTo>
                  <a:lnTo>
                    <a:pt x="4236139" y="555105"/>
                  </a:lnTo>
                  <a:lnTo>
                    <a:pt x="4399068" y="555105"/>
                  </a:lnTo>
                  <a:lnTo>
                    <a:pt x="4399068" y="491079"/>
                  </a:lnTo>
                  <a:lnTo>
                    <a:pt x="4480532" y="491079"/>
                  </a:lnTo>
                  <a:lnTo>
                    <a:pt x="4480532" y="475082"/>
                  </a:lnTo>
                  <a:lnTo>
                    <a:pt x="4561996" y="475082"/>
                  </a:lnTo>
                  <a:lnTo>
                    <a:pt x="4561996" y="459104"/>
                  </a:lnTo>
                  <a:lnTo>
                    <a:pt x="4643460" y="459104"/>
                  </a:lnTo>
                  <a:lnTo>
                    <a:pt x="4643460" y="443160"/>
                  </a:lnTo>
                  <a:lnTo>
                    <a:pt x="4724925" y="443160"/>
                  </a:lnTo>
                  <a:lnTo>
                    <a:pt x="4724925" y="427227"/>
                  </a:lnTo>
                  <a:lnTo>
                    <a:pt x="4887853" y="427227"/>
                  </a:lnTo>
                  <a:lnTo>
                    <a:pt x="4887853" y="411275"/>
                  </a:lnTo>
                  <a:lnTo>
                    <a:pt x="5050781" y="411275"/>
                  </a:lnTo>
                  <a:lnTo>
                    <a:pt x="5050781" y="379466"/>
                  </a:lnTo>
                  <a:lnTo>
                    <a:pt x="5132246" y="379466"/>
                  </a:lnTo>
                  <a:lnTo>
                    <a:pt x="5132246" y="363513"/>
                  </a:lnTo>
                  <a:lnTo>
                    <a:pt x="5213710" y="363513"/>
                  </a:lnTo>
                  <a:lnTo>
                    <a:pt x="5213710" y="347565"/>
                  </a:lnTo>
                  <a:lnTo>
                    <a:pt x="5458103" y="347565"/>
                  </a:lnTo>
                  <a:lnTo>
                    <a:pt x="5458103" y="299899"/>
                  </a:lnTo>
                  <a:lnTo>
                    <a:pt x="5539567" y="299899"/>
                  </a:lnTo>
                  <a:lnTo>
                    <a:pt x="5539567" y="283970"/>
                  </a:lnTo>
                  <a:lnTo>
                    <a:pt x="5621031" y="283970"/>
                  </a:lnTo>
                  <a:lnTo>
                    <a:pt x="5621031" y="252197"/>
                  </a:lnTo>
                  <a:lnTo>
                    <a:pt x="5702495" y="252197"/>
                  </a:lnTo>
                  <a:lnTo>
                    <a:pt x="5702495" y="204659"/>
                  </a:lnTo>
                  <a:lnTo>
                    <a:pt x="5783960" y="204659"/>
                  </a:lnTo>
                  <a:lnTo>
                    <a:pt x="5783960" y="188840"/>
                  </a:lnTo>
                  <a:lnTo>
                    <a:pt x="5946888" y="188840"/>
                  </a:lnTo>
                  <a:lnTo>
                    <a:pt x="5946888" y="173028"/>
                  </a:lnTo>
                  <a:lnTo>
                    <a:pt x="6028352" y="173028"/>
                  </a:lnTo>
                  <a:lnTo>
                    <a:pt x="6028352" y="157244"/>
                  </a:lnTo>
                  <a:lnTo>
                    <a:pt x="6272745" y="157244"/>
                  </a:lnTo>
                  <a:lnTo>
                    <a:pt x="6272745" y="94358"/>
                  </a:lnTo>
                  <a:lnTo>
                    <a:pt x="6435673" y="94358"/>
                  </a:lnTo>
                  <a:lnTo>
                    <a:pt x="6435673" y="78592"/>
                  </a:lnTo>
                  <a:lnTo>
                    <a:pt x="6598602" y="78592"/>
                  </a:lnTo>
                  <a:lnTo>
                    <a:pt x="6598602" y="62856"/>
                  </a:lnTo>
                  <a:lnTo>
                    <a:pt x="6680066" y="62856"/>
                  </a:lnTo>
                  <a:lnTo>
                    <a:pt x="6680066" y="47143"/>
                  </a:lnTo>
                  <a:lnTo>
                    <a:pt x="6842994" y="47143"/>
                  </a:lnTo>
                  <a:lnTo>
                    <a:pt x="6842994" y="31424"/>
                  </a:lnTo>
                  <a:lnTo>
                    <a:pt x="6924459" y="31424"/>
                  </a:lnTo>
                  <a:lnTo>
                    <a:pt x="6924459" y="15694"/>
                  </a:lnTo>
                  <a:lnTo>
                    <a:pt x="7005923" y="15694"/>
                  </a:lnTo>
                  <a:lnTo>
                    <a:pt x="7005923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260991" y="4194795"/>
              <a:ext cx="7005923" cy="1377486"/>
            </a:xfrm>
            <a:custGeom>
              <a:avLst/>
              <a:pathLst>
                <a:path w="7005923" h="1377486">
                  <a:moveTo>
                    <a:pt x="0" y="1377486"/>
                  </a:moveTo>
                  <a:lnTo>
                    <a:pt x="162928" y="1377486"/>
                  </a:lnTo>
                  <a:lnTo>
                    <a:pt x="162928" y="1353077"/>
                  </a:lnTo>
                  <a:lnTo>
                    <a:pt x="244392" y="1353077"/>
                  </a:lnTo>
                  <a:lnTo>
                    <a:pt x="244392" y="1328618"/>
                  </a:lnTo>
                  <a:lnTo>
                    <a:pt x="325856" y="1328618"/>
                  </a:lnTo>
                  <a:lnTo>
                    <a:pt x="325856" y="1295901"/>
                  </a:lnTo>
                  <a:lnTo>
                    <a:pt x="407321" y="1295901"/>
                  </a:lnTo>
                  <a:lnTo>
                    <a:pt x="407321" y="1254833"/>
                  </a:lnTo>
                  <a:lnTo>
                    <a:pt x="488785" y="1254833"/>
                  </a:lnTo>
                  <a:lnTo>
                    <a:pt x="488785" y="1181273"/>
                  </a:lnTo>
                  <a:lnTo>
                    <a:pt x="570249" y="1181273"/>
                  </a:lnTo>
                  <a:lnTo>
                    <a:pt x="570249" y="1164783"/>
                  </a:lnTo>
                  <a:lnTo>
                    <a:pt x="651713" y="1164783"/>
                  </a:lnTo>
                  <a:lnTo>
                    <a:pt x="651713" y="1090629"/>
                  </a:lnTo>
                  <a:lnTo>
                    <a:pt x="733178" y="1090629"/>
                  </a:lnTo>
                  <a:lnTo>
                    <a:pt x="733178" y="1073974"/>
                  </a:lnTo>
                  <a:lnTo>
                    <a:pt x="814642" y="1073974"/>
                  </a:lnTo>
                  <a:lnTo>
                    <a:pt x="814642" y="1049021"/>
                  </a:lnTo>
                  <a:lnTo>
                    <a:pt x="896106" y="1049021"/>
                  </a:lnTo>
                  <a:lnTo>
                    <a:pt x="896106" y="1032225"/>
                  </a:lnTo>
                  <a:lnTo>
                    <a:pt x="977570" y="1032225"/>
                  </a:lnTo>
                  <a:lnTo>
                    <a:pt x="977570" y="998607"/>
                  </a:lnTo>
                  <a:lnTo>
                    <a:pt x="1059034" y="998607"/>
                  </a:lnTo>
                  <a:lnTo>
                    <a:pt x="1059034" y="973278"/>
                  </a:lnTo>
                  <a:lnTo>
                    <a:pt x="1140499" y="973278"/>
                  </a:lnTo>
                  <a:lnTo>
                    <a:pt x="1140499" y="931186"/>
                  </a:lnTo>
                  <a:lnTo>
                    <a:pt x="1303427" y="931186"/>
                  </a:lnTo>
                  <a:lnTo>
                    <a:pt x="1303427" y="905825"/>
                  </a:lnTo>
                  <a:lnTo>
                    <a:pt x="1384891" y="905825"/>
                  </a:lnTo>
                  <a:lnTo>
                    <a:pt x="1384891" y="888857"/>
                  </a:lnTo>
                  <a:lnTo>
                    <a:pt x="1466356" y="888857"/>
                  </a:lnTo>
                  <a:lnTo>
                    <a:pt x="1466356" y="871791"/>
                  </a:lnTo>
                  <a:lnTo>
                    <a:pt x="1547820" y="871791"/>
                  </a:lnTo>
                  <a:lnTo>
                    <a:pt x="1547820" y="837715"/>
                  </a:lnTo>
                  <a:lnTo>
                    <a:pt x="1629284" y="837715"/>
                  </a:lnTo>
                  <a:lnTo>
                    <a:pt x="1629284" y="803485"/>
                  </a:lnTo>
                  <a:lnTo>
                    <a:pt x="1710748" y="803485"/>
                  </a:lnTo>
                  <a:lnTo>
                    <a:pt x="1710748" y="794886"/>
                  </a:lnTo>
                  <a:lnTo>
                    <a:pt x="1873677" y="794886"/>
                  </a:lnTo>
                  <a:lnTo>
                    <a:pt x="1873677" y="751974"/>
                  </a:lnTo>
                  <a:lnTo>
                    <a:pt x="1955141" y="751974"/>
                  </a:lnTo>
                  <a:lnTo>
                    <a:pt x="1955141" y="743331"/>
                  </a:lnTo>
                  <a:lnTo>
                    <a:pt x="2118069" y="743331"/>
                  </a:lnTo>
                  <a:lnTo>
                    <a:pt x="2118069" y="726073"/>
                  </a:lnTo>
                  <a:lnTo>
                    <a:pt x="2199534" y="726073"/>
                  </a:lnTo>
                  <a:lnTo>
                    <a:pt x="2199534" y="700165"/>
                  </a:lnTo>
                  <a:lnTo>
                    <a:pt x="2280998" y="700165"/>
                  </a:lnTo>
                  <a:lnTo>
                    <a:pt x="2280998" y="657097"/>
                  </a:lnTo>
                  <a:lnTo>
                    <a:pt x="2362462" y="657097"/>
                  </a:lnTo>
                  <a:lnTo>
                    <a:pt x="2362462" y="639797"/>
                  </a:lnTo>
                  <a:lnTo>
                    <a:pt x="2443926" y="639797"/>
                  </a:lnTo>
                  <a:lnTo>
                    <a:pt x="2443926" y="622493"/>
                  </a:lnTo>
                  <a:lnTo>
                    <a:pt x="2525390" y="622493"/>
                  </a:lnTo>
                  <a:lnTo>
                    <a:pt x="2525390" y="605193"/>
                  </a:lnTo>
                  <a:lnTo>
                    <a:pt x="2606855" y="605193"/>
                  </a:lnTo>
                  <a:lnTo>
                    <a:pt x="2606855" y="587869"/>
                  </a:lnTo>
                  <a:lnTo>
                    <a:pt x="2688319" y="587869"/>
                  </a:lnTo>
                  <a:lnTo>
                    <a:pt x="2688319" y="561779"/>
                  </a:lnTo>
                  <a:lnTo>
                    <a:pt x="2851247" y="561779"/>
                  </a:lnTo>
                  <a:lnTo>
                    <a:pt x="2851247" y="553078"/>
                  </a:lnTo>
                  <a:lnTo>
                    <a:pt x="2932712" y="553078"/>
                  </a:lnTo>
                  <a:lnTo>
                    <a:pt x="2932712" y="544375"/>
                  </a:lnTo>
                  <a:lnTo>
                    <a:pt x="3014176" y="544375"/>
                  </a:lnTo>
                  <a:lnTo>
                    <a:pt x="3014176" y="526980"/>
                  </a:lnTo>
                  <a:lnTo>
                    <a:pt x="3177104" y="526980"/>
                  </a:lnTo>
                  <a:lnTo>
                    <a:pt x="3177104" y="518277"/>
                  </a:lnTo>
                  <a:lnTo>
                    <a:pt x="3258569" y="518277"/>
                  </a:lnTo>
                  <a:lnTo>
                    <a:pt x="3258569" y="492214"/>
                  </a:lnTo>
                  <a:lnTo>
                    <a:pt x="3340033" y="492214"/>
                  </a:lnTo>
                  <a:lnTo>
                    <a:pt x="3340033" y="466156"/>
                  </a:lnTo>
                  <a:lnTo>
                    <a:pt x="3421497" y="466156"/>
                  </a:lnTo>
                  <a:lnTo>
                    <a:pt x="3421497" y="440144"/>
                  </a:lnTo>
                  <a:lnTo>
                    <a:pt x="3584425" y="440144"/>
                  </a:lnTo>
                  <a:lnTo>
                    <a:pt x="3584425" y="422800"/>
                  </a:lnTo>
                  <a:lnTo>
                    <a:pt x="3665890" y="422800"/>
                  </a:lnTo>
                  <a:lnTo>
                    <a:pt x="3665890" y="405445"/>
                  </a:lnTo>
                  <a:lnTo>
                    <a:pt x="3747354" y="405445"/>
                  </a:lnTo>
                  <a:lnTo>
                    <a:pt x="3747354" y="388070"/>
                  </a:lnTo>
                  <a:lnTo>
                    <a:pt x="3828818" y="388070"/>
                  </a:lnTo>
                  <a:lnTo>
                    <a:pt x="3828818" y="379371"/>
                  </a:lnTo>
                  <a:lnTo>
                    <a:pt x="3910282" y="379371"/>
                  </a:lnTo>
                  <a:lnTo>
                    <a:pt x="3910282" y="370674"/>
                  </a:lnTo>
                  <a:lnTo>
                    <a:pt x="3991747" y="370674"/>
                  </a:lnTo>
                  <a:lnTo>
                    <a:pt x="3991747" y="361952"/>
                  </a:lnTo>
                  <a:lnTo>
                    <a:pt x="4154675" y="361952"/>
                  </a:lnTo>
                  <a:lnTo>
                    <a:pt x="4154675" y="318493"/>
                  </a:lnTo>
                  <a:lnTo>
                    <a:pt x="4236139" y="318493"/>
                  </a:lnTo>
                  <a:lnTo>
                    <a:pt x="4236139" y="309766"/>
                  </a:lnTo>
                  <a:lnTo>
                    <a:pt x="4399068" y="309766"/>
                  </a:lnTo>
                  <a:lnTo>
                    <a:pt x="4399068" y="274828"/>
                  </a:lnTo>
                  <a:lnTo>
                    <a:pt x="4480532" y="274828"/>
                  </a:lnTo>
                  <a:lnTo>
                    <a:pt x="4480532" y="266068"/>
                  </a:lnTo>
                  <a:lnTo>
                    <a:pt x="4561996" y="266068"/>
                  </a:lnTo>
                  <a:lnTo>
                    <a:pt x="4561996" y="257305"/>
                  </a:lnTo>
                  <a:lnTo>
                    <a:pt x="4643460" y="257305"/>
                  </a:lnTo>
                  <a:lnTo>
                    <a:pt x="4643460" y="248549"/>
                  </a:lnTo>
                  <a:lnTo>
                    <a:pt x="4724925" y="248549"/>
                  </a:lnTo>
                  <a:lnTo>
                    <a:pt x="4724925" y="239786"/>
                  </a:lnTo>
                  <a:lnTo>
                    <a:pt x="4887853" y="239786"/>
                  </a:lnTo>
                  <a:lnTo>
                    <a:pt x="4887853" y="231000"/>
                  </a:lnTo>
                  <a:lnTo>
                    <a:pt x="5050781" y="231000"/>
                  </a:lnTo>
                  <a:lnTo>
                    <a:pt x="5050781" y="213442"/>
                  </a:lnTo>
                  <a:lnTo>
                    <a:pt x="5132246" y="213442"/>
                  </a:lnTo>
                  <a:lnTo>
                    <a:pt x="5132246" y="204617"/>
                  </a:lnTo>
                  <a:lnTo>
                    <a:pt x="5213710" y="204617"/>
                  </a:lnTo>
                  <a:lnTo>
                    <a:pt x="5213710" y="195783"/>
                  </a:lnTo>
                  <a:lnTo>
                    <a:pt x="5458103" y="195783"/>
                  </a:lnTo>
                  <a:lnTo>
                    <a:pt x="5458103" y="169301"/>
                  </a:lnTo>
                  <a:lnTo>
                    <a:pt x="5539567" y="169301"/>
                  </a:lnTo>
                  <a:lnTo>
                    <a:pt x="5539567" y="160426"/>
                  </a:lnTo>
                  <a:lnTo>
                    <a:pt x="5621031" y="160426"/>
                  </a:lnTo>
                  <a:lnTo>
                    <a:pt x="5621031" y="142684"/>
                  </a:lnTo>
                  <a:lnTo>
                    <a:pt x="5702495" y="142684"/>
                  </a:lnTo>
                  <a:lnTo>
                    <a:pt x="5702495" y="116042"/>
                  </a:lnTo>
                  <a:lnTo>
                    <a:pt x="5783960" y="116042"/>
                  </a:lnTo>
                  <a:lnTo>
                    <a:pt x="5783960" y="107151"/>
                  </a:lnTo>
                  <a:lnTo>
                    <a:pt x="5946888" y="107151"/>
                  </a:lnTo>
                  <a:lnTo>
                    <a:pt x="5946888" y="98250"/>
                  </a:lnTo>
                  <a:lnTo>
                    <a:pt x="6028352" y="98250"/>
                  </a:lnTo>
                  <a:lnTo>
                    <a:pt x="6028352" y="89353"/>
                  </a:lnTo>
                  <a:lnTo>
                    <a:pt x="6272745" y="89353"/>
                  </a:lnTo>
                  <a:lnTo>
                    <a:pt x="6272745" y="53774"/>
                  </a:lnTo>
                  <a:lnTo>
                    <a:pt x="6435673" y="53774"/>
                  </a:lnTo>
                  <a:lnTo>
                    <a:pt x="6435673" y="44823"/>
                  </a:lnTo>
                  <a:lnTo>
                    <a:pt x="6598602" y="44823"/>
                  </a:lnTo>
                  <a:lnTo>
                    <a:pt x="6598602" y="35874"/>
                  </a:lnTo>
                  <a:lnTo>
                    <a:pt x="6680066" y="35874"/>
                  </a:lnTo>
                  <a:lnTo>
                    <a:pt x="6680066" y="26926"/>
                  </a:lnTo>
                  <a:lnTo>
                    <a:pt x="6842994" y="26926"/>
                  </a:lnTo>
                  <a:lnTo>
                    <a:pt x="6842994" y="17961"/>
                  </a:lnTo>
                  <a:lnTo>
                    <a:pt x="6924459" y="17961"/>
                  </a:lnTo>
                  <a:lnTo>
                    <a:pt x="6924459" y="8977"/>
                  </a:lnTo>
                  <a:lnTo>
                    <a:pt x="7005923" y="8977"/>
                  </a:lnTo>
                  <a:lnTo>
                    <a:pt x="7005923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tx20"/>
            <p:cNvSpPr/>
            <p:nvPr/>
          </p:nvSpPr>
          <p:spPr>
            <a:xfrm>
              <a:off x="692708" y="5540371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692708" y="4524987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692708" y="3509603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1148437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315395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51905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722716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416607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28" name="tx28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29" name="pl29"/>
            <p:cNvSpPr/>
            <p:nvPr/>
          </p:nvSpPr>
          <p:spPr>
            <a:xfrm>
              <a:off x="3094939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878666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tx31"/>
            <p:cNvSpPr/>
            <p:nvPr/>
          </p:nvSpPr>
          <p:spPr>
            <a:xfrm>
              <a:off x="3362039" y="2224748"/>
              <a:ext cx="142509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 &lt; -10 % (exposed)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5145765" y="2224748"/>
              <a:ext cx="130914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 ≥ -10 % (others)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910695" y="1896563"/>
              <a:ext cx="5265480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eGFR diff &lt; -10% (n = 301) vs others (n = 642): subHR = 2.20 (95% CI 1.50-3.22), p = &lt;0.001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910695" y="1669789"/>
              <a:ext cx="475323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Hospitalisation — eGFR diff &lt; -10 % vs others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2026-09-28T17:35:44Z</dcterms:modified>
  <cp:category/>
</cp:coreProperties>
</file>