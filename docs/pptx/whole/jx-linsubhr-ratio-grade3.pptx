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11047"/>
            </a:xfrm>
            <a:custGeom>
              <a:avLst/>
              <a:pathLst>
                <a:path w="7235830" h="3411047">
                  <a:moveTo>
                    <a:pt x="1221329" y="0"/>
                  </a:moveTo>
                  <a:lnTo>
                    <a:pt x="1261268" y="89315"/>
                  </a:lnTo>
                  <a:lnTo>
                    <a:pt x="1335028" y="246624"/>
                  </a:lnTo>
                  <a:lnTo>
                    <a:pt x="1408788" y="396642"/>
                  </a:lnTo>
                  <a:lnTo>
                    <a:pt x="1482548" y="539708"/>
                  </a:lnTo>
                  <a:lnTo>
                    <a:pt x="1556308" y="676144"/>
                  </a:lnTo>
                  <a:lnTo>
                    <a:pt x="1630068" y="806258"/>
                  </a:lnTo>
                  <a:lnTo>
                    <a:pt x="1703828" y="930341"/>
                  </a:lnTo>
                  <a:lnTo>
                    <a:pt x="1777588" y="1048674"/>
                  </a:lnTo>
                  <a:lnTo>
                    <a:pt x="1851348" y="1161523"/>
                  </a:lnTo>
                  <a:lnTo>
                    <a:pt x="1925108" y="1269142"/>
                  </a:lnTo>
                  <a:lnTo>
                    <a:pt x="1998868" y="1371774"/>
                  </a:lnTo>
                  <a:lnTo>
                    <a:pt x="2072628" y="1469649"/>
                  </a:lnTo>
                  <a:lnTo>
                    <a:pt x="2146388" y="1562989"/>
                  </a:lnTo>
                  <a:lnTo>
                    <a:pt x="2220148" y="1652003"/>
                  </a:lnTo>
                  <a:lnTo>
                    <a:pt x="2293908" y="1736892"/>
                  </a:lnTo>
                  <a:lnTo>
                    <a:pt x="2367668" y="1817846"/>
                  </a:lnTo>
                  <a:lnTo>
                    <a:pt x="2441428" y="1895049"/>
                  </a:lnTo>
                  <a:lnTo>
                    <a:pt x="2515188" y="1968675"/>
                  </a:lnTo>
                  <a:lnTo>
                    <a:pt x="2588948" y="2038888"/>
                  </a:lnTo>
                  <a:lnTo>
                    <a:pt x="2662708" y="2105847"/>
                  </a:lnTo>
                  <a:lnTo>
                    <a:pt x="2736468" y="2169703"/>
                  </a:lnTo>
                  <a:lnTo>
                    <a:pt x="2810228" y="2230600"/>
                  </a:lnTo>
                  <a:lnTo>
                    <a:pt x="2883988" y="2288675"/>
                  </a:lnTo>
                  <a:lnTo>
                    <a:pt x="2957748" y="2344058"/>
                  </a:lnTo>
                  <a:lnTo>
                    <a:pt x="3031508" y="2396875"/>
                  </a:lnTo>
                  <a:lnTo>
                    <a:pt x="3105268" y="2447244"/>
                  </a:lnTo>
                  <a:lnTo>
                    <a:pt x="3179028" y="2495279"/>
                  </a:lnTo>
                  <a:lnTo>
                    <a:pt x="3252788" y="2541088"/>
                  </a:lnTo>
                  <a:lnTo>
                    <a:pt x="3326548" y="2584773"/>
                  </a:lnTo>
                  <a:lnTo>
                    <a:pt x="3400308" y="2626435"/>
                  </a:lnTo>
                  <a:lnTo>
                    <a:pt x="3474068" y="2660945"/>
                  </a:lnTo>
                  <a:lnTo>
                    <a:pt x="3547828" y="2682481"/>
                  </a:lnTo>
                  <a:lnTo>
                    <a:pt x="3621588" y="2703452"/>
                  </a:lnTo>
                  <a:lnTo>
                    <a:pt x="3695348" y="2723875"/>
                  </a:lnTo>
                  <a:lnTo>
                    <a:pt x="3769108" y="2743763"/>
                  </a:lnTo>
                  <a:lnTo>
                    <a:pt x="3842868" y="2763131"/>
                  </a:lnTo>
                  <a:lnTo>
                    <a:pt x="3916628" y="2781992"/>
                  </a:lnTo>
                  <a:lnTo>
                    <a:pt x="3990388" y="2800359"/>
                  </a:lnTo>
                  <a:lnTo>
                    <a:pt x="4064149" y="2818245"/>
                  </a:lnTo>
                  <a:lnTo>
                    <a:pt x="4137909" y="2835663"/>
                  </a:lnTo>
                  <a:lnTo>
                    <a:pt x="4211669" y="2852626"/>
                  </a:lnTo>
                  <a:lnTo>
                    <a:pt x="4285429" y="2869144"/>
                  </a:lnTo>
                  <a:lnTo>
                    <a:pt x="4359189" y="2885230"/>
                  </a:lnTo>
                  <a:lnTo>
                    <a:pt x="4432949" y="2900895"/>
                  </a:lnTo>
                  <a:lnTo>
                    <a:pt x="4506709" y="2916150"/>
                  </a:lnTo>
                  <a:lnTo>
                    <a:pt x="4580469" y="2931006"/>
                  </a:lnTo>
                  <a:lnTo>
                    <a:pt x="4654229" y="2945473"/>
                  </a:lnTo>
                  <a:lnTo>
                    <a:pt x="4727989" y="2959561"/>
                  </a:lnTo>
                  <a:lnTo>
                    <a:pt x="4801749" y="2973281"/>
                  </a:lnTo>
                  <a:lnTo>
                    <a:pt x="4875509" y="2986641"/>
                  </a:lnTo>
                  <a:lnTo>
                    <a:pt x="4949269" y="2999652"/>
                  </a:lnTo>
                  <a:lnTo>
                    <a:pt x="5023029" y="3012322"/>
                  </a:lnTo>
                  <a:lnTo>
                    <a:pt x="5096789" y="3024661"/>
                  </a:lnTo>
                  <a:lnTo>
                    <a:pt x="5170549" y="3036677"/>
                  </a:lnTo>
                  <a:lnTo>
                    <a:pt x="5244309" y="3048378"/>
                  </a:lnTo>
                  <a:lnTo>
                    <a:pt x="5318069" y="3059773"/>
                  </a:lnTo>
                  <a:lnTo>
                    <a:pt x="5391829" y="3070870"/>
                  </a:lnTo>
                  <a:lnTo>
                    <a:pt x="5465589" y="3081676"/>
                  </a:lnTo>
                  <a:lnTo>
                    <a:pt x="5539349" y="3092199"/>
                  </a:lnTo>
                  <a:lnTo>
                    <a:pt x="5613109" y="3102447"/>
                  </a:lnTo>
                  <a:lnTo>
                    <a:pt x="5686869" y="3112427"/>
                  </a:lnTo>
                  <a:lnTo>
                    <a:pt x="5760629" y="3122146"/>
                  </a:lnTo>
                  <a:lnTo>
                    <a:pt x="5834389" y="3131610"/>
                  </a:lnTo>
                  <a:lnTo>
                    <a:pt x="5908149" y="3140827"/>
                  </a:lnTo>
                  <a:lnTo>
                    <a:pt x="5981909" y="3149802"/>
                  </a:lnTo>
                  <a:lnTo>
                    <a:pt x="6055669" y="3158542"/>
                  </a:lnTo>
                  <a:lnTo>
                    <a:pt x="6129429" y="3167054"/>
                  </a:lnTo>
                  <a:lnTo>
                    <a:pt x="6203189" y="3175343"/>
                  </a:lnTo>
                  <a:lnTo>
                    <a:pt x="6276949" y="3183415"/>
                  </a:lnTo>
                  <a:lnTo>
                    <a:pt x="6350709" y="3191275"/>
                  </a:lnTo>
                  <a:lnTo>
                    <a:pt x="6424469" y="3198930"/>
                  </a:lnTo>
                  <a:lnTo>
                    <a:pt x="6498229" y="3206385"/>
                  </a:lnTo>
                  <a:lnTo>
                    <a:pt x="6571989" y="3213644"/>
                  </a:lnTo>
                  <a:lnTo>
                    <a:pt x="6645749" y="3220713"/>
                  </a:lnTo>
                  <a:lnTo>
                    <a:pt x="6719509" y="3227598"/>
                  </a:lnTo>
                  <a:lnTo>
                    <a:pt x="6793269" y="3234302"/>
                  </a:lnTo>
                  <a:lnTo>
                    <a:pt x="6867029" y="3240831"/>
                  </a:lnTo>
                  <a:lnTo>
                    <a:pt x="6940789" y="3247189"/>
                  </a:lnTo>
                  <a:lnTo>
                    <a:pt x="7014550" y="3253380"/>
                  </a:lnTo>
                  <a:lnTo>
                    <a:pt x="7088310" y="3259410"/>
                  </a:lnTo>
                  <a:lnTo>
                    <a:pt x="7162070" y="3265281"/>
                  </a:lnTo>
                  <a:lnTo>
                    <a:pt x="7235830" y="3270999"/>
                  </a:lnTo>
                  <a:lnTo>
                    <a:pt x="7235830" y="3411047"/>
                  </a:lnTo>
                  <a:lnTo>
                    <a:pt x="7162070" y="3407514"/>
                  </a:lnTo>
                  <a:lnTo>
                    <a:pt x="7088310" y="3403810"/>
                  </a:lnTo>
                  <a:lnTo>
                    <a:pt x="7014550" y="3399925"/>
                  </a:lnTo>
                  <a:lnTo>
                    <a:pt x="6940789" y="3395852"/>
                  </a:lnTo>
                  <a:lnTo>
                    <a:pt x="6867029" y="3391581"/>
                  </a:lnTo>
                  <a:lnTo>
                    <a:pt x="6793269" y="3387102"/>
                  </a:lnTo>
                  <a:lnTo>
                    <a:pt x="6719509" y="3382406"/>
                  </a:lnTo>
                  <a:lnTo>
                    <a:pt x="6645749" y="3377481"/>
                  </a:lnTo>
                  <a:lnTo>
                    <a:pt x="6571989" y="3372317"/>
                  </a:lnTo>
                  <a:lnTo>
                    <a:pt x="6498229" y="3366902"/>
                  </a:lnTo>
                  <a:lnTo>
                    <a:pt x="6424469" y="3361224"/>
                  </a:lnTo>
                  <a:lnTo>
                    <a:pt x="6350709" y="3355270"/>
                  </a:lnTo>
                  <a:lnTo>
                    <a:pt x="6276949" y="3349027"/>
                  </a:lnTo>
                  <a:lnTo>
                    <a:pt x="6203189" y="3342480"/>
                  </a:lnTo>
                  <a:lnTo>
                    <a:pt x="6129429" y="3335615"/>
                  </a:lnTo>
                  <a:lnTo>
                    <a:pt x="6055669" y="3328416"/>
                  </a:lnTo>
                  <a:lnTo>
                    <a:pt x="5981909" y="3320868"/>
                  </a:lnTo>
                  <a:lnTo>
                    <a:pt x="5908149" y="3312953"/>
                  </a:lnTo>
                  <a:lnTo>
                    <a:pt x="5834389" y="3304653"/>
                  </a:lnTo>
                  <a:lnTo>
                    <a:pt x="5760629" y="3295950"/>
                  </a:lnTo>
                  <a:lnTo>
                    <a:pt x="5686869" y="3286824"/>
                  </a:lnTo>
                  <a:lnTo>
                    <a:pt x="5613109" y="3277255"/>
                  </a:lnTo>
                  <a:lnTo>
                    <a:pt x="5539349" y="3267220"/>
                  </a:lnTo>
                  <a:lnTo>
                    <a:pt x="5465589" y="3256698"/>
                  </a:lnTo>
                  <a:lnTo>
                    <a:pt x="5391829" y="3245665"/>
                  </a:lnTo>
                  <a:lnTo>
                    <a:pt x="5318069" y="3234095"/>
                  </a:lnTo>
                  <a:lnTo>
                    <a:pt x="5244309" y="3221963"/>
                  </a:lnTo>
                  <a:lnTo>
                    <a:pt x="5170549" y="3209242"/>
                  </a:lnTo>
                  <a:lnTo>
                    <a:pt x="5096789" y="3195902"/>
                  </a:lnTo>
                  <a:lnTo>
                    <a:pt x="5023029" y="3181914"/>
                  </a:lnTo>
                  <a:lnTo>
                    <a:pt x="4949269" y="3167247"/>
                  </a:lnTo>
                  <a:lnTo>
                    <a:pt x="4875509" y="3151866"/>
                  </a:lnTo>
                  <a:lnTo>
                    <a:pt x="4801749" y="3135738"/>
                  </a:lnTo>
                  <a:lnTo>
                    <a:pt x="4727989" y="3118827"/>
                  </a:lnTo>
                  <a:lnTo>
                    <a:pt x="4654229" y="3101094"/>
                  </a:lnTo>
                  <a:lnTo>
                    <a:pt x="4580469" y="3082499"/>
                  </a:lnTo>
                  <a:lnTo>
                    <a:pt x="4506709" y="3063000"/>
                  </a:lnTo>
                  <a:lnTo>
                    <a:pt x="4432949" y="3042553"/>
                  </a:lnTo>
                  <a:lnTo>
                    <a:pt x="4359189" y="3021114"/>
                  </a:lnTo>
                  <a:lnTo>
                    <a:pt x="4285429" y="2998632"/>
                  </a:lnTo>
                  <a:lnTo>
                    <a:pt x="4211669" y="2975058"/>
                  </a:lnTo>
                  <a:lnTo>
                    <a:pt x="4137909" y="2950338"/>
                  </a:lnTo>
                  <a:lnTo>
                    <a:pt x="4064149" y="2924417"/>
                  </a:lnTo>
                  <a:lnTo>
                    <a:pt x="3990388" y="2897236"/>
                  </a:lnTo>
                  <a:lnTo>
                    <a:pt x="3916628" y="2868734"/>
                  </a:lnTo>
                  <a:lnTo>
                    <a:pt x="3842868" y="2838848"/>
                  </a:lnTo>
                  <a:lnTo>
                    <a:pt x="3769108" y="2807509"/>
                  </a:lnTo>
                  <a:lnTo>
                    <a:pt x="3695348" y="2774647"/>
                  </a:lnTo>
                  <a:lnTo>
                    <a:pt x="3621588" y="2740188"/>
                  </a:lnTo>
                  <a:lnTo>
                    <a:pt x="3547828" y="2704055"/>
                  </a:lnTo>
                  <a:lnTo>
                    <a:pt x="3474068" y="2666165"/>
                  </a:lnTo>
                  <a:lnTo>
                    <a:pt x="3400308" y="2638831"/>
                  </a:lnTo>
                  <a:lnTo>
                    <a:pt x="3326548" y="2616123"/>
                  </a:lnTo>
                  <a:lnTo>
                    <a:pt x="3252788" y="2592804"/>
                  </a:lnTo>
                  <a:lnTo>
                    <a:pt x="3179028" y="2568859"/>
                  </a:lnTo>
                  <a:lnTo>
                    <a:pt x="3105268" y="2544270"/>
                  </a:lnTo>
                  <a:lnTo>
                    <a:pt x="3031508" y="2519020"/>
                  </a:lnTo>
                  <a:lnTo>
                    <a:pt x="2957748" y="2493091"/>
                  </a:lnTo>
                  <a:lnTo>
                    <a:pt x="2883988" y="2466466"/>
                  </a:lnTo>
                  <a:lnTo>
                    <a:pt x="2810228" y="2439125"/>
                  </a:lnTo>
                  <a:lnTo>
                    <a:pt x="2736468" y="2411049"/>
                  </a:lnTo>
                  <a:lnTo>
                    <a:pt x="2662708" y="2382218"/>
                  </a:lnTo>
                  <a:lnTo>
                    <a:pt x="2588948" y="2352613"/>
                  </a:lnTo>
                  <a:lnTo>
                    <a:pt x="2515188" y="2322212"/>
                  </a:lnTo>
                  <a:lnTo>
                    <a:pt x="2441428" y="2290994"/>
                  </a:lnTo>
                  <a:lnTo>
                    <a:pt x="2367668" y="2258937"/>
                  </a:lnTo>
                  <a:lnTo>
                    <a:pt x="2293908" y="2226018"/>
                  </a:lnTo>
                  <a:lnTo>
                    <a:pt x="2220148" y="2192215"/>
                  </a:lnTo>
                  <a:lnTo>
                    <a:pt x="2146388" y="2157503"/>
                  </a:lnTo>
                  <a:lnTo>
                    <a:pt x="2072628" y="2121858"/>
                  </a:lnTo>
                  <a:lnTo>
                    <a:pt x="1998868" y="2085255"/>
                  </a:lnTo>
                  <a:lnTo>
                    <a:pt x="1925108" y="2047668"/>
                  </a:lnTo>
                  <a:lnTo>
                    <a:pt x="1851348" y="2009071"/>
                  </a:lnTo>
                  <a:lnTo>
                    <a:pt x="1777588" y="1969437"/>
                  </a:lnTo>
                  <a:lnTo>
                    <a:pt x="1703828" y="1928738"/>
                  </a:lnTo>
                  <a:lnTo>
                    <a:pt x="1630068" y="1886944"/>
                  </a:lnTo>
                  <a:lnTo>
                    <a:pt x="1556308" y="1844028"/>
                  </a:lnTo>
                  <a:lnTo>
                    <a:pt x="1482548" y="1799958"/>
                  </a:lnTo>
                  <a:lnTo>
                    <a:pt x="1408788" y="1754703"/>
                  </a:lnTo>
                  <a:lnTo>
                    <a:pt x="1335028" y="1708233"/>
                  </a:lnTo>
                  <a:lnTo>
                    <a:pt x="1261268" y="1660513"/>
                  </a:lnTo>
                  <a:lnTo>
                    <a:pt x="1187508" y="1611511"/>
                  </a:lnTo>
                  <a:lnTo>
                    <a:pt x="1113747" y="1561191"/>
                  </a:lnTo>
                  <a:lnTo>
                    <a:pt x="1039987" y="1509520"/>
                  </a:lnTo>
                  <a:lnTo>
                    <a:pt x="966227" y="1456459"/>
                  </a:lnTo>
                  <a:lnTo>
                    <a:pt x="892467" y="1401973"/>
                  </a:lnTo>
                  <a:lnTo>
                    <a:pt x="818707" y="1346022"/>
                  </a:lnTo>
                  <a:lnTo>
                    <a:pt x="744947" y="1288567"/>
                  </a:lnTo>
                  <a:lnTo>
                    <a:pt x="671187" y="1229568"/>
                  </a:lnTo>
                  <a:lnTo>
                    <a:pt x="597427" y="1168983"/>
                  </a:lnTo>
                  <a:lnTo>
                    <a:pt x="523667" y="1106770"/>
                  </a:lnTo>
                  <a:lnTo>
                    <a:pt x="449907" y="1042885"/>
                  </a:lnTo>
                  <a:lnTo>
                    <a:pt x="376147" y="977283"/>
                  </a:lnTo>
                  <a:lnTo>
                    <a:pt x="302387" y="909918"/>
                  </a:lnTo>
                  <a:lnTo>
                    <a:pt x="228627" y="840743"/>
                  </a:lnTo>
                  <a:lnTo>
                    <a:pt x="154867" y="769708"/>
                  </a:lnTo>
                  <a:lnTo>
                    <a:pt x="81107" y="696764"/>
                  </a:lnTo>
                  <a:lnTo>
                    <a:pt x="7347" y="621859"/>
                  </a:lnTo>
                  <a:lnTo>
                    <a:pt x="0" y="6141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38847" y="2073503"/>
              <a:ext cx="6014500" cy="3270999"/>
            </a:xfrm>
            <a:custGeom>
              <a:avLst/>
              <a:pathLst>
                <a:path w="6014500" h="3270999">
                  <a:moveTo>
                    <a:pt x="0" y="0"/>
                  </a:moveTo>
                  <a:lnTo>
                    <a:pt x="39938" y="89315"/>
                  </a:lnTo>
                  <a:lnTo>
                    <a:pt x="113698" y="246624"/>
                  </a:lnTo>
                  <a:lnTo>
                    <a:pt x="187458" y="396642"/>
                  </a:lnTo>
                  <a:lnTo>
                    <a:pt x="261218" y="539708"/>
                  </a:lnTo>
                  <a:lnTo>
                    <a:pt x="334978" y="676144"/>
                  </a:lnTo>
                  <a:lnTo>
                    <a:pt x="408738" y="806258"/>
                  </a:lnTo>
                  <a:lnTo>
                    <a:pt x="482498" y="930341"/>
                  </a:lnTo>
                  <a:lnTo>
                    <a:pt x="556258" y="1048674"/>
                  </a:lnTo>
                  <a:lnTo>
                    <a:pt x="630018" y="1161523"/>
                  </a:lnTo>
                  <a:lnTo>
                    <a:pt x="703778" y="1269142"/>
                  </a:lnTo>
                  <a:lnTo>
                    <a:pt x="777538" y="1371774"/>
                  </a:lnTo>
                  <a:lnTo>
                    <a:pt x="851298" y="1469649"/>
                  </a:lnTo>
                  <a:lnTo>
                    <a:pt x="925058" y="1562989"/>
                  </a:lnTo>
                  <a:lnTo>
                    <a:pt x="998818" y="1652003"/>
                  </a:lnTo>
                  <a:lnTo>
                    <a:pt x="1072578" y="1736892"/>
                  </a:lnTo>
                  <a:lnTo>
                    <a:pt x="1146338" y="1817846"/>
                  </a:lnTo>
                  <a:lnTo>
                    <a:pt x="1220098" y="1895049"/>
                  </a:lnTo>
                  <a:lnTo>
                    <a:pt x="1293858" y="1968675"/>
                  </a:lnTo>
                  <a:lnTo>
                    <a:pt x="1367618" y="2038888"/>
                  </a:lnTo>
                  <a:lnTo>
                    <a:pt x="1441378" y="2105847"/>
                  </a:lnTo>
                  <a:lnTo>
                    <a:pt x="1515138" y="2169703"/>
                  </a:lnTo>
                  <a:lnTo>
                    <a:pt x="1588898" y="2230600"/>
                  </a:lnTo>
                  <a:lnTo>
                    <a:pt x="1662658" y="2288675"/>
                  </a:lnTo>
                  <a:lnTo>
                    <a:pt x="1736418" y="2344058"/>
                  </a:lnTo>
                  <a:lnTo>
                    <a:pt x="1810178" y="2396875"/>
                  </a:lnTo>
                  <a:lnTo>
                    <a:pt x="1883938" y="2447244"/>
                  </a:lnTo>
                  <a:lnTo>
                    <a:pt x="1957698" y="2495279"/>
                  </a:lnTo>
                  <a:lnTo>
                    <a:pt x="2031458" y="2541088"/>
                  </a:lnTo>
                  <a:lnTo>
                    <a:pt x="2105218" y="2584773"/>
                  </a:lnTo>
                  <a:lnTo>
                    <a:pt x="2178978" y="2626435"/>
                  </a:lnTo>
                  <a:lnTo>
                    <a:pt x="2252738" y="2660945"/>
                  </a:lnTo>
                  <a:lnTo>
                    <a:pt x="2326498" y="2682481"/>
                  </a:lnTo>
                  <a:lnTo>
                    <a:pt x="2400258" y="2703452"/>
                  </a:lnTo>
                  <a:lnTo>
                    <a:pt x="2474018" y="2723875"/>
                  </a:lnTo>
                  <a:lnTo>
                    <a:pt x="2547779" y="2743763"/>
                  </a:lnTo>
                  <a:lnTo>
                    <a:pt x="2621539" y="2763131"/>
                  </a:lnTo>
                  <a:lnTo>
                    <a:pt x="2695299" y="2781992"/>
                  </a:lnTo>
                  <a:lnTo>
                    <a:pt x="2769059" y="2800359"/>
                  </a:lnTo>
                  <a:lnTo>
                    <a:pt x="2842819" y="2818245"/>
                  </a:lnTo>
                  <a:lnTo>
                    <a:pt x="2916579" y="2835663"/>
                  </a:lnTo>
                  <a:lnTo>
                    <a:pt x="2990339" y="2852626"/>
                  </a:lnTo>
                  <a:lnTo>
                    <a:pt x="3064099" y="2869144"/>
                  </a:lnTo>
                  <a:lnTo>
                    <a:pt x="3137859" y="2885230"/>
                  </a:lnTo>
                  <a:lnTo>
                    <a:pt x="3211619" y="2900895"/>
                  </a:lnTo>
                  <a:lnTo>
                    <a:pt x="3285379" y="2916150"/>
                  </a:lnTo>
                  <a:lnTo>
                    <a:pt x="3359139" y="2931006"/>
                  </a:lnTo>
                  <a:lnTo>
                    <a:pt x="3432899" y="2945473"/>
                  </a:lnTo>
                  <a:lnTo>
                    <a:pt x="3506659" y="2959561"/>
                  </a:lnTo>
                  <a:lnTo>
                    <a:pt x="3580419" y="2973281"/>
                  </a:lnTo>
                  <a:lnTo>
                    <a:pt x="3654179" y="2986641"/>
                  </a:lnTo>
                  <a:lnTo>
                    <a:pt x="3727939" y="2999652"/>
                  </a:lnTo>
                  <a:lnTo>
                    <a:pt x="3801699" y="3012322"/>
                  </a:lnTo>
                  <a:lnTo>
                    <a:pt x="3875459" y="3024661"/>
                  </a:lnTo>
                  <a:lnTo>
                    <a:pt x="3949219" y="3036677"/>
                  </a:lnTo>
                  <a:lnTo>
                    <a:pt x="4022979" y="3048378"/>
                  </a:lnTo>
                  <a:lnTo>
                    <a:pt x="4096739" y="3059773"/>
                  </a:lnTo>
                  <a:lnTo>
                    <a:pt x="4170499" y="3070870"/>
                  </a:lnTo>
                  <a:lnTo>
                    <a:pt x="4244259" y="3081676"/>
                  </a:lnTo>
                  <a:lnTo>
                    <a:pt x="4318019" y="3092199"/>
                  </a:lnTo>
                  <a:lnTo>
                    <a:pt x="4391779" y="3102447"/>
                  </a:lnTo>
                  <a:lnTo>
                    <a:pt x="4465539" y="3112427"/>
                  </a:lnTo>
                  <a:lnTo>
                    <a:pt x="4539299" y="3122146"/>
                  </a:lnTo>
                  <a:lnTo>
                    <a:pt x="4613059" y="3131610"/>
                  </a:lnTo>
                  <a:lnTo>
                    <a:pt x="4686819" y="3140827"/>
                  </a:lnTo>
                  <a:lnTo>
                    <a:pt x="4760579" y="3149802"/>
                  </a:lnTo>
                  <a:lnTo>
                    <a:pt x="4834339" y="3158542"/>
                  </a:lnTo>
                  <a:lnTo>
                    <a:pt x="4908099" y="3167054"/>
                  </a:lnTo>
                  <a:lnTo>
                    <a:pt x="4981859" y="3175343"/>
                  </a:lnTo>
                  <a:lnTo>
                    <a:pt x="5055619" y="3183415"/>
                  </a:lnTo>
                  <a:lnTo>
                    <a:pt x="5129379" y="3191275"/>
                  </a:lnTo>
                  <a:lnTo>
                    <a:pt x="5203139" y="3198930"/>
                  </a:lnTo>
                  <a:lnTo>
                    <a:pt x="5276899" y="3206385"/>
                  </a:lnTo>
                  <a:lnTo>
                    <a:pt x="5350659" y="3213644"/>
                  </a:lnTo>
                  <a:lnTo>
                    <a:pt x="5424419" y="3220713"/>
                  </a:lnTo>
                  <a:lnTo>
                    <a:pt x="5498180" y="3227598"/>
                  </a:lnTo>
                  <a:lnTo>
                    <a:pt x="5571940" y="3234302"/>
                  </a:lnTo>
                  <a:lnTo>
                    <a:pt x="5645700" y="3240831"/>
                  </a:lnTo>
                  <a:lnTo>
                    <a:pt x="5719460" y="3247189"/>
                  </a:lnTo>
                  <a:lnTo>
                    <a:pt x="5793220" y="3253380"/>
                  </a:lnTo>
                  <a:lnTo>
                    <a:pt x="5866980" y="3259410"/>
                  </a:lnTo>
                  <a:lnTo>
                    <a:pt x="5940740" y="3265281"/>
                  </a:lnTo>
                  <a:lnTo>
                    <a:pt x="6014500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687700"/>
              <a:ext cx="7235830" cy="2796850"/>
            </a:xfrm>
            <a:custGeom>
              <a:avLst/>
              <a:pathLst>
                <a:path w="7235830" h="2796850">
                  <a:moveTo>
                    <a:pt x="7235830" y="2796850"/>
                  </a:moveTo>
                  <a:lnTo>
                    <a:pt x="7162070" y="2793317"/>
                  </a:lnTo>
                  <a:lnTo>
                    <a:pt x="7088310" y="2789612"/>
                  </a:lnTo>
                  <a:lnTo>
                    <a:pt x="7014550" y="2785728"/>
                  </a:lnTo>
                  <a:lnTo>
                    <a:pt x="6940789" y="2781655"/>
                  </a:lnTo>
                  <a:lnTo>
                    <a:pt x="6867029" y="2777383"/>
                  </a:lnTo>
                  <a:lnTo>
                    <a:pt x="6793269" y="2772905"/>
                  </a:lnTo>
                  <a:lnTo>
                    <a:pt x="6719509" y="2768208"/>
                  </a:lnTo>
                  <a:lnTo>
                    <a:pt x="6645749" y="2763283"/>
                  </a:lnTo>
                  <a:lnTo>
                    <a:pt x="6571989" y="2758119"/>
                  </a:lnTo>
                  <a:lnTo>
                    <a:pt x="6498229" y="2752705"/>
                  </a:lnTo>
                  <a:lnTo>
                    <a:pt x="6424469" y="2747026"/>
                  </a:lnTo>
                  <a:lnTo>
                    <a:pt x="6350709" y="2741072"/>
                  </a:lnTo>
                  <a:lnTo>
                    <a:pt x="6276949" y="2734829"/>
                  </a:lnTo>
                  <a:lnTo>
                    <a:pt x="6203189" y="2728282"/>
                  </a:lnTo>
                  <a:lnTo>
                    <a:pt x="6129429" y="2721417"/>
                  </a:lnTo>
                  <a:lnTo>
                    <a:pt x="6055669" y="2714219"/>
                  </a:lnTo>
                  <a:lnTo>
                    <a:pt x="5981909" y="2706671"/>
                  </a:lnTo>
                  <a:lnTo>
                    <a:pt x="5908149" y="2698756"/>
                  </a:lnTo>
                  <a:lnTo>
                    <a:pt x="5834389" y="2690456"/>
                  </a:lnTo>
                  <a:lnTo>
                    <a:pt x="5760629" y="2681753"/>
                  </a:lnTo>
                  <a:lnTo>
                    <a:pt x="5686869" y="2672627"/>
                  </a:lnTo>
                  <a:lnTo>
                    <a:pt x="5613109" y="2663057"/>
                  </a:lnTo>
                  <a:lnTo>
                    <a:pt x="5539349" y="2653023"/>
                  </a:lnTo>
                  <a:lnTo>
                    <a:pt x="5465589" y="2642501"/>
                  </a:lnTo>
                  <a:lnTo>
                    <a:pt x="5391829" y="2631467"/>
                  </a:lnTo>
                  <a:lnTo>
                    <a:pt x="5318069" y="2619898"/>
                  </a:lnTo>
                  <a:lnTo>
                    <a:pt x="5244309" y="2607766"/>
                  </a:lnTo>
                  <a:lnTo>
                    <a:pt x="5170549" y="2595044"/>
                  </a:lnTo>
                  <a:lnTo>
                    <a:pt x="5096789" y="2581705"/>
                  </a:lnTo>
                  <a:lnTo>
                    <a:pt x="5023029" y="2567717"/>
                  </a:lnTo>
                  <a:lnTo>
                    <a:pt x="4949269" y="2553049"/>
                  </a:lnTo>
                  <a:lnTo>
                    <a:pt x="4875509" y="2537669"/>
                  </a:lnTo>
                  <a:lnTo>
                    <a:pt x="4801749" y="2521541"/>
                  </a:lnTo>
                  <a:lnTo>
                    <a:pt x="4727989" y="2504630"/>
                  </a:lnTo>
                  <a:lnTo>
                    <a:pt x="4654229" y="2486896"/>
                  </a:lnTo>
                  <a:lnTo>
                    <a:pt x="4580469" y="2468301"/>
                  </a:lnTo>
                  <a:lnTo>
                    <a:pt x="4506709" y="2448802"/>
                  </a:lnTo>
                  <a:lnTo>
                    <a:pt x="4432949" y="2428356"/>
                  </a:lnTo>
                  <a:lnTo>
                    <a:pt x="4359189" y="2406916"/>
                  </a:lnTo>
                  <a:lnTo>
                    <a:pt x="4285429" y="2384434"/>
                  </a:lnTo>
                  <a:lnTo>
                    <a:pt x="4211669" y="2360860"/>
                  </a:lnTo>
                  <a:lnTo>
                    <a:pt x="4137909" y="2336140"/>
                  </a:lnTo>
                  <a:lnTo>
                    <a:pt x="4064149" y="2310219"/>
                  </a:lnTo>
                  <a:lnTo>
                    <a:pt x="3990388" y="2283039"/>
                  </a:lnTo>
                  <a:lnTo>
                    <a:pt x="3916628" y="2254537"/>
                  </a:lnTo>
                  <a:lnTo>
                    <a:pt x="3842868" y="2224650"/>
                  </a:lnTo>
                  <a:lnTo>
                    <a:pt x="3769108" y="2193311"/>
                  </a:lnTo>
                  <a:lnTo>
                    <a:pt x="3695348" y="2160449"/>
                  </a:lnTo>
                  <a:lnTo>
                    <a:pt x="3621588" y="2125991"/>
                  </a:lnTo>
                  <a:lnTo>
                    <a:pt x="3547828" y="2089857"/>
                  </a:lnTo>
                  <a:lnTo>
                    <a:pt x="3474068" y="2051968"/>
                  </a:lnTo>
                  <a:lnTo>
                    <a:pt x="3400308" y="2024634"/>
                  </a:lnTo>
                  <a:lnTo>
                    <a:pt x="3326548" y="2001925"/>
                  </a:lnTo>
                  <a:lnTo>
                    <a:pt x="3252788" y="1978607"/>
                  </a:lnTo>
                  <a:lnTo>
                    <a:pt x="3179028" y="1954661"/>
                  </a:lnTo>
                  <a:lnTo>
                    <a:pt x="3105268" y="1930072"/>
                  </a:lnTo>
                  <a:lnTo>
                    <a:pt x="3031508" y="1904822"/>
                  </a:lnTo>
                  <a:lnTo>
                    <a:pt x="2957748" y="1878894"/>
                  </a:lnTo>
                  <a:lnTo>
                    <a:pt x="2883988" y="1852268"/>
                  </a:lnTo>
                  <a:lnTo>
                    <a:pt x="2810228" y="1824927"/>
                  </a:lnTo>
                  <a:lnTo>
                    <a:pt x="2736468" y="1796851"/>
                  </a:lnTo>
                  <a:lnTo>
                    <a:pt x="2662708" y="1768021"/>
                  </a:lnTo>
                  <a:lnTo>
                    <a:pt x="2588948" y="1738416"/>
                  </a:lnTo>
                  <a:lnTo>
                    <a:pt x="2515188" y="1708015"/>
                  </a:lnTo>
                  <a:lnTo>
                    <a:pt x="2441428" y="1676797"/>
                  </a:lnTo>
                  <a:lnTo>
                    <a:pt x="2367668" y="1644739"/>
                  </a:lnTo>
                  <a:lnTo>
                    <a:pt x="2293908" y="1611821"/>
                  </a:lnTo>
                  <a:lnTo>
                    <a:pt x="2220148" y="1578017"/>
                  </a:lnTo>
                  <a:lnTo>
                    <a:pt x="2146388" y="1543305"/>
                  </a:lnTo>
                  <a:lnTo>
                    <a:pt x="2072628" y="1507660"/>
                  </a:lnTo>
                  <a:lnTo>
                    <a:pt x="1998868" y="1471058"/>
                  </a:lnTo>
                  <a:lnTo>
                    <a:pt x="1925108" y="1433471"/>
                  </a:lnTo>
                  <a:lnTo>
                    <a:pt x="1851348" y="1394874"/>
                  </a:lnTo>
                  <a:lnTo>
                    <a:pt x="1777588" y="1355240"/>
                  </a:lnTo>
                  <a:lnTo>
                    <a:pt x="1703828" y="1314540"/>
                  </a:lnTo>
                  <a:lnTo>
                    <a:pt x="1630068" y="1272747"/>
                  </a:lnTo>
                  <a:lnTo>
                    <a:pt x="1556308" y="1229830"/>
                  </a:lnTo>
                  <a:lnTo>
                    <a:pt x="1482548" y="1185760"/>
                  </a:lnTo>
                  <a:lnTo>
                    <a:pt x="1408788" y="1140506"/>
                  </a:lnTo>
                  <a:lnTo>
                    <a:pt x="1335028" y="1094035"/>
                  </a:lnTo>
                  <a:lnTo>
                    <a:pt x="1261268" y="1046315"/>
                  </a:lnTo>
                  <a:lnTo>
                    <a:pt x="1187508" y="997313"/>
                  </a:lnTo>
                  <a:lnTo>
                    <a:pt x="1113747" y="946994"/>
                  </a:lnTo>
                  <a:lnTo>
                    <a:pt x="1039987" y="895322"/>
                  </a:lnTo>
                  <a:lnTo>
                    <a:pt x="966227" y="842262"/>
                  </a:lnTo>
                  <a:lnTo>
                    <a:pt x="892467" y="787775"/>
                  </a:lnTo>
                  <a:lnTo>
                    <a:pt x="818707" y="731824"/>
                  </a:lnTo>
                  <a:lnTo>
                    <a:pt x="744947" y="674369"/>
                  </a:lnTo>
                  <a:lnTo>
                    <a:pt x="671187" y="615371"/>
                  </a:lnTo>
                  <a:lnTo>
                    <a:pt x="597427" y="554786"/>
                  </a:lnTo>
                  <a:lnTo>
                    <a:pt x="523667" y="492573"/>
                  </a:lnTo>
                  <a:lnTo>
                    <a:pt x="449907" y="428688"/>
                  </a:lnTo>
                  <a:lnTo>
                    <a:pt x="376147" y="363086"/>
                  </a:lnTo>
                  <a:lnTo>
                    <a:pt x="302387" y="295721"/>
                  </a:lnTo>
                  <a:lnTo>
                    <a:pt x="228627" y="226545"/>
                  </a:lnTo>
                  <a:lnTo>
                    <a:pt x="154867" y="155510"/>
                  </a:lnTo>
                  <a:lnTo>
                    <a:pt x="81107" y="82566"/>
                  </a:lnTo>
                  <a:lnTo>
                    <a:pt x="7347" y="76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07383" y="2073503"/>
              <a:ext cx="6645964" cy="3359382"/>
            </a:xfrm>
            <a:custGeom>
              <a:avLst/>
              <a:pathLst>
                <a:path w="6645964" h="3359382">
                  <a:moveTo>
                    <a:pt x="0" y="0"/>
                  </a:moveTo>
                  <a:lnTo>
                    <a:pt x="7561" y="13405"/>
                  </a:lnTo>
                  <a:lnTo>
                    <a:pt x="81321" y="139416"/>
                  </a:lnTo>
                  <a:lnTo>
                    <a:pt x="155081" y="260852"/>
                  </a:lnTo>
                  <a:lnTo>
                    <a:pt x="228841" y="377878"/>
                  </a:lnTo>
                  <a:lnTo>
                    <a:pt x="302602" y="490655"/>
                  </a:lnTo>
                  <a:lnTo>
                    <a:pt x="376362" y="599337"/>
                  </a:lnTo>
                  <a:lnTo>
                    <a:pt x="450122" y="704073"/>
                  </a:lnTo>
                  <a:lnTo>
                    <a:pt x="523882" y="805005"/>
                  </a:lnTo>
                  <a:lnTo>
                    <a:pt x="597642" y="902273"/>
                  </a:lnTo>
                  <a:lnTo>
                    <a:pt x="671402" y="996008"/>
                  </a:lnTo>
                  <a:lnTo>
                    <a:pt x="745162" y="1086340"/>
                  </a:lnTo>
                  <a:lnTo>
                    <a:pt x="818922" y="1173392"/>
                  </a:lnTo>
                  <a:lnTo>
                    <a:pt x="892682" y="1257283"/>
                  </a:lnTo>
                  <a:lnTo>
                    <a:pt x="966442" y="1338128"/>
                  </a:lnTo>
                  <a:lnTo>
                    <a:pt x="1040202" y="1416038"/>
                  </a:lnTo>
                  <a:lnTo>
                    <a:pt x="1113962" y="1491118"/>
                  </a:lnTo>
                  <a:lnTo>
                    <a:pt x="1187722" y="1563472"/>
                  </a:lnTo>
                  <a:lnTo>
                    <a:pt x="1261482" y="1633199"/>
                  </a:lnTo>
                  <a:lnTo>
                    <a:pt x="1335242" y="1700394"/>
                  </a:lnTo>
                  <a:lnTo>
                    <a:pt x="1409002" y="1765149"/>
                  </a:lnTo>
                  <a:lnTo>
                    <a:pt x="1482762" y="1827553"/>
                  </a:lnTo>
                  <a:lnTo>
                    <a:pt x="1556522" y="1887691"/>
                  </a:lnTo>
                  <a:lnTo>
                    <a:pt x="1630282" y="1945645"/>
                  </a:lnTo>
                  <a:lnTo>
                    <a:pt x="1704042" y="2001495"/>
                  </a:lnTo>
                  <a:lnTo>
                    <a:pt x="1777802" y="2055317"/>
                  </a:lnTo>
                  <a:lnTo>
                    <a:pt x="1851562" y="2107185"/>
                  </a:lnTo>
                  <a:lnTo>
                    <a:pt x="1925322" y="2157169"/>
                  </a:lnTo>
                  <a:lnTo>
                    <a:pt x="1999082" y="2205338"/>
                  </a:lnTo>
                  <a:lnTo>
                    <a:pt x="2072842" y="2251758"/>
                  </a:lnTo>
                  <a:lnTo>
                    <a:pt x="2146602" y="2296493"/>
                  </a:lnTo>
                  <a:lnTo>
                    <a:pt x="2220362" y="2339603"/>
                  </a:lnTo>
                  <a:lnTo>
                    <a:pt x="2294122" y="2381148"/>
                  </a:lnTo>
                  <a:lnTo>
                    <a:pt x="2367882" y="2421184"/>
                  </a:lnTo>
                  <a:lnTo>
                    <a:pt x="2441642" y="2459767"/>
                  </a:lnTo>
                  <a:lnTo>
                    <a:pt x="2515402" y="2496949"/>
                  </a:lnTo>
                  <a:lnTo>
                    <a:pt x="2589162" y="2532780"/>
                  </a:lnTo>
                  <a:lnTo>
                    <a:pt x="2662922" y="2567311"/>
                  </a:lnTo>
                  <a:lnTo>
                    <a:pt x="2736682" y="2600587"/>
                  </a:lnTo>
                  <a:lnTo>
                    <a:pt x="2810442" y="2632656"/>
                  </a:lnTo>
                  <a:lnTo>
                    <a:pt x="2884202" y="2663559"/>
                  </a:lnTo>
                  <a:lnTo>
                    <a:pt x="2957962" y="2693341"/>
                  </a:lnTo>
                  <a:lnTo>
                    <a:pt x="3031722" y="2722042"/>
                  </a:lnTo>
                  <a:lnTo>
                    <a:pt x="3105482" y="2749700"/>
                  </a:lnTo>
                  <a:lnTo>
                    <a:pt x="3179242" y="2776354"/>
                  </a:lnTo>
                  <a:lnTo>
                    <a:pt x="3253003" y="2802040"/>
                  </a:lnTo>
                  <a:lnTo>
                    <a:pt x="3326763" y="2826793"/>
                  </a:lnTo>
                  <a:lnTo>
                    <a:pt x="3400523" y="2850648"/>
                  </a:lnTo>
                  <a:lnTo>
                    <a:pt x="3474283" y="2873636"/>
                  </a:lnTo>
                  <a:lnTo>
                    <a:pt x="3548043" y="2895790"/>
                  </a:lnTo>
                  <a:lnTo>
                    <a:pt x="3621803" y="2917139"/>
                  </a:lnTo>
                  <a:lnTo>
                    <a:pt x="3695563" y="2937713"/>
                  </a:lnTo>
                  <a:lnTo>
                    <a:pt x="3769323" y="2957540"/>
                  </a:lnTo>
                  <a:lnTo>
                    <a:pt x="3843083" y="2976647"/>
                  </a:lnTo>
                  <a:lnTo>
                    <a:pt x="3916843" y="2995060"/>
                  </a:lnTo>
                  <a:lnTo>
                    <a:pt x="3990603" y="3012805"/>
                  </a:lnTo>
                  <a:lnTo>
                    <a:pt x="4064363" y="3029905"/>
                  </a:lnTo>
                  <a:lnTo>
                    <a:pt x="4138123" y="3046385"/>
                  </a:lnTo>
                  <a:lnTo>
                    <a:pt x="4211883" y="3062266"/>
                  </a:lnTo>
                  <a:lnTo>
                    <a:pt x="4285643" y="3077570"/>
                  </a:lnTo>
                  <a:lnTo>
                    <a:pt x="4359403" y="3092319"/>
                  </a:lnTo>
                  <a:lnTo>
                    <a:pt x="4433163" y="3106532"/>
                  </a:lnTo>
                  <a:lnTo>
                    <a:pt x="4506923" y="3120229"/>
                  </a:lnTo>
                  <a:lnTo>
                    <a:pt x="4580683" y="3133428"/>
                  </a:lnTo>
                  <a:lnTo>
                    <a:pt x="4654443" y="3146149"/>
                  </a:lnTo>
                  <a:lnTo>
                    <a:pt x="4728203" y="3158407"/>
                  </a:lnTo>
                  <a:lnTo>
                    <a:pt x="4801963" y="3170221"/>
                  </a:lnTo>
                  <a:lnTo>
                    <a:pt x="4875723" y="3181605"/>
                  </a:lnTo>
                  <a:lnTo>
                    <a:pt x="4949483" y="3192576"/>
                  </a:lnTo>
                  <a:lnTo>
                    <a:pt x="5023243" y="3203149"/>
                  </a:lnTo>
                  <a:lnTo>
                    <a:pt x="5097003" y="3213337"/>
                  </a:lnTo>
                  <a:lnTo>
                    <a:pt x="5170763" y="3223156"/>
                  </a:lnTo>
                  <a:lnTo>
                    <a:pt x="5244523" y="3232619"/>
                  </a:lnTo>
                  <a:lnTo>
                    <a:pt x="5318283" y="3241737"/>
                  </a:lnTo>
                  <a:lnTo>
                    <a:pt x="5392043" y="3250525"/>
                  </a:lnTo>
                  <a:lnTo>
                    <a:pt x="5465803" y="3258993"/>
                  </a:lnTo>
                  <a:lnTo>
                    <a:pt x="5539563" y="3267154"/>
                  </a:lnTo>
                  <a:lnTo>
                    <a:pt x="5613323" y="3275019"/>
                  </a:lnTo>
                  <a:lnTo>
                    <a:pt x="5687083" y="3282598"/>
                  </a:lnTo>
                  <a:lnTo>
                    <a:pt x="5760843" y="3289902"/>
                  </a:lnTo>
                  <a:lnTo>
                    <a:pt x="5834603" y="3296941"/>
                  </a:lnTo>
                  <a:lnTo>
                    <a:pt x="5908363" y="3303724"/>
                  </a:lnTo>
                  <a:lnTo>
                    <a:pt x="5982123" y="3310260"/>
                  </a:lnTo>
                  <a:lnTo>
                    <a:pt x="6055883" y="3316560"/>
                  </a:lnTo>
                  <a:lnTo>
                    <a:pt x="6129643" y="3322631"/>
                  </a:lnTo>
                  <a:lnTo>
                    <a:pt x="6203404" y="3328481"/>
                  </a:lnTo>
                  <a:lnTo>
                    <a:pt x="6277164" y="3334119"/>
                  </a:lnTo>
                  <a:lnTo>
                    <a:pt x="6350924" y="3339552"/>
                  </a:lnTo>
                  <a:lnTo>
                    <a:pt x="6424684" y="3344788"/>
                  </a:lnTo>
                  <a:lnTo>
                    <a:pt x="6498444" y="3349833"/>
                  </a:lnTo>
                  <a:lnTo>
                    <a:pt x="6572204" y="3354696"/>
                  </a:lnTo>
                  <a:lnTo>
                    <a:pt x="6645964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1.56 (1.38-1.77)  |  per IQR decline (Δ = 0.29): 3.67 (2.54-5.31)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2026-05-28T20:40:57Z</dcterms:modified>
  <cp:category/>
</cp:coreProperties>
</file>