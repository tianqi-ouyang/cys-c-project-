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76420"/>
            </a:xfrm>
            <a:custGeom>
              <a:avLst/>
              <a:pathLst>
                <a:path w="7235830" h="3576420">
                  <a:moveTo>
                    <a:pt x="1221329" y="0"/>
                  </a:moveTo>
                  <a:lnTo>
                    <a:pt x="1261268" y="93645"/>
                  </a:lnTo>
                  <a:lnTo>
                    <a:pt x="1335028" y="258580"/>
                  </a:lnTo>
                  <a:lnTo>
                    <a:pt x="1408788" y="415872"/>
                  </a:lnTo>
                  <a:lnTo>
                    <a:pt x="1482548" y="565874"/>
                  </a:lnTo>
                  <a:lnTo>
                    <a:pt x="1556308" y="708925"/>
                  </a:lnTo>
                  <a:lnTo>
                    <a:pt x="1630068" y="845346"/>
                  </a:lnTo>
                  <a:lnTo>
                    <a:pt x="1703828" y="975445"/>
                  </a:lnTo>
                  <a:lnTo>
                    <a:pt x="1777588" y="1099515"/>
                  </a:lnTo>
                  <a:lnTo>
                    <a:pt x="1851348" y="1217835"/>
                  </a:lnTo>
                  <a:lnTo>
                    <a:pt x="1925108" y="1330672"/>
                  </a:lnTo>
                  <a:lnTo>
                    <a:pt x="1998868" y="1438279"/>
                  </a:lnTo>
                  <a:lnTo>
                    <a:pt x="2072628" y="1540900"/>
                  </a:lnTo>
                  <a:lnTo>
                    <a:pt x="2146388" y="1638765"/>
                  </a:lnTo>
                  <a:lnTo>
                    <a:pt x="2220148" y="1732094"/>
                  </a:lnTo>
                  <a:lnTo>
                    <a:pt x="2293908" y="1821099"/>
                  </a:lnTo>
                  <a:lnTo>
                    <a:pt x="2367668" y="1905978"/>
                  </a:lnTo>
                  <a:lnTo>
                    <a:pt x="2441428" y="1986924"/>
                  </a:lnTo>
                  <a:lnTo>
                    <a:pt x="2515188" y="2064119"/>
                  </a:lnTo>
                  <a:lnTo>
                    <a:pt x="2588948" y="2137736"/>
                  </a:lnTo>
                  <a:lnTo>
                    <a:pt x="2662708" y="2207942"/>
                  </a:lnTo>
                  <a:lnTo>
                    <a:pt x="2736468" y="2274894"/>
                  </a:lnTo>
                  <a:lnTo>
                    <a:pt x="2810228" y="2338743"/>
                  </a:lnTo>
                  <a:lnTo>
                    <a:pt x="2883988" y="2399633"/>
                  </a:lnTo>
                  <a:lnTo>
                    <a:pt x="2957748" y="2457702"/>
                  </a:lnTo>
                  <a:lnTo>
                    <a:pt x="3031508" y="2513079"/>
                  </a:lnTo>
                  <a:lnTo>
                    <a:pt x="3105268" y="2565890"/>
                  </a:lnTo>
                  <a:lnTo>
                    <a:pt x="3179028" y="2616254"/>
                  </a:lnTo>
                  <a:lnTo>
                    <a:pt x="3252788" y="2664283"/>
                  </a:lnTo>
                  <a:lnTo>
                    <a:pt x="3326548" y="2710087"/>
                  </a:lnTo>
                  <a:lnTo>
                    <a:pt x="3400308" y="2753768"/>
                  </a:lnTo>
                  <a:lnTo>
                    <a:pt x="3474068" y="2789952"/>
                  </a:lnTo>
                  <a:lnTo>
                    <a:pt x="3547828" y="2812531"/>
                  </a:lnTo>
                  <a:lnTo>
                    <a:pt x="3621588" y="2834519"/>
                  </a:lnTo>
                  <a:lnTo>
                    <a:pt x="3695348" y="2855932"/>
                  </a:lnTo>
                  <a:lnTo>
                    <a:pt x="3769108" y="2876785"/>
                  </a:lnTo>
                  <a:lnTo>
                    <a:pt x="3842868" y="2897091"/>
                  </a:lnTo>
                  <a:lnTo>
                    <a:pt x="3916628" y="2916867"/>
                  </a:lnTo>
                  <a:lnTo>
                    <a:pt x="3990388" y="2936124"/>
                  </a:lnTo>
                  <a:lnTo>
                    <a:pt x="4064149" y="2954878"/>
                  </a:lnTo>
                  <a:lnTo>
                    <a:pt x="4137909" y="2973140"/>
                  </a:lnTo>
                  <a:lnTo>
                    <a:pt x="4211669" y="2990925"/>
                  </a:lnTo>
                  <a:lnTo>
                    <a:pt x="4285429" y="3008244"/>
                  </a:lnTo>
                  <a:lnTo>
                    <a:pt x="4359189" y="3025110"/>
                  </a:lnTo>
                  <a:lnTo>
                    <a:pt x="4432949" y="3041535"/>
                  </a:lnTo>
                  <a:lnTo>
                    <a:pt x="4506709" y="3057529"/>
                  </a:lnTo>
                  <a:lnTo>
                    <a:pt x="4580469" y="3073105"/>
                  </a:lnTo>
                  <a:lnTo>
                    <a:pt x="4654229" y="3088274"/>
                  </a:lnTo>
                  <a:lnTo>
                    <a:pt x="4727989" y="3103045"/>
                  </a:lnTo>
                  <a:lnTo>
                    <a:pt x="4801749" y="3117430"/>
                  </a:lnTo>
                  <a:lnTo>
                    <a:pt x="4875509" y="3131438"/>
                  </a:lnTo>
                  <a:lnTo>
                    <a:pt x="4949269" y="3145080"/>
                  </a:lnTo>
                  <a:lnTo>
                    <a:pt x="5023029" y="3158364"/>
                  </a:lnTo>
                  <a:lnTo>
                    <a:pt x="5096789" y="3171301"/>
                  </a:lnTo>
                  <a:lnTo>
                    <a:pt x="5170549" y="3183899"/>
                  </a:lnTo>
                  <a:lnTo>
                    <a:pt x="5244309" y="3196168"/>
                  </a:lnTo>
                  <a:lnTo>
                    <a:pt x="5318069" y="3208115"/>
                  </a:lnTo>
                  <a:lnTo>
                    <a:pt x="5391829" y="3219750"/>
                  </a:lnTo>
                  <a:lnTo>
                    <a:pt x="5465589" y="3231080"/>
                  </a:lnTo>
                  <a:lnTo>
                    <a:pt x="5539349" y="3242114"/>
                  </a:lnTo>
                  <a:lnTo>
                    <a:pt x="5613109" y="3252858"/>
                  </a:lnTo>
                  <a:lnTo>
                    <a:pt x="5686869" y="3263322"/>
                  </a:lnTo>
                  <a:lnTo>
                    <a:pt x="5760629" y="3273512"/>
                  </a:lnTo>
                  <a:lnTo>
                    <a:pt x="5834389" y="3283435"/>
                  </a:lnTo>
                  <a:lnTo>
                    <a:pt x="5908149" y="3293098"/>
                  </a:lnTo>
                  <a:lnTo>
                    <a:pt x="5981909" y="3302509"/>
                  </a:lnTo>
                  <a:lnTo>
                    <a:pt x="6055669" y="3311673"/>
                  </a:lnTo>
                  <a:lnTo>
                    <a:pt x="6129429" y="3320597"/>
                  </a:lnTo>
                  <a:lnTo>
                    <a:pt x="6203189" y="3329288"/>
                  </a:lnTo>
                  <a:lnTo>
                    <a:pt x="6276949" y="3337751"/>
                  </a:lnTo>
                  <a:lnTo>
                    <a:pt x="6350709" y="3345993"/>
                  </a:lnTo>
                  <a:lnTo>
                    <a:pt x="6424469" y="3354019"/>
                  </a:lnTo>
                  <a:lnTo>
                    <a:pt x="6498229" y="3361835"/>
                  </a:lnTo>
                  <a:lnTo>
                    <a:pt x="6571989" y="3369446"/>
                  </a:lnTo>
                  <a:lnTo>
                    <a:pt x="6645749" y="3376858"/>
                  </a:lnTo>
                  <a:lnTo>
                    <a:pt x="6719509" y="3384076"/>
                  </a:lnTo>
                  <a:lnTo>
                    <a:pt x="6793269" y="3391106"/>
                  </a:lnTo>
                  <a:lnTo>
                    <a:pt x="6867029" y="3397951"/>
                  </a:lnTo>
                  <a:lnTo>
                    <a:pt x="6940789" y="3404617"/>
                  </a:lnTo>
                  <a:lnTo>
                    <a:pt x="7014550" y="3411109"/>
                  </a:lnTo>
                  <a:lnTo>
                    <a:pt x="7088310" y="3417430"/>
                  </a:lnTo>
                  <a:lnTo>
                    <a:pt x="7162070" y="3423587"/>
                  </a:lnTo>
                  <a:lnTo>
                    <a:pt x="7235830" y="3429582"/>
                  </a:lnTo>
                  <a:lnTo>
                    <a:pt x="7235830" y="3576420"/>
                  </a:lnTo>
                  <a:lnTo>
                    <a:pt x="7162070" y="3572715"/>
                  </a:lnTo>
                  <a:lnTo>
                    <a:pt x="7088310" y="3568831"/>
                  </a:lnTo>
                  <a:lnTo>
                    <a:pt x="7014550" y="3564759"/>
                  </a:lnTo>
                  <a:lnTo>
                    <a:pt x="6940789" y="3560488"/>
                  </a:lnTo>
                  <a:lnTo>
                    <a:pt x="6867029" y="3556009"/>
                  </a:lnTo>
                  <a:lnTo>
                    <a:pt x="6793269" y="3551313"/>
                  </a:lnTo>
                  <a:lnTo>
                    <a:pt x="6719509" y="3546389"/>
                  </a:lnTo>
                  <a:lnTo>
                    <a:pt x="6645749" y="3541226"/>
                  </a:lnTo>
                  <a:lnTo>
                    <a:pt x="6571989" y="3535812"/>
                  </a:lnTo>
                  <a:lnTo>
                    <a:pt x="6498229" y="3530134"/>
                  </a:lnTo>
                  <a:lnTo>
                    <a:pt x="6424469" y="3524181"/>
                  </a:lnTo>
                  <a:lnTo>
                    <a:pt x="6350709" y="3517938"/>
                  </a:lnTo>
                  <a:lnTo>
                    <a:pt x="6276949" y="3511392"/>
                  </a:lnTo>
                  <a:lnTo>
                    <a:pt x="6203189" y="3504528"/>
                  </a:lnTo>
                  <a:lnTo>
                    <a:pt x="6129429" y="3497330"/>
                  </a:lnTo>
                  <a:lnTo>
                    <a:pt x="6055669" y="3489783"/>
                  </a:lnTo>
                  <a:lnTo>
                    <a:pt x="5981909" y="3481868"/>
                  </a:lnTo>
                  <a:lnTo>
                    <a:pt x="5908149" y="3473570"/>
                  </a:lnTo>
                  <a:lnTo>
                    <a:pt x="5834389" y="3464867"/>
                  </a:lnTo>
                  <a:lnTo>
                    <a:pt x="5760629" y="3455742"/>
                  </a:lnTo>
                  <a:lnTo>
                    <a:pt x="5686869" y="3446174"/>
                  </a:lnTo>
                  <a:lnTo>
                    <a:pt x="5613109" y="3436141"/>
                  </a:lnTo>
                  <a:lnTo>
                    <a:pt x="5539349" y="3425620"/>
                  </a:lnTo>
                  <a:lnTo>
                    <a:pt x="5465589" y="3414587"/>
                  </a:lnTo>
                  <a:lnTo>
                    <a:pt x="5391829" y="3403019"/>
                  </a:lnTo>
                  <a:lnTo>
                    <a:pt x="5318069" y="3390888"/>
                  </a:lnTo>
                  <a:lnTo>
                    <a:pt x="5244309" y="3378168"/>
                  </a:lnTo>
                  <a:lnTo>
                    <a:pt x="5170549" y="3364830"/>
                  </a:lnTo>
                  <a:lnTo>
                    <a:pt x="5096789" y="3350844"/>
                  </a:lnTo>
                  <a:lnTo>
                    <a:pt x="5023029" y="3336178"/>
                  </a:lnTo>
                  <a:lnTo>
                    <a:pt x="4949269" y="3320799"/>
                  </a:lnTo>
                  <a:lnTo>
                    <a:pt x="4875509" y="3304673"/>
                  </a:lnTo>
                  <a:lnTo>
                    <a:pt x="4801749" y="3287763"/>
                  </a:lnTo>
                  <a:lnTo>
                    <a:pt x="4727989" y="3270032"/>
                  </a:lnTo>
                  <a:lnTo>
                    <a:pt x="4654229" y="3251439"/>
                  </a:lnTo>
                  <a:lnTo>
                    <a:pt x="4580469" y="3231942"/>
                  </a:lnTo>
                  <a:lnTo>
                    <a:pt x="4506709" y="3211498"/>
                  </a:lnTo>
                  <a:lnTo>
                    <a:pt x="4432949" y="3190061"/>
                  </a:lnTo>
                  <a:lnTo>
                    <a:pt x="4359189" y="3167581"/>
                  </a:lnTo>
                  <a:lnTo>
                    <a:pt x="4285429" y="3144010"/>
                  </a:lnTo>
                  <a:lnTo>
                    <a:pt x="4211669" y="3119293"/>
                  </a:lnTo>
                  <a:lnTo>
                    <a:pt x="4137909" y="3093374"/>
                  </a:lnTo>
                  <a:lnTo>
                    <a:pt x="4064149" y="3066197"/>
                  </a:lnTo>
                  <a:lnTo>
                    <a:pt x="3990388" y="3037698"/>
                  </a:lnTo>
                  <a:lnTo>
                    <a:pt x="3916628" y="3007815"/>
                  </a:lnTo>
                  <a:lnTo>
                    <a:pt x="3842868" y="2976479"/>
                  </a:lnTo>
                  <a:lnTo>
                    <a:pt x="3769108" y="2943621"/>
                  </a:lnTo>
                  <a:lnTo>
                    <a:pt x="3695348" y="2909166"/>
                  </a:lnTo>
                  <a:lnTo>
                    <a:pt x="3621588" y="2873036"/>
                  </a:lnTo>
                  <a:lnTo>
                    <a:pt x="3547828" y="2835151"/>
                  </a:lnTo>
                  <a:lnTo>
                    <a:pt x="3474068" y="2795425"/>
                  </a:lnTo>
                  <a:lnTo>
                    <a:pt x="3400308" y="2766766"/>
                  </a:lnTo>
                  <a:lnTo>
                    <a:pt x="3326548" y="2742956"/>
                  </a:lnTo>
                  <a:lnTo>
                    <a:pt x="3252788" y="2718507"/>
                  </a:lnTo>
                  <a:lnTo>
                    <a:pt x="3179028" y="2693400"/>
                  </a:lnTo>
                  <a:lnTo>
                    <a:pt x="3105268" y="2667619"/>
                  </a:lnTo>
                  <a:lnTo>
                    <a:pt x="3031508" y="2641145"/>
                  </a:lnTo>
                  <a:lnTo>
                    <a:pt x="2957748" y="2613960"/>
                  </a:lnTo>
                  <a:lnTo>
                    <a:pt x="2883988" y="2586043"/>
                  </a:lnTo>
                  <a:lnTo>
                    <a:pt x="2810228" y="2557377"/>
                  </a:lnTo>
                  <a:lnTo>
                    <a:pt x="2736468" y="2527940"/>
                  </a:lnTo>
                  <a:lnTo>
                    <a:pt x="2662708" y="2497712"/>
                  </a:lnTo>
                  <a:lnTo>
                    <a:pt x="2588948" y="2466671"/>
                  </a:lnTo>
                  <a:lnTo>
                    <a:pt x="2515188" y="2434796"/>
                  </a:lnTo>
                  <a:lnTo>
                    <a:pt x="2441428" y="2402065"/>
                  </a:lnTo>
                  <a:lnTo>
                    <a:pt x="2367668" y="2368453"/>
                  </a:lnTo>
                  <a:lnTo>
                    <a:pt x="2293908" y="2333939"/>
                  </a:lnTo>
                  <a:lnTo>
                    <a:pt x="2220148" y="2298496"/>
                  </a:lnTo>
                  <a:lnTo>
                    <a:pt x="2146388" y="2262102"/>
                  </a:lnTo>
                  <a:lnTo>
                    <a:pt x="2072628" y="2224729"/>
                  </a:lnTo>
                  <a:lnTo>
                    <a:pt x="1998868" y="2186351"/>
                  </a:lnTo>
                  <a:lnTo>
                    <a:pt x="1925108" y="2146942"/>
                  </a:lnTo>
                  <a:lnTo>
                    <a:pt x="1851348" y="2106474"/>
                  </a:lnTo>
                  <a:lnTo>
                    <a:pt x="1777588" y="2064918"/>
                  </a:lnTo>
                  <a:lnTo>
                    <a:pt x="1703828" y="2022246"/>
                  </a:lnTo>
                  <a:lnTo>
                    <a:pt x="1630068" y="1978426"/>
                  </a:lnTo>
                  <a:lnTo>
                    <a:pt x="1556308" y="1933429"/>
                  </a:lnTo>
                  <a:lnTo>
                    <a:pt x="1482548" y="1887222"/>
                  </a:lnTo>
                  <a:lnTo>
                    <a:pt x="1408788" y="1839774"/>
                  </a:lnTo>
                  <a:lnTo>
                    <a:pt x="1335028" y="1791050"/>
                  </a:lnTo>
                  <a:lnTo>
                    <a:pt x="1261268" y="1741017"/>
                  </a:lnTo>
                  <a:lnTo>
                    <a:pt x="1187508" y="1689639"/>
                  </a:lnTo>
                  <a:lnTo>
                    <a:pt x="1113747" y="1636880"/>
                  </a:lnTo>
                  <a:lnTo>
                    <a:pt x="1039987" y="1582703"/>
                  </a:lnTo>
                  <a:lnTo>
                    <a:pt x="966227" y="1527070"/>
                  </a:lnTo>
                  <a:lnTo>
                    <a:pt x="892467" y="1469942"/>
                  </a:lnTo>
                  <a:lnTo>
                    <a:pt x="818707" y="1411279"/>
                  </a:lnTo>
                  <a:lnTo>
                    <a:pt x="744947" y="1351038"/>
                  </a:lnTo>
                  <a:lnTo>
                    <a:pt x="671187" y="1289179"/>
                  </a:lnTo>
                  <a:lnTo>
                    <a:pt x="597427" y="1225657"/>
                  </a:lnTo>
                  <a:lnTo>
                    <a:pt x="523667" y="1160428"/>
                  </a:lnTo>
                  <a:lnTo>
                    <a:pt x="449907" y="1093446"/>
                  </a:lnTo>
                  <a:lnTo>
                    <a:pt x="376147" y="1024664"/>
                  </a:lnTo>
                  <a:lnTo>
                    <a:pt x="302387" y="954032"/>
                  </a:lnTo>
                  <a:lnTo>
                    <a:pt x="228627" y="881503"/>
                  </a:lnTo>
                  <a:lnTo>
                    <a:pt x="154867" y="807024"/>
                  </a:lnTo>
                  <a:lnTo>
                    <a:pt x="81107" y="730544"/>
                  </a:lnTo>
                  <a:lnTo>
                    <a:pt x="7347" y="652008"/>
                  </a:lnTo>
                  <a:lnTo>
                    <a:pt x="0" y="64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1896563"/>
              <a:ext cx="6014500" cy="3429582"/>
            </a:xfrm>
            <a:custGeom>
              <a:avLst/>
              <a:pathLst>
                <a:path w="6014500" h="3429582">
                  <a:moveTo>
                    <a:pt x="0" y="0"/>
                  </a:moveTo>
                  <a:lnTo>
                    <a:pt x="39938" y="93645"/>
                  </a:lnTo>
                  <a:lnTo>
                    <a:pt x="113698" y="258580"/>
                  </a:lnTo>
                  <a:lnTo>
                    <a:pt x="187458" y="415872"/>
                  </a:lnTo>
                  <a:lnTo>
                    <a:pt x="261218" y="565874"/>
                  </a:lnTo>
                  <a:lnTo>
                    <a:pt x="334978" y="708925"/>
                  </a:lnTo>
                  <a:lnTo>
                    <a:pt x="408738" y="845346"/>
                  </a:lnTo>
                  <a:lnTo>
                    <a:pt x="482498" y="975445"/>
                  </a:lnTo>
                  <a:lnTo>
                    <a:pt x="556258" y="1099515"/>
                  </a:lnTo>
                  <a:lnTo>
                    <a:pt x="630018" y="1217835"/>
                  </a:lnTo>
                  <a:lnTo>
                    <a:pt x="703778" y="1330672"/>
                  </a:lnTo>
                  <a:lnTo>
                    <a:pt x="777538" y="1438279"/>
                  </a:lnTo>
                  <a:lnTo>
                    <a:pt x="851298" y="1540900"/>
                  </a:lnTo>
                  <a:lnTo>
                    <a:pt x="925058" y="1638765"/>
                  </a:lnTo>
                  <a:lnTo>
                    <a:pt x="998818" y="1732094"/>
                  </a:lnTo>
                  <a:lnTo>
                    <a:pt x="1072578" y="1821099"/>
                  </a:lnTo>
                  <a:lnTo>
                    <a:pt x="1146338" y="1905978"/>
                  </a:lnTo>
                  <a:lnTo>
                    <a:pt x="1220098" y="1986924"/>
                  </a:lnTo>
                  <a:lnTo>
                    <a:pt x="1293858" y="2064119"/>
                  </a:lnTo>
                  <a:lnTo>
                    <a:pt x="1367618" y="2137736"/>
                  </a:lnTo>
                  <a:lnTo>
                    <a:pt x="1441378" y="2207942"/>
                  </a:lnTo>
                  <a:lnTo>
                    <a:pt x="1515138" y="2274894"/>
                  </a:lnTo>
                  <a:lnTo>
                    <a:pt x="1588898" y="2338743"/>
                  </a:lnTo>
                  <a:lnTo>
                    <a:pt x="1662658" y="2399633"/>
                  </a:lnTo>
                  <a:lnTo>
                    <a:pt x="1736418" y="2457702"/>
                  </a:lnTo>
                  <a:lnTo>
                    <a:pt x="1810178" y="2513079"/>
                  </a:lnTo>
                  <a:lnTo>
                    <a:pt x="1883938" y="2565890"/>
                  </a:lnTo>
                  <a:lnTo>
                    <a:pt x="1957698" y="2616254"/>
                  </a:lnTo>
                  <a:lnTo>
                    <a:pt x="2031458" y="2664283"/>
                  </a:lnTo>
                  <a:lnTo>
                    <a:pt x="2105218" y="2710087"/>
                  </a:lnTo>
                  <a:lnTo>
                    <a:pt x="2178978" y="2753768"/>
                  </a:lnTo>
                  <a:lnTo>
                    <a:pt x="2252738" y="2789952"/>
                  </a:lnTo>
                  <a:lnTo>
                    <a:pt x="2326498" y="2812531"/>
                  </a:lnTo>
                  <a:lnTo>
                    <a:pt x="2400258" y="2834519"/>
                  </a:lnTo>
                  <a:lnTo>
                    <a:pt x="2474018" y="2855932"/>
                  </a:lnTo>
                  <a:lnTo>
                    <a:pt x="2547779" y="2876785"/>
                  </a:lnTo>
                  <a:lnTo>
                    <a:pt x="2621539" y="2897091"/>
                  </a:lnTo>
                  <a:lnTo>
                    <a:pt x="2695299" y="2916867"/>
                  </a:lnTo>
                  <a:lnTo>
                    <a:pt x="2769059" y="2936124"/>
                  </a:lnTo>
                  <a:lnTo>
                    <a:pt x="2842819" y="2954878"/>
                  </a:lnTo>
                  <a:lnTo>
                    <a:pt x="2916579" y="2973140"/>
                  </a:lnTo>
                  <a:lnTo>
                    <a:pt x="2990339" y="2990925"/>
                  </a:lnTo>
                  <a:lnTo>
                    <a:pt x="3064099" y="3008244"/>
                  </a:lnTo>
                  <a:lnTo>
                    <a:pt x="3137859" y="3025110"/>
                  </a:lnTo>
                  <a:lnTo>
                    <a:pt x="3211619" y="3041535"/>
                  </a:lnTo>
                  <a:lnTo>
                    <a:pt x="3285379" y="3057529"/>
                  </a:lnTo>
                  <a:lnTo>
                    <a:pt x="3359139" y="3073105"/>
                  </a:lnTo>
                  <a:lnTo>
                    <a:pt x="3432899" y="3088274"/>
                  </a:lnTo>
                  <a:lnTo>
                    <a:pt x="3506659" y="3103045"/>
                  </a:lnTo>
                  <a:lnTo>
                    <a:pt x="3580419" y="3117430"/>
                  </a:lnTo>
                  <a:lnTo>
                    <a:pt x="3654179" y="3131438"/>
                  </a:lnTo>
                  <a:lnTo>
                    <a:pt x="3727939" y="3145080"/>
                  </a:lnTo>
                  <a:lnTo>
                    <a:pt x="3801699" y="3158364"/>
                  </a:lnTo>
                  <a:lnTo>
                    <a:pt x="3875459" y="3171301"/>
                  </a:lnTo>
                  <a:lnTo>
                    <a:pt x="3949219" y="3183899"/>
                  </a:lnTo>
                  <a:lnTo>
                    <a:pt x="4022979" y="3196168"/>
                  </a:lnTo>
                  <a:lnTo>
                    <a:pt x="4096739" y="3208115"/>
                  </a:lnTo>
                  <a:lnTo>
                    <a:pt x="4170499" y="3219750"/>
                  </a:lnTo>
                  <a:lnTo>
                    <a:pt x="4244259" y="3231080"/>
                  </a:lnTo>
                  <a:lnTo>
                    <a:pt x="4318019" y="3242114"/>
                  </a:lnTo>
                  <a:lnTo>
                    <a:pt x="4391779" y="3252858"/>
                  </a:lnTo>
                  <a:lnTo>
                    <a:pt x="4465539" y="3263322"/>
                  </a:lnTo>
                  <a:lnTo>
                    <a:pt x="4539299" y="3273512"/>
                  </a:lnTo>
                  <a:lnTo>
                    <a:pt x="4613059" y="3283435"/>
                  </a:lnTo>
                  <a:lnTo>
                    <a:pt x="4686819" y="3293098"/>
                  </a:lnTo>
                  <a:lnTo>
                    <a:pt x="4760579" y="3302509"/>
                  </a:lnTo>
                  <a:lnTo>
                    <a:pt x="4834339" y="3311673"/>
                  </a:lnTo>
                  <a:lnTo>
                    <a:pt x="4908099" y="3320597"/>
                  </a:lnTo>
                  <a:lnTo>
                    <a:pt x="4981859" y="3329288"/>
                  </a:lnTo>
                  <a:lnTo>
                    <a:pt x="5055619" y="3337751"/>
                  </a:lnTo>
                  <a:lnTo>
                    <a:pt x="5129379" y="3345993"/>
                  </a:lnTo>
                  <a:lnTo>
                    <a:pt x="5203139" y="3354019"/>
                  </a:lnTo>
                  <a:lnTo>
                    <a:pt x="5276899" y="3361835"/>
                  </a:lnTo>
                  <a:lnTo>
                    <a:pt x="5350659" y="3369446"/>
                  </a:lnTo>
                  <a:lnTo>
                    <a:pt x="5424419" y="3376858"/>
                  </a:lnTo>
                  <a:lnTo>
                    <a:pt x="5498180" y="3384076"/>
                  </a:lnTo>
                  <a:lnTo>
                    <a:pt x="5571940" y="3391106"/>
                  </a:lnTo>
                  <a:lnTo>
                    <a:pt x="5645700" y="3397951"/>
                  </a:lnTo>
                  <a:lnTo>
                    <a:pt x="5719460" y="3404617"/>
                  </a:lnTo>
                  <a:lnTo>
                    <a:pt x="5793220" y="3411109"/>
                  </a:lnTo>
                  <a:lnTo>
                    <a:pt x="5866980" y="3417430"/>
                  </a:lnTo>
                  <a:lnTo>
                    <a:pt x="5940740" y="3423587"/>
                  </a:lnTo>
                  <a:lnTo>
                    <a:pt x="6014500" y="3429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540538"/>
              <a:ext cx="7235830" cy="2932445"/>
            </a:xfrm>
            <a:custGeom>
              <a:avLst/>
              <a:pathLst>
                <a:path w="7235830" h="2932445">
                  <a:moveTo>
                    <a:pt x="7235830" y="2932445"/>
                  </a:moveTo>
                  <a:lnTo>
                    <a:pt x="7162070" y="2928741"/>
                  </a:lnTo>
                  <a:lnTo>
                    <a:pt x="7088310" y="2924857"/>
                  </a:lnTo>
                  <a:lnTo>
                    <a:pt x="7014550" y="2920784"/>
                  </a:lnTo>
                  <a:lnTo>
                    <a:pt x="6940789" y="2916513"/>
                  </a:lnTo>
                  <a:lnTo>
                    <a:pt x="6867029" y="2912035"/>
                  </a:lnTo>
                  <a:lnTo>
                    <a:pt x="6793269" y="2907339"/>
                  </a:lnTo>
                  <a:lnTo>
                    <a:pt x="6719509" y="2902415"/>
                  </a:lnTo>
                  <a:lnTo>
                    <a:pt x="6645749" y="2897251"/>
                  </a:lnTo>
                  <a:lnTo>
                    <a:pt x="6571989" y="2891837"/>
                  </a:lnTo>
                  <a:lnTo>
                    <a:pt x="6498229" y="2886159"/>
                  </a:lnTo>
                  <a:lnTo>
                    <a:pt x="6424469" y="2880206"/>
                  </a:lnTo>
                  <a:lnTo>
                    <a:pt x="6350709" y="2873963"/>
                  </a:lnTo>
                  <a:lnTo>
                    <a:pt x="6276949" y="2867417"/>
                  </a:lnTo>
                  <a:lnTo>
                    <a:pt x="6203189" y="2860553"/>
                  </a:lnTo>
                  <a:lnTo>
                    <a:pt x="6129429" y="2853356"/>
                  </a:lnTo>
                  <a:lnTo>
                    <a:pt x="6055669" y="2845808"/>
                  </a:lnTo>
                  <a:lnTo>
                    <a:pt x="5981909" y="2837894"/>
                  </a:lnTo>
                  <a:lnTo>
                    <a:pt x="5908149" y="2829595"/>
                  </a:lnTo>
                  <a:lnTo>
                    <a:pt x="5834389" y="2820893"/>
                  </a:lnTo>
                  <a:lnTo>
                    <a:pt x="5760629" y="2811768"/>
                  </a:lnTo>
                  <a:lnTo>
                    <a:pt x="5686869" y="2802199"/>
                  </a:lnTo>
                  <a:lnTo>
                    <a:pt x="5613109" y="2792166"/>
                  </a:lnTo>
                  <a:lnTo>
                    <a:pt x="5539349" y="2781645"/>
                  </a:lnTo>
                  <a:lnTo>
                    <a:pt x="5465589" y="2770613"/>
                  </a:lnTo>
                  <a:lnTo>
                    <a:pt x="5391829" y="2759044"/>
                  </a:lnTo>
                  <a:lnTo>
                    <a:pt x="5318069" y="2746914"/>
                  </a:lnTo>
                  <a:lnTo>
                    <a:pt x="5244309" y="2734194"/>
                  </a:lnTo>
                  <a:lnTo>
                    <a:pt x="5170549" y="2720856"/>
                  </a:lnTo>
                  <a:lnTo>
                    <a:pt x="5096789" y="2706869"/>
                  </a:lnTo>
                  <a:lnTo>
                    <a:pt x="5023029" y="2692203"/>
                  </a:lnTo>
                  <a:lnTo>
                    <a:pt x="4949269" y="2676825"/>
                  </a:lnTo>
                  <a:lnTo>
                    <a:pt x="4875509" y="2660699"/>
                  </a:lnTo>
                  <a:lnTo>
                    <a:pt x="4801749" y="2643789"/>
                  </a:lnTo>
                  <a:lnTo>
                    <a:pt x="4727989" y="2626057"/>
                  </a:lnTo>
                  <a:lnTo>
                    <a:pt x="4654229" y="2607464"/>
                  </a:lnTo>
                  <a:lnTo>
                    <a:pt x="4580469" y="2587968"/>
                  </a:lnTo>
                  <a:lnTo>
                    <a:pt x="4506709" y="2567524"/>
                  </a:lnTo>
                  <a:lnTo>
                    <a:pt x="4432949" y="2546086"/>
                  </a:lnTo>
                  <a:lnTo>
                    <a:pt x="4359189" y="2523607"/>
                  </a:lnTo>
                  <a:lnTo>
                    <a:pt x="4285429" y="2500035"/>
                  </a:lnTo>
                  <a:lnTo>
                    <a:pt x="4211669" y="2475318"/>
                  </a:lnTo>
                  <a:lnTo>
                    <a:pt x="4137909" y="2449400"/>
                  </a:lnTo>
                  <a:lnTo>
                    <a:pt x="4064149" y="2422222"/>
                  </a:lnTo>
                  <a:lnTo>
                    <a:pt x="3990388" y="2393723"/>
                  </a:lnTo>
                  <a:lnTo>
                    <a:pt x="3916628" y="2363840"/>
                  </a:lnTo>
                  <a:lnTo>
                    <a:pt x="3842868" y="2332504"/>
                  </a:lnTo>
                  <a:lnTo>
                    <a:pt x="3769108" y="2299646"/>
                  </a:lnTo>
                  <a:lnTo>
                    <a:pt x="3695348" y="2265191"/>
                  </a:lnTo>
                  <a:lnTo>
                    <a:pt x="3621588" y="2229062"/>
                  </a:lnTo>
                  <a:lnTo>
                    <a:pt x="3547828" y="2191176"/>
                  </a:lnTo>
                  <a:lnTo>
                    <a:pt x="3474068" y="2151450"/>
                  </a:lnTo>
                  <a:lnTo>
                    <a:pt x="3400308" y="2122791"/>
                  </a:lnTo>
                  <a:lnTo>
                    <a:pt x="3326548" y="2098982"/>
                  </a:lnTo>
                  <a:lnTo>
                    <a:pt x="3252788" y="2074532"/>
                  </a:lnTo>
                  <a:lnTo>
                    <a:pt x="3179028" y="2049426"/>
                  </a:lnTo>
                  <a:lnTo>
                    <a:pt x="3105268" y="2023645"/>
                  </a:lnTo>
                  <a:lnTo>
                    <a:pt x="3031508" y="1997171"/>
                  </a:lnTo>
                  <a:lnTo>
                    <a:pt x="2957748" y="1969985"/>
                  </a:lnTo>
                  <a:lnTo>
                    <a:pt x="2883988" y="1942069"/>
                  </a:lnTo>
                  <a:lnTo>
                    <a:pt x="2810228" y="1913402"/>
                  </a:lnTo>
                  <a:lnTo>
                    <a:pt x="2736468" y="1883965"/>
                  </a:lnTo>
                  <a:lnTo>
                    <a:pt x="2662708" y="1853737"/>
                  </a:lnTo>
                  <a:lnTo>
                    <a:pt x="2588948" y="1822696"/>
                  </a:lnTo>
                  <a:lnTo>
                    <a:pt x="2515188" y="1790822"/>
                  </a:lnTo>
                  <a:lnTo>
                    <a:pt x="2441428" y="1758090"/>
                  </a:lnTo>
                  <a:lnTo>
                    <a:pt x="2367668" y="1724479"/>
                  </a:lnTo>
                  <a:lnTo>
                    <a:pt x="2293908" y="1689964"/>
                  </a:lnTo>
                  <a:lnTo>
                    <a:pt x="2220148" y="1654522"/>
                  </a:lnTo>
                  <a:lnTo>
                    <a:pt x="2146388" y="1618127"/>
                  </a:lnTo>
                  <a:lnTo>
                    <a:pt x="2072628" y="1580754"/>
                  </a:lnTo>
                  <a:lnTo>
                    <a:pt x="1998868" y="1542376"/>
                  </a:lnTo>
                  <a:lnTo>
                    <a:pt x="1925108" y="1502968"/>
                  </a:lnTo>
                  <a:lnTo>
                    <a:pt x="1851348" y="1462499"/>
                  </a:lnTo>
                  <a:lnTo>
                    <a:pt x="1777588" y="1420944"/>
                  </a:lnTo>
                  <a:lnTo>
                    <a:pt x="1703828" y="1378271"/>
                  </a:lnTo>
                  <a:lnTo>
                    <a:pt x="1630068" y="1334452"/>
                  </a:lnTo>
                  <a:lnTo>
                    <a:pt x="1556308" y="1289454"/>
                  </a:lnTo>
                  <a:lnTo>
                    <a:pt x="1482548" y="1243248"/>
                  </a:lnTo>
                  <a:lnTo>
                    <a:pt x="1408788" y="1195799"/>
                  </a:lnTo>
                  <a:lnTo>
                    <a:pt x="1335028" y="1147076"/>
                  </a:lnTo>
                  <a:lnTo>
                    <a:pt x="1261268" y="1097042"/>
                  </a:lnTo>
                  <a:lnTo>
                    <a:pt x="1187508" y="1045664"/>
                  </a:lnTo>
                  <a:lnTo>
                    <a:pt x="1113747" y="992905"/>
                  </a:lnTo>
                  <a:lnTo>
                    <a:pt x="1039987" y="938729"/>
                  </a:lnTo>
                  <a:lnTo>
                    <a:pt x="966227" y="883096"/>
                  </a:lnTo>
                  <a:lnTo>
                    <a:pt x="892467" y="825968"/>
                  </a:lnTo>
                  <a:lnTo>
                    <a:pt x="818707" y="767304"/>
                  </a:lnTo>
                  <a:lnTo>
                    <a:pt x="744947" y="707064"/>
                  </a:lnTo>
                  <a:lnTo>
                    <a:pt x="671187" y="645205"/>
                  </a:lnTo>
                  <a:lnTo>
                    <a:pt x="597427" y="581683"/>
                  </a:lnTo>
                  <a:lnTo>
                    <a:pt x="523667" y="516454"/>
                  </a:lnTo>
                  <a:lnTo>
                    <a:pt x="449907" y="449471"/>
                  </a:lnTo>
                  <a:lnTo>
                    <a:pt x="376147" y="380689"/>
                  </a:lnTo>
                  <a:lnTo>
                    <a:pt x="302387" y="310058"/>
                  </a:lnTo>
                  <a:lnTo>
                    <a:pt x="228627" y="237528"/>
                  </a:lnTo>
                  <a:lnTo>
                    <a:pt x="154867" y="163050"/>
                  </a:lnTo>
                  <a:lnTo>
                    <a:pt x="81107" y="86569"/>
                  </a:lnTo>
                  <a:lnTo>
                    <a:pt x="7347" y="80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1896563"/>
              <a:ext cx="6645964" cy="3522249"/>
            </a:xfrm>
            <a:custGeom>
              <a:avLst/>
              <a:pathLst>
                <a:path w="6645964" h="3522249">
                  <a:moveTo>
                    <a:pt x="0" y="0"/>
                  </a:moveTo>
                  <a:lnTo>
                    <a:pt x="7561" y="14055"/>
                  </a:lnTo>
                  <a:lnTo>
                    <a:pt x="81321" y="146175"/>
                  </a:lnTo>
                  <a:lnTo>
                    <a:pt x="155081" y="273498"/>
                  </a:lnTo>
                  <a:lnTo>
                    <a:pt x="228841" y="396198"/>
                  </a:lnTo>
                  <a:lnTo>
                    <a:pt x="302602" y="514443"/>
                  </a:lnTo>
                  <a:lnTo>
                    <a:pt x="376362" y="628394"/>
                  </a:lnTo>
                  <a:lnTo>
                    <a:pt x="450122" y="738207"/>
                  </a:lnTo>
                  <a:lnTo>
                    <a:pt x="523882" y="844033"/>
                  </a:lnTo>
                  <a:lnTo>
                    <a:pt x="597642" y="946016"/>
                  </a:lnTo>
                  <a:lnTo>
                    <a:pt x="671402" y="1044296"/>
                  </a:lnTo>
                  <a:lnTo>
                    <a:pt x="745162" y="1139008"/>
                  </a:lnTo>
                  <a:lnTo>
                    <a:pt x="818922" y="1230280"/>
                  </a:lnTo>
                  <a:lnTo>
                    <a:pt x="892682" y="1318238"/>
                  </a:lnTo>
                  <a:lnTo>
                    <a:pt x="966442" y="1403003"/>
                  </a:lnTo>
                  <a:lnTo>
                    <a:pt x="1040202" y="1484689"/>
                  </a:lnTo>
                  <a:lnTo>
                    <a:pt x="1113962" y="1563410"/>
                  </a:lnTo>
                  <a:lnTo>
                    <a:pt x="1187722" y="1639272"/>
                  </a:lnTo>
                  <a:lnTo>
                    <a:pt x="1261482" y="1712379"/>
                  </a:lnTo>
                  <a:lnTo>
                    <a:pt x="1335242" y="1782832"/>
                  </a:lnTo>
                  <a:lnTo>
                    <a:pt x="1409002" y="1850726"/>
                  </a:lnTo>
                  <a:lnTo>
                    <a:pt x="1482762" y="1916156"/>
                  </a:lnTo>
                  <a:lnTo>
                    <a:pt x="1556522" y="1979209"/>
                  </a:lnTo>
                  <a:lnTo>
                    <a:pt x="1630282" y="2039973"/>
                  </a:lnTo>
                  <a:lnTo>
                    <a:pt x="1704042" y="2098530"/>
                  </a:lnTo>
                  <a:lnTo>
                    <a:pt x="1777802" y="2154962"/>
                  </a:lnTo>
                  <a:lnTo>
                    <a:pt x="1851562" y="2209344"/>
                  </a:lnTo>
                  <a:lnTo>
                    <a:pt x="1925322" y="2261751"/>
                  </a:lnTo>
                  <a:lnTo>
                    <a:pt x="1999082" y="2312256"/>
                  </a:lnTo>
                  <a:lnTo>
                    <a:pt x="2072842" y="2360927"/>
                  </a:lnTo>
                  <a:lnTo>
                    <a:pt x="2146602" y="2407830"/>
                  </a:lnTo>
                  <a:lnTo>
                    <a:pt x="2220362" y="2453030"/>
                  </a:lnTo>
                  <a:lnTo>
                    <a:pt x="2294122" y="2496589"/>
                  </a:lnTo>
                  <a:lnTo>
                    <a:pt x="2367882" y="2538567"/>
                  </a:lnTo>
                  <a:lnTo>
                    <a:pt x="2441642" y="2579020"/>
                  </a:lnTo>
                  <a:lnTo>
                    <a:pt x="2515402" y="2618004"/>
                  </a:lnTo>
                  <a:lnTo>
                    <a:pt x="2589162" y="2655573"/>
                  </a:lnTo>
                  <a:lnTo>
                    <a:pt x="2662922" y="2691777"/>
                  </a:lnTo>
                  <a:lnTo>
                    <a:pt x="2736682" y="2726667"/>
                  </a:lnTo>
                  <a:lnTo>
                    <a:pt x="2810442" y="2760290"/>
                  </a:lnTo>
                  <a:lnTo>
                    <a:pt x="2884202" y="2792693"/>
                  </a:lnTo>
                  <a:lnTo>
                    <a:pt x="2957962" y="2823918"/>
                  </a:lnTo>
                  <a:lnTo>
                    <a:pt x="3031722" y="2854010"/>
                  </a:lnTo>
                  <a:lnTo>
                    <a:pt x="3105482" y="2883009"/>
                  </a:lnTo>
                  <a:lnTo>
                    <a:pt x="3179242" y="2910955"/>
                  </a:lnTo>
                  <a:lnTo>
                    <a:pt x="3253003" y="2937887"/>
                  </a:lnTo>
                  <a:lnTo>
                    <a:pt x="3326763" y="2963840"/>
                  </a:lnTo>
                  <a:lnTo>
                    <a:pt x="3400523" y="2988851"/>
                  </a:lnTo>
                  <a:lnTo>
                    <a:pt x="3474283" y="3012954"/>
                  </a:lnTo>
                  <a:lnTo>
                    <a:pt x="3548043" y="3036182"/>
                  </a:lnTo>
                  <a:lnTo>
                    <a:pt x="3621803" y="3058566"/>
                  </a:lnTo>
                  <a:lnTo>
                    <a:pt x="3695563" y="3080137"/>
                  </a:lnTo>
                  <a:lnTo>
                    <a:pt x="3769323" y="3100926"/>
                  </a:lnTo>
                  <a:lnTo>
                    <a:pt x="3843083" y="3120959"/>
                  </a:lnTo>
                  <a:lnTo>
                    <a:pt x="3916843" y="3140265"/>
                  </a:lnTo>
                  <a:lnTo>
                    <a:pt x="3990603" y="3158870"/>
                  </a:lnTo>
                  <a:lnTo>
                    <a:pt x="4064363" y="3176799"/>
                  </a:lnTo>
                  <a:lnTo>
                    <a:pt x="4138123" y="3194078"/>
                  </a:lnTo>
                  <a:lnTo>
                    <a:pt x="4211883" y="3210729"/>
                  </a:lnTo>
                  <a:lnTo>
                    <a:pt x="4285643" y="3226775"/>
                  </a:lnTo>
                  <a:lnTo>
                    <a:pt x="4359403" y="3242239"/>
                  </a:lnTo>
                  <a:lnTo>
                    <a:pt x="4433163" y="3257141"/>
                  </a:lnTo>
                  <a:lnTo>
                    <a:pt x="4506923" y="3271502"/>
                  </a:lnTo>
                  <a:lnTo>
                    <a:pt x="4580683" y="3285341"/>
                  </a:lnTo>
                  <a:lnTo>
                    <a:pt x="4654443" y="3298678"/>
                  </a:lnTo>
                  <a:lnTo>
                    <a:pt x="4728203" y="3311531"/>
                  </a:lnTo>
                  <a:lnTo>
                    <a:pt x="4801963" y="3323917"/>
                  </a:lnTo>
                  <a:lnTo>
                    <a:pt x="4875723" y="3335854"/>
                  </a:lnTo>
                  <a:lnTo>
                    <a:pt x="4949483" y="3347357"/>
                  </a:lnTo>
                  <a:lnTo>
                    <a:pt x="5023243" y="3358442"/>
                  </a:lnTo>
                  <a:lnTo>
                    <a:pt x="5097003" y="3369125"/>
                  </a:lnTo>
                  <a:lnTo>
                    <a:pt x="5170763" y="3379419"/>
                  </a:lnTo>
                  <a:lnTo>
                    <a:pt x="5244523" y="3389340"/>
                  </a:lnTo>
                  <a:lnTo>
                    <a:pt x="5318283" y="3398901"/>
                  </a:lnTo>
                  <a:lnTo>
                    <a:pt x="5392043" y="3408115"/>
                  </a:lnTo>
                  <a:lnTo>
                    <a:pt x="5465803" y="3416994"/>
                  </a:lnTo>
                  <a:lnTo>
                    <a:pt x="5539563" y="3425550"/>
                  </a:lnTo>
                  <a:lnTo>
                    <a:pt x="5613323" y="3433796"/>
                  </a:lnTo>
                  <a:lnTo>
                    <a:pt x="5687083" y="3441743"/>
                  </a:lnTo>
                  <a:lnTo>
                    <a:pt x="5760843" y="3449401"/>
                  </a:lnTo>
                  <a:lnTo>
                    <a:pt x="5834603" y="3456781"/>
                  </a:lnTo>
                  <a:lnTo>
                    <a:pt x="5908363" y="3463893"/>
                  </a:lnTo>
                  <a:lnTo>
                    <a:pt x="5982123" y="3470747"/>
                  </a:lnTo>
                  <a:lnTo>
                    <a:pt x="6055883" y="3477351"/>
                  </a:lnTo>
                  <a:lnTo>
                    <a:pt x="6129643" y="3483716"/>
                  </a:lnTo>
                  <a:lnTo>
                    <a:pt x="6203404" y="3489850"/>
                  </a:lnTo>
                  <a:lnTo>
                    <a:pt x="6277164" y="3495761"/>
                  </a:lnTo>
                  <a:lnTo>
                    <a:pt x="6350924" y="3501458"/>
                  </a:lnTo>
                  <a:lnTo>
                    <a:pt x="6424684" y="3506948"/>
                  </a:lnTo>
                  <a:lnTo>
                    <a:pt x="6498444" y="3512238"/>
                  </a:lnTo>
                  <a:lnTo>
                    <a:pt x="6572204" y="3517336"/>
                  </a:lnTo>
                  <a:lnTo>
                    <a:pt x="6645964" y="35222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2026-05-21T09:01:13Z</dcterms:modified>
  <cp:category/>
</cp:coreProperties>
</file>