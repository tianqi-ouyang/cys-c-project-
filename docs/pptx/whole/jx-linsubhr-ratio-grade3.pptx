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544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3865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187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7650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8205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952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0848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30966"/>
            </a:xfrm>
            <a:custGeom>
              <a:avLst/>
              <a:pathLst>
                <a:path w="6964104" h="1230966">
                  <a:moveTo>
                    <a:pt x="1228112" y="0"/>
                  </a:moveTo>
                  <a:lnTo>
                    <a:pt x="1266200" y="32231"/>
                  </a:lnTo>
                  <a:lnTo>
                    <a:pt x="1336545" y="89000"/>
                  </a:lnTo>
                  <a:lnTo>
                    <a:pt x="1406889" y="143139"/>
                  </a:lnTo>
                  <a:lnTo>
                    <a:pt x="1477234" y="194768"/>
                  </a:lnTo>
                  <a:lnTo>
                    <a:pt x="1547578" y="244004"/>
                  </a:lnTo>
                  <a:lnTo>
                    <a:pt x="1617923" y="290959"/>
                  </a:lnTo>
                  <a:lnTo>
                    <a:pt x="1688267" y="335738"/>
                  </a:lnTo>
                  <a:lnTo>
                    <a:pt x="1758612" y="378441"/>
                  </a:lnTo>
                  <a:lnTo>
                    <a:pt x="1828956" y="419166"/>
                  </a:lnTo>
                  <a:lnTo>
                    <a:pt x="1899301" y="458003"/>
                  </a:lnTo>
                  <a:lnTo>
                    <a:pt x="1969645" y="495041"/>
                  </a:lnTo>
                  <a:lnTo>
                    <a:pt x="2039990" y="530361"/>
                  </a:lnTo>
                  <a:lnTo>
                    <a:pt x="2110334" y="564046"/>
                  </a:lnTo>
                  <a:lnTo>
                    <a:pt x="2180679" y="596169"/>
                  </a:lnTo>
                  <a:lnTo>
                    <a:pt x="2251023" y="626803"/>
                  </a:lnTo>
                  <a:lnTo>
                    <a:pt x="2321368" y="656018"/>
                  </a:lnTo>
                  <a:lnTo>
                    <a:pt x="2391712" y="683878"/>
                  </a:lnTo>
                  <a:lnTo>
                    <a:pt x="2462057" y="710448"/>
                  </a:lnTo>
                  <a:lnTo>
                    <a:pt x="2532401" y="735786"/>
                  </a:lnTo>
                  <a:lnTo>
                    <a:pt x="2602746" y="759950"/>
                  </a:lnTo>
                  <a:lnTo>
                    <a:pt x="2673090" y="782995"/>
                  </a:lnTo>
                  <a:lnTo>
                    <a:pt x="2743435" y="804971"/>
                  </a:lnTo>
                  <a:lnTo>
                    <a:pt x="2813779" y="825929"/>
                  </a:lnTo>
                  <a:lnTo>
                    <a:pt x="2884124" y="845915"/>
                  </a:lnTo>
                  <a:lnTo>
                    <a:pt x="2954468" y="864976"/>
                  </a:lnTo>
                  <a:lnTo>
                    <a:pt x="3024813" y="883153"/>
                  </a:lnTo>
                  <a:lnTo>
                    <a:pt x="3095157" y="900487"/>
                  </a:lnTo>
                  <a:lnTo>
                    <a:pt x="3165502" y="917018"/>
                  </a:lnTo>
                  <a:lnTo>
                    <a:pt x="3235846" y="932784"/>
                  </a:lnTo>
                  <a:lnTo>
                    <a:pt x="3306191" y="947818"/>
                  </a:lnTo>
                  <a:lnTo>
                    <a:pt x="3376535" y="960272"/>
                  </a:lnTo>
                  <a:lnTo>
                    <a:pt x="3446880" y="968044"/>
                  </a:lnTo>
                  <a:lnTo>
                    <a:pt x="3517224" y="975612"/>
                  </a:lnTo>
                  <a:lnTo>
                    <a:pt x="3587569" y="982982"/>
                  </a:lnTo>
                  <a:lnTo>
                    <a:pt x="3657913" y="990159"/>
                  </a:lnTo>
                  <a:lnTo>
                    <a:pt x="3728257" y="997149"/>
                  </a:lnTo>
                  <a:lnTo>
                    <a:pt x="3798602" y="1003955"/>
                  </a:lnTo>
                  <a:lnTo>
                    <a:pt x="3868946" y="1010583"/>
                  </a:lnTo>
                  <a:lnTo>
                    <a:pt x="3939291" y="1017038"/>
                  </a:lnTo>
                  <a:lnTo>
                    <a:pt x="4009635" y="1023324"/>
                  </a:lnTo>
                  <a:lnTo>
                    <a:pt x="4079980" y="1029445"/>
                  </a:lnTo>
                  <a:lnTo>
                    <a:pt x="4150324" y="1035406"/>
                  </a:lnTo>
                  <a:lnTo>
                    <a:pt x="4220669" y="1041211"/>
                  </a:lnTo>
                  <a:lnTo>
                    <a:pt x="4291013" y="1046865"/>
                  </a:lnTo>
                  <a:lnTo>
                    <a:pt x="4361358" y="1052370"/>
                  </a:lnTo>
                  <a:lnTo>
                    <a:pt x="4431702" y="1057731"/>
                  </a:lnTo>
                  <a:lnTo>
                    <a:pt x="4502047" y="1062952"/>
                  </a:lnTo>
                  <a:lnTo>
                    <a:pt x="4572391" y="1068036"/>
                  </a:lnTo>
                  <a:lnTo>
                    <a:pt x="4642736" y="1072987"/>
                  </a:lnTo>
                  <a:lnTo>
                    <a:pt x="4713080" y="1077808"/>
                  </a:lnTo>
                  <a:lnTo>
                    <a:pt x="4783425" y="1082504"/>
                  </a:lnTo>
                  <a:lnTo>
                    <a:pt x="4853769" y="1087076"/>
                  </a:lnTo>
                  <a:lnTo>
                    <a:pt x="4924114" y="1091529"/>
                  </a:lnTo>
                  <a:lnTo>
                    <a:pt x="4994458" y="1095865"/>
                  </a:lnTo>
                  <a:lnTo>
                    <a:pt x="5064803" y="1100088"/>
                  </a:lnTo>
                  <a:lnTo>
                    <a:pt x="5135147" y="1104200"/>
                  </a:lnTo>
                  <a:lnTo>
                    <a:pt x="5205492" y="1108204"/>
                  </a:lnTo>
                  <a:lnTo>
                    <a:pt x="5275836" y="1112104"/>
                  </a:lnTo>
                  <a:lnTo>
                    <a:pt x="5346181" y="1115902"/>
                  </a:lnTo>
                  <a:lnTo>
                    <a:pt x="5416525" y="1119600"/>
                  </a:lnTo>
                  <a:lnTo>
                    <a:pt x="5486870" y="1123201"/>
                  </a:lnTo>
                  <a:lnTo>
                    <a:pt x="5557214" y="1126709"/>
                  </a:lnTo>
                  <a:lnTo>
                    <a:pt x="5627559" y="1130124"/>
                  </a:lnTo>
                  <a:lnTo>
                    <a:pt x="5697903" y="1133450"/>
                  </a:lnTo>
                  <a:lnTo>
                    <a:pt x="5768248" y="1136689"/>
                  </a:lnTo>
                  <a:lnTo>
                    <a:pt x="5838592" y="1139843"/>
                  </a:lnTo>
                  <a:lnTo>
                    <a:pt x="5908937" y="1142915"/>
                  </a:lnTo>
                  <a:lnTo>
                    <a:pt x="5979281" y="1145906"/>
                  </a:lnTo>
                  <a:lnTo>
                    <a:pt x="6049626" y="1148819"/>
                  </a:lnTo>
                  <a:lnTo>
                    <a:pt x="6119970" y="1151656"/>
                  </a:lnTo>
                  <a:lnTo>
                    <a:pt x="6190315" y="1154418"/>
                  </a:lnTo>
                  <a:lnTo>
                    <a:pt x="6260659" y="1157108"/>
                  </a:lnTo>
                  <a:lnTo>
                    <a:pt x="6331004" y="1159728"/>
                  </a:lnTo>
                  <a:lnTo>
                    <a:pt x="6401348" y="1162279"/>
                  </a:lnTo>
                  <a:lnTo>
                    <a:pt x="6471693" y="1164764"/>
                  </a:lnTo>
                  <a:lnTo>
                    <a:pt x="6542037" y="1167183"/>
                  </a:lnTo>
                  <a:lnTo>
                    <a:pt x="6612382" y="1169539"/>
                  </a:lnTo>
                  <a:lnTo>
                    <a:pt x="6682726" y="1171834"/>
                  </a:lnTo>
                  <a:lnTo>
                    <a:pt x="6753071" y="1174068"/>
                  </a:lnTo>
                  <a:lnTo>
                    <a:pt x="6823415" y="1176244"/>
                  </a:lnTo>
                  <a:lnTo>
                    <a:pt x="6893760" y="1178363"/>
                  </a:lnTo>
                  <a:lnTo>
                    <a:pt x="6964104" y="1180426"/>
                  </a:lnTo>
                  <a:lnTo>
                    <a:pt x="6964104" y="1230966"/>
                  </a:lnTo>
                  <a:lnTo>
                    <a:pt x="6893760" y="1229691"/>
                  </a:lnTo>
                  <a:lnTo>
                    <a:pt x="6823415" y="1228355"/>
                  </a:lnTo>
                  <a:lnTo>
                    <a:pt x="6753071" y="1226953"/>
                  </a:lnTo>
                  <a:lnTo>
                    <a:pt x="6682726" y="1225483"/>
                  </a:lnTo>
                  <a:lnTo>
                    <a:pt x="6612382" y="1223941"/>
                  </a:lnTo>
                  <a:lnTo>
                    <a:pt x="6542037" y="1222325"/>
                  </a:lnTo>
                  <a:lnTo>
                    <a:pt x="6471693" y="1220630"/>
                  </a:lnTo>
                  <a:lnTo>
                    <a:pt x="6401348" y="1218853"/>
                  </a:lnTo>
                  <a:lnTo>
                    <a:pt x="6331004" y="1216990"/>
                  </a:lnTo>
                  <a:lnTo>
                    <a:pt x="6260659" y="1215035"/>
                  </a:lnTo>
                  <a:lnTo>
                    <a:pt x="6190315" y="1212986"/>
                  </a:lnTo>
                  <a:lnTo>
                    <a:pt x="6119970" y="1210838"/>
                  </a:lnTo>
                  <a:lnTo>
                    <a:pt x="6049626" y="1208585"/>
                  </a:lnTo>
                  <a:lnTo>
                    <a:pt x="5979281" y="1206222"/>
                  </a:lnTo>
                  <a:lnTo>
                    <a:pt x="5908937" y="1203745"/>
                  </a:lnTo>
                  <a:lnTo>
                    <a:pt x="5838592" y="1201147"/>
                  </a:lnTo>
                  <a:lnTo>
                    <a:pt x="5768248" y="1198423"/>
                  </a:lnTo>
                  <a:lnTo>
                    <a:pt x="5697903" y="1195566"/>
                  </a:lnTo>
                  <a:lnTo>
                    <a:pt x="5627559" y="1192571"/>
                  </a:lnTo>
                  <a:lnTo>
                    <a:pt x="5557214" y="1189431"/>
                  </a:lnTo>
                  <a:lnTo>
                    <a:pt x="5486870" y="1186137"/>
                  </a:lnTo>
                  <a:lnTo>
                    <a:pt x="5416525" y="1182684"/>
                  </a:lnTo>
                  <a:lnTo>
                    <a:pt x="5346181" y="1179063"/>
                  </a:lnTo>
                  <a:lnTo>
                    <a:pt x="5275836" y="1175265"/>
                  </a:lnTo>
                  <a:lnTo>
                    <a:pt x="5205492" y="1171284"/>
                  </a:lnTo>
                  <a:lnTo>
                    <a:pt x="5135147" y="1167108"/>
                  </a:lnTo>
                  <a:lnTo>
                    <a:pt x="5064803" y="1162730"/>
                  </a:lnTo>
                  <a:lnTo>
                    <a:pt x="4994458" y="1158140"/>
                  </a:lnTo>
                  <a:lnTo>
                    <a:pt x="4924114" y="1153326"/>
                  </a:lnTo>
                  <a:lnTo>
                    <a:pt x="4853769" y="1148278"/>
                  </a:lnTo>
                  <a:lnTo>
                    <a:pt x="4783425" y="1142984"/>
                  </a:lnTo>
                  <a:lnTo>
                    <a:pt x="4713080" y="1137434"/>
                  </a:lnTo>
                  <a:lnTo>
                    <a:pt x="4642736" y="1131614"/>
                  </a:lnTo>
                  <a:lnTo>
                    <a:pt x="4572391" y="1125511"/>
                  </a:lnTo>
                  <a:lnTo>
                    <a:pt x="4502047" y="1119111"/>
                  </a:lnTo>
                  <a:lnTo>
                    <a:pt x="4431702" y="1112401"/>
                  </a:lnTo>
                  <a:lnTo>
                    <a:pt x="4361358" y="1105364"/>
                  </a:lnTo>
                  <a:lnTo>
                    <a:pt x="4291013" y="1097986"/>
                  </a:lnTo>
                  <a:lnTo>
                    <a:pt x="4220669" y="1090249"/>
                  </a:lnTo>
                  <a:lnTo>
                    <a:pt x="4150324" y="1082135"/>
                  </a:lnTo>
                  <a:lnTo>
                    <a:pt x="4079980" y="1073628"/>
                  </a:lnTo>
                  <a:lnTo>
                    <a:pt x="4009635" y="1064707"/>
                  </a:lnTo>
                  <a:lnTo>
                    <a:pt x="3939291" y="1055353"/>
                  </a:lnTo>
                  <a:lnTo>
                    <a:pt x="3868946" y="1045544"/>
                  </a:lnTo>
                  <a:lnTo>
                    <a:pt x="3798602" y="1035258"/>
                  </a:lnTo>
                  <a:lnTo>
                    <a:pt x="3728257" y="1024473"/>
                  </a:lnTo>
                  <a:lnTo>
                    <a:pt x="3657913" y="1013164"/>
                  </a:lnTo>
                  <a:lnTo>
                    <a:pt x="3587569" y="1001304"/>
                  </a:lnTo>
                  <a:lnTo>
                    <a:pt x="3517224" y="988869"/>
                  </a:lnTo>
                  <a:lnTo>
                    <a:pt x="3446880" y="975829"/>
                  </a:lnTo>
                  <a:lnTo>
                    <a:pt x="3376535" y="962156"/>
                  </a:lnTo>
                  <a:lnTo>
                    <a:pt x="3306191" y="952292"/>
                  </a:lnTo>
                  <a:lnTo>
                    <a:pt x="3235846" y="944097"/>
                  </a:lnTo>
                  <a:lnTo>
                    <a:pt x="3165502" y="935682"/>
                  </a:lnTo>
                  <a:lnTo>
                    <a:pt x="3095157" y="927040"/>
                  </a:lnTo>
                  <a:lnTo>
                    <a:pt x="3024813" y="918167"/>
                  </a:lnTo>
                  <a:lnTo>
                    <a:pt x="2954468" y="909055"/>
                  </a:lnTo>
                  <a:lnTo>
                    <a:pt x="2884124" y="899698"/>
                  </a:lnTo>
                  <a:lnTo>
                    <a:pt x="2813779" y="890089"/>
                  </a:lnTo>
                  <a:lnTo>
                    <a:pt x="2743435" y="880222"/>
                  </a:lnTo>
                  <a:lnTo>
                    <a:pt x="2673090" y="870090"/>
                  </a:lnTo>
                  <a:lnTo>
                    <a:pt x="2602746" y="859686"/>
                  </a:lnTo>
                  <a:lnTo>
                    <a:pt x="2532401" y="849002"/>
                  </a:lnTo>
                  <a:lnTo>
                    <a:pt x="2462057" y="838031"/>
                  </a:lnTo>
                  <a:lnTo>
                    <a:pt x="2391712" y="826766"/>
                  </a:lnTo>
                  <a:lnTo>
                    <a:pt x="2321368" y="815197"/>
                  </a:lnTo>
                  <a:lnTo>
                    <a:pt x="2251023" y="803317"/>
                  </a:lnTo>
                  <a:lnTo>
                    <a:pt x="2180679" y="791118"/>
                  </a:lnTo>
                  <a:lnTo>
                    <a:pt x="2110334" y="778592"/>
                  </a:lnTo>
                  <a:lnTo>
                    <a:pt x="2039990" y="765728"/>
                  </a:lnTo>
                  <a:lnTo>
                    <a:pt x="1969645" y="752519"/>
                  </a:lnTo>
                  <a:lnTo>
                    <a:pt x="1899301" y="738955"/>
                  </a:lnTo>
                  <a:lnTo>
                    <a:pt x="1828956" y="725026"/>
                  </a:lnTo>
                  <a:lnTo>
                    <a:pt x="1758612" y="710723"/>
                  </a:lnTo>
                  <a:lnTo>
                    <a:pt x="1688267" y="696036"/>
                  </a:lnTo>
                  <a:lnTo>
                    <a:pt x="1617923" y="680954"/>
                  </a:lnTo>
                  <a:lnTo>
                    <a:pt x="1547578" y="665466"/>
                  </a:lnTo>
                  <a:lnTo>
                    <a:pt x="1477234" y="649562"/>
                  </a:lnTo>
                  <a:lnTo>
                    <a:pt x="1406889" y="633231"/>
                  </a:lnTo>
                  <a:lnTo>
                    <a:pt x="1336545" y="616461"/>
                  </a:lnTo>
                  <a:lnTo>
                    <a:pt x="1266200" y="599240"/>
                  </a:lnTo>
                  <a:lnTo>
                    <a:pt x="1195856" y="581556"/>
                  </a:lnTo>
                  <a:lnTo>
                    <a:pt x="1125511" y="563397"/>
                  </a:lnTo>
                  <a:lnTo>
                    <a:pt x="1055167" y="544750"/>
                  </a:lnTo>
                  <a:lnTo>
                    <a:pt x="984822" y="525602"/>
                  </a:lnTo>
                  <a:lnTo>
                    <a:pt x="914478" y="505939"/>
                  </a:lnTo>
                  <a:lnTo>
                    <a:pt x="844133" y="485747"/>
                  </a:lnTo>
                  <a:lnTo>
                    <a:pt x="773789" y="465013"/>
                  </a:lnTo>
                  <a:lnTo>
                    <a:pt x="703444" y="443722"/>
                  </a:lnTo>
                  <a:lnTo>
                    <a:pt x="633100" y="421858"/>
                  </a:lnTo>
                  <a:lnTo>
                    <a:pt x="562755" y="399407"/>
                  </a:lnTo>
                  <a:lnTo>
                    <a:pt x="492411" y="376353"/>
                  </a:lnTo>
                  <a:lnTo>
                    <a:pt x="422066" y="352678"/>
                  </a:lnTo>
                  <a:lnTo>
                    <a:pt x="351722" y="328368"/>
                  </a:lnTo>
                  <a:lnTo>
                    <a:pt x="281377" y="303404"/>
                  </a:lnTo>
                  <a:lnTo>
                    <a:pt x="211033" y="277769"/>
                  </a:lnTo>
                  <a:lnTo>
                    <a:pt x="140688" y="251445"/>
                  </a:lnTo>
                  <a:lnTo>
                    <a:pt x="70344" y="224414"/>
                  </a:lnTo>
                  <a:lnTo>
                    <a:pt x="0" y="1966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63424" y="2143092"/>
              <a:ext cx="5735992" cy="1180426"/>
            </a:xfrm>
            <a:custGeom>
              <a:avLst/>
              <a:pathLst>
                <a:path w="5735992" h="1180426">
                  <a:moveTo>
                    <a:pt x="0" y="0"/>
                  </a:moveTo>
                  <a:lnTo>
                    <a:pt x="38088" y="32231"/>
                  </a:lnTo>
                  <a:lnTo>
                    <a:pt x="108433" y="89000"/>
                  </a:lnTo>
                  <a:lnTo>
                    <a:pt x="178777" y="143139"/>
                  </a:lnTo>
                  <a:lnTo>
                    <a:pt x="249122" y="194768"/>
                  </a:lnTo>
                  <a:lnTo>
                    <a:pt x="319466" y="244004"/>
                  </a:lnTo>
                  <a:lnTo>
                    <a:pt x="389811" y="290959"/>
                  </a:lnTo>
                  <a:lnTo>
                    <a:pt x="460155" y="335738"/>
                  </a:lnTo>
                  <a:lnTo>
                    <a:pt x="530500" y="378441"/>
                  </a:lnTo>
                  <a:lnTo>
                    <a:pt x="600844" y="419166"/>
                  </a:lnTo>
                  <a:lnTo>
                    <a:pt x="671189" y="458003"/>
                  </a:lnTo>
                  <a:lnTo>
                    <a:pt x="741533" y="495041"/>
                  </a:lnTo>
                  <a:lnTo>
                    <a:pt x="811878" y="530361"/>
                  </a:lnTo>
                  <a:lnTo>
                    <a:pt x="882222" y="564046"/>
                  </a:lnTo>
                  <a:lnTo>
                    <a:pt x="952567" y="596169"/>
                  </a:lnTo>
                  <a:lnTo>
                    <a:pt x="1022911" y="626803"/>
                  </a:lnTo>
                  <a:lnTo>
                    <a:pt x="1093256" y="656018"/>
                  </a:lnTo>
                  <a:lnTo>
                    <a:pt x="1163600" y="683878"/>
                  </a:lnTo>
                  <a:lnTo>
                    <a:pt x="1233945" y="710448"/>
                  </a:lnTo>
                  <a:lnTo>
                    <a:pt x="1304289" y="735786"/>
                  </a:lnTo>
                  <a:lnTo>
                    <a:pt x="1374634" y="759950"/>
                  </a:lnTo>
                  <a:lnTo>
                    <a:pt x="1444978" y="782995"/>
                  </a:lnTo>
                  <a:lnTo>
                    <a:pt x="1515323" y="804971"/>
                  </a:lnTo>
                  <a:lnTo>
                    <a:pt x="1585667" y="825929"/>
                  </a:lnTo>
                  <a:lnTo>
                    <a:pt x="1656012" y="845915"/>
                  </a:lnTo>
                  <a:lnTo>
                    <a:pt x="1726356" y="864976"/>
                  </a:lnTo>
                  <a:lnTo>
                    <a:pt x="1796701" y="883153"/>
                  </a:lnTo>
                  <a:lnTo>
                    <a:pt x="1867045" y="900487"/>
                  </a:lnTo>
                  <a:lnTo>
                    <a:pt x="1937390" y="917018"/>
                  </a:lnTo>
                  <a:lnTo>
                    <a:pt x="2007734" y="932784"/>
                  </a:lnTo>
                  <a:lnTo>
                    <a:pt x="2078078" y="947818"/>
                  </a:lnTo>
                  <a:lnTo>
                    <a:pt x="2148423" y="960272"/>
                  </a:lnTo>
                  <a:lnTo>
                    <a:pt x="2218767" y="968044"/>
                  </a:lnTo>
                  <a:lnTo>
                    <a:pt x="2289112" y="975612"/>
                  </a:lnTo>
                  <a:lnTo>
                    <a:pt x="2359456" y="982982"/>
                  </a:lnTo>
                  <a:lnTo>
                    <a:pt x="2429801" y="990159"/>
                  </a:lnTo>
                  <a:lnTo>
                    <a:pt x="2500145" y="997149"/>
                  </a:lnTo>
                  <a:lnTo>
                    <a:pt x="2570490" y="1003955"/>
                  </a:lnTo>
                  <a:lnTo>
                    <a:pt x="2640834" y="1010583"/>
                  </a:lnTo>
                  <a:lnTo>
                    <a:pt x="2711179" y="1017038"/>
                  </a:lnTo>
                  <a:lnTo>
                    <a:pt x="2781523" y="1023324"/>
                  </a:lnTo>
                  <a:lnTo>
                    <a:pt x="2851868" y="1029445"/>
                  </a:lnTo>
                  <a:lnTo>
                    <a:pt x="2922212" y="1035406"/>
                  </a:lnTo>
                  <a:lnTo>
                    <a:pt x="2992557" y="1041211"/>
                  </a:lnTo>
                  <a:lnTo>
                    <a:pt x="3062901" y="1046865"/>
                  </a:lnTo>
                  <a:lnTo>
                    <a:pt x="3133246" y="1052370"/>
                  </a:lnTo>
                  <a:lnTo>
                    <a:pt x="3203590" y="1057731"/>
                  </a:lnTo>
                  <a:lnTo>
                    <a:pt x="3273935" y="1062952"/>
                  </a:lnTo>
                  <a:lnTo>
                    <a:pt x="3344279" y="1068036"/>
                  </a:lnTo>
                  <a:lnTo>
                    <a:pt x="3414624" y="1072987"/>
                  </a:lnTo>
                  <a:lnTo>
                    <a:pt x="3484968" y="1077808"/>
                  </a:lnTo>
                  <a:lnTo>
                    <a:pt x="3555313" y="1082504"/>
                  </a:lnTo>
                  <a:lnTo>
                    <a:pt x="3625657" y="1087076"/>
                  </a:lnTo>
                  <a:lnTo>
                    <a:pt x="3696002" y="1091529"/>
                  </a:lnTo>
                  <a:lnTo>
                    <a:pt x="3766346" y="1095865"/>
                  </a:lnTo>
                  <a:lnTo>
                    <a:pt x="3836691" y="1100088"/>
                  </a:lnTo>
                  <a:lnTo>
                    <a:pt x="3907035" y="1104200"/>
                  </a:lnTo>
                  <a:lnTo>
                    <a:pt x="3977380" y="1108204"/>
                  </a:lnTo>
                  <a:lnTo>
                    <a:pt x="4047724" y="1112104"/>
                  </a:lnTo>
                  <a:lnTo>
                    <a:pt x="4118069" y="1115902"/>
                  </a:lnTo>
                  <a:lnTo>
                    <a:pt x="4188413" y="1119600"/>
                  </a:lnTo>
                  <a:lnTo>
                    <a:pt x="4258758" y="1123201"/>
                  </a:lnTo>
                  <a:lnTo>
                    <a:pt x="4329102" y="1126709"/>
                  </a:lnTo>
                  <a:lnTo>
                    <a:pt x="4399447" y="1130124"/>
                  </a:lnTo>
                  <a:lnTo>
                    <a:pt x="4469791" y="1133450"/>
                  </a:lnTo>
                  <a:lnTo>
                    <a:pt x="4540136" y="1136689"/>
                  </a:lnTo>
                  <a:lnTo>
                    <a:pt x="4610480" y="1139843"/>
                  </a:lnTo>
                  <a:lnTo>
                    <a:pt x="4680825" y="1142915"/>
                  </a:lnTo>
                  <a:lnTo>
                    <a:pt x="4751169" y="1145906"/>
                  </a:lnTo>
                  <a:lnTo>
                    <a:pt x="4821514" y="1148819"/>
                  </a:lnTo>
                  <a:lnTo>
                    <a:pt x="4891858" y="1151656"/>
                  </a:lnTo>
                  <a:lnTo>
                    <a:pt x="4962203" y="1154418"/>
                  </a:lnTo>
                  <a:lnTo>
                    <a:pt x="5032547" y="1157108"/>
                  </a:lnTo>
                  <a:lnTo>
                    <a:pt x="5102892" y="1159728"/>
                  </a:lnTo>
                  <a:lnTo>
                    <a:pt x="5173236" y="1162279"/>
                  </a:lnTo>
                  <a:lnTo>
                    <a:pt x="5243581" y="1164764"/>
                  </a:lnTo>
                  <a:lnTo>
                    <a:pt x="5313925" y="1167183"/>
                  </a:lnTo>
                  <a:lnTo>
                    <a:pt x="5384270" y="1169539"/>
                  </a:lnTo>
                  <a:lnTo>
                    <a:pt x="5454614" y="1171834"/>
                  </a:lnTo>
                  <a:lnTo>
                    <a:pt x="5524959" y="1174068"/>
                  </a:lnTo>
                  <a:lnTo>
                    <a:pt x="5595303" y="1176244"/>
                  </a:lnTo>
                  <a:lnTo>
                    <a:pt x="5665648" y="1178363"/>
                  </a:lnTo>
                  <a:lnTo>
                    <a:pt x="5735992" y="11804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339748"/>
              <a:ext cx="6964104" cy="1034310"/>
            </a:xfrm>
            <a:custGeom>
              <a:avLst/>
              <a:pathLst>
                <a:path w="6964104" h="1034310">
                  <a:moveTo>
                    <a:pt x="6964104" y="1034310"/>
                  </a:moveTo>
                  <a:lnTo>
                    <a:pt x="6893760" y="1033035"/>
                  </a:lnTo>
                  <a:lnTo>
                    <a:pt x="6823415" y="1031698"/>
                  </a:lnTo>
                  <a:lnTo>
                    <a:pt x="6753071" y="1030296"/>
                  </a:lnTo>
                  <a:lnTo>
                    <a:pt x="6682726" y="1028826"/>
                  </a:lnTo>
                  <a:lnTo>
                    <a:pt x="6612382" y="1027285"/>
                  </a:lnTo>
                  <a:lnTo>
                    <a:pt x="6542037" y="1025668"/>
                  </a:lnTo>
                  <a:lnTo>
                    <a:pt x="6471693" y="1023974"/>
                  </a:lnTo>
                  <a:lnTo>
                    <a:pt x="6401348" y="1022196"/>
                  </a:lnTo>
                  <a:lnTo>
                    <a:pt x="6331004" y="1020333"/>
                  </a:lnTo>
                  <a:lnTo>
                    <a:pt x="6260659" y="1018379"/>
                  </a:lnTo>
                  <a:lnTo>
                    <a:pt x="6190315" y="1016330"/>
                  </a:lnTo>
                  <a:lnTo>
                    <a:pt x="6119970" y="1014181"/>
                  </a:lnTo>
                  <a:lnTo>
                    <a:pt x="6049626" y="1011928"/>
                  </a:lnTo>
                  <a:lnTo>
                    <a:pt x="5979281" y="1009565"/>
                  </a:lnTo>
                  <a:lnTo>
                    <a:pt x="5908937" y="1007088"/>
                  </a:lnTo>
                  <a:lnTo>
                    <a:pt x="5838592" y="1004490"/>
                  </a:lnTo>
                  <a:lnTo>
                    <a:pt x="5768248" y="1001766"/>
                  </a:lnTo>
                  <a:lnTo>
                    <a:pt x="5697903" y="998910"/>
                  </a:lnTo>
                  <a:lnTo>
                    <a:pt x="5627559" y="995915"/>
                  </a:lnTo>
                  <a:lnTo>
                    <a:pt x="5557214" y="992774"/>
                  </a:lnTo>
                  <a:lnTo>
                    <a:pt x="5486870" y="989481"/>
                  </a:lnTo>
                  <a:lnTo>
                    <a:pt x="5416525" y="986027"/>
                  </a:lnTo>
                  <a:lnTo>
                    <a:pt x="5346181" y="982406"/>
                  </a:lnTo>
                  <a:lnTo>
                    <a:pt x="5275836" y="978609"/>
                  </a:lnTo>
                  <a:lnTo>
                    <a:pt x="5205492" y="974627"/>
                  </a:lnTo>
                  <a:lnTo>
                    <a:pt x="5135147" y="970452"/>
                  </a:lnTo>
                  <a:lnTo>
                    <a:pt x="5064803" y="966074"/>
                  </a:lnTo>
                  <a:lnTo>
                    <a:pt x="4994458" y="961483"/>
                  </a:lnTo>
                  <a:lnTo>
                    <a:pt x="4924114" y="956669"/>
                  </a:lnTo>
                  <a:lnTo>
                    <a:pt x="4853769" y="951621"/>
                  </a:lnTo>
                  <a:lnTo>
                    <a:pt x="4783425" y="946328"/>
                  </a:lnTo>
                  <a:lnTo>
                    <a:pt x="4713080" y="940777"/>
                  </a:lnTo>
                  <a:lnTo>
                    <a:pt x="4642736" y="934957"/>
                  </a:lnTo>
                  <a:lnTo>
                    <a:pt x="4572391" y="928854"/>
                  </a:lnTo>
                  <a:lnTo>
                    <a:pt x="4502047" y="922455"/>
                  </a:lnTo>
                  <a:lnTo>
                    <a:pt x="4431702" y="915744"/>
                  </a:lnTo>
                  <a:lnTo>
                    <a:pt x="4361358" y="908708"/>
                  </a:lnTo>
                  <a:lnTo>
                    <a:pt x="4291013" y="901329"/>
                  </a:lnTo>
                  <a:lnTo>
                    <a:pt x="4220669" y="893592"/>
                  </a:lnTo>
                  <a:lnTo>
                    <a:pt x="4150324" y="885479"/>
                  </a:lnTo>
                  <a:lnTo>
                    <a:pt x="4079980" y="876971"/>
                  </a:lnTo>
                  <a:lnTo>
                    <a:pt x="4009635" y="868050"/>
                  </a:lnTo>
                  <a:lnTo>
                    <a:pt x="3939291" y="858696"/>
                  </a:lnTo>
                  <a:lnTo>
                    <a:pt x="3868946" y="848887"/>
                  </a:lnTo>
                  <a:lnTo>
                    <a:pt x="3798602" y="838602"/>
                  </a:lnTo>
                  <a:lnTo>
                    <a:pt x="3728257" y="827816"/>
                  </a:lnTo>
                  <a:lnTo>
                    <a:pt x="3657913" y="816507"/>
                  </a:lnTo>
                  <a:lnTo>
                    <a:pt x="3587569" y="804648"/>
                  </a:lnTo>
                  <a:lnTo>
                    <a:pt x="3517224" y="792212"/>
                  </a:lnTo>
                  <a:lnTo>
                    <a:pt x="3446880" y="779173"/>
                  </a:lnTo>
                  <a:lnTo>
                    <a:pt x="3376535" y="765499"/>
                  </a:lnTo>
                  <a:lnTo>
                    <a:pt x="3306191" y="755635"/>
                  </a:lnTo>
                  <a:lnTo>
                    <a:pt x="3235846" y="747440"/>
                  </a:lnTo>
                  <a:lnTo>
                    <a:pt x="3165502" y="739025"/>
                  </a:lnTo>
                  <a:lnTo>
                    <a:pt x="3095157" y="730384"/>
                  </a:lnTo>
                  <a:lnTo>
                    <a:pt x="3024813" y="721510"/>
                  </a:lnTo>
                  <a:lnTo>
                    <a:pt x="2954468" y="712398"/>
                  </a:lnTo>
                  <a:lnTo>
                    <a:pt x="2884124" y="703041"/>
                  </a:lnTo>
                  <a:lnTo>
                    <a:pt x="2813779" y="693432"/>
                  </a:lnTo>
                  <a:lnTo>
                    <a:pt x="2743435" y="683566"/>
                  </a:lnTo>
                  <a:lnTo>
                    <a:pt x="2673090" y="673434"/>
                  </a:lnTo>
                  <a:lnTo>
                    <a:pt x="2602746" y="663030"/>
                  </a:lnTo>
                  <a:lnTo>
                    <a:pt x="2532401" y="652346"/>
                  </a:lnTo>
                  <a:lnTo>
                    <a:pt x="2462057" y="641375"/>
                  </a:lnTo>
                  <a:lnTo>
                    <a:pt x="2391712" y="630109"/>
                  </a:lnTo>
                  <a:lnTo>
                    <a:pt x="2321368" y="618540"/>
                  </a:lnTo>
                  <a:lnTo>
                    <a:pt x="2251023" y="606661"/>
                  </a:lnTo>
                  <a:lnTo>
                    <a:pt x="2180679" y="594462"/>
                  </a:lnTo>
                  <a:lnTo>
                    <a:pt x="2110334" y="581935"/>
                  </a:lnTo>
                  <a:lnTo>
                    <a:pt x="2039990" y="569072"/>
                  </a:lnTo>
                  <a:lnTo>
                    <a:pt x="1969645" y="555862"/>
                  </a:lnTo>
                  <a:lnTo>
                    <a:pt x="1899301" y="542298"/>
                  </a:lnTo>
                  <a:lnTo>
                    <a:pt x="1828956" y="528370"/>
                  </a:lnTo>
                  <a:lnTo>
                    <a:pt x="1758612" y="514067"/>
                  </a:lnTo>
                  <a:lnTo>
                    <a:pt x="1688267" y="499379"/>
                  </a:lnTo>
                  <a:lnTo>
                    <a:pt x="1617923" y="484297"/>
                  </a:lnTo>
                  <a:lnTo>
                    <a:pt x="1547578" y="468809"/>
                  </a:lnTo>
                  <a:lnTo>
                    <a:pt x="1477234" y="452905"/>
                  </a:lnTo>
                  <a:lnTo>
                    <a:pt x="1406889" y="436574"/>
                  </a:lnTo>
                  <a:lnTo>
                    <a:pt x="1336545" y="419804"/>
                  </a:lnTo>
                  <a:lnTo>
                    <a:pt x="1266200" y="402583"/>
                  </a:lnTo>
                  <a:lnTo>
                    <a:pt x="1195856" y="384899"/>
                  </a:lnTo>
                  <a:lnTo>
                    <a:pt x="1125511" y="366740"/>
                  </a:lnTo>
                  <a:lnTo>
                    <a:pt x="1055167" y="348093"/>
                  </a:lnTo>
                  <a:lnTo>
                    <a:pt x="984822" y="328945"/>
                  </a:lnTo>
                  <a:lnTo>
                    <a:pt x="914478" y="309282"/>
                  </a:lnTo>
                  <a:lnTo>
                    <a:pt x="844133" y="289091"/>
                  </a:lnTo>
                  <a:lnTo>
                    <a:pt x="773789" y="268356"/>
                  </a:lnTo>
                  <a:lnTo>
                    <a:pt x="703444" y="247065"/>
                  </a:lnTo>
                  <a:lnTo>
                    <a:pt x="633100" y="225202"/>
                  </a:lnTo>
                  <a:lnTo>
                    <a:pt x="562755" y="202750"/>
                  </a:lnTo>
                  <a:lnTo>
                    <a:pt x="492411" y="179696"/>
                  </a:lnTo>
                  <a:lnTo>
                    <a:pt x="422066" y="156022"/>
                  </a:lnTo>
                  <a:lnTo>
                    <a:pt x="351722" y="131711"/>
                  </a:lnTo>
                  <a:lnTo>
                    <a:pt x="281377" y="106747"/>
                  </a:lnTo>
                  <a:lnTo>
                    <a:pt x="211033" y="81112"/>
                  </a:lnTo>
                  <a:lnTo>
                    <a:pt x="140688" y="54789"/>
                  </a:lnTo>
                  <a:lnTo>
                    <a:pt x="70344" y="2775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61200" y="2143092"/>
              <a:ext cx="6338215" cy="1212322"/>
            </a:xfrm>
            <a:custGeom>
              <a:avLst/>
              <a:pathLst>
                <a:path w="6338215" h="1212322">
                  <a:moveTo>
                    <a:pt x="0" y="0"/>
                  </a:moveTo>
                  <a:lnTo>
                    <a:pt x="7211" y="4837"/>
                  </a:lnTo>
                  <a:lnTo>
                    <a:pt x="77556" y="50312"/>
                  </a:lnTo>
                  <a:lnTo>
                    <a:pt x="147900" y="94135"/>
                  </a:lnTo>
                  <a:lnTo>
                    <a:pt x="218245" y="136367"/>
                  </a:lnTo>
                  <a:lnTo>
                    <a:pt x="288589" y="177066"/>
                  </a:lnTo>
                  <a:lnTo>
                    <a:pt x="358934" y="216286"/>
                  </a:lnTo>
                  <a:lnTo>
                    <a:pt x="429278" y="254083"/>
                  </a:lnTo>
                  <a:lnTo>
                    <a:pt x="499623" y="290507"/>
                  </a:lnTo>
                  <a:lnTo>
                    <a:pt x="569967" y="325609"/>
                  </a:lnTo>
                  <a:lnTo>
                    <a:pt x="640312" y="359436"/>
                  </a:lnTo>
                  <a:lnTo>
                    <a:pt x="710656" y="392034"/>
                  </a:lnTo>
                  <a:lnTo>
                    <a:pt x="781001" y="423449"/>
                  </a:lnTo>
                  <a:lnTo>
                    <a:pt x="851345" y="453724"/>
                  </a:lnTo>
                  <a:lnTo>
                    <a:pt x="921690" y="482899"/>
                  </a:lnTo>
                  <a:lnTo>
                    <a:pt x="992034" y="511014"/>
                  </a:lnTo>
                  <a:lnTo>
                    <a:pt x="1062379" y="538109"/>
                  </a:lnTo>
                  <a:lnTo>
                    <a:pt x="1132723" y="564220"/>
                  </a:lnTo>
                  <a:lnTo>
                    <a:pt x="1203068" y="589383"/>
                  </a:lnTo>
                  <a:lnTo>
                    <a:pt x="1273412" y="613632"/>
                  </a:lnTo>
                  <a:lnTo>
                    <a:pt x="1343757" y="637001"/>
                  </a:lnTo>
                  <a:lnTo>
                    <a:pt x="1414101" y="659521"/>
                  </a:lnTo>
                  <a:lnTo>
                    <a:pt x="1484446" y="681223"/>
                  </a:lnTo>
                  <a:lnTo>
                    <a:pt x="1554790" y="702137"/>
                  </a:lnTo>
                  <a:lnTo>
                    <a:pt x="1625135" y="722292"/>
                  </a:lnTo>
                  <a:lnTo>
                    <a:pt x="1695479" y="741715"/>
                  </a:lnTo>
                  <a:lnTo>
                    <a:pt x="1765824" y="760433"/>
                  </a:lnTo>
                  <a:lnTo>
                    <a:pt x="1836168" y="778471"/>
                  </a:lnTo>
                  <a:lnTo>
                    <a:pt x="1906512" y="795854"/>
                  </a:lnTo>
                  <a:lnTo>
                    <a:pt x="1976857" y="812606"/>
                  </a:lnTo>
                  <a:lnTo>
                    <a:pt x="2047201" y="828750"/>
                  </a:lnTo>
                  <a:lnTo>
                    <a:pt x="2117546" y="844307"/>
                  </a:lnTo>
                  <a:lnTo>
                    <a:pt x="2187890" y="859300"/>
                  </a:lnTo>
                  <a:lnTo>
                    <a:pt x="2258235" y="873748"/>
                  </a:lnTo>
                  <a:lnTo>
                    <a:pt x="2328579" y="887672"/>
                  </a:lnTo>
                  <a:lnTo>
                    <a:pt x="2398924" y="901090"/>
                  </a:lnTo>
                  <a:lnTo>
                    <a:pt x="2469268" y="914020"/>
                  </a:lnTo>
                  <a:lnTo>
                    <a:pt x="2539613" y="926482"/>
                  </a:lnTo>
                  <a:lnTo>
                    <a:pt x="2609957" y="938490"/>
                  </a:lnTo>
                  <a:lnTo>
                    <a:pt x="2680302" y="950063"/>
                  </a:lnTo>
                  <a:lnTo>
                    <a:pt x="2750646" y="961216"/>
                  </a:lnTo>
                  <a:lnTo>
                    <a:pt x="2820991" y="971963"/>
                  </a:lnTo>
                  <a:lnTo>
                    <a:pt x="2891335" y="982320"/>
                  </a:lnTo>
                  <a:lnTo>
                    <a:pt x="2961680" y="992302"/>
                  </a:lnTo>
                  <a:lnTo>
                    <a:pt x="3032024" y="1001920"/>
                  </a:lnTo>
                  <a:lnTo>
                    <a:pt x="3102369" y="1011190"/>
                  </a:lnTo>
                  <a:lnTo>
                    <a:pt x="3172713" y="1020123"/>
                  </a:lnTo>
                  <a:lnTo>
                    <a:pt x="3243058" y="1028731"/>
                  </a:lnTo>
                  <a:lnTo>
                    <a:pt x="3313402" y="1037027"/>
                  </a:lnTo>
                  <a:lnTo>
                    <a:pt x="3383747" y="1045022"/>
                  </a:lnTo>
                  <a:lnTo>
                    <a:pt x="3454091" y="1052727"/>
                  </a:lnTo>
                  <a:lnTo>
                    <a:pt x="3524436" y="1060151"/>
                  </a:lnTo>
                  <a:lnTo>
                    <a:pt x="3594780" y="1067306"/>
                  </a:lnTo>
                  <a:lnTo>
                    <a:pt x="3665125" y="1074202"/>
                  </a:lnTo>
                  <a:lnTo>
                    <a:pt x="3735469" y="1080846"/>
                  </a:lnTo>
                  <a:lnTo>
                    <a:pt x="3805814" y="1087250"/>
                  </a:lnTo>
                  <a:lnTo>
                    <a:pt x="3876158" y="1093421"/>
                  </a:lnTo>
                  <a:lnTo>
                    <a:pt x="3946503" y="1099368"/>
                  </a:lnTo>
                  <a:lnTo>
                    <a:pt x="4016847" y="1105099"/>
                  </a:lnTo>
                  <a:lnTo>
                    <a:pt x="4087192" y="1110622"/>
                  </a:lnTo>
                  <a:lnTo>
                    <a:pt x="4157536" y="1115945"/>
                  </a:lnTo>
                  <a:lnTo>
                    <a:pt x="4227881" y="1121074"/>
                  </a:lnTo>
                  <a:lnTo>
                    <a:pt x="4298225" y="1126017"/>
                  </a:lnTo>
                  <a:lnTo>
                    <a:pt x="4368570" y="1130780"/>
                  </a:lnTo>
                  <a:lnTo>
                    <a:pt x="4438914" y="1135371"/>
                  </a:lnTo>
                  <a:lnTo>
                    <a:pt x="4509259" y="1139795"/>
                  </a:lnTo>
                  <a:lnTo>
                    <a:pt x="4579603" y="1144058"/>
                  </a:lnTo>
                  <a:lnTo>
                    <a:pt x="4649948" y="1148166"/>
                  </a:lnTo>
                  <a:lnTo>
                    <a:pt x="4720292" y="1152125"/>
                  </a:lnTo>
                  <a:lnTo>
                    <a:pt x="4790637" y="1155941"/>
                  </a:lnTo>
                  <a:lnTo>
                    <a:pt x="4860981" y="1159618"/>
                  </a:lnTo>
                  <a:lnTo>
                    <a:pt x="4931326" y="1163161"/>
                  </a:lnTo>
                  <a:lnTo>
                    <a:pt x="5001670" y="1166576"/>
                  </a:lnTo>
                  <a:lnTo>
                    <a:pt x="5072015" y="1169866"/>
                  </a:lnTo>
                  <a:lnTo>
                    <a:pt x="5142359" y="1173038"/>
                  </a:lnTo>
                  <a:lnTo>
                    <a:pt x="5212704" y="1176094"/>
                  </a:lnTo>
                  <a:lnTo>
                    <a:pt x="5283048" y="1179039"/>
                  </a:lnTo>
                  <a:lnTo>
                    <a:pt x="5353393" y="1181877"/>
                  </a:lnTo>
                  <a:lnTo>
                    <a:pt x="5423737" y="1184612"/>
                  </a:lnTo>
                  <a:lnTo>
                    <a:pt x="5494081" y="1187248"/>
                  </a:lnTo>
                  <a:lnTo>
                    <a:pt x="5564426" y="1189788"/>
                  </a:lnTo>
                  <a:lnTo>
                    <a:pt x="5634770" y="1192236"/>
                  </a:lnTo>
                  <a:lnTo>
                    <a:pt x="5705115" y="1194595"/>
                  </a:lnTo>
                  <a:lnTo>
                    <a:pt x="5775459" y="1196868"/>
                  </a:lnTo>
                  <a:lnTo>
                    <a:pt x="5845804" y="1199059"/>
                  </a:lnTo>
                  <a:lnTo>
                    <a:pt x="5916148" y="1201170"/>
                  </a:lnTo>
                  <a:lnTo>
                    <a:pt x="5986493" y="1203205"/>
                  </a:lnTo>
                  <a:lnTo>
                    <a:pt x="6056837" y="1205165"/>
                  </a:lnTo>
                  <a:lnTo>
                    <a:pt x="6127182" y="1207055"/>
                  </a:lnTo>
                  <a:lnTo>
                    <a:pt x="6197526" y="1208876"/>
                  </a:lnTo>
                  <a:lnTo>
                    <a:pt x="6267871" y="1210630"/>
                  </a:lnTo>
                  <a:lnTo>
                    <a:pt x="6338215" y="12123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045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0126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64176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64630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1.56 (1.38-1.77), p_Bonf = &lt;0.001 (n = 6)  |  per IQR decline (Δ = 29.3 %): 3.67 (2.54-5.31)  |  IQR: [-14.6, 14.7]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63676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48205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3273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417262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50179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8631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67084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5537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3990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141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05940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9046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74997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5952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544055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8583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1311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9764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235312" y="4336484"/>
              <a:ext cx="6964104" cy="1230966"/>
            </a:xfrm>
            <a:custGeom>
              <a:avLst/>
              <a:pathLst>
                <a:path w="6964104" h="1230966">
                  <a:moveTo>
                    <a:pt x="1228112" y="0"/>
                  </a:moveTo>
                  <a:lnTo>
                    <a:pt x="1266200" y="32231"/>
                  </a:lnTo>
                  <a:lnTo>
                    <a:pt x="1336545" y="89000"/>
                  </a:lnTo>
                  <a:lnTo>
                    <a:pt x="1406889" y="143139"/>
                  </a:lnTo>
                  <a:lnTo>
                    <a:pt x="1477234" y="194768"/>
                  </a:lnTo>
                  <a:lnTo>
                    <a:pt x="1547578" y="244004"/>
                  </a:lnTo>
                  <a:lnTo>
                    <a:pt x="1617923" y="290959"/>
                  </a:lnTo>
                  <a:lnTo>
                    <a:pt x="1688267" y="335738"/>
                  </a:lnTo>
                  <a:lnTo>
                    <a:pt x="1758612" y="378441"/>
                  </a:lnTo>
                  <a:lnTo>
                    <a:pt x="1828956" y="419166"/>
                  </a:lnTo>
                  <a:lnTo>
                    <a:pt x="1899301" y="458003"/>
                  </a:lnTo>
                  <a:lnTo>
                    <a:pt x="1969645" y="495041"/>
                  </a:lnTo>
                  <a:lnTo>
                    <a:pt x="2039990" y="530361"/>
                  </a:lnTo>
                  <a:lnTo>
                    <a:pt x="2110334" y="564046"/>
                  </a:lnTo>
                  <a:lnTo>
                    <a:pt x="2180679" y="596169"/>
                  </a:lnTo>
                  <a:lnTo>
                    <a:pt x="2251023" y="626803"/>
                  </a:lnTo>
                  <a:lnTo>
                    <a:pt x="2321368" y="656018"/>
                  </a:lnTo>
                  <a:lnTo>
                    <a:pt x="2391712" y="683878"/>
                  </a:lnTo>
                  <a:lnTo>
                    <a:pt x="2462057" y="710448"/>
                  </a:lnTo>
                  <a:lnTo>
                    <a:pt x="2532401" y="735786"/>
                  </a:lnTo>
                  <a:lnTo>
                    <a:pt x="2602746" y="759950"/>
                  </a:lnTo>
                  <a:lnTo>
                    <a:pt x="2673090" y="782995"/>
                  </a:lnTo>
                  <a:lnTo>
                    <a:pt x="2743435" y="804971"/>
                  </a:lnTo>
                  <a:lnTo>
                    <a:pt x="2813779" y="825929"/>
                  </a:lnTo>
                  <a:lnTo>
                    <a:pt x="2884124" y="845915"/>
                  </a:lnTo>
                  <a:lnTo>
                    <a:pt x="2954468" y="864976"/>
                  </a:lnTo>
                  <a:lnTo>
                    <a:pt x="3024813" y="883153"/>
                  </a:lnTo>
                  <a:lnTo>
                    <a:pt x="3095157" y="900487"/>
                  </a:lnTo>
                  <a:lnTo>
                    <a:pt x="3165502" y="917018"/>
                  </a:lnTo>
                  <a:lnTo>
                    <a:pt x="3235846" y="932784"/>
                  </a:lnTo>
                  <a:lnTo>
                    <a:pt x="3306191" y="947818"/>
                  </a:lnTo>
                  <a:lnTo>
                    <a:pt x="3376535" y="960272"/>
                  </a:lnTo>
                  <a:lnTo>
                    <a:pt x="3446880" y="968044"/>
                  </a:lnTo>
                  <a:lnTo>
                    <a:pt x="3517224" y="975612"/>
                  </a:lnTo>
                  <a:lnTo>
                    <a:pt x="3587569" y="982982"/>
                  </a:lnTo>
                  <a:lnTo>
                    <a:pt x="3657913" y="990159"/>
                  </a:lnTo>
                  <a:lnTo>
                    <a:pt x="3728257" y="997149"/>
                  </a:lnTo>
                  <a:lnTo>
                    <a:pt x="3798602" y="1003955"/>
                  </a:lnTo>
                  <a:lnTo>
                    <a:pt x="3868946" y="1010583"/>
                  </a:lnTo>
                  <a:lnTo>
                    <a:pt x="3939291" y="1017038"/>
                  </a:lnTo>
                  <a:lnTo>
                    <a:pt x="4009635" y="1023324"/>
                  </a:lnTo>
                  <a:lnTo>
                    <a:pt x="4079980" y="1029445"/>
                  </a:lnTo>
                  <a:lnTo>
                    <a:pt x="4150324" y="1035406"/>
                  </a:lnTo>
                  <a:lnTo>
                    <a:pt x="4220669" y="1041211"/>
                  </a:lnTo>
                  <a:lnTo>
                    <a:pt x="4291013" y="1046865"/>
                  </a:lnTo>
                  <a:lnTo>
                    <a:pt x="4361358" y="1052370"/>
                  </a:lnTo>
                  <a:lnTo>
                    <a:pt x="4431702" y="1057731"/>
                  </a:lnTo>
                  <a:lnTo>
                    <a:pt x="4502047" y="1062952"/>
                  </a:lnTo>
                  <a:lnTo>
                    <a:pt x="4572391" y="1068036"/>
                  </a:lnTo>
                  <a:lnTo>
                    <a:pt x="4642736" y="1072987"/>
                  </a:lnTo>
                  <a:lnTo>
                    <a:pt x="4713080" y="1077808"/>
                  </a:lnTo>
                  <a:lnTo>
                    <a:pt x="4783425" y="1082504"/>
                  </a:lnTo>
                  <a:lnTo>
                    <a:pt x="4853769" y="1087076"/>
                  </a:lnTo>
                  <a:lnTo>
                    <a:pt x="4924114" y="1091529"/>
                  </a:lnTo>
                  <a:lnTo>
                    <a:pt x="4994458" y="1095865"/>
                  </a:lnTo>
                  <a:lnTo>
                    <a:pt x="5064803" y="1100088"/>
                  </a:lnTo>
                  <a:lnTo>
                    <a:pt x="5135147" y="1104200"/>
                  </a:lnTo>
                  <a:lnTo>
                    <a:pt x="5205492" y="1108204"/>
                  </a:lnTo>
                  <a:lnTo>
                    <a:pt x="5275836" y="1112104"/>
                  </a:lnTo>
                  <a:lnTo>
                    <a:pt x="5346181" y="1115902"/>
                  </a:lnTo>
                  <a:lnTo>
                    <a:pt x="5416525" y="1119600"/>
                  </a:lnTo>
                  <a:lnTo>
                    <a:pt x="5486870" y="1123201"/>
                  </a:lnTo>
                  <a:lnTo>
                    <a:pt x="5557214" y="1126709"/>
                  </a:lnTo>
                  <a:lnTo>
                    <a:pt x="5627559" y="1130124"/>
                  </a:lnTo>
                  <a:lnTo>
                    <a:pt x="5697903" y="1133450"/>
                  </a:lnTo>
                  <a:lnTo>
                    <a:pt x="5768248" y="1136689"/>
                  </a:lnTo>
                  <a:lnTo>
                    <a:pt x="5838592" y="1139843"/>
                  </a:lnTo>
                  <a:lnTo>
                    <a:pt x="5908937" y="1142915"/>
                  </a:lnTo>
                  <a:lnTo>
                    <a:pt x="5979281" y="1145906"/>
                  </a:lnTo>
                  <a:lnTo>
                    <a:pt x="6049626" y="1148819"/>
                  </a:lnTo>
                  <a:lnTo>
                    <a:pt x="6119970" y="1151656"/>
                  </a:lnTo>
                  <a:lnTo>
                    <a:pt x="6190315" y="1154418"/>
                  </a:lnTo>
                  <a:lnTo>
                    <a:pt x="6260659" y="1157108"/>
                  </a:lnTo>
                  <a:lnTo>
                    <a:pt x="6331004" y="1159728"/>
                  </a:lnTo>
                  <a:lnTo>
                    <a:pt x="6401348" y="1162279"/>
                  </a:lnTo>
                  <a:lnTo>
                    <a:pt x="6471693" y="1164764"/>
                  </a:lnTo>
                  <a:lnTo>
                    <a:pt x="6542037" y="1167183"/>
                  </a:lnTo>
                  <a:lnTo>
                    <a:pt x="6612382" y="1169539"/>
                  </a:lnTo>
                  <a:lnTo>
                    <a:pt x="6682726" y="1171834"/>
                  </a:lnTo>
                  <a:lnTo>
                    <a:pt x="6753071" y="1174068"/>
                  </a:lnTo>
                  <a:lnTo>
                    <a:pt x="6823415" y="1176244"/>
                  </a:lnTo>
                  <a:lnTo>
                    <a:pt x="6893760" y="1178363"/>
                  </a:lnTo>
                  <a:lnTo>
                    <a:pt x="6964104" y="1180426"/>
                  </a:lnTo>
                  <a:lnTo>
                    <a:pt x="6964104" y="1230966"/>
                  </a:lnTo>
                  <a:lnTo>
                    <a:pt x="6893760" y="1229691"/>
                  </a:lnTo>
                  <a:lnTo>
                    <a:pt x="6823415" y="1228355"/>
                  </a:lnTo>
                  <a:lnTo>
                    <a:pt x="6753071" y="1226953"/>
                  </a:lnTo>
                  <a:lnTo>
                    <a:pt x="6682726" y="1225483"/>
                  </a:lnTo>
                  <a:lnTo>
                    <a:pt x="6612382" y="1223941"/>
                  </a:lnTo>
                  <a:lnTo>
                    <a:pt x="6542037" y="1222325"/>
                  </a:lnTo>
                  <a:lnTo>
                    <a:pt x="6471693" y="1220630"/>
                  </a:lnTo>
                  <a:lnTo>
                    <a:pt x="6401348" y="1218853"/>
                  </a:lnTo>
                  <a:lnTo>
                    <a:pt x="6331004" y="1216990"/>
                  </a:lnTo>
                  <a:lnTo>
                    <a:pt x="6260659" y="1215035"/>
                  </a:lnTo>
                  <a:lnTo>
                    <a:pt x="6190315" y="1212986"/>
                  </a:lnTo>
                  <a:lnTo>
                    <a:pt x="6119970" y="1210838"/>
                  </a:lnTo>
                  <a:lnTo>
                    <a:pt x="6049626" y="1208585"/>
                  </a:lnTo>
                  <a:lnTo>
                    <a:pt x="5979281" y="1206222"/>
                  </a:lnTo>
                  <a:lnTo>
                    <a:pt x="5908937" y="1203745"/>
                  </a:lnTo>
                  <a:lnTo>
                    <a:pt x="5838592" y="1201147"/>
                  </a:lnTo>
                  <a:lnTo>
                    <a:pt x="5768248" y="1198423"/>
                  </a:lnTo>
                  <a:lnTo>
                    <a:pt x="5697903" y="1195566"/>
                  </a:lnTo>
                  <a:lnTo>
                    <a:pt x="5627559" y="1192571"/>
                  </a:lnTo>
                  <a:lnTo>
                    <a:pt x="5557214" y="1189431"/>
                  </a:lnTo>
                  <a:lnTo>
                    <a:pt x="5486870" y="1186137"/>
                  </a:lnTo>
                  <a:lnTo>
                    <a:pt x="5416525" y="1182684"/>
                  </a:lnTo>
                  <a:lnTo>
                    <a:pt x="5346181" y="1179063"/>
                  </a:lnTo>
                  <a:lnTo>
                    <a:pt x="5275836" y="1175265"/>
                  </a:lnTo>
                  <a:lnTo>
                    <a:pt x="5205492" y="1171284"/>
                  </a:lnTo>
                  <a:lnTo>
                    <a:pt x="5135147" y="1167108"/>
                  </a:lnTo>
                  <a:lnTo>
                    <a:pt x="5064803" y="1162730"/>
                  </a:lnTo>
                  <a:lnTo>
                    <a:pt x="4994458" y="1158140"/>
                  </a:lnTo>
                  <a:lnTo>
                    <a:pt x="4924114" y="1153326"/>
                  </a:lnTo>
                  <a:lnTo>
                    <a:pt x="4853769" y="1148278"/>
                  </a:lnTo>
                  <a:lnTo>
                    <a:pt x="4783425" y="1142984"/>
                  </a:lnTo>
                  <a:lnTo>
                    <a:pt x="4713080" y="1137434"/>
                  </a:lnTo>
                  <a:lnTo>
                    <a:pt x="4642736" y="1131614"/>
                  </a:lnTo>
                  <a:lnTo>
                    <a:pt x="4572391" y="1125511"/>
                  </a:lnTo>
                  <a:lnTo>
                    <a:pt x="4502047" y="1119111"/>
                  </a:lnTo>
                  <a:lnTo>
                    <a:pt x="4431702" y="1112401"/>
                  </a:lnTo>
                  <a:lnTo>
                    <a:pt x="4361358" y="1105364"/>
                  </a:lnTo>
                  <a:lnTo>
                    <a:pt x="4291013" y="1097986"/>
                  </a:lnTo>
                  <a:lnTo>
                    <a:pt x="4220669" y="1090249"/>
                  </a:lnTo>
                  <a:lnTo>
                    <a:pt x="4150324" y="1082135"/>
                  </a:lnTo>
                  <a:lnTo>
                    <a:pt x="4079980" y="1073628"/>
                  </a:lnTo>
                  <a:lnTo>
                    <a:pt x="4009635" y="1064707"/>
                  </a:lnTo>
                  <a:lnTo>
                    <a:pt x="3939291" y="1055353"/>
                  </a:lnTo>
                  <a:lnTo>
                    <a:pt x="3868946" y="1045544"/>
                  </a:lnTo>
                  <a:lnTo>
                    <a:pt x="3798602" y="1035258"/>
                  </a:lnTo>
                  <a:lnTo>
                    <a:pt x="3728257" y="1024473"/>
                  </a:lnTo>
                  <a:lnTo>
                    <a:pt x="3657913" y="1013164"/>
                  </a:lnTo>
                  <a:lnTo>
                    <a:pt x="3587569" y="1001304"/>
                  </a:lnTo>
                  <a:lnTo>
                    <a:pt x="3517224" y="988869"/>
                  </a:lnTo>
                  <a:lnTo>
                    <a:pt x="3446880" y="975829"/>
                  </a:lnTo>
                  <a:lnTo>
                    <a:pt x="3376535" y="962156"/>
                  </a:lnTo>
                  <a:lnTo>
                    <a:pt x="3306191" y="952292"/>
                  </a:lnTo>
                  <a:lnTo>
                    <a:pt x="3235846" y="944097"/>
                  </a:lnTo>
                  <a:lnTo>
                    <a:pt x="3165502" y="935682"/>
                  </a:lnTo>
                  <a:lnTo>
                    <a:pt x="3095157" y="927040"/>
                  </a:lnTo>
                  <a:lnTo>
                    <a:pt x="3024813" y="918167"/>
                  </a:lnTo>
                  <a:lnTo>
                    <a:pt x="2954468" y="909055"/>
                  </a:lnTo>
                  <a:lnTo>
                    <a:pt x="2884124" y="899698"/>
                  </a:lnTo>
                  <a:lnTo>
                    <a:pt x="2813779" y="890089"/>
                  </a:lnTo>
                  <a:lnTo>
                    <a:pt x="2743435" y="880222"/>
                  </a:lnTo>
                  <a:lnTo>
                    <a:pt x="2673090" y="870090"/>
                  </a:lnTo>
                  <a:lnTo>
                    <a:pt x="2602746" y="859686"/>
                  </a:lnTo>
                  <a:lnTo>
                    <a:pt x="2532401" y="849002"/>
                  </a:lnTo>
                  <a:lnTo>
                    <a:pt x="2462057" y="838031"/>
                  </a:lnTo>
                  <a:lnTo>
                    <a:pt x="2391712" y="826766"/>
                  </a:lnTo>
                  <a:lnTo>
                    <a:pt x="2321368" y="815197"/>
                  </a:lnTo>
                  <a:lnTo>
                    <a:pt x="2251023" y="803317"/>
                  </a:lnTo>
                  <a:lnTo>
                    <a:pt x="2180679" y="791118"/>
                  </a:lnTo>
                  <a:lnTo>
                    <a:pt x="2110334" y="778592"/>
                  </a:lnTo>
                  <a:lnTo>
                    <a:pt x="2039990" y="765728"/>
                  </a:lnTo>
                  <a:lnTo>
                    <a:pt x="1969645" y="752519"/>
                  </a:lnTo>
                  <a:lnTo>
                    <a:pt x="1899301" y="738955"/>
                  </a:lnTo>
                  <a:lnTo>
                    <a:pt x="1828956" y="725026"/>
                  </a:lnTo>
                  <a:lnTo>
                    <a:pt x="1758612" y="710723"/>
                  </a:lnTo>
                  <a:lnTo>
                    <a:pt x="1688267" y="696036"/>
                  </a:lnTo>
                  <a:lnTo>
                    <a:pt x="1617923" y="680954"/>
                  </a:lnTo>
                  <a:lnTo>
                    <a:pt x="1547578" y="665466"/>
                  </a:lnTo>
                  <a:lnTo>
                    <a:pt x="1477234" y="649562"/>
                  </a:lnTo>
                  <a:lnTo>
                    <a:pt x="1406889" y="633231"/>
                  </a:lnTo>
                  <a:lnTo>
                    <a:pt x="1336545" y="616461"/>
                  </a:lnTo>
                  <a:lnTo>
                    <a:pt x="1266200" y="599240"/>
                  </a:lnTo>
                  <a:lnTo>
                    <a:pt x="1195856" y="581556"/>
                  </a:lnTo>
                  <a:lnTo>
                    <a:pt x="1125511" y="563397"/>
                  </a:lnTo>
                  <a:lnTo>
                    <a:pt x="1055167" y="544750"/>
                  </a:lnTo>
                  <a:lnTo>
                    <a:pt x="984822" y="525602"/>
                  </a:lnTo>
                  <a:lnTo>
                    <a:pt x="914478" y="505939"/>
                  </a:lnTo>
                  <a:lnTo>
                    <a:pt x="844133" y="485747"/>
                  </a:lnTo>
                  <a:lnTo>
                    <a:pt x="773789" y="465013"/>
                  </a:lnTo>
                  <a:lnTo>
                    <a:pt x="703444" y="443722"/>
                  </a:lnTo>
                  <a:lnTo>
                    <a:pt x="633100" y="421858"/>
                  </a:lnTo>
                  <a:lnTo>
                    <a:pt x="562755" y="399407"/>
                  </a:lnTo>
                  <a:lnTo>
                    <a:pt x="492411" y="376353"/>
                  </a:lnTo>
                  <a:lnTo>
                    <a:pt x="422066" y="352678"/>
                  </a:lnTo>
                  <a:lnTo>
                    <a:pt x="351722" y="328368"/>
                  </a:lnTo>
                  <a:lnTo>
                    <a:pt x="281377" y="303404"/>
                  </a:lnTo>
                  <a:lnTo>
                    <a:pt x="211033" y="277769"/>
                  </a:lnTo>
                  <a:lnTo>
                    <a:pt x="140688" y="251445"/>
                  </a:lnTo>
                  <a:lnTo>
                    <a:pt x="70344" y="224414"/>
                  </a:lnTo>
                  <a:lnTo>
                    <a:pt x="0" y="1966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463424" y="4336484"/>
              <a:ext cx="5735992" cy="1180426"/>
            </a:xfrm>
            <a:custGeom>
              <a:avLst/>
              <a:pathLst>
                <a:path w="5735992" h="1180426">
                  <a:moveTo>
                    <a:pt x="0" y="0"/>
                  </a:moveTo>
                  <a:lnTo>
                    <a:pt x="38088" y="32231"/>
                  </a:lnTo>
                  <a:lnTo>
                    <a:pt x="108433" y="89000"/>
                  </a:lnTo>
                  <a:lnTo>
                    <a:pt x="178777" y="143139"/>
                  </a:lnTo>
                  <a:lnTo>
                    <a:pt x="249122" y="194768"/>
                  </a:lnTo>
                  <a:lnTo>
                    <a:pt x="319466" y="244004"/>
                  </a:lnTo>
                  <a:lnTo>
                    <a:pt x="389811" y="290959"/>
                  </a:lnTo>
                  <a:lnTo>
                    <a:pt x="460155" y="335738"/>
                  </a:lnTo>
                  <a:lnTo>
                    <a:pt x="530500" y="378441"/>
                  </a:lnTo>
                  <a:lnTo>
                    <a:pt x="600844" y="419166"/>
                  </a:lnTo>
                  <a:lnTo>
                    <a:pt x="671189" y="458003"/>
                  </a:lnTo>
                  <a:lnTo>
                    <a:pt x="741533" y="495041"/>
                  </a:lnTo>
                  <a:lnTo>
                    <a:pt x="811878" y="530361"/>
                  </a:lnTo>
                  <a:lnTo>
                    <a:pt x="882222" y="564046"/>
                  </a:lnTo>
                  <a:lnTo>
                    <a:pt x="952567" y="596169"/>
                  </a:lnTo>
                  <a:lnTo>
                    <a:pt x="1022911" y="626803"/>
                  </a:lnTo>
                  <a:lnTo>
                    <a:pt x="1093256" y="656018"/>
                  </a:lnTo>
                  <a:lnTo>
                    <a:pt x="1163600" y="683878"/>
                  </a:lnTo>
                  <a:lnTo>
                    <a:pt x="1233945" y="710448"/>
                  </a:lnTo>
                  <a:lnTo>
                    <a:pt x="1304289" y="735786"/>
                  </a:lnTo>
                  <a:lnTo>
                    <a:pt x="1374634" y="759950"/>
                  </a:lnTo>
                  <a:lnTo>
                    <a:pt x="1444978" y="782995"/>
                  </a:lnTo>
                  <a:lnTo>
                    <a:pt x="1515323" y="804971"/>
                  </a:lnTo>
                  <a:lnTo>
                    <a:pt x="1585667" y="825929"/>
                  </a:lnTo>
                  <a:lnTo>
                    <a:pt x="1656012" y="845915"/>
                  </a:lnTo>
                  <a:lnTo>
                    <a:pt x="1726356" y="864976"/>
                  </a:lnTo>
                  <a:lnTo>
                    <a:pt x="1796701" y="883153"/>
                  </a:lnTo>
                  <a:lnTo>
                    <a:pt x="1867045" y="900487"/>
                  </a:lnTo>
                  <a:lnTo>
                    <a:pt x="1937390" y="917018"/>
                  </a:lnTo>
                  <a:lnTo>
                    <a:pt x="2007734" y="932784"/>
                  </a:lnTo>
                  <a:lnTo>
                    <a:pt x="2078078" y="947818"/>
                  </a:lnTo>
                  <a:lnTo>
                    <a:pt x="2148423" y="960272"/>
                  </a:lnTo>
                  <a:lnTo>
                    <a:pt x="2218767" y="968044"/>
                  </a:lnTo>
                  <a:lnTo>
                    <a:pt x="2289112" y="975612"/>
                  </a:lnTo>
                  <a:lnTo>
                    <a:pt x="2359456" y="982982"/>
                  </a:lnTo>
                  <a:lnTo>
                    <a:pt x="2429801" y="990159"/>
                  </a:lnTo>
                  <a:lnTo>
                    <a:pt x="2500145" y="997149"/>
                  </a:lnTo>
                  <a:lnTo>
                    <a:pt x="2570490" y="1003955"/>
                  </a:lnTo>
                  <a:lnTo>
                    <a:pt x="2640834" y="1010583"/>
                  </a:lnTo>
                  <a:lnTo>
                    <a:pt x="2711179" y="1017038"/>
                  </a:lnTo>
                  <a:lnTo>
                    <a:pt x="2781523" y="1023324"/>
                  </a:lnTo>
                  <a:lnTo>
                    <a:pt x="2851868" y="1029445"/>
                  </a:lnTo>
                  <a:lnTo>
                    <a:pt x="2922212" y="1035406"/>
                  </a:lnTo>
                  <a:lnTo>
                    <a:pt x="2992557" y="1041211"/>
                  </a:lnTo>
                  <a:lnTo>
                    <a:pt x="3062901" y="1046865"/>
                  </a:lnTo>
                  <a:lnTo>
                    <a:pt x="3133246" y="1052370"/>
                  </a:lnTo>
                  <a:lnTo>
                    <a:pt x="3203590" y="1057731"/>
                  </a:lnTo>
                  <a:lnTo>
                    <a:pt x="3273935" y="1062952"/>
                  </a:lnTo>
                  <a:lnTo>
                    <a:pt x="3344279" y="1068036"/>
                  </a:lnTo>
                  <a:lnTo>
                    <a:pt x="3414624" y="1072987"/>
                  </a:lnTo>
                  <a:lnTo>
                    <a:pt x="3484968" y="1077808"/>
                  </a:lnTo>
                  <a:lnTo>
                    <a:pt x="3555313" y="1082504"/>
                  </a:lnTo>
                  <a:lnTo>
                    <a:pt x="3625657" y="1087076"/>
                  </a:lnTo>
                  <a:lnTo>
                    <a:pt x="3696002" y="1091529"/>
                  </a:lnTo>
                  <a:lnTo>
                    <a:pt x="3766346" y="1095865"/>
                  </a:lnTo>
                  <a:lnTo>
                    <a:pt x="3836691" y="1100088"/>
                  </a:lnTo>
                  <a:lnTo>
                    <a:pt x="3907035" y="1104200"/>
                  </a:lnTo>
                  <a:lnTo>
                    <a:pt x="3977380" y="1108204"/>
                  </a:lnTo>
                  <a:lnTo>
                    <a:pt x="4047724" y="1112104"/>
                  </a:lnTo>
                  <a:lnTo>
                    <a:pt x="4118069" y="1115902"/>
                  </a:lnTo>
                  <a:lnTo>
                    <a:pt x="4188413" y="1119600"/>
                  </a:lnTo>
                  <a:lnTo>
                    <a:pt x="4258758" y="1123201"/>
                  </a:lnTo>
                  <a:lnTo>
                    <a:pt x="4329102" y="1126709"/>
                  </a:lnTo>
                  <a:lnTo>
                    <a:pt x="4399447" y="1130124"/>
                  </a:lnTo>
                  <a:lnTo>
                    <a:pt x="4469791" y="1133450"/>
                  </a:lnTo>
                  <a:lnTo>
                    <a:pt x="4540136" y="1136689"/>
                  </a:lnTo>
                  <a:lnTo>
                    <a:pt x="4610480" y="1139843"/>
                  </a:lnTo>
                  <a:lnTo>
                    <a:pt x="4680825" y="1142915"/>
                  </a:lnTo>
                  <a:lnTo>
                    <a:pt x="4751169" y="1145906"/>
                  </a:lnTo>
                  <a:lnTo>
                    <a:pt x="4821514" y="1148819"/>
                  </a:lnTo>
                  <a:lnTo>
                    <a:pt x="4891858" y="1151656"/>
                  </a:lnTo>
                  <a:lnTo>
                    <a:pt x="4962203" y="1154418"/>
                  </a:lnTo>
                  <a:lnTo>
                    <a:pt x="5032547" y="1157108"/>
                  </a:lnTo>
                  <a:lnTo>
                    <a:pt x="5102892" y="1159728"/>
                  </a:lnTo>
                  <a:lnTo>
                    <a:pt x="5173236" y="1162279"/>
                  </a:lnTo>
                  <a:lnTo>
                    <a:pt x="5243581" y="1164764"/>
                  </a:lnTo>
                  <a:lnTo>
                    <a:pt x="5313925" y="1167183"/>
                  </a:lnTo>
                  <a:lnTo>
                    <a:pt x="5384270" y="1169539"/>
                  </a:lnTo>
                  <a:lnTo>
                    <a:pt x="5454614" y="1171834"/>
                  </a:lnTo>
                  <a:lnTo>
                    <a:pt x="5524959" y="1174068"/>
                  </a:lnTo>
                  <a:lnTo>
                    <a:pt x="5595303" y="1176244"/>
                  </a:lnTo>
                  <a:lnTo>
                    <a:pt x="5665648" y="1178363"/>
                  </a:lnTo>
                  <a:lnTo>
                    <a:pt x="5735992" y="11804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235312" y="4533141"/>
              <a:ext cx="6964104" cy="1034310"/>
            </a:xfrm>
            <a:custGeom>
              <a:avLst/>
              <a:pathLst>
                <a:path w="6964104" h="1034310">
                  <a:moveTo>
                    <a:pt x="6964104" y="1034310"/>
                  </a:moveTo>
                  <a:lnTo>
                    <a:pt x="6893760" y="1033035"/>
                  </a:lnTo>
                  <a:lnTo>
                    <a:pt x="6823415" y="1031698"/>
                  </a:lnTo>
                  <a:lnTo>
                    <a:pt x="6753071" y="1030296"/>
                  </a:lnTo>
                  <a:lnTo>
                    <a:pt x="6682726" y="1028826"/>
                  </a:lnTo>
                  <a:lnTo>
                    <a:pt x="6612382" y="1027285"/>
                  </a:lnTo>
                  <a:lnTo>
                    <a:pt x="6542037" y="1025668"/>
                  </a:lnTo>
                  <a:lnTo>
                    <a:pt x="6471693" y="1023974"/>
                  </a:lnTo>
                  <a:lnTo>
                    <a:pt x="6401348" y="1022196"/>
                  </a:lnTo>
                  <a:lnTo>
                    <a:pt x="6331004" y="1020333"/>
                  </a:lnTo>
                  <a:lnTo>
                    <a:pt x="6260659" y="1018379"/>
                  </a:lnTo>
                  <a:lnTo>
                    <a:pt x="6190315" y="1016330"/>
                  </a:lnTo>
                  <a:lnTo>
                    <a:pt x="6119970" y="1014181"/>
                  </a:lnTo>
                  <a:lnTo>
                    <a:pt x="6049626" y="1011928"/>
                  </a:lnTo>
                  <a:lnTo>
                    <a:pt x="5979281" y="1009565"/>
                  </a:lnTo>
                  <a:lnTo>
                    <a:pt x="5908937" y="1007088"/>
                  </a:lnTo>
                  <a:lnTo>
                    <a:pt x="5838592" y="1004490"/>
                  </a:lnTo>
                  <a:lnTo>
                    <a:pt x="5768248" y="1001766"/>
                  </a:lnTo>
                  <a:lnTo>
                    <a:pt x="5697903" y="998910"/>
                  </a:lnTo>
                  <a:lnTo>
                    <a:pt x="5627559" y="995915"/>
                  </a:lnTo>
                  <a:lnTo>
                    <a:pt x="5557214" y="992774"/>
                  </a:lnTo>
                  <a:lnTo>
                    <a:pt x="5486870" y="989481"/>
                  </a:lnTo>
                  <a:lnTo>
                    <a:pt x="5416525" y="986027"/>
                  </a:lnTo>
                  <a:lnTo>
                    <a:pt x="5346181" y="982406"/>
                  </a:lnTo>
                  <a:lnTo>
                    <a:pt x="5275836" y="978609"/>
                  </a:lnTo>
                  <a:lnTo>
                    <a:pt x="5205492" y="974627"/>
                  </a:lnTo>
                  <a:lnTo>
                    <a:pt x="5135147" y="970452"/>
                  </a:lnTo>
                  <a:lnTo>
                    <a:pt x="5064803" y="966074"/>
                  </a:lnTo>
                  <a:lnTo>
                    <a:pt x="4994458" y="961483"/>
                  </a:lnTo>
                  <a:lnTo>
                    <a:pt x="4924114" y="956669"/>
                  </a:lnTo>
                  <a:lnTo>
                    <a:pt x="4853769" y="951621"/>
                  </a:lnTo>
                  <a:lnTo>
                    <a:pt x="4783425" y="946328"/>
                  </a:lnTo>
                  <a:lnTo>
                    <a:pt x="4713080" y="940777"/>
                  </a:lnTo>
                  <a:lnTo>
                    <a:pt x="4642736" y="934957"/>
                  </a:lnTo>
                  <a:lnTo>
                    <a:pt x="4572391" y="928854"/>
                  </a:lnTo>
                  <a:lnTo>
                    <a:pt x="4502047" y="922455"/>
                  </a:lnTo>
                  <a:lnTo>
                    <a:pt x="4431702" y="915744"/>
                  </a:lnTo>
                  <a:lnTo>
                    <a:pt x="4361358" y="908708"/>
                  </a:lnTo>
                  <a:lnTo>
                    <a:pt x="4291013" y="901329"/>
                  </a:lnTo>
                  <a:lnTo>
                    <a:pt x="4220669" y="893592"/>
                  </a:lnTo>
                  <a:lnTo>
                    <a:pt x="4150324" y="885479"/>
                  </a:lnTo>
                  <a:lnTo>
                    <a:pt x="4079980" y="876971"/>
                  </a:lnTo>
                  <a:lnTo>
                    <a:pt x="4009635" y="868050"/>
                  </a:lnTo>
                  <a:lnTo>
                    <a:pt x="3939291" y="858696"/>
                  </a:lnTo>
                  <a:lnTo>
                    <a:pt x="3868946" y="848887"/>
                  </a:lnTo>
                  <a:lnTo>
                    <a:pt x="3798602" y="838602"/>
                  </a:lnTo>
                  <a:lnTo>
                    <a:pt x="3728257" y="827816"/>
                  </a:lnTo>
                  <a:lnTo>
                    <a:pt x="3657913" y="816507"/>
                  </a:lnTo>
                  <a:lnTo>
                    <a:pt x="3587569" y="804648"/>
                  </a:lnTo>
                  <a:lnTo>
                    <a:pt x="3517224" y="792212"/>
                  </a:lnTo>
                  <a:lnTo>
                    <a:pt x="3446880" y="779173"/>
                  </a:lnTo>
                  <a:lnTo>
                    <a:pt x="3376535" y="765499"/>
                  </a:lnTo>
                  <a:lnTo>
                    <a:pt x="3306191" y="755635"/>
                  </a:lnTo>
                  <a:lnTo>
                    <a:pt x="3235846" y="747440"/>
                  </a:lnTo>
                  <a:lnTo>
                    <a:pt x="3165502" y="739025"/>
                  </a:lnTo>
                  <a:lnTo>
                    <a:pt x="3095157" y="730384"/>
                  </a:lnTo>
                  <a:lnTo>
                    <a:pt x="3024813" y="721510"/>
                  </a:lnTo>
                  <a:lnTo>
                    <a:pt x="2954468" y="712398"/>
                  </a:lnTo>
                  <a:lnTo>
                    <a:pt x="2884124" y="703041"/>
                  </a:lnTo>
                  <a:lnTo>
                    <a:pt x="2813779" y="693432"/>
                  </a:lnTo>
                  <a:lnTo>
                    <a:pt x="2743435" y="683566"/>
                  </a:lnTo>
                  <a:lnTo>
                    <a:pt x="2673090" y="673434"/>
                  </a:lnTo>
                  <a:lnTo>
                    <a:pt x="2602746" y="663030"/>
                  </a:lnTo>
                  <a:lnTo>
                    <a:pt x="2532401" y="652346"/>
                  </a:lnTo>
                  <a:lnTo>
                    <a:pt x="2462057" y="641375"/>
                  </a:lnTo>
                  <a:lnTo>
                    <a:pt x="2391712" y="630109"/>
                  </a:lnTo>
                  <a:lnTo>
                    <a:pt x="2321368" y="618540"/>
                  </a:lnTo>
                  <a:lnTo>
                    <a:pt x="2251023" y="606661"/>
                  </a:lnTo>
                  <a:lnTo>
                    <a:pt x="2180679" y="594462"/>
                  </a:lnTo>
                  <a:lnTo>
                    <a:pt x="2110334" y="581935"/>
                  </a:lnTo>
                  <a:lnTo>
                    <a:pt x="2039990" y="569072"/>
                  </a:lnTo>
                  <a:lnTo>
                    <a:pt x="1969645" y="555862"/>
                  </a:lnTo>
                  <a:lnTo>
                    <a:pt x="1899301" y="542298"/>
                  </a:lnTo>
                  <a:lnTo>
                    <a:pt x="1828956" y="528370"/>
                  </a:lnTo>
                  <a:lnTo>
                    <a:pt x="1758612" y="514067"/>
                  </a:lnTo>
                  <a:lnTo>
                    <a:pt x="1688267" y="499379"/>
                  </a:lnTo>
                  <a:lnTo>
                    <a:pt x="1617923" y="484297"/>
                  </a:lnTo>
                  <a:lnTo>
                    <a:pt x="1547578" y="468809"/>
                  </a:lnTo>
                  <a:lnTo>
                    <a:pt x="1477234" y="452905"/>
                  </a:lnTo>
                  <a:lnTo>
                    <a:pt x="1406889" y="436574"/>
                  </a:lnTo>
                  <a:lnTo>
                    <a:pt x="1336545" y="419804"/>
                  </a:lnTo>
                  <a:lnTo>
                    <a:pt x="1266200" y="402583"/>
                  </a:lnTo>
                  <a:lnTo>
                    <a:pt x="1195856" y="384899"/>
                  </a:lnTo>
                  <a:lnTo>
                    <a:pt x="1125511" y="366740"/>
                  </a:lnTo>
                  <a:lnTo>
                    <a:pt x="1055167" y="348093"/>
                  </a:lnTo>
                  <a:lnTo>
                    <a:pt x="984822" y="328945"/>
                  </a:lnTo>
                  <a:lnTo>
                    <a:pt x="914478" y="309282"/>
                  </a:lnTo>
                  <a:lnTo>
                    <a:pt x="844133" y="289091"/>
                  </a:lnTo>
                  <a:lnTo>
                    <a:pt x="773789" y="268356"/>
                  </a:lnTo>
                  <a:lnTo>
                    <a:pt x="703444" y="247065"/>
                  </a:lnTo>
                  <a:lnTo>
                    <a:pt x="633100" y="225202"/>
                  </a:lnTo>
                  <a:lnTo>
                    <a:pt x="562755" y="202750"/>
                  </a:lnTo>
                  <a:lnTo>
                    <a:pt x="492411" y="179696"/>
                  </a:lnTo>
                  <a:lnTo>
                    <a:pt x="422066" y="156022"/>
                  </a:lnTo>
                  <a:lnTo>
                    <a:pt x="351722" y="131711"/>
                  </a:lnTo>
                  <a:lnTo>
                    <a:pt x="281377" y="106747"/>
                  </a:lnTo>
                  <a:lnTo>
                    <a:pt x="211033" y="81112"/>
                  </a:lnTo>
                  <a:lnTo>
                    <a:pt x="140688" y="54789"/>
                  </a:lnTo>
                  <a:lnTo>
                    <a:pt x="70344" y="2775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861200" y="4336484"/>
              <a:ext cx="6338215" cy="1212322"/>
            </a:xfrm>
            <a:custGeom>
              <a:avLst/>
              <a:pathLst>
                <a:path w="6338215" h="1212322">
                  <a:moveTo>
                    <a:pt x="0" y="0"/>
                  </a:moveTo>
                  <a:lnTo>
                    <a:pt x="7211" y="4837"/>
                  </a:lnTo>
                  <a:lnTo>
                    <a:pt x="77556" y="50312"/>
                  </a:lnTo>
                  <a:lnTo>
                    <a:pt x="147900" y="94135"/>
                  </a:lnTo>
                  <a:lnTo>
                    <a:pt x="218245" y="136367"/>
                  </a:lnTo>
                  <a:lnTo>
                    <a:pt x="288589" y="177066"/>
                  </a:lnTo>
                  <a:lnTo>
                    <a:pt x="358934" y="216286"/>
                  </a:lnTo>
                  <a:lnTo>
                    <a:pt x="429278" y="254083"/>
                  </a:lnTo>
                  <a:lnTo>
                    <a:pt x="499623" y="290507"/>
                  </a:lnTo>
                  <a:lnTo>
                    <a:pt x="569967" y="325609"/>
                  </a:lnTo>
                  <a:lnTo>
                    <a:pt x="640312" y="359436"/>
                  </a:lnTo>
                  <a:lnTo>
                    <a:pt x="710656" y="392034"/>
                  </a:lnTo>
                  <a:lnTo>
                    <a:pt x="781001" y="423449"/>
                  </a:lnTo>
                  <a:lnTo>
                    <a:pt x="851345" y="453724"/>
                  </a:lnTo>
                  <a:lnTo>
                    <a:pt x="921690" y="482899"/>
                  </a:lnTo>
                  <a:lnTo>
                    <a:pt x="992034" y="511014"/>
                  </a:lnTo>
                  <a:lnTo>
                    <a:pt x="1062379" y="538109"/>
                  </a:lnTo>
                  <a:lnTo>
                    <a:pt x="1132723" y="564220"/>
                  </a:lnTo>
                  <a:lnTo>
                    <a:pt x="1203068" y="589383"/>
                  </a:lnTo>
                  <a:lnTo>
                    <a:pt x="1273412" y="613632"/>
                  </a:lnTo>
                  <a:lnTo>
                    <a:pt x="1343757" y="637001"/>
                  </a:lnTo>
                  <a:lnTo>
                    <a:pt x="1414101" y="659521"/>
                  </a:lnTo>
                  <a:lnTo>
                    <a:pt x="1484446" y="681223"/>
                  </a:lnTo>
                  <a:lnTo>
                    <a:pt x="1554790" y="702137"/>
                  </a:lnTo>
                  <a:lnTo>
                    <a:pt x="1625135" y="722292"/>
                  </a:lnTo>
                  <a:lnTo>
                    <a:pt x="1695479" y="741715"/>
                  </a:lnTo>
                  <a:lnTo>
                    <a:pt x="1765824" y="760433"/>
                  </a:lnTo>
                  <a:lnTo>
                    <a:pt x="1836168" y="778471"/>
                  </a:lnTo>
                  <a:lnTo>
                    <a:pt x="1906512" y="795854"/>
                  </a:lnTo>
                  <a:lnTo>
                    <a:pt x="1976857" y="812606"/>
                  </a:lnTo>
                  <a:lnTo>
                    <a:pt x="2047201" y="828750"/>
                  </a:lnTo>
                  <a:lnTo>
                    <a:pt x="2117546" y="844307"/>
                  </a:lnTo>
                  <a:lnTo>
                    <a:pt x="2187890" y="859300"/>
                  </a:lnTo>
                  <a:lnTo>
                    <a:pt x="2258235" y="873748"/>
                  </a:lnTo>
                  <a:lnTo>
                    <a:pt x="2328579" y="887672"/>
                  </a:lnTo>
                  <a:lnTo>
                    <a:pt x="2398924" y="901090"/>
                  </a:lnTo>
                  <a:lnTo>
                    <a:pt x="2469268" y="914020"/>
                  </a:lnTo>
                  <a:lnTo>
                    <a:pt x="2539613" y="926482"/>
                  </a:lnTo>
                  <a:lnTo>
                    <a:pt x="2609957" y="938490"/>
                  </a:lnTo>
                  <a:lnTo>
                    <a:pt x="2680302" y="950063"/>
                  </a:lnTo>
                  <a:lnTo>
                    <a:pt x="2750646" y="961216"/>
                  </a:lnTo>
                  <a:lnTo>
                    <a:pt x="2820991" y="971963"/>
                  </a:lnTo>
                  <a:lnTo>
                    <a:pt x="2891335" y="982320"/>
                  </a:lnTo>
                  <a:lnTo>
                    <a:pt x="2961680" y="992302"/>
                  </a:lnTo>
                  <a:lnTo>
                    <a:pt x="3032024" y="1001920"/>
                  </a:lnTo>
                  <a:lnTo>
                    <a:pt x="3102369" y="1011190"/>
                  </a:lnTo>
                  <a:lnTo>
                    <a:pt x="3172713" y="1020123"/>
                  </a:lnTo>
                  <a:lnTo>
                    <a:pt x="3243058" y="1028731"/>
                  </a:lnTo>
                  <a:lnTo>
                    <a:pt x="3313402" y="1037027"/>
                  </a:lnTo>
                  <a:lnTo>
                    <a:pt x="3383747" y="1045022"/>
                  </a:lnTo>
                  <a:lnTo>
                    <a:pt x="3454091" y="1052727"/>
                  </a:lnTo>
                  <a:lnTo>
                    <a:pt x="3524436" y="1060151"/>
                  </a:lnTo>
                  <a:lnTo>
                    <a:pt x="3594780" y="1067306"/>
                  </a:lnTo>
                  <a:lnTo>
                    <a:pt x="3665125" y="1074202"/>
                  </a:lnTo>
                  <a:lnTo>
                    <a:pt x="3735469" y="1080846"/>
                  </a:lnTo>
                  <a:lnTo>
                    <a:pt x="3805814" y="1087250"/>
                  </a:lnTo>
                  <a:lnTo>
                    <a:pt x="3876158" y="1093421"/>
                  </a:lnTo>
                  <a:lnTo>
                    <a:pt x="3946503" y="1099368"/>
                  </a:lnTo>
                  <a:lnTo>
                    <a:pt x="4016847" y="1105099"/>
                  </a:lnTo>
                  <a:lnTo>
                    <a:pt x="4087192" y="1110622"/>
                  </a:lnTo>
                  <a:lnTo>
                    <a:pt x="4157536" y="1115945"/>
                  </a:lnTo>
                  <a:lnTo>
                    <a:pt x="4227881" y="1121074"/>
                  </a:lnTo>
                  <a:lnTo>
                    <a:pt x="4298225" y="1126017"/>
                  </a:lnTo>
                  <a:lnTo>
                    <a:pt x="4368570" y="1130780"/>
                  </a:lnTo>
                  <a:lnTo>
                    <a:pt x="4438914" y="1135371"/>
                  </a:lnTo>
                  <a:lnTo>
                    <a:pt x="4509259" y="1139795"/>
                  </a:lnTo>
                  <a:lnTo>
                    <a:pt x="4579603" y="1144058"/>
                  </a:lnTo>
                  <a:lnTo>
                    <a:pt x="4649948" y="1148166"/>
                  </a:lnTo>
                  <a:lnTo>
                    <a:pt x="4720292" y="1152125"/>
                  </a:lnTo>
                  <a:lnTo>
                    <a:pt x="4790637" y="1155941"/>
                  </a:lnTo>
                  <a:lnTo>
                    <a:pt x="4860981" y="1159618"/>
                  </a:lnTo>
                  <a:lnTo>
                    <a:pt x="4931326" y="1163161"/>
                  </a:lnTo>
                  <a:lnTo>
                    <a:pt x="5001670" y="1166576"/>
                  </a:lnTo>
                  <a:lnTo>
                    <a:pt x="5072015" y="1169866"/>
                  </a:lnTo>
                  <a:lnTo>
                    <a:pt x="5142359" y="1173038"/>
                  </a:lnTo>
                  <a:lnTo>
                    <a:pt x="5212704" y="1176094"/>
                  </a:lnTo>
                  <a:lnTo>
                    <a:pt x="5283048" y="1179039"/>
                  </a:lnTo>
                  <a:lnTo>
                    <a:pt x="5353393" y="1181877"/>
                  </a:lnTo>
                  <a:lnTo>
                    <a:pt x="5423737" y="1184612"/>
                  </a:lnTo>
                  <a:lnTo>
                    <a:pt x="5494081" y="1187248"/>
                  </a:lnTo>
                  <a:lnTo>
                    <a:pt x="5564426" y="1189788"/>
                  </a:lnTo>
                  <a:lnTo>
                    <a:pt x="5634770" y="1192236"/>
                  </a:lnTo>
                  <a:lnTo>
                    <a:pt x="5705115" y="1194595"/>
                  </a:lnTo>
                  <a:lnTo>
                    <a:pt x="5775459" y="1196868"/>
                  </a:lnTo>
                  <a:lnTo>
                    <a:pt x="5845804" y="1199059"/>
                  </a:lnTo>
                  <a:lnTo>
                    <a:pt x="5916148" y="1201170"/>
                  </a:lnTo>
                  <a:lnTo>
                    <a:pt x="5986493" y="1203205"/>
                  </a:lnTo>
                  <a:lnTo>
                    <a:pt x="6056837" y="1205165"/>
                  </a:lnTo>
                  <a:lnTo>
                    <a:pt x="6127182" y="1207055"/>
                  </a:lnTo>
                  <a:lnTo>
                    <a:pt x="6197526" y="1208876"/>
                  </a:lnTo>
                  <a:lnTo>
                    <a:pt x="6267871" y="1210630"/>
                  </a:lnTo>
                  <a:lnTo>
                    <a:pt x="6338215" y="12123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590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2" name="tx72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13333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97861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82390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66919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564176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378373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22365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0689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91423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7" name="tx87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887106" y="4159544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1.56 (1.38-1.77), p_Bonf = &lt;0.001 (n = 6)  |  per IQR decline (Δ = 29.3 %): 3.67 (2.54-5.31)  |  IQR: [-14.6, 14.7] 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3932770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2026-07-22T07:54:29Z</dcterms:modified>
  <cp:category/>
</cp:coreProperties>
</file>