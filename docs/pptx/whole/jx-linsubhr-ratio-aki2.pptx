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08824"/>
            </a:xfrm>
            <a:custGeom>
              <a:avLst/>
              <a:pathLst>
                <a:path w="7235830" h="3508824">
                  <a:moveTo>
                    <a:pt x="434112" y="0"/>
                  </a:moveTo>
                  <a:lnTo>
                    <a:pt x="449907" y="27712"/>
                  </a:lnTo>
                  <a:lnTo>
                    <a:pt x="523667" y="152658"/>
                  </a:lnTo>
                  <a:lnTo>
                    <a:pt x="597427" y="273296"/>
                  </a:lnTo>
                  <a:lnTo>
                    <a:pt x="671187" y="389777"/>
                  </a:lnTo>
                  <a:lnTo>
                    <a:pt x="744947" y="502243"/>
                  </a:lnTo>
                  <a:lnTo>
                    <a:pt x="818707" y="610832"/>
                  </a:lnTo>
                  <a:lnTo>
                    <a:pt x="892467" y="715679"/>
                  </a:lnTo>
                  <a:lnTo>
                    <a:pt x="966227" y="816911"/>
                  </a:lnTo>
                  <a:lnTo>
                    <a:pt x="1039987" y="914654"/>
                  </a:lnTo>
                  <a:lnTo>
                    <a:pt x="1113747" y="1009028"/>
                  </a:lnTo>
                  <a:lnTo>
                    <a:pt x="1187508" y="1100150"/>
                  </a:lnTo>
                  <a:lnTo>
                    <a:pt x="1261268" y="1188130"/>
                  </a:lnTo>
                  <a:lnTo>
                    <a:pt x="1335028" y="1273078"/>
                  </a:lnTo>
                  <a:lnTo>
                    <a:pt x="1408788" y="1355098"/>
                  </a:lnTo>
                  <a:lnTo>
                    <a:pt x="1482548" y="1434290"/>
                  </a:lnTo>
                  <a:lnTo>
                    <a:pt x="1556308" y="1510754"/>
                  </a:lnTo>
                  <a:lnTo>
                    <a:pt x="1630068" y="1584581"/>
                  </a:lnTo>
                  <a:lnTo>
                    <a:pt x="1703828" y="1655864"/>
                  </a:lnTo>
                  <a:lnTo>
                    <a:pt x="1777588" y="1724690"/>
                  </a:lnTo>
                  <a:lnTo>
                    <a:pt x="1851348" y="1791143"/>
                  </a:lnTo>
                  <a:lnTo>
                    <a:pt x="1925108" y="1855306"/>
                  </a:lnTo>
                  <a:lnTo>
                    <a:pt x="1998868" y="1917257"/>
                  </a:lnTo>
                  <a:lnTo>
                    <a:pt x="2072628" y="1977073"/>
                  </a:lnTo>
                  <a:lnTo>
                    <a:pt x="2146388" y="2034828"/>
                  </a:lnTo>
                  <a:lnTo>
                    <a:pt x="2220148" y="2090591"/>
                  </a:lnTo>
                  <a:lnTo>
                    <a:pt x="2293908" y="2144433"/>
                  </a:lnTo>
                  <a:lnTo>
                    <a:pt x="2367668" y="2196418"/>
                  </a:lnTo>
                  <a:lnTo>
                    <a:pt x="2441428" y="2246612"/>
                  </a:lnTo>
                  <a:lnTo>
                    <a:pt x="2515188" y="2295076"/>
                  </a:lnTo>
                  <a:lnTo>
                    <a:pt x="2588948" y="2341869"/>
                  </a:lnTo>
                  <a:lnTo>
                    <a:pt x="2662708" y="2387049"/>
                  </a:lnTo>
                  <a:lnTo>
                    <a:pt x="2736468" y="2430672"/>
                  </a:lnTo>
                  <a:lnTo>
                    <a:pt x="2810228" y="2472792"/>
                  </a:lnTo>
                  <a:lnTo>
                    <a:pt x="2883988" y="2513459"/>
                  </a:lnTo>
                  <a:lnTo>
                    <a:pt x="2957748" y="2552725"/>
                  </a:lnTo>
                  <a:lnTo>
                    <a:pt x="3031508" y="2590637"/>
                  </a:lnTo>
                  <a:lnTo>
                    <a:pt x="3105268" y="2627243"/>
                  </a:lnTo>
                  <a:lnTo>
                    <a:pt x="3179028" y="2662587"/>
                  </a:lnTo>
                  <a:lnTo>
                    <a:pt x="3252788" y="2696713"/>
                  </a:lnTo>
                  <a:lnTo>
                    <a:pt x="3326548" y="2729662"/>
                  </a:lnTo>
                  <a:lnTo>
                    <a:pt x="3400308" y="2761476"/>
                  </a:lnTo>
                  <a:lnTo>
                    <a:pt x="3474068" y="2785874"/>
                  </a:lnTo>
                  <a:lnTo>
                    <a:pt x="3547828" y="2795367"/>
                  </a:lnTo>
                  <a:lnTo>
                    <a:pt x="3621588" y="2804757"/>
                  </a:lnTo>
                  <a:lnTo>
                    <a:pt x="3695348" y="2814044"/>
                  </a:lnTo>
                  <a:lnTo>
                    <a:pt x="3769108" y="2823229"/>
                  </a:lnTo>
                  <a:lnTo>
                    <a:pt x="3842868" y="2832313"/>
                  </a:lnTo>
                  <a:lnTo>
                    <a:pt x="3916628" y="2841298"/>
                  </a:lnTo>
                  <a:lnTo>
                    <a:pt x="3990388" y="2850184"/>
                  </a:lnTo>
                  <a:lnTo>
                    <a:pt x="4064149" y="2858974"/>
                  </a:lnTo>
                  <a:lnTo>
                    <a:pt x="4137909" y="2867667"/>
                  </a:lnTo>
                  <a:lnTo>
                    <a:pt x="4211669" y="2876264"/>
                  </a:lnTo>
                  <a:lnTo>
                    <a:pt x="4285429" y="2884768"/>
                  </a:lnTo>
                  <a:lnTo>
                    <a:pt x="4359189" y="2893178"/>
                  </a:lnTo>
                  <a:lnTo>
                    <a:pt x="4432949" y="2901496"/>
                  </a:lnTo>
                  <a:lnTo>
                    <a:pt x="4506709" y="2909724"/>
                  </a:lnTo>
                  <a:lnTo>
                    <a:pt x="4580469" y="2917861"/>
                  </a:lnTo>
                  <a:lnTo>
                    <a:pt x="4654229" y="2925909"/>
                  </a:lnTo>
                  <a:lnTo>
                    <a:pt x="4727989" y="2933868"/>
                  </a:lnTo>
                  <a:lnTo>
                    <a:pt x="4801749" y="2941741"/>
                  </a:lnTo>
                  <a:lnTo>
                    <a:pt x="4875509" y="2949527"/>
                  </a:lnTo>
                  <a:lnTo>
                    <a:pt x="4949269" y="2957228"/>
                  </a:lnTo>
                  <a:lnTo>
                    <a:pt x="5023029" y="2964845"/>
                  </a:lnTo>
                  <a:lnTo>
                    <a:pt x="5096789" y="2972378"/>
                  </a:lnTo>
                  <a:lnTo>
                    <a:pt x="5170549" y="2979829"/>
                  </a:lnTo>
                  <a:lnTo>
                    <a:pt x="5244309" y="2987198"/>
                  </a:lnTo>
                  <a:lnTo>
                    <a:pt x="5318069" y="2994487"/>
                  </a:lnTo>
                  <a:lnTo>
                    <a:pt x="5391829" y="3001696"/>
                  </a:lnTo>
                  <a:lnTo>
                    <a:pt x="5465589" y="3008825"/>
                  </a:lnTo>
                  <a:lnTo>
                    <a:pt x="5539349" y="3015877"/>
                  </a:lnTo>
                  <a:lnTo>
                    <a:pt x="5613109" y="3022851"/>
                  </a:lnTo>
                  <a:lnTo>
                    <a:pt x="5686869" y="3029749"/>
                  </a:lnTo>
                  <a:lnTo>
                    <a:pt x="5760629" y="3036572"/>
                  </a:lnTo>
                  <a:lnTo>
                    <a:pt x="5834389" y="3043319"/>
                  </a:lnTo>
                  <a:lnTo>
                    <a:pt x="5908149" y="3049993"/>
                  </a:lnTo>
                  <a:lnTo>
                    <a:pt x="5981909" y="3056594"/>
                  </a:lnTo>
                  <a:lnTo>
                    <a:pt x="6055669" y="3063122"/>
                  </a:lnTo>
                  <a:lnTo>
                    <a:pt x="6129429" y="3069579"/>
                  </a:lnTo>
                  <a:lnTo>
                    <a:pt x="6203189" y="3075965"/>
                  </a:lnTo>
                  <a:lnTo>
                    <a:pt x="6276949" y="3082282"/>
                  </a:lnTo>
                  <a:lnTo>
                    <a:pt x="6350709" y="3088529"/>
                  </a:lnTo>
                  <a:lnTo>
                    <a:pt x="6424469" y="3094707"/>
                  </a:lnTo>
                  <a:lnTo>
                    <a:pt x="6498229" y="3100818"/>
                  </a:lnTo>
                  <a:lnTo>
                    <a:pt x="6571989" y="3106862"/>
                  </a:lnTo>
                  <a:lnTo>
                    <a:pt x="6645749" y="3112840"/>
                  </a:lnTo>
                  <a:lnTo>
                    <a:pt x="6719509" y="3118752"/>
                  </a:lnTo>
                  <a:lnTo>
                    <a:pt x="6793269" y="3124600"/>
                  </a:lnTo>
                  <a:lnTo>
                    <a:pt x="6867029" y="3130384"/>
                  </a:lnTo>
                  <a:lnTo>
                    <a:pt x="6940789" y="3136104"/>
                  </a:lnTo>
                  <a:lnTo>
                    <a:pt x="7014550" y="3141761"/>
                  </a:lnTo>
                  <a:lnTo>
                    <a:pt x="7088310" y="3147357"/>
                  </a:lnTo>
                  <a:lnTo>
                    <a:pt x="7162070" y="3152891"/>
                  </a:lnTo>
                  <a:lnTo>
                    <a:pt x="7235830" y="3158365"/>
                  </a:lnTo>
                  <a:lnTo>
                    <a:pt x="7235830" y="3508824"/>
                  </a:lnTo>
                  <a:lnTo>
                    <a:pt x="7162070" y="3503690"/>
                  </a:lnTo>
                  <a:lnTo>
                    <a:pt x="7088310" y="3498372"/>
                  </a:lnTo>
                  <a:lnTo>
                    <a:pt x="7014550" y="3492865"/>
                  </a:lnTo>
                  <a:lnTo>
                    <a:pt x="6940789" y="3487161"/>
                  </a:lnTo>
                  <a:lnTo>
                    <a:pt x="6867029" y="3481254"/>
                  </a:lnTo>
                  <a:lnTo>
                    <a:pt x="6793269" y="3475135"/>
                  </a:lnTo>
                  <a:lnTo>
                    <a:pt x="6719509" y="3468799"/>
                  </a:lnTo>
                  <a:lnTo>
                    <a:pt x="6645749" y="3462235"/>
                  </a:lnTo>
                  <a:lnTo>
                    <a:pt x="6571989" y="3455438"/>
                  </a:lnTo>
                  <a:lnTo>
                    <a:pt x="6498229" y="3448398"/>
                  </a:lnTo>
                  <a:lnTo>
                    <a:pt x="6424469" y="3441107"/>
                  </a:lnTo>
                  <a:lnTo>
                    <a:pt x="6350709" y="3433555"/>
                  </a:lnTo>
                  <a:lnTo>
                    <a:pt x="6276949" y="3425734"/>
                  </a:lnTo>
                  <a:lnTo>
                    <a:pt x="6203189" y="3417634"/>
                  </a:lnTo>
                  <a:lnTo>
                    <a:pt x="6129429" y="3409244"/>
                  </a:lnTo>
                  <a:lnTo>
                    <a:pt x="6055669" y="3400555"/>
                  </a:lnTo>
                  <a:lnTo>
                    <a:pt x="5981909" y="3391556"/>
                  </a:lnTo>
                  <a:lnTo>
                    <a:pt x="5908149" y="3382235"/>
                  </a:lnTo>
                  <a:lnTo>
                    <a:pt x="5834389" y="3372582"/>
                  </a:lnTo>
                  <a:lnTo>
                    <a:pt x="5760629" y="3362584"/>
                  </a:lnTo>
                  <a:lnTo>
                    <a:pt x="5686869" y="3352229"/>
                  </a:lnTo>
                  <a:lnTo>
                    <a:pt x="5613109" y="3341505"/>
                  </a:lnTo>
                  <a:lnTo>
                    <a:pt x="5539349" y="3330397"/>
                  </a:lnTo>
                  <a:lnTo>
                    <a:pt x="5465589" y="3318893"/>
                  </a:lnTo>
                  <a:lnTo>
                    <a:pt x="5391829" y="3306979"/>
                  </a:lnTo>
                  <a:lnTo>
                    <a:pt x="5318069" y="3294639"/>
                  </a:lnTo>
                  <a:lnTo>
                    <a:pt x="5244309" y="3281859"/>
                  </a:lnTo>
                  <a:lnTo>
                    <a:pt x="5170549" y="3268622"/>
                  </a:lnTo>
                  <a:lnTo>
                    <a:pt x="5096789" y="3254913"/>
                  </a:lnTo>
                  <a:lnTo>
                    <a:pt x="5023029" y="3240715"/>
                  </a:lnTo>
                  <a:lnTo>
                    <a:pt x="4949269" y="3226009"/>
                  </a:lnTo>
                  <a:lnTo>
                    <a:pt x="4875509" y="3210779"/>
                  </a:lnTo>
                  <a:lnTo>
                    <a:pt x="4801749" y="3195005"/>
                  </a:lnTo>
                  <a:lnTo>
                    <a:pt x="4727989" y="3178668"/>
                  </a:lnTo>
                  <a:lnTo>
                    <a:pt x="4654229" y="3161747"/>
                  </a:lnTo>
                  <a:lnTo>
                    <a:pt x="4580469" y="3144223"/>
                  </a:lnTo>
                  <a:lnTo>
                    <a:pt x="4506709" y="3126073"/>
                  </a:lnTo>
                  <a:lnTo>
                    <a:pt x="4432949" y="3107275"/>
                  </a:lnTo>
                  <a:lnTo>
                    <a:pt x="4359189" y="3087806"/>
                  </a:lnTo>
                  <a:lnTo>
                    <a:pt x="4285429" y="3067642"/>
                  </a:lnTo>
                  <a:lnTo>
                    <a:pt x="4211669" y="3046758"/>
                  </a:lnTo>
                  <a:lnTo>
                    <a:pt x="4137909" y="3025128"/>
                  </a:lnTo>
                  <a:lnTo>
                    <a:pt x="4064149" y="3002727"/>
                  </a:lnTo>
                  <a:lnTo>
                    <a:pt x="3990388" y="2979525"/>
                  </a:lnTo>
                  <a:lnTo>
                    <a:pt x="3916628" y="2955496"/>
                  </a:lnTo>
                  <a:lnTo>
                    <a:pt x="3842868" y="2930608"/>
                  </a:lnTo>
                  <a:lnTo>
                    <a:pt x="3769108" y="2904832"/>
                  </a:lnTo>
                  <a:lnTo>
                    <a:pt x="3695348" y="2878136"/>
                  </a:lnTo>
                  <a:lnTo>
                    <a:pt x="3621588" y="2850487"/>
                  </a:lnTo>
                  <a:lnTo>
                    <a:pt x="3547828" y="2821851"/>
                  </a:lnTo>
                  <a:lnTo>
                    <a:pt x="3474068" y="2792193"/>
                  </a:lnTo>
                  <a:lnTo>
                    <a:pt x="3400308" y="2776275"/>
                  </a:lnTo>
                  <a:lnTo>
                    <a:pt x="3326548" y="2766570"/>
                  </a:lnTo>
                  <a:lnTo>
                    <a:pt x="3252788" y="2756758"/>
                  </a:lnTo>
                  <a:lnTo>
                    <a:pt x="3179028" y="2746837"/>
                  </a:lnTo>
                  <a:lnTo>
                    <a:pt x="3105268" y="2736806"/>
                  </a:lnTo>
                  <a:lnTo>
                    <a:pt x="3031508" y="2726664"/>
                  </a:lnTo>
                  <a:lnTo>
                    <a:pt x="2957748" y="2716409"/>
                  </a:lnTo>
                  <a:lnTo>
                    <a:pt x="2883988" y="2706041"/>
                  </a:lnTo>
                  <a:lnTo>
                    <a:pt x="2810228" y="2695558"/>
                  </a:lnTo>
                  <a:lnTo>
                    <a:pt x="2736468" y="2684960"/>
                  </a:lnTo>
                  <a:lnTo>
                    <a:pt x="2662708" y="2674243"/>
                  </a:lnTo>
                  <a:lnTo>
                    <a:pt x="2588948" y="2663409"/>
                  </a:lnTo>
                  <a:lnTo>
                    <a:pt x="2515188" y="2652454"/>
                  </a:lnTo>
                  <a:lnTo>
                    <a:pt x="2441428" y="2641377"/>
                  </a:lnTo>
                  <a:lnTo>
                    <a:pt x="2367668" y="2630179"/>
                  </a:lnTo>
                  <a:lnTo>
                    <a:pt x="2293908" y="2618856"/>
                  </a:lnTo>
                  <a:lnTo>
                    <a:pt x="2220148" y="2607408"/>
                  </a:lnTo>
                  <a:lnTo>
                    <a:pt x="2146388" y="2595832"/>
                  </a:lnTo>
                  <a:lnTo>
                    <a:pt x="2072628" y="2584129"/>
                  </a:lnTo>
                  <a:lnTo>
                    <a:pt x="1998868" y="2572296"/>
                  </a:lnTo>
                  <a:lnTo>
                    <a:pt x="1925108" y="2560333"/>
                  </a:lnTo>
                  <a:lnTo>
                    <a:pt x="1851348" y="2548236"/>
                  </a:lnTo>
                  <a:lnTo>
                    <a:pt x="1777588" y="2536006"/>
                  </a:lnTo>
                  <a:lnTo>
                    <a:pt x="1703828" y="2523640"/>
                  </a:lnTo>
                  <a:lnTo>
                    <a:pt x="1630068" y="2511138"/>
                  </a:lnTo>
                  <a:lnTo>
                    <a:pt x="1556308" y="2498496"/>
                  </a:lnTo>
                  <a:lnTo>
                    <a:pt x="1482548" y="2485715"/>
                  </a:lnTo>
                  <a:lnTo>
                    <a:pt x="1408788" y="2472793"/>
                  </a:lnTo>
                  <a:lnTo>
                    <a:pt x="1335028" y="2459727"/>
                  </a:lnTo>
                  <a:lnTo>
                    <a:pt x="1261268" y="2446516"/>
                  </a:lnTo>
                  <a:lnTo>
                    <a:pt x="1187508" y="2433160"/>
                  </a:lnTo>
                  <a:lnTo>
                    <a:pt x="1113747" y="2419655"/>
                  </a:lnTo>
                  <a:lnTo>
                    <a:pt x="1039987" y="2406001"/>
                  </a:lnTo>
                  <a:lnTo>
                    <a:pt x="966227" y="2392195"/>
                  </a:lnTo>
                  <a:lnTo>
                    <a:pt x="892467" y="2378237"/>
                  </a:lnTo>
                  <a:lnTo>
                    <a:pt x="818707" y="2364124"/>
                  </a:lnTo>
                  <a:lnTo>
                    <a:pt x="744947" y="2349855"/>
                  </a:lnTo>
                  <a:lnTo>
                    <a:pt x="671187" y="2335428"/>
                  </a:lnTo>
                  <a:lnTo>
                    <a:pt x="597427" y="2320841"/>
                  </a:lnTo>
                  <a:lnTo>
                    <a:pt x="523667" y="2306092"/>
                  </a:lnTo>
                  <a:lnTo>
                    <a:pt x="449907" y="2291180"/>
                  </a:lnTo>
                  <a:lnTo>
                    <a:pt x="376147" y="2276104"/>
                  </a:lnTo>
                  <a:lnTo>
                    <a:pt x="302387" y="2260860"/>
                  </a:lnTo>
                  <a:lnTo>
                    <a:pt x="228627" y="2245447"/>
                  </a:lnTo>
                  <a:lnTo>
                    <a:pt x="154867" y="2229863"/>
                  </a:lnTo>
                  <a:lnTo>
                    <a:pt x="81107" y="2214107"/>
                  </a:lnTo>
                  <a:lnTo>
                    <a:pt x="7347" y="2198177"/>
                  </a:lnTo>
                  <a:lnTo>
                    <a:pt x="0" y="21965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1896563"/>
              <a:ext cx="6801718" cy="3158365"/>
            </a:xfrm>
            <a:custGeom>
              <a:avLst/>
              <a:pathLst>
                <a:path w="6801718" h="3158365">
                  <a:moveTo>
                    <a:pt x="0" y="0"/>
                  </a:moveTo>
                  <a:lnTo>
                    <a:pt x="15795" y="27712"/>
                  </a:lnTo>
                  <a:lnTo>
                    <a:pt x="89555" y="152658"/>
                  </a:lnTo>
                  <a:lnTo>
                    <a:pt x="163315" y="273296"/>
                  </a:lnTo>
                  <a:lnTo>
                    <a:pt x="237075" y="389777"/>
                  </a:lnTo>
                  <a:lnTo>
                    <a:pt x="310835" y="502243"/>
                  </a:lnTo>
                  <a:lnTo>
                    <a:pt x="384595" y="610832"/>
                  </a:lnTo>
                  <a:lnTo>
                    <a:pt x="458355" y="715679"/>
                  </a:lnTo>
                  <a:lnTo>
                    <a:pt x="532115" y="816911"/>
                  </a:lnTo>
                  <a:lnTo>
                    <a:pt x="605875" y="914654"/>
                  </a:lnTo>
                  <a:lnTo>
                    <a:pt x="679635" y="1009028"/>
                  </a:lnTo>
                  <a:lnTo>
                    <a:pt x="753396" y="1100150"/>
                  </a:lnTo>
                  <a:lnTo>
                    <a:pt x="827156" y="1188130"/>
                  </a:lnTo>
                  <a:lnTo>
                    <a:pt x="900916" y="1273078"/>
                  </a:lnTo>
                  <a:lnTo>
                    <a:pt x="974676" y="1355098"/>
                  </a:lnTo>
                  <a:lnTo>
                    <a:pt x="1048436" y="1434290"/>
                  </a:lnTo>
                  <a:lnTo>
                    <a:pt x="1122196" y="1510754"/>
                  </a:lnTo>
                  <a:lnTo>
                    <a:pt x="1195956" y="1584581"/>
                  </a:lnTo>
                  <a:lnTo>
                    <a:pt x="1269716" y="1655864"/>
                  </a:lnTo>
                  <a:lnTo>
                    <a:pt x="1343476" y="1724690"/>
                  </a:lnTo>
                  <a:lnTo>
                    <a:pt x="1417236" y="1791143"/>
                  </a:lnTo>
                  <a:lnTo>
                    <a:pt x="1490996" y="1855306"/>
                  </a:lnTo>
                  <a:lnTo>
                    <a:pt x="1564756" y="1917257"/>
                  </a:lnTo>
                  <a:lnTo>
                    <a:pt x="1638516" y="1977073"/>
                  </a:lnTo>
                  <a:lnTo>
                    <a:pt x="1712276" y="2034828"/>
                  </a:lnTo>
                  <a:lnTo>
                    <a:pt x="1786036" y="2090591"/>
                  </a:lnTo>
                  <a:lnTo>
                    <a:pt x="1859796" y="2144433"/>
                  </a:lnTo>
                  <a:lnTo>
                    <a:pt x="1933556" y="2196418"/>
                  </a:lnTo>
                  <a:lnTo>
                    <a:pt x="2007316" y="2246612"/>
                  </a:lnTo>
                  <a:lnTo>
                    <a:pt x="2081076" y="2295076"/>
                  </a:lnTo>
                  <a:lnTo>
                    <a:pt x="2154836" y="2341869"/>
                  </a:lnTo>
                  <a:lnTo>
                    <a:pt x="2228596" y="2387049"/>
                  </a:lnTo>
                  <a:lnTo>
                    <a:pt x="2302356" y="2430672"/>
                  </a:lnTo>
                  <a:lnTo>
                    <a:pt x="2376116" y="2472792"/>
                  </a:lnTo>
                  <a:lnTo>
                    <a:pt x="2449876" y="2513459"/>
                  </a:lnTo>
                  <a:lnTo>
                    <a:pt x="2523636" y="2552725"/>
                  </a:lnTo>
                  <a:lnTo>
                    <a:pt x="2597396" y="2590637"/>
                  </a:lnTo>
                  <a:lnTo>
                    <a:pt x="2671156" y="2627243"/>
                  </a:lnTo>
                  <a:lnTo>
                    <a:pt x="2744916" y="2662587"/>
                  </a:lnTo>
                  <a:lnTo>
                    <a:pt x="2818676" y="2696713"/>
                  </a:lnTo>
                  <a:lnTo>
                    <a:pt x="2892436" y="2729662"/>
                  </a:lnTo>
                  <a:lnTo>
                    <a:pt x="2966196" y="2761476"/>
                  </a:lnTo>
                  <a:lnTo>
                    <a:pt x="3039956" y="2785874"/>
                  </a:lnTo>
                  <a:lnTo>
                    <a:pt x="3113716" y="2795367"/>
                  </a:lnTo>
                  <a:lnTo>
                    <a:pt x="3187476" y="2804757"/>
                  </a:lnTo>
                  <a:lnTo>
                    <a:pt x="3261236" y="2814044"/>
                  </a:lnTo>
                  <a:lnTo>
                    <a:pt x="3334996" y="2823229"/>
                  </a:lnTo>
                  <a:lnTo>
                    <a:pt x="3408756" y="2832313"/>
                  </a:lnTo>
                  <a:lnTo>
                    <a:pt x="3482516" y="2841298"/>
                  </a:lnTo>
                  <a:lnTo>
                    <a:pt x="3556276" y="2850184"/>
                  </a:lnTo>
                  <a:lnTo>
                    <a:pt x="3630037" y="2858974"/>
                  </a:lnTo>
                  <a:lnTo>
                    <a:pt x="3703797" y="2867667"/>
                  </a:lnTo>
                  <a:lnTo>
                    <a:pt x="3777557" y="2876264"/>
                  </a:lnTo>
                  <a:lnTo>
                    <a:pt x="3851317" y="2884768"/>
                  </a:lnTo>
                  <a:lnTo>
                    <a:pt x="3925077" y="2893178"/>
                  </a:lnTo>
                  <a:lnTo>
                    <a:pt x="3998837" y="2901496"/>
                  </a:lnTo>
                  <a:lnTo>
                    <a:pt x="4072597" y="2909724"/>
                  </a:lnTo>
                  <a:lnTo>
                    <a:pt x="4146357" y="2917861"/>
                  </a:lnTo>
                  <a:lnTo>
                    <a:pt x="4220117" y="2925909"/>
                  </a:lnTo>
                  <a:lnTo>
                    <a:pt x="4293877" y="2933868"/>
                  </a:lnTo>
                  <a:lnTo>
                    <a:pt x="4367637" y="2941741"/>
                  </a:lnTo>
                  <a:lnTo>
                    <a:pt x="4441397" y="2949527"/>
                  </a:lnTo>
                  <a:lnTo>
                    <a:pt x="4515157" y="2957228"/>
                  </a:lnTo>
                  <a:lnTo>
                    <a:pt x="4588917" y="2964845"/>
                  </a:lnTo>
                  <a:lnTo>
                    <a:pt x="4662677" y="2972378"/>
                  </a:lnTo>
                  <a:lnTo>
                    <a:pt x="4736437" y="2979829"/>
                  </a:lnTo>
                  <a:lnTo>
                    <a:pt x="4810197" y="2987198"/>
                  </a:lnTo>
                  <a:lnTo>
                    <a:pt x="4883957" y="2994487"/>
                  </a:lnTo>
                  <a:lnTo>
                    <a:pt x="4957717" y="3001696"/>
                  </a:lnTo>
                  <a:lnTo>
                    <a:pt x="5031477" y="3008825"/>
                  </a:lnTo>
                  <a:lnTo>
                    <a:pt x="5105237" y="3015877"/>
                  </a:lnTo>
                  <a:lnTo>
                    <a:pt x="5178997" y="3022851"/>
                  </a:lnTo>
                  <a:lnTo>
                    <a:pt x="5252757" y="3029749"/>
                  </a:lnTo>
                  <a:lnTo>
                    <a:pt x="5326517" y="3036572"/>
                  </a:lnTo>
                  <a:lnTo>
                    <a:pt x="5400277" y="3043319"/>
                  </a:lnTo>
                  <a:lnTo>
                    <a:pt x="5474037" y="3049993"/>
                  </a:lnTo>
                  <a:lnTo>
                    <a:pt x="5547797" y="3056594"/>
                  </a:lnTo>
                  <a:lnTo>
                    <a:pt x="5621557" y="3063122"/>
                  </a:lnTo>
                  <a:lnTo>
                    <a:pt x="5695317" y="3069579"/>
                  </a:lnTo>
                  <a:lnTo>
                    <a:pt x="5769077" y="3075965"/>
                  </a:lnTo>
                  <a:lnTo>
                    <a:pt x="5842837" y="3082282"/>
                  </a:lnTo>
                  <a:lnTo>
                    <a:pt x="5916597" y="3088529"/>
                  </a:lnTo>
                  <a:lnTo>
                    <a:pt x="5990357" y="3094707"/>
                  </a:lnTo>
                  <a:lnTo>
                    <a:pt x="6064117" y="3100818"/>
                  </a:lnTo>
                  <a:lnTo>
                    <a:pt x="6137877" y="3106862"/>
                  </a:lnTo>
                  <a:lnTo>
                    <a:pt x="6211637" y="3112840"/>
                  </a:lnTo>
                  <a:lnTo>
                    <a:pt x="6285397" y="3118752"/>
                  </a:lnTo>
                  <a:lnTo>
                    <a:pt x="6359157" y="3124600"/>
                  </a:lnTo>
                  <a:lnTo>
                    <a:pt x="6432917" y="3130384"/>
                  </a:lnTo>
                  <a:lnTo>
                    <a:pt x="6506677" y="3136104"/>
                  </a:lnTo>
                  <a:lnTo>
                    <a:pt x="6580438" y="3141761"/>
                  </a:lnTo>
                  <a:lnTo>
                    <a:pt x="6654198" y="3147357"/>
                  </a:lnTo>
                  <a:lnTo>
                    <a:pt x="6727958" y="3152891"/>
                  </a:lnTo>
                  <a:lnTo>
                    <a:pt x="6801718" y="3158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93136"/>
              <a:ext cx="7235830" cy="1312251"/>
            </a:xfrm>
            <a:custGeom>
              <a:avLst/>
              <a:pathLst>
                <a:path w="7235830" h="1312251">
                  <a:moveTo>
                    <a:pt x="7235830" y="1312251"/>
                  </a:moveTo>
                  <a:lnTo>
                    <a:pt x="7162070" y="1307117"/>
                  </a:lnTo>
                  <a:lnTo>
                    <a:pt x="7088310" y="1301799"/>
                  </a:lnTo>
                  <a:lnTo>
                    <a:pt x="7014550" y="1296292"/>
                  </a:lnTo>
                  <a:lnTo>
                    <a:pt x="6940789" y="1290588"/>
                  </a:lnTo>
                  <a:lnTo>
                    <a:pt x="6867029" y="1284681"/>
                  </a:lnTo>
                  <a:lnTo>
                    <a:pt x="6793269" y="1278562"/>
                  </a:lnTo>
                  <a:lnTo>
                    <a:pt x="6719509" y="1272225"/>
                  </a:lnTo>
                  <a:lnTo>
                    <a:pt x="6645749" y="1265662"/>
                  </a:lnTo>
                  <a:lnTo>
                    <a:pt x="6571989" y="1258865"/>
                  </a:lnTo>
                  <a:lnTo>
                    <a:pt x="6498229" y="1251825"/>
                  </a:lnTo>
                  <a:lnTo>
                    <a:pt x="6424469" y="1244534"/>
                  </a:lnTo>
                  <a:lnTo>
                    <a:pt x="6350709" y="1236982"/>
                  </a:lnTo>
                  <a:lnTo>
                    <a:pt x="6276949" y="1229161"/>
                  </a:lnTo>
                  <a:lnTo>
                    <a:pt x="6203189" y="1221061"/>
                  </a:lnTo>
                  <a:lnTo>
                    <a:pt x="6129429" y="1212671"/>
                  </a:lnTo>
                  <a:lnTo>
                    <a:pt x="6055669" y="1203982"/>
                  </a:lnTo>
                  <a:lnTo>
                    <a:pt x="5981909" y="1194983"/>
                  </a:lnTo>
                  <a:lnTo>
                    <a:pt x="5908149" y="1185662"/>
                  </a:lnTo>
                  <a:lnTo>
                    <a:pt x="5834389" y="1176009"/>
                  </a:lnTo>
                  <a:lnTo>
                    <a:pt x="5760629" y="1166011"/>
                  </a:lnTo>
                  <a:lnTo>
                    <a:pt x="5686869" y="1155656"/>
                  </a:lnTo>
                  <a:lnTo>
                    <a:pt x="5613109" y="1144932"/>
                  </a:lnTo>
                  <a:lnTo>
                    <a:pt x="5539349" y="1133824"/>
                  </a:lnTo>
                  <a:lnTo>
                    <a:pt x="5465589" y="1122320"/>
                  </a:lnTo>
                  <a:lnTo>
                    <a:pt x="5391829" y="1110406"/>
                  </a:lnTo>
                  <a:lnTo>
                    <a:pt x="5318069" y="1098066"/>
                  </a:lnTo>
                  <a:lnTo>
                    <a:pt x="5244309" y="1085286"/>
                  </a:lnTo>
                  <a:lnTo>
                    <a:pt x="5170549" y="1072049"/>
                  </a:lnTo>
                  <a:lnTo>
                    <a:pt x="5096789" y="1058340"/>
                  </a:lnTo>
                  <a:lnTo>
                    <a:pt x="5023029" y="1044142"/>
                  </a:lnTo>
                  <a:lnTo>
                    <a:pt x="4949269" y="1029436"/>
                  </a:lnTo>
                  <a:lnTo>
                    <a:pt x="4875509" y="1014206"/>
                  </a:lnTo>
                  <a:lnTo>
                    <a:pt x="4801749" y="998432"/>
                  </a:lnTo>
                  <a:lnTo>
                    <a:pt x="4727989" y="982095"/>
                  </a:lnTo>
                  <a:lnTo>
                    <a:pt x="4654229" y="965174"/>
                  </a:lnTo>
                  <a:lnTo>
                    <a:pt x="4580469" y="947650"/>
                  </a:lnTo>
                  <a:lnTo>
                    <a:pt x="4506709" y="929500"/>
                  </a:lnTo>
                  <a:lnTo>
                    <a:pt x="4432949" y="910702"/>
                  </a:lnTo>
                  <a:lnTo>
                    <a:pt x="4359189" y="891233"/>
                  </a:lnTo>
                  <a:lnTo>
                    <a:pt x="4285429" y="871068"/>
                  </a:lnTo>
                  <a:lnTo>
                    <a:pt x="4211669" y="850185"/>
                  </a:lnTo>
                  <a:lnTo>
                    <a:pt x="4137909" y="828555"/>
                  </a:lnTo>
                  <a:lnTo>
                    <a:pt x="4064149" y="806154"/>
                  </a:lnTo>
                  <a:lnTo>
                    <a:pt x="3990388" y="782952"/>
                  </a:lnTo>
                  <a:lnTo>
                    <a:pt x="3916628" y="758923"/>
                  </a:lnTo>
                  <a:lnTo>
                    <a:pt x="3842868" y="734035"/>
                  </a:lnTo>
                  <a:lnTo>
                    <a:pt x="3769108" y="708259"/>
                  </a:lnTo>
                  <a:lnTo>
                    <a:pt x="3695348" y="681563"/>
                  </a:lnTo>
                  <a:lnTo>
                    <a:pt x="3621588" y="653914"/>
                  </a:lnTo>
                  <a:lnTo>
                    <a:pt x="3547828" y="625278"/>
                  </a:lnTo>
                  <a:lnTo>
                    <a:pt x="3474068" y="595620"/>
                  </a:lnTo>
                  <a:lnTo>
                    <a:pt x="3400308" y="579702"/>
                  </a:lnTo>
                  <a:lnTo>
                    <a:pt x="3326548" y="569997"/>
                  </a:lnTo>
                  <a:lnTo>
                    <a:pt x="3252788" y="560185"/>
                  </a:lnTo>
                  <a:lnTo>
                    <a:pt x="3179028" y="550264"/>
                  </a:lnTo>
                  <a:lnTo>
                    <a:pt x="3105268" y="540233"/>
                  </a:lnTo>
                  <a:lnTo>
                    <a:pt x="3031508" y="530090"/>
                  </a:lnTo>
                  <a:lnTo>
                    <a:pt x="2957748" y="519836"/>
                  </a:lnTo>
                  <a:lnTo>
                    <a:pt x="2883988" y="509468"/>
                  </a:lnTo>
                  <a:lnTo>
                    <a:pt x="2810228" y="498985"/>
                  </a:lnTo>
                  <a:lnTo>
                    <a:pt x="2736468" y="488387"/>
                  </a:lnTo>
                  <a:lnTo>
                    <a:pt x="2662708" y="477670"/>
                  </a:lnTo>
                  <a:lnTo>
                    <a:pt x="2588948" y="466835"/>
                  </a:lnTo>
                  <a:lnTo>
                    <a:pt x="2515188" y="455881"/>
                  </a:lnTo>
                  <a:lnTo>
                    <a:pt x="2441428" y="444804"/>
                  </a:lnTo>
                  <a:lnTo>
                    <a:pt x="2367668" y="433606"/>
                  </a:lnTo>
                  <a:lnTo>
                    <a:pt x="2293908" y="422283"/>
                  </a:lnTo>
                  <a:lnTo>
                    <a:pt x="2220148" y="410834"/>
                  </a:lnTo>
                  <a:lnTo>
                    <a:pt x="2146388" y="399259"/>
                  </a:lnTo>
                  <a:lnTo>
                    <a:pt x="2072628" y="387556"/>
                  </a:lnTo>
                  <a:lnTo>
                    <a:pt x="1998868" y="375723"/>
                  </a:lnTo>
                  <a:lnTo>
                    <a:pt x="1925108" y="363760"/>
                  </a:lnTo>
                  <a:lnTo>
                    <a:pt x="1851348" y="351663"/>
                  </a:lnTo>
                  <a:lnTo>
                    <a:pt x="1777588" y="339433"/>
                  </a:lnTo>
                  <a:lnTo>
                    <a:pt x="1703828" y="327067"/>
                  </a:lnTo>
                  <a:lnTo>
                    <a:pt x="1630068" y="314565"/>
                  </a:lnTo>
                  <a:lnTo>
                    <a:pt x="1556308" y="301923"/>
                  </a:lnTo>
                  <a:lnTo>
                    <a:pt x="1482548" y="289142"/>
                  </a:lnTo>
                  <a:lnTo>
                    <a:pt x="1408788" y="276220"/>
                  </a:lnTo>
                  <a:lnTo>
                    <a:pt x="1335028" y="263154"/>
                  </a:lnTo>
                  <a:lnTo>
                    <a:pt x="1261268" y="249943"/>
                  </a:lnTo>
                  <a:lnTo>
                    <a:pt x="1187508" y="236587"/>
                  </a:lnTo>
                  <a:lnTo>
                    <a:pt x="1113747" y="223082"/>
                  </a:lnTo>
                  <a:lnTo>
                    <a:pt x="1039987" y="209428"/>
                  </a:lnTo>
                  <a:lnTo>
                    <a:pt x="966227" y="195622"/>
                  </a:lnTo>
                  <a:lnTo>
                    <a:pt x="892467" y="181664"/>
                  </a:lnTo>
                  <a:lnTo>
                    <a:pt x="818707" y="167551"/>
                  </a:lnTo>
                  <a:lnTo>
                    <a:pt x="744947" y="153282"/>
                  </a:lnTo>
                  <a:lnTo>
                    <a:pt x="671187" y="138855"/>
                  </a:lnTo>
                  <a:lnTo>
                    <a:pt x="597427" y="124268"/>
                  </a:lnTo>
                  <a:lnTo>
                    <a:pt x="523667" y="109519"/>
                  </a:lnTo>
                  <a:lnTo>
                    <a:pt x="449907" y="94607"/>
                  </a:lnTo>
                  <a:lnTo>
                    <a:pt x="376147" y="79531"/>
                  </a:lnTo>
                  <a:lnTo>
                    <a:pt x="302387" y="64287"/>
                  </a:lnTo>
                  <a:lnTo>
                    <a:pt x="228627" y="48874"/>
                  </a:lnTo>
                  <a:lnTo>
                    <a:pt x="154867" y="33290"/>
                  </a:lnTo>
                  <a:lnTo>
                    <a:pt x="81107" y="17534"/>
                  </a:lnTo>
                  <a:lnTo>
                    <a:pt x="7347" y="16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2331"/>
              <a:ext cx="7235830" cy="2290254"/>
            </a:xfrm>
            <a:custGeom>
              <a:avLst/>
              <a:pathLst>
                <a:path w="7235830" h="2290254">
                  <a:moveTo>
                    <a:pt x="0" y="0"/>
                  </a:moveTo>
                  <a:lnTo>
                    <a:pt x="7347" y="5923"/>
                  </a:lnTo>
                  <a:lnTo>
                    <a:pt x="81107" y="64038"/>
                  </a:lnTo>
                  <a:lnTo>
                    <a:pt x="154867" y="120828"/>
                  </a:lnTo>
                  <a:lnTo>
                    <a:pt x="228627" y="176324"/>
                  </a:lnTo>
                  <a:lnTo>
                    <a:pt x="302387" y="230556"/>
                  </a:lnTo>
                  <a:lnTo>
                    <a:pt x="376147" y="283553"/>
                  </a:lnTo>
                  <a:lnTo>
                    <a:pt x="449907" y="335342"/>
                  </a:lnTo>
                  <a:lnTo>
                    <a:pt x="523667" y="385952"/>
                  </a:lnTo>
                  <a:lnTo>
                    <a:pt x="597427" y="435408"/>
                  </a:lnTo>
                  <a:lnTo>
                    <a:pt x="671187" y="483738"/>
                  </a:lnTo>
                  <a:lnTo>
                    <a:pt x="744947" y="530967"/>
                  </a:lnTo>
                  <a:lnTo>
                    <a:pt x="818707" y="577120"/>
                  </a:lnTo>
                  <a:lnTo>
                    <a:pt x="892467" y="622221"/>
                  </a:lnTo>
                  <a:lnTo>
                    <a:pt x="966227" y="666295"/>
                  </a:lnTo>
                  <a:lnTo>
                    <a:pt x="1039987" y="709365"/>
                  </a:lnTo>
                  <a:lnTo>
                    <a:pt x="1113747" y="751454"/>
                  </a:lnTo>
                  <a:lnTo>
                    <a:pt x="1187508" y="792584"/>
                  </a:lnTo>
                  <a:lnTo>
                    <a:pt x="1261268" y="832777"/>
                  </a:lnTo>
                  <a:lnTo>
                    <a:pt x="1335028" y="872054"/>
                  </a:lnTo>
                  <a:lnTo>
                    <a:pt x="1408788" y="910437"/>
                  </a:lnTo>
                  <a:lnTo>
                    <a:pt x="1482548" y="947945"/>
                  </a:lnTo>
                  <a:lnTo>
                    <a:pt x="1556308" y="984598"/>
                  </a:lnTo>
                  <a:lnTo>
                    <a:pt x="1630068" y="1020417"/>
                  </a:lnTo>
                  <a:lnTo>
                    <a:pt x="1703828" y="1055419"/>
                  </a:lnTo>
                  <a:lnTo>
                    <a:pt x="1777588" y="1089624"/>
                  </a:lnTo>
                  <a:lnTo>
                    <a:pt x="1851348" y="1123050"/>
                  </a:lnTo>
                  <a:lnTo>
                    <a:pt x="1925108" y="1155715"/>
                  </a:lnTo>
                  <a:lnTo>
                    <a:pt x="1998868" y="1187635"/>
                  </a:lnTo>
                  <a:lnTo>
                    <a:pt x="2072628" y="1218828"/>
                  </a:lnTo>
                  <a:lnTo>
                    <a:pt x="2146388" y="1249311"/>
                  </a:lnTo>
                  <a:lnTo>
                    <a:pt x="2220148" y="1279099"/>
                  </a:lnTo>
                  <a:lnTo>
                    <a:pt x="2293908" y="1308208"/>
                  </a:lnTo>
                  <a:lnTo>
                    <a:pt x="2367668" y="1336655"/>
                  </a:lnTo>
                  <a:lnTo>
                    <a:pt x="2441428" y="1364453"/>
                  </a:lnTo>
                  <a:lnTo>
                    <a:pt x="2515188" y="1391618"/>
                  </a:lnTo>
                  <a:lnTo>
                    <a:pt x="2588948" y="1418164"/>
                  </a:lnTo>
                  <a:lnTo>
                    <a:pt x="2662708" y="1444105"/>
                  </a:lnTo>
                  <a:lnTo>
                    <a:pt x="2736468" y="1469456"/>
                  </a:lnTo>
                  <a:lnTo>
                    <a:pt x="2810228" y="1494229"/>
                  </a:lnTo>
                  <a:lnTo>
                    <a:pt x="2883988" y="1518437"/>
                  </a:lnTo>
                  <a:lnTo>
                    <a:pt x="2957748" y="1542094"/>
                  </a:lnTo>
                  <a:lnTo>
                    <a:pt x="3031508" y="1565212"/>
                  </a:lnTo>
                  <a:lnTo>
                    <a:pt x="3105268" y="1587804"/>
                  </a:lnTo>
                  <a:lnTo>
                    <a:pt x="3179028" y="1609880"/>
                  </a:lnTo>
                  <a:lnTo>
                    <a:pt x="3252788" y="1631454"/>
                  </a:lnTo>
                  <a:lnTo>
                    <a:pt x="3326548" y="1652536"/>
                  </a:lnTo>
                  <a:lnTo>
                    <a:pt x="3400308" y="1673138"/>
                  </a:lnTo>
                  <a:lnTo>
                    <a:pt x="3474068" y="1693271"/>
                  </a:lnTo>
                  <a:lnTo>
                    <a:pt x="3547828" y="1712945"/>
                  </a:lnTo>
                  <a:lnTo>
                    <a:pt x="3621588" y="1732171"/>
                  </a:lnTo>
                  <a:lnTo>
                    <a:pt x="3695348" y="1750959"/>
                  </a:lnTo>
                  <a:lnTo>
                    <a:pt x="3769108" y="1769319"/>
                  </a:lnTo>
                  <a:lnTo>
                    <a:pt x="3842868" y="1787260"/>
                  </a:lnTo>
                  <a:lnTo>
                    <a:pt x="3916628" y="1804793"/>
                  </a:lnTo>
                  <a:lnTo>
                    <a:pt x="3990388" y="1821927"/>
                  </a:lnTo>
                  <a:lnTo>
                    <a:pt x="4064149" y="1838670"/>
                  </a:lnTo>
                  <a:lnTo>
                    <a:pt x="4137909" y="1855031"/>
                  </a:lnTo>
                  <a:lnTo>
                    <a:pt x="4211669" y="1871020"/>
                  </a:lnTo>
                  <a:lnTo>
                    <a:pt x="4285429" y="1886645"/>
                  </a:lnTo>
                  <a:lnTo>
                    <a:pt x="4359189" y="1901914"/>
                  </a:lnTo>
                  <a:lnTo>
                    <a:pt x="4432949" y="1916835"/>
                  </a:lnTo>
                  <a:lnTo>
                    <a:pt x="4506709" y="1931416"/>
                  </a:lnTo>
                  <a:lnTo>
                    <a:pt x="4580469" y="1945665"/>
                  </a:lnTo>
                  <a:lnTo>
                    <a:pt x="4654229" y="1959589"/>
                  </a:lnTo>
                  <a:lnTo>
                    <a:pt x="4727989" y="1973196"/>
                  </a:lnTo>
                  <a:lnTo>
                    <a:pt x="4801749" y="1986493"/>
                  </a:lnTo>
                  <a:lnTo>
                    <a:pt x="4875509" y="1999487"/>
                  </a:lnTo>
                  <a:lnTo>
                    <a:pt x="4949269" y="2012185"/>
                  </a:lnTo>
                  <a:lnTo>
                    <a:pt x="5023029" y="2024594"/>
                  </a:lnTo>
                  <a:lnTo>
                    <a:pt x="5096789" y="2036720"/>
                  </a:lnTo>
                  <a:lnTo>
                    <a:pt x="5170549" y="2048570"/>
                  </a:lnTo>
                  <a:lnTo>
                    <a:pt x="5244309" y="2060149"/>
                  </a:lnTo>
                  <a:lnTo>
                    <a:pt x="5318069" y="2071465"/>
                  </a:lnTo>
                  <a:lnTo>
                    <a:pt x="5391829" y="2082524"/>
                  </a:lnTo>
                  <a:lnTo>
                    <a:pt x="5465589" y="2093330"/>
                  </a:lnTo>
                  <a:lnTo>
                    <a:pt x="5539349" y="2103890"/>
                  </a:lnTo>
                  <a:lnTo>
                    <a:pt x="5613109" y="2114210"/>
                  </a:lnTo>
                  <a:lnTo>
                    <a:pt x="5686869" y="2124294"/>
                  </a:lnTo>
                  <a:lnTo>
                    <a:pt x="5760629" y="2134149"/>
                  </a:lnTo>
                  <a:lnTo>
                    <a:pt x="5834389" y="2143779"/>
                  </a:lnTo>
                  <a:lnTo>
                    <a:pt x="5908149" y="2153190"/>
                  </a:lnTo>
                  <a:lnTo>
                    <a:pt x="5981909" y="2162387"/>
                  </a:lnTo>
                  <a:lnTo>
                    <a:pt x="6055669" y="2171374"/>
                  </a:lnTo>
                  <a:lnTo>
                    <a:pt x="6129429" y="2180156"/>
                  </a:lnTo>
                  <a:lnTo>
                    <a:pt x="6203189" y="2188738"/>
                  </a:lnTo>
                  <a:lnTo>
                    <a:pt x="6276949" y="2197125"/>
                  </a:lnTo>
                  <a:lnTo>
                    <a:pt x="6350709" y="2205320"/>
                  </a:lnTo>
                  <a:lnTo>
                    <a:pt x="6424469" y="2213329"/>
                  </a:lnTo>
                  <a:lnTo>
                    <a:pt x="6498229" y="2221156"/>
                  </a:lnTo>
                  <a:lnTo>
                    <a:pt x="6571989" y="2228804"/>
                  </a:lnTo>
                  <a:lnTo>
                    <a:pt x="6645749" y="2236278"/>
                  </a:lnTo>
                  <a:lnTo>
                    <a:pt x="6719509" y="2243581"/>
                  </a:lnTo>
                  <a:lnTo>
                    <a:pt x="6793269" y="2250719"/>
                  </a:lnTo>
                  <a:lnTo>
                    <a:pt x="6867029" y="2257693"/>
                  </a:lnTo>
                  <a:lnTo>
                    <a:pt x="6940789" y="2264509"/>
                  </a:lnTo>
                  <a:lnTo>
                    <a:pt x="7014550" y="2271170"/>
                  </a:lnTo>
                  <a:lnTo>
                    <a:pt x="7088310" y="2277678"/>
                  </a:lnTo>
                  <a:lnTo>
                    <a:pt x="7162070" y="2284039"/>
                  </a:lnTo>
                  <a:lnTo>
                    <a:pt x="7235830" y="22902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2026-05-27T10:00:50Z</dcterms:modified>
  <cp:category/>
</cp:coreProperties>
</file>