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46577"/>
            </a:xfrm>
            <a:custGeom>
              <a:avLst/>
              <a:pathLst>
                <a:path w="7235830" h="3346577">
                  <a:moveTo>
                    <a:pt x="434112" y="0"/>
                  </a:moveTo>
                  <a:lnTo>
                    <a:pt x="449907" y="26430"/>
                  </a:lnTo>
                  <a:lnTo>
                    <a:pt x="523667" y="145599"/>
                  </a:lnTo>
                  <a:lnTo>
                    <a:pt x="597427" y="260659"/>
                  </a:lnTo>
                  <a:lnTo>
                    <a:pt x="671187" y="371754"/>
                  </a:lnTo>
                  <a:lnTo>
                    <a:pt x="744947" y="479019"/>
                  </a:lnTo>
                  <a:lnTo>
                    <a:pt x="818707" y="582588"/>
                  </a:lnTo>
                  <a:lnTo>
                    <a:pt x="892467" y="682586"/>
                  </a:lnTo>
                  <a:lnTo>
                    <a:pt x="966227" y="779137"/>
                  </a:lnTo>
                  <a:lnTo>
                    <a:pt x="1039987" y="872361"/>
                  </a:lnTo>
                  <a:lnTo>
                    <a:pt x="1113747" y="962371"/>
                  </a:lnTo>
                  <a:lnTo>
                    <a:pt x="1187508" y="1049279"/>
                  </a:lnTo>
                  <a:lnTo>
                    <a:pt x="1261268" y="1133191"/>
                  </a:lnTo>
                  <a:lnTo>
                    <a:pt x="1335028" y="1214211"/>
                  </a:lnTo>
                  <a:lnTo>
                    <a:pt x="1408788" y="1292438"/>
                  </a:lnTo>
                  <a:lnTo>
                    <a:pt x="1482548" y="1367969"/>
                  </a:lnTo>
                  <a:lnTo>
                    <a:pt x="1556308" y="1440897"/>
                  </a:lnTo>
                  <a:lnTo>
                    <a:pt x="1630068" y="1511311"/>
                  </a:lnTo>
                  <a:lnTo>
                    <a:pt x="1703828" y="1579297"/>
                  </a:lnTo>
                  <a:lnTo>
                    <a:pt x="1777588" y="1644941"/>
                  </a:lnTo>
                  <a:lnTo>
                    <a:pt x="1851348" y="1708321"/>
                  </a:lnTo>
                  <a:lnTo>
                    <a:pt x="1925108" y="1769517"/>
                  </a:lnTo>
                  <a:lnTo>
                    <a:pt x="1998868" y="1828604"/>
                  </a:lnTo>
                  <a:lnTo>
                    <a:pt x="2072628" y="1885654"/>
                  </a:lnTo>
                  <a:lnTo>
                    <a:pt x="2146388" y="1940738"/>
                  </a:lnTo>
                  <a:lnTo>
                    <a:pt x="2220148" y="1993923"/>
                  </a:lnTo>
                  <a:lnTo>
                    <a:pt x="2293908" y="2045275"/>
                  </a:lnTo>
                  <a:lnTo>
                    <a:pt x="2367668" y="2094857"/>
                  </a:lnTo>
                  <a:lnTo>
                    <a:pt x="2441428" y="2142729"/>
                  </a:lnTo>
                  <a:lnTo>
                    <a:pt x="2515188" y="2188952"/>
                  </a:lnTo>
                  <a:lnTo>
                    <a:pt x="2588948" y="2233582"/>
                  </a:lnTo>
                  <a:lnTo>
                    <a:pt x="2662708" y="2276673"/>
                  </a:lnTo>
                  <a:lnTo>
                    <a:pt x="2736468" y="2318279"/>
                  </a:lnTo>
                  <a:lnTo>
                    <a:pt x="2810228" y="2358451"/>
                  </a:lnTo>
                  <a:lnTo>
                    <a:pt x="2883988" y="2397238"/>
                  </a:lnTo>
                  <a:lnTo>
                    <a:pt x="2957748" y="2434688"/>
                  </a:lnTo>
                  <a:lnTo>
                    <a:pt x="3031508" y="2470847"/>
                  </a:lnTo>
                  <a:lnTo>
                    <a:pt x="3105268" y="2505760"/>
                  </a:lnTo>
                  <a:lnTo>
                    <a:pt x="3179028" y="2539470"/>
                  </a:lnTo>
                  <a:lnTo>
                    <a:pt x="3252788" y="2572018"/>
                  </a:lnTo>
                  <a:lnTo>
                    <a:pt x="3326548" y="2603444"/>
                  </a:lnTo>
                  <a:lnTo>
                    <a:pt x="3400308" y="2633786"/>
                  </a:lnTo>
                  <a:lnTo>
                    <a:pt x="3474068" y="2657056"/>
                  </a:lnTo>
                  <a:lnTo>
                    <a:pt x="3547828" y="2666111"/>
                  </a:lnTo>
                  <a:lnTo>
                    <a:pt x="3621588" y="2675066"/>
                  </a:lnTo>
                  <a:lnTo>
                    <a:pt x="3695348" y="2683923"/>
                  </a:lnTo>
                  <a:lnTo>
                    <a:pt x="3769108" y="2692684"/>
                  </a:lnTo>
                  <a:lnTo>
                    <a:pt x="3842868" y="2701348"/>
                  </a:lnTo>
                  <a:lnTo>
                    <a:pt x="3916628" y="2709917"/>
                  </a:lnTo>
                  <a:lnTo>
                    <a:pt x="3990388" y="2718393"/>
                  </a:lnTo>
                  <a:lnTo>
                    <a:pt x="4064149" y="2726776"/>
                  </a:lnTo>
                  <a:lnTo>
                    <a:pt x="4137909" y="2735067"/>
                  </a:lnTo>
                  <a:lnTo>
                    <a:pt x="4211669" y="2743267"/>
                  </a:lnTo>
                  <a:lnTo>
                    <a:pt x="4285429" y="2751377"/>
                  </a:lnTo>
                  <a:lnTo>
                    <a:pt x="4359189" y="2759399"/>
                  </a:lnTo>
                  <a:lnTo>
                    <a:pt x="4432949" y="2767332"/>
                  </a:lnTo>
                  <a:lnTo>
                    <a:pt x="4506709" y="2775179"/>
                  </a:lnTo>
                  <a:lnTo>
                    <a:pt x="4580469" y="2782940"/>
                  </a:lnTo>
                  <a:lnTo>
                    <a:pt x="4654229" y="2790616"/>
                  </a:lnTo>
                  <a:lnTo>
                    <a:pt x="4727989" y="2798207"/>
                  </a:lnTo>
                  <a:lnTo>
                    <a:pt x="4801749" y="2805716"/>
                  </a:lnTo>
                  <a:lnTo>
                    <a:pt x="4875509" y="2813142"/>
                  </a:lnTo>
                  <a:lnTo>
                    <a:pt x="4949269" y="2820487"/>
                  </a:lnTo>
                  <a:lnTo>
                    <a:pt x="5023029" y="2827752"/>
                  </a:lnTo>
                  <a:lnTo>
                    <a:pt x="5096789" y="2834937"/>
                  </a:lnTo>
                  <a:lnTo>
                    <a:pt x="5170549" y="2842043"/>
                  </a:lnTo>
                  <a:lnTo>
                    <a:pt x="5244309" y="2849071"/>
                  </a:lnTo>
                  <a:lnTo>
                    <a:pt x="5318069" y="2856023"/>
                  </a:lnTo>
                  <a:lnTo>
                    <a:pt x="5391829" y="2862898"/>
                  </a:lnTo>
                  <a:lnTo>
                    <a:pt x="5465589" y="2869698"/>
                  </a:lnTo>
                  <a:lnTo>
                    <a:pt x="5539349" y="2876424"/>
                  </a:lnTo>
                  <a:lnTo>
                    <a:pt x="5613109" y="2883076"/>
                  </a:lnTo>
                  <a:lnTo>
                    <a:pt x="5686869" y="2889655"/>
                  </a:lnTo>
                  <a:lnTo>
                    <a:pt x="5760629" y="2896162"/>
                  </a:lnTo>
                  <a:lnTo>
                    <a:pt x="5834389" y="2902597"/>
                  </a:lnTo>
                  <a:lnTo>
                    <a:pt x="5908149" y="2908963"/>
                  </a:lnTo>
                  <a:lnTo>
                    <a:pt x="5981909" y="2915258"/>
                  </a:lnTo>
                  <a:lnTo>
                    <a:pt x="6055669" y="2921485"/>
                  </a:lnTo>
                  <a:lnTo>
                    <a:pt x="6129429" y="2927643"/>
                  </a:lnTo>
                  <a:lnTo>
                    <a:pt x="6203189" y="2933734"/>
                  </a:lnTo>
                  <a:lnTo>
                    <a:pt x="6276949" y="2939758"/>
                  </a:lnTo>
                  <a:lnTo>
                    <a:pt x="6350709" y="2945716"/>
                  </a:lnTo>
                  <a:lnTo>
                    <a:pt x="6424469" y="2951609"/>
                  </a:lnTo>
                  <a:lnTo>
                    <a:pt x="6498229" y="2957437"/>
                  </a:lnTo>
                  <a:lnTo>
                    <a:pt x="6571989" y="2963202"/>
                  </a:lnTo>
                  <a:lnTo>
                    <a:pt x="6645749" y="2968903"/>
                  </a:lnTo>
                  <a:lnTo>
                    <a:pt x="6719509" y="2974542"/>
                  </a:lnTo>
                  <a:lnTo>
                    <a:pt x="6793269" y="2980120"/>
                  </a:lnTo>
                  <a:lnTo>
                    <a:pt x="6867029" y="2985636"/>
                  </a:lnTo>
                  <a:lnTo>
                    <a:pt x="6940789" y="2991091"/>
                  </a:lnTo>
                  <a:lnTo>
                    <a:pt x="7014550" y="2996487"/>
                  </a:lnTo>
                  <a:lnTo>
                    <a:pt x="7088310" y="3001824"/>
                  </a:lnTo>
                  <a:lnTo>
                    <a:pt x="7162070" y="3007103"/>
                  </a:lnTo>
                  <a:lnTo>
                    <a:pt x="7235830" y="3012323"/>
                  </a:lnTo>
                  <a:lnTo>
                    <a:pt x="7235830" y="3346577"/>
                  </a:lnTo>
                  <a:lnTo>
                    <a:pt x="7162070" y="3341681"/>
                  </a:lnTo>
                  <a:lnTo>
                    <a:pt x="7088310" y="3336609"/>
                  </a:lnTo>
                  <a:lnTo>
                    <a:pt x="7014550" y="3331356"/>
                  </a:lnTo>
                  <a:lnTo>
                    <a:pt x="6940789" y="3325916"/>
                  </a:lnTo>
                  <a:lnTo>
                    <a:pt x="6867029" y="3320282"/>
                  </a:lnTo>
                  <a:lnTo>
                    <a:pt x="6793269" y="3314446"/>
                  </a:lnTo>
                  <a:lnTo>
                    <a:pt x="6719509" y="3308403"/>
                  </a:lnTo>
                  <a:lnTo>
                    <a:pt x="6645749" y="3302143"/>
                  </a:lnTo>
                  <a:lnTo>
                    <a:pt x="6571989" y="3295660"/>
                  </a:lnTo>
                  <a:lnTo>
                    <a:pt x="6498229" y="3288945"/>
                  </a:lnTo>
                  <a:lnTo>
                    <a:pt x="6424469" y="3281991"/>
                  </a:lnTo>
                  <a:lnTo>
                    <a:pt x="6350709" y="3274789"/>
                  </a:lnTo>
                  <a:lnTo>
                    <a:pt x="6276949" y="3267329"/>
                  </a:lnTo>
                  <a:lnTo>
                    <a:pt x="6203189" y="3259603"/>
                  </a:lnTo>
                  <a:lnTo>
                    <a:pt x="6129429" y="3251602"/>
                  </a:lnTo>
                  <a:lnTo>
                    <a:pt x="6055669" y="3243314"/>
                  </a:lnTo>
                  <a:lnTo>
                    <a:pt x="5981909" y="3234731"/>
                  </a:lnTo>
                  <a:lnTo>
                    <a:pt x="5908149" y="3225842"/>
                  </a:lnTo>
                  <a:lnTo>
                    <a:pt x="5834389" y="3216635"/>
                  </a:lnTo>
                  <a:lnTo>
                    <a:pt x="5760629" y="3207099"/>
                  </a:lnTo>
                  <a:lnTo>
                    <a:pt x="5686869" y="3197223"/>
                  </a:lnTo>
                  <a:lnTo>
                    <a:pt x="5613109" y="3186995"/>
                  </a:lnTo>
                  <a:lnTo>
                    <a:pt x="5539349" y="3176401"/>
                  </a:lnTo>
                  <a:lnTo>
                    <a:pt x="5465589" y="3165429"/>
                  </a:lnTo>
                  <a:lnTo>
                    <a:pt x="5391829" y="3154065"/>
                  </a:lnTo>
                  <a:lnTo>
                    <a:pt x="5318069" y="3142296"/>
                  </a:lnTo>
                  <a:lnTo>
                    <a:pt x="5244309" y="3130107"/>
                  </a:lnTo>
                  <a:lnTo>
                    <a:pt x="5170549" y="3117482"/>
                  </a:lnTo>
                  <a:lnTo>
                    <a:pt x="5096789" y="3104407"/>
                  </a:lnTo>
                  <a:lnTo>
                    <a:pt x="5023029" y="3090865"/>
                  </a:lnTo>
                  <a:lnTo>
                    <a:pt x="4949269" y="3076840"/>
                  </a:lnTo>
                  <a:lnTo>
                    <a:pt x="4875509" y="3062314"/>
                  </a:lnTo>
                  <a:lnTo>
                    <a:pt x="4801749" y="3047269"/>
                  </a:lnTo>
                  <a:lnTo>
                    <a:pt x="4727989" y="3031687"/>
                  </a:lnTo>
                  <a:lnTo>
                    <a:pt x="4654229" y="3015549"/>
                  </a:lnTo>
                  <a:lnTo>
                    <a:pt x="4580469" y="2998835"/>
                  </a:lnTo>
                  <a:lnTo>
                    <a:pt x="4506709" y="2981524"/>
                  </a:lnTo>
                  <a:lnTo>
                    <a:pt x="4432949" y="2963595"/>
                  </a:lnTo>
                  <a:lnTo>
                    <a:pt x="4359189" y="2945027"/>
                  </a:lnTo>
                  <a:lnTo>
                    <a:pt x="4285429" y="2925795"/>
                  </a:lnTo>
                  <a:lnTo>
                    <a:pt x="4211669" y="2905877"/>
                  </a:lnTo>
                  <a:lnTo>
                    <a:pt x="4137909" y="2885247"/>
                  </a:lnTo>
                  <a:lnTo>
                    <a:pt x="4064149" y="2863882"/>
                  </a:lnTo>
                  <a:lnTo>
                    <a:pt x="3990388" y="2841753"/>
                  </a:lnTo>
                  <a:lnTo>
                    <a:pt x="3916628" y="2818835"/>
                  </a:lnTo>
                  <a:lnTo>
                    <a:pt x="3842868" y="2795098"/>
                  </a:lnTo>
                  <a:lnTo>
                    <a:pt x="3769108" y="2770514"/>
                  </a:lnTo>
                  <a:lnTo>
                    <a:pt x="3695348" y="2745052"/>
                  </a:lnTo>
                  <a:lnTo>
                    <a:pt x="3621588" y="2718682"/>
                  </a:lnTo>
                  <a:lnTo>
                    <a:pt x="3547828" y="2691370"/>
                  </a:lnTo>
                  <a:lnTo>
                    <a:pt x="3474068" y="2663083"/>
                  </a:lnTo>
                  <a:lnTo>
                    <a:pt x="3400308" y="2647901"/>
                  </a:lnTo>
                  <a:lnTo>
                    <a:pt x="3326548" y="2638645"/>
                  </a:lnTo>
                  <a:lnTo>
                    <a:pt x="3252788" y="2629286"/>
                  </a:lnTo>
                  <a:lnTo>
                    <a:pt x="3179028" y="2619824"/>
                  </a:lnTo>
                  <a:lnTo>
                    <a:pt x="3105268" y="2610257"/>
                  </a:lnTo>
                  <a:lnTo>
                    <a:pt x="3031508" y="2600584"/>
                  </a:lnTo>
                  <a:lnTo>
                    <a:pt x="2957748" y="2590803"/>
                  </a:lnTo>
                  <a:lnTo>
                    <a:pt x="2883988" y="2580915"/>
                  </a:lnTo>
                  <a:lnTo>
                    <a:pt x="2810228" y="2570917"/>
                  </a:lnTo>
                  <a:lnTo>
                    <a:pt x="2736468" y="2560808"/>
                  </a:lnTo>
                  <a:lnTo>
                    <a:pt x="2662708" y="2550587"/>
                  </a:lnTo>
                  <a:lnTo>
                    <a:pt x="2588948" y="2540253"/>
                  </a:lnTo>
                  <a:lnTo>
                    <a:pt x="2515188" y="2529805"/>
                  </a:lnTo>
                  <a:lnTo>
                    <a:pt x="2441428" y="2519241"/>
                  </a:lnTo>
                  <a:lnTo>
                    <a:pt x="2367668" y="2508560"/>
                  </a:lnTo>
                  <a:lnTo>
                    <a:pt x="2293908" y="2497761"/>
                  </a:lnTo>
                  <a:lnTo>
                    <a:pt x="2220148" y="2486842"/>
                  </a:lnTo>
                  <a:lnTo>
                    <a:pt x="2146388" y="2475802"/>
                  </a:lnTo>
                  <a:lnTo>
                    <a:pt x="2072628" y="2464640"/>
                  </a:lnTo>
                  <a:lnTo>
                    <a:pt x="1998868" y="2453354"/>
                  </a:lnTo>
                  <a:lnTo>
                    <a:pt x="1925108" y="2441944"/>
                  </a:lnTo>
                  <a:lnTo>
                    <a:pt x="1851348" y="2430407"/>
                  </a:lnTo>
                  <a:lnTo>
                    <a:pt x="1777588" y="2418742"/>
                  </a:lnTo>
                  <a:lnTo>
                    <a:pt x="1703828" y="2406948"/>
                  </a:lnTo>
                  <a:lnTo>
                    <a:pt x="1630068" y="2395023"/>
                  </a:lnTo>
                  <a:lnTo>
                    <a:pt x="1556308" y="2382967"/>
                  </a:lnTo>
                  <a:lnTo>
                    <a:pt x="1482548" y="2370777"/>
                  </a:lnTo>
                  <a:lnTo>
                    <a:pt x="1408788" y="2358452"/>
                  </a:lnTo>
                  <a:lnTo>
                    <a:pt x="1335028" y="2345990"/>
                  </a:lnTo>
                  <a:lnTo>
                    <a:pt x="1261268" y="2333390"/>
                  </a:lnTo>
                  <a:lnTo>
                    <a:pt x="1187508" y="2320651"/>
                  </a:lnTo>
                  <a:lnTo>
                    <a:pt x="1113747" y="2307771"/>
                  </a:lnTo>
                  <a:lnTo>
                    <a:pt x="1039987" y="2294748"/>
                  </a:lnTo>
                  <a:lnTo>
                    <a:pt x="966227" y="2281581"/>
                  </a:lnTo>
                  <a:lnTo>
                    <a:pt x="892467" y="2268268"/>
                  </a:lnTo>
                  <a:lnTo>
                    <a:pt x="818707" y="2254808"/>
                  </a:lnTo>
                  <a:lnTo>
                    <a:pt x="744947" y="2241199"/>
                  </a:lnTo>
                  <a:lnTo>
                    <a:pt x="671187" y="2227438"/>
                  </a:lnTo>
                  <a:lnTo>
                    <a:pt x="597427" y="2213526"/>
                  </a:lnTo>
                  <a:lnTo>
                    <a:pt x="523667" y="2199459"/>
                  </a:lnTo>
                  <a:lnTo>
                    <a:pt x="449907" y="2185237"/>
                  </a:lnTo>
                  <a:lnTo>
                    <a:pt x="376147" y="2170857"/>
                  </a:lnTo>
                  <a:lnTo>
                    <a:pt x="302387" y="2156318"/>
                  </a:lnTo>
                  <a:lnTo>
                    <a:pt x="228627" y="2141618"/>
                  </a:lnTo>
                  <a:lnTo>
                    <a:pt x="154867" y="2126755"/>
                  </a:lnTo>
                  <a:lnTo>
                    <a:pt x="81107" y="2111728"/>
                  </a:lnTo>
                  <a:lnTo>
                    <a:pt x="7347" y="2096534"/>
                  </a:lnTo>
                  <a:lnTo>
                    <a:pt x="0" y="20950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51629" y="2073503"/>
              <a:ext cx="6801718" cy="3012323"/>
            </a:xfrm>
            <a:custGeom>
              <a:avLst/>
              <a:pathLst>
                <a:path w="6801718" h="3012323">
                  <a:moveTo>
                    <a:pt x="0" y="0"/>
                  </a:moveTo>
                  <a:lnTo>
                    <a:pt x="15795" y="26430"/>
                  </a:lnTo>
                  <a:lnTo>
                    <a:pt x="89555" y="145599"/>
                  </a:lnTo>
                  <a:lnTo>
                    <a:pt x="163315" y="260659"/>
                  </a:lnTo>
                  <a:lnTo>
                    <a:pt x="237075" y="371754"/>
                  </a:lnTo>
                  <a:lnTo>
                    <a:pt x="310835" y="479019"/>
                  </a:lnTo>
                  <a:lnTo>
                    <a:pt x="384595" y="582588"/>
                  </a:lnTo>
                  <a:lnTo>
                    <a:pt x="458355" y="682586"/>
                  </a:lnTo>
                  <a:lnTo>
                    <a:pt x="532115" y="779137"/>
                  </a:lnTo>
                  <a:lnTo>
                    <a:pt x="605875" y="872361"/>
                  </a:lnTo>
                  <a:lnTo>
                    <a:pt x="679635" y="962371"/>
                  </a:lnTo>
                  <a:lnTo>
                    <a:pt x="753396" y="1049279"/>
                  </a:lnTo>
                  <a:lnTo>
                    <a:pt x="827156" y="1133191"/>
                  </a:lnTo>
                  <a:lnTo>
                    <a:pt x="900916" y="1214211"/>
                  </a:lnTo>
                  <a:lnTo>
                    <a:pt x="974676" y="1292438"/>
                  </a:lnTo>
                  <a:lnTo>
                    <a:pt x="1048436" y="1367969"/>
                  </a:lnTo>
                  <a:lnTo>
                    <a:pt x="1122196" y="1440897"/>
                  </a:lnTo>
                  <a:lnTo>
                    <a:pt x="1195956" y="1511311"/>
                  </a:lnTo>
                  <a:lnTo>
                    <a:pt x="1269716" y="1579297"/>
                  </a:lnTo>
                  <a:lnTo>
                    <a:pt x="1343476" y="1644941"/>
                  </a:lnTo>
                  <a:lnTo>
                    <a:pt x="1417236" y="1708321"/>
                  </a:lnTo>
                  <a:lnTo>
                    <a:pt x="1490996" y="1769517"/>
                  </a:lnTo>
                  <a:lnTo>
                    <a:pt x="1564756" y="1828604"/>
                  </a:lnTo>
                  <a:lnTo>
                    <a:pt x="1638516" y="1885654"/>
                  </a:lnTo>
                  <a:lnTo>
                    <a:pt x="1712276" y="1940738"/>
                  </a:lnTo>
                  <a:lnTo>
                    <a:pt x="1786036" y="1993923"/>
                  </a:lnTo>
                  <a:lnTo>
                    <a:pt x="1859796" y="2045275"/>
                  </a:lnTo>
                  <a:lnTo>
                    <a:pt x="1933556" y="2094857"/>
                  </a:lnTo>
                  <a:lnTo>
                    <a:pt x="2007316" y="2142729"/>
                  </a:lnTo>
                  <a:lnTo>
                    <a:pt x="2081076" y="2188952"/>
                  </a:lnTo>
                  <a:lnTo>
                    <a:pt x="2154836" y="2233582"/>
                  </a:lnTo>
                  <a:lnTo>
                    <a:pt x="2228596" y="2276673"/>
                  </a:lnTo>
                  <a:lnTo>
                    <a:pt x="2302356" y="2318279"/>
                  </a:lnTo>
                  <a:lnTo>
                    <a:pt x="2376116" y="2358451"/>
                  </a:lnTo>
                  <a:lnTo>
                    <a:pt x="2449876" y="2397238"/>
                  </a:lnTo>
                  <a:lnTo>
                    <a:pt x="2523636" y="2434688"/>
                  </a:lnTo>
                  <a:lnTo>
                    <a:pt x="2597396" y="2470847"/>
                  </a:lnTo>
                  <a:lnTo>
                    <a:pt x="2671156" y="2505760"/>
                  </a:lnTo>
                  <a:lnTo>
                    <a:pt x="2744916" y="2539470"/>
                  </a:lnTo>
                  <a:lnTo>
                    <a:pt x="2818676" y="2572018"/>
                  </a:lnTo>
                  <a:lnTo>
                    <a:pt x="2892436" y="2603444"/>
                  </a:lnTo>
                  <a:lnTo>
                    <a:pt x="2966196" y="2633786"/>
                  </a:lnTo>
                  <a:lnTo>
                    <a:pt x="3039956" y="2657056"/>
                  </a:lnTo>
                  <a:lnTo>
                    <a:pt x="3113716" y="2666111"/>
                  </a:lnTo>
                  <a:lnTo>
                    <a:pt x="3187476" y="2675066"/>
                  </a:lnTo>
                  <a:lnTo>
                    <a:pt x="3261236" y="2683923"/>
                  </a:lnTo>
                  <a:lnTo>
                    <a:pt x="3334996" y="2692684"/>
                  </a:lnTo>
                  <a:lnTo>
                    <a:pt x="3408756" y="2701348"/>
                  </a:lnTo>
                  <a:lnTo>
                    <a:pt x="3482516" y="2709917"/>
                  </a:lnTo>
                  <a:lnTo>
                    <a:pt x="3556276" y="2718393"/>
                  </a:lnTo>
                  <a:lnTo>
                    <a:pt x="3630037" y="2726776"/>
                  </a:lnTo>
                  <a:lnTo>
                    <a:pt x="3703797" y="2735067"/>
                  </a:lnTo>
                  <a:lnTo>
                    <a:pt x="3777557" y="2743267"/>
                  </a:lnTo>
                  <a:lnTo>
                    <a:pt x="3851317" y="2751377"/>
                  </a:lnTo>
                  <a:lnTo>
                    <a:pt x="3925077" y="2759399"/>
                  </a:lnTo>
                  <a:lnTo>
                    <a:pt x="3998837" y="2767332"/>
                  </a:lnTo>
                  <a:lnTo>
                    <a:pt x="4072597" y="2775179"/>
                  </a:lnTo>
                  <a:lnTo>
                    <a:pt x="4146357" y="2782940"/>
                  </a:lnTo>
                  <a:lnTo>
                    <a:pt x="4220117" y="2790616"/>
                  </a:lnTo>
                  <a:lnTo>
                    <a:pt x="4293877" y="2798207"/>
                  </a:lnTo>
                  <a:lnTo>
                    <a:pt x="4367637" y="2805716"/>
                  </a:lnTo>
                  <a:lnTo>
                    <a:pt x="4441397" y="2813142"/>
                  </a:lnTo>
                  <a:lnTo>
                    <a:pt x="4515157" y="2820487"/>
                  </a:lnTo>
                  <a:lnTo>
                    <a:pt x="4588917" y="2827752"/>
                  </a:lnTo>
                  <a:lnTo>
                    <a:pt x="4662677" y="2834937"/>
                  </a:lnTo>
                  <a:lnTo>
                    <a:pt x="4736437" y="2842043"/>
                  </a:lnTo>
                  <a:lnTo>
                    <a:pt x="4810197" y="2849071"/>
                  </a:lnTo>
                  <a:lnTo>
                    <a:pt x="4883957" y="2856023"/>
                  </a:lnTo>
                  <a:lnTo>
                    <a:pt x="4957717" y="2862898"/>
                  </a:lnTo>
                  <a:lnTo>
                    <a:pt x="5031477" y="2869698"/>
                  </a:lnTo>
                  <a:lnTo>
                    <a:pt x="5105237" y="2876424"/>
                  </a:lnTo>
                  <a:lnTo>
                    <a:pt x="5178997" y="2883076"/>
                  </a:lnTo>
                  <a:lnTo>
                    <a:pt x="5252757" y="2889655"/>
                  </a:lnTo>
                  <a:lnTo>
                    <a:pt x="5326517" y="2896162"/>
                  </a:lnTo>
                  <a:lnTo>
                    <a:pt x="5400277" y="2902597"/>
                  </a:lnTo>
                  <a:lnTo>
                    <a:pt x="5474037" y="2908963"/>
                  </a:lnTo>
                  <a:lnTo>
                    <a:pt x="5547797" y="2915258"/>
                  </a:lnTo>
                  <a:lnTo>
                    <a:pt x="5621557" y="2921485"/>
                  </a:lnTo>
                  <a:lnTo>
                    <a:pt x="5695317" y="2927643"/>
                  </a:lnTo>
                  <a:lnTo>
                    <a:pt x="5769077" y="2933734"/>
                  </a:lnTo>
                  <a:lnTo>
                    <a:pt x="5842837" y="2939758"/>
                  </a:lnTo>
                  <a:lnTo>
                    <a:pt x="5916597" y="2945716"/>
                  </a:lnTo>
                  <a:lnTo>
                    <a:pt x="5990357" y="2951609"/>
                  </a:lnTo>
                  <a:lnTo>
                    <a:pt x="6064117" y="2957437"/>
                  </a:lnTo>
                  <a:lnTo>
                    <a:pt x="6137877" y="2963202"/>
                  </a:lnTo>
                  <a:lnTo>
                    <a:pt x="6211637" y="2968903"/>
                  </a:lnTo>
                  <a:lnTo>
                    <a:pt x="6285397" y="2974542"/>
                  </a:lnTo>
                  <a:lnTo>
                    <a:pt x="6359157" y="2980120"/>
                  </a:lnTo>
                  <a:lnTo>
                    <a:pt x="6432917" y="2985636"/>
                  </a:lnTo>
                  <a:lnTo>
                    <a:pt x="6506677" y="2991091"/>
                  </a:lnTo>
                  <a:lnTo>
                    <a:pt x="6580438" y="2996487"/>
                  </a:lnTo>
                  <a:lnTo>
                    <a:pt x="6654198" y="3001824"/>
                  </a:lnTo>
                  <a:lnTo>
                    <a:pt x="6727958" y="3007103"/>
                  </a:lnTo>
                  <a:lnTo>
                    <a:pt x="6801718" y="3012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68507"/>
              <a:ext cx="7235830" cy="1251573"/>
            </a:xfrm>
            <a:custGeom>
              <a:avLst/>
              <a:pathLst>
                <a:path w="7235830" h="1251573">
                  <a:moveTo>
                    <a:pt x="7235830" y="1251573"/>
                  </a:moveTo>
                  <a:lnTo>
                    <a:pt x="7162070" y="1246676"/>
                  </a:lnTo>
                  <a:lnTo>
                    <a:pt x="7088310" y="1241605"/>
                  </a:lnTo>
                  <a:lnTo>
                    <a:pt x="7014550" y="1236352"/>
                  </a:lnTo>
                  <a:lnTo>
                    <a:pt x="6940789" y="1230912"/>
                  </a:lnTo>
                  <a:lnTo>
                    <a:pt x="6867029" y="1225278"/>
                  </a:lnTo>
                  <a:lnTo>
                    <a:pt x="6793269" y="1219442"/>
                  </a:lnTo>
                  <a:lnTo>
                    <a:pt x="6719509" y="1213398"/>
                  </a:lnTo>
                  <a:lnTo>
                    <a:pt x="6645749" y="1207139"/>
                  </a:lnTo>
                  <a:lnTo>
                    <a:pt x="6571989" y="1200656"/>
                  </a:lnTo>
                  <a:lnTo>
                    <a:pt x="6498229" y="1193941"/>
                  </a:lnTo>
                  <a:lnTo>
                    <a:pt x="6424469" y="1186987"/>
                  </a:lnTo>
                  <a:lnTo>
                    <a:pt x="6350709" y="1179785"/>
                  </a:lnTo>
                  <a:lnTo>
                    <a:pt x="6276949" y="1172325"/>
                  </a:lnTo>
                  <a:lnTo>
                    <a:pt x="6203189" y="1164599"/>
                  </a:lnTo>
                  <a:lnTo>
                    <a:pt x="6129429" y="1156597"/>
                  </a:lnTo>
                  <a:lnTo>
                    <a:pt x="6055669" y="1148310"/>
                  </a:lnTo>
                  <a:lnTo>
                    <a:pt x="5981909" y="1139727"/>
                  </a:lnTo>
                  <a:lnTo>
                    <a:pt x="5908149" y="1130837"/>
                  </a:lnTo>
                  <a:lnTo>
                    <a:pt x="5834389" y="1121631"/>
                  </a:lnTo>
                  <a:lnTo>
                    <a:pt x="5760629" y="1112095"/>
                  </a:lnTo>
                  <a:lnTo>
                    <a:pt x="5686869" y="1102219"/>
                  </a:lnTo>
                  <a:lnTo>
                    <a:pt x="5613109" y="1091990"/>
                  </a:lnTo>
                  <a:lnTo>
                    <a:pt x="5539349" y="1081397"/>
                  </a:lnTo>
                  <a:lnTo>
                    <a:pt x="5465589" y="1070425"/>
                  </a:lnTo>
                  <a:lnTo>
                    <a:pt x="5391829" y="1059061"/>
                  </a:lnTo>
                  <a:lnTo>
                    <a:pt x="5318069" y="1047292"/>
                  </a:lnTo>
                  <a:lnTo>
                    <a:pt x="5244309" y="1035103"/>
                  </a:lnTo>
                  <a:lnTo>
                    <a:pt x="5170549" y="1022478"/>
                  </a:lnTo>
                  <a:lnTo>
                    <a:pt x="5096789" y="1009403"/>
                  </a:lnTo>
                  <a:lnTo>
                    <a:pt x="5023029" y="995861"/>
                  </a:lnTo>
                  <a:lnTo>
                    <a:pt x="4949269" y="981835"/>
                  </a:lnTo>
                  <a:lnTo>
                    <a:pt x="4875509" y="967309"/>
                  </a:lnTo>
                  <a:lnTo>
                    <a:pt x="4801749" y="952265"/>
                  </a:lnTo>
                  <a:lnTo>
                    <a:pt x="4727989" y="936683"/>
                  </a:lnTo>
                  <a:lnTo>
                    <a:pt x="4654229" y="920545"/>
                  </a:lnTo>
                  <a:lnTo>
                    <a:pt x="4580469" y="903831"/>
                  </a:lnTo>
                  <a:lnTo>
                    <a:pt x="4506709" y="886520"/>
                  </a:lnTo>
                  <a:lnTo>
                    <a:pt x="4432949" y="868591"/>
                  </a:lnTo>
                  <a:lnTo>
                    <a:pt x="4359189" y="850022"/>
                  </a:lnTo>
                  <a:lnTo>
                    <a:pt x="4285429" y="830791"/>
                  </a:lnTo>
                  <a:lnTo>
                    <a:pt x="4211669" y="810872"/>
                  </a:lnTo>
                  <a:lnTo>
                    <a:pt x="4137909" y="790243"/>
                  </a:lnTo>
                  <a:lnTo>
                    <a:pt x="4064149" y="768877"/>
                  </a:lnTo>
                  <a:lnTo>
                    <a:pt x="3990388" y="746749"/>
                  </a:lnTo>
                  <a:lnTo>
                    <a:pt x="3916628" y="723830"/>
                  </a:lnTo>
                  <a:lnTo>
                    <a:pt x="3842868" y="700094"/>
                  </a:lnTo>
                  <a:lnTo>
                    <a:pt x="3769108" y="675510"/>
                  </a:lnTo>
                  <a:lnTo>
                    <a:pt x="3695348" y="650048"/>
                  </a:lnTo>
                  <a:lnTo>
                    <a:pt x="3621588" y="623678"/>
                  </a:lnTo>
                  <a:lnTo>
                    <a:pt x="3547828" y="596366"/>
                  </a:lnTo>
                  <a:lnTo>
                    <a:pt x="3474068" y="568079"/>
                  </a:lnTo>
                  <a:lnTo>
                    <a:pt x="3400308" y="552897"/>
                  </a:lnTo>
                  <a:lnTo>
                    <a:pt x="3326548" y="543641"/>
                  </a:lnTo>
                  <a:lnTo>
                    <a:pt x="3252788" y="534282"/>
                  </a:lnTo>
                  <a:lnTo>
                    <a:pt x="3179028" y="524820"/>
                  </a:lnTo>
                  <a:lnTo>
                    <a:pt x="3105268" y="515252"/>
                  </a:lnTo>
                  <a:lnTo>
                    <a:pt x="3031508" y="505579"/>
                  </a:lnTo>
                  <a:lnTo>
                    <a:pt x="2957748" y="495799"/>
                  </a:lnTo>
                  <a:lnTo>
                    <a:pt x="2883988" y="485911"/>
                  </a:lnTo>
                  <a:lnTo>
                    <a:pt x="2810228" y="475913"/>
                  </a:lnTo>
                  <a:lnTo>
                    <a:pt x="2736468" y="465804"/>
                  </a:lnTo>
                  <a:lnTo>
                    <a:pt x="2662708" y="455583"/>
                  </a:lnTo>
                  <a:lnTo>
                    <a:pt x="2588948" y="445249"/>
                  </a:lnTo>
                  <a:lnTo>
                    <a:pt x="2515188" y="434801"/>
                  </a:lnTo>
                  <a:lnTo>
                    <a:pt x="2441428" y="424237"/>
                  </a:lnTo>
                  <a:lnTo>
                    <a:pt x="2367668" y="413556"/>
                  </a:lnTo>
                  <a:lnTo>
                    <a:pt x="2293908" y="402757"/>
                  </a:lnTo>
                  <a:lnTo>
                    <a:pt x="2220148" y="391838"/>
                  </a:lnTo>
                  <a:lnTo>
                    <a:pt x="2146388" y="380798"/>
                  </a:lnTo>
                  <a:lnTo>
                    <a:pt x="2072628" y="369636"/>
                  </a:lnTo>
                  <a:lnTo>
                    <a:pt x="1998868" y="358350"/>
                  </a:lnTo>
                  <a:lnTo>
                    <a:pt x="1925108" y="346939"/>
                  </a:lnTo>
                  <a:lnTo>
                    <a:pt x="1851348" y="335402"/>
                  </a:lnTo>
                  <a:lnTo>
                    <a:pt x="1777588" y="323738"/>
                  </a:lnTo>
                  <a:lnTo>
                    <a:pt x="1703828" y="311944"/>
                  </a:lnTo>
                  <a:lnTo>
                    <a:pt x="1630068" y="300019"/>
                  </a:lnTo>
                  <a:lnTo>
                    <a:pt x="1556308" y="287963"/>
                  </a:lnTo>
                  <a:lnTo>
                    <a:pt x="1482548" y="275772"/>
                  </a:lnTo>
                  <a:lnTo>
                    <a:pt x="1408788" y="263447"/>
                  </a:lnTo>
                  <a:lnTo>
                    <a:pt x="1335028" y="250986"/>
                  </a:lnTo>
                  <a:lnTo>
                    <a:pt x="1261268" y="238386"/>
                  </a:lnTo>
                  <a:lnTo>
                    <a:pt x="1187508" y="225647"/>
                  </a:lnTo>
                  <a:lnTo>
                    <a:pt x="1113747" y="212767"/>
                  </a:lnTo>
                  <a:lnTo>
                    <a:pt x="1039987" y="199744"/>
                  </a:lnTo>
                  <a:lnTo>
                    <a:pt x="966227" y="186577"/>
                  </a:lnTo>
                  <a:lnTo>
                    <a:pt x="892467" y="173264"/>
                  </a:lnTo>
                  <a:lnTo>
                    <a:pt x="818707" y="159804"/>
                  </a:lnTo>
                  <a:lnTo>
                    <a:pt x="744947" y="146194"/>
                  </a:lnTo>
                  <a:lnTo>
                    <a:pt x="671187" y="132434"/>
                  </a:lnTo>
                  <a:lnTo>
                    <a:pt x="597427" y="118522"/>
                  </a:lnTo>
                  <a:lnTo>
                    <a:pt x="523667" y="104455"/>
                  </a:lnTo>
                  <a:lnTo>
                    <a:pt x="449907" y="90233"/>
                  </a:lnTo>
                  <a:lnTo>
                    <a:pt x="376147" y="75853"/>
                  </a:lnTo>
                  <a:lnTo>
                    <a:pt x="302387" y="61314"/>
                  </a:lnTo>
                  <a:lnTo>
                    <a:pt x="228627" y="46614"/>
                  </a:lnTo>
                  <a:lnTo>
                    <a:pt x="154867" y="31751"/>
                  </a:lnTo>
                  <a:lnTo>
                    <a:pt x="81107" y="16724"/>
                  </a:lnTo>
                  <a:lnTo>
                    <a:pt x="7347" y="15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18603"/>
              <a:ext cx="7235830" cy="2184354"/>
            </a:xfrm>
            <a:custGeom>
              <a:avLst/>
              <a:pathLst>
                <a:path w="7235830" h="2184354">
                  <a:moveTo>
                    <a:pt x="0" y="0"/>
                  </a:moveTo>
                  <a:lnTo>
                    <a:pt x="7347" y="5650"/>
                  </a:lnTo>
                  <a:lnTo>
                    <a:pt x="81107" y="61076"/>
                  </a:lnTo>
                  <a:lnTo>
                    <a:pt x="154867" y="115241"/>
                  </a:lnTo>
                  <a:lnTo>
                    <a:pt x="228627" y="168171"/>
                  </a:lnTo>
                  <a:lnTo>
                    <a:pt x="302387" y="219895"/>
                  </a:lnTo>
                  <a:lnTo>
                    <a:pt x="376147" y="270442"/>
                  </a:lnTo>
                  <a:lnTo>
                    <a:pt x="449907" y="319836"/>
                  </a:lnTo>
                  <a:lnTo>
                    <a:pt x="523667" y="368105"/>
                  </a:lnTo>
                  <a:lnTo>
                    <a:pt x="597427" y="415275"/>
                  </a:lnTo>
                  <a:lnTo>
                    <a:pt x="671187" y="461370"/>
                  </a:lnTo>
                  <a:lnTo>
                    <a:pt x="744947" y="506415"/>
                  </a:lnTo>
                  <a:lnTo>
                    <a:pt x="818707" y="550434"/>
                  </a:lnTo>
                  <a:lnTo>
                    <a:pt x="892467" y="593450"/>
                  </a:lnTo>
                  <a:lnTo>
                    <a:pt x="966227" y="635486"/>
                  </a:lnTo>
                  <a:lnTo>
                    <a:pt x="1039987" y="676564"/>
                  </a:lnTo>
                  <a:lnTo>
                    <a:pt x="1113747" y="716707"/>
                  </a:lnTo>
                  <a:lnTo>
                    <a:pt x="1187508" y="755935"/>
                  </a:lnTo>
                  <a:lnTo>
                    <a:pt x="1261268" y="794269"/>
                  </a:lnTo>
                  <a:lnTo>
                    <a:pt x="1335028" y="831731"/>
                  </a:lnTo>
                  <a:lnTo>
                    <a:pt x="1408788" y="868338"/>
                  </a:lnTo>
                  <a:lnTo>
                    <a:pt x="1482548" y="904112"/>
                  </a:lnTo>
                  <a:lnTo>
                    <a:pt x="1556308" y="939071"/>
                  </a:lnTo>
                  <a:lnTo>
                    <a:pt x="1630068" y="973233"/>
                  </a:lnTo>
                  <a:lnTo>
                    <a:pt x="1703828" y="1006617"/>
                  </a:lnTo>
                  <a:lnTo>
                    <a:pt x="1777588" y="1039241"/>
                  </a:lnTo>
                  <a:lnTo>
                    <a:pt x="1851348" y="1071121"/>
                  </a:lnTo>
                  <a:lnTo>
                    <a:pt x="1925108" y="1102275"/>
                  </a:lnTo>
                  <a:lnTo>
                    <a:pt x="1998868" y="1132719"/>
                  </a:lnTo>
                  <a:lnTo>
                    <a:pt x="2072628" y="1162470"/>
                  </a:lnTo>
                  <a:lnTo>
                    <a:pt x="2146388" y="1191543"/>
                  </a:lnTo>
                  <a:lnTo>
                    <a:pt x="2220148" y="1219954"/>
                  </a:lnTo>
                  <a:lnTo>
                    <a:pt x="2293908" y="1247717"/>
                  </a:lnTo>
                  <a:lnTo>
                    <a:pt x="2367668" y="1274848"/>
                  </a:lnTo>
                  <a:lnTo>
                    <a:pt x="2441428" y="1301361"/>
                  </a:lnTo>
                  <a:lnTo>
                    <a:pt x="2515188" y="1327270"/>
                  </a:lnTo>
                  <a:lnTo>
                    <a:pt x="2588948" y="1352589"/>
                  </a:lnTo>
                  <a:lnTo>
                    <a:pt x="2662708" y="1377330"/>
                  </a:lnTo>
                  <a:lnTo>
                    <a:pt x="2736468" y="1401509"/>
                  </a:lnTo>
                  <a:lnTo>
                    <a:pt x="2810228" y="1425136"/>
                  </a:lnTo>
                  <a:lnTo>
                    <a:pt x="2883988" y="1448225"/>
                  </a:lnTo>
                  <a:lnTo>
                    <a:pt x="2957748" y="1470788"/>
                  </a:lnTo>
                  <a:lnTo>
                    <a:pt x="3031508" y="1492837"/>
                  </a:lnTo>
                  <a:lnTo>
                    <a:pt x="3105268" y="1514384"/>
                  </a:lnTo>
                  <a:lnTo>
                    <a:pt x="3179028" y="1535440"/>
                  </a:lnTo>
                  <a:lnTo>
                    <a:pt x="3252788" y="1556016"/>
                  </a:lnTo>
                  <a:lnTo>
                    <a:pt x="3326548" y="1576124"/>
                  </a:lnTo>
                  <a:lnTo>
                    <a:pt x="3400308" y="1595773"/>
                  </a:lnTo>
                  <a:lnTo>
                    <a:pt x="3474068" y="1614975"/>
                  </a:lnTo>
                  <a:lnTo>
                    <a:pt x="3547828" y="1633739"/>
                  </a:lnTo>
                  <a:lnTo>
                    <a:pt x="3621588" y="1652076"/>
                  </a:lnTo>
                  <a:lnTo>
                    <a:pt x="3695348" y="1669995"/>
                  </a:lnTo>
                  <a:lnTo>
                    <a:pt x="3769108" y="1687506"/>
                  </a:lnTo>
                  <a:lnTo>
                    <a:pt x="3842868" y="1704618"/>
                  </a:lnTo>
                  <a:lnTo>
                    <a:pt x="3916628" y="1721340"/>
                  </a:lnTo>
                  <a:lnTo>
                    <a:pt x="3990388" y="1737681"/>
                  </a:lnTo>
                  <a:lnTo>
                    <a:pt x="4064149" y="1753650"/>
                  </a:lnTo>
                  <a:lnTo>
                    <a:pt x="4137909" y="1769255"/>
                  </a:lnTo>
                  <a:lnTo>
                    <a:pt x="4211669" y="1784505"/>
                  </a:lnTo>
                  <a:lnTo>
                    <a:pt x="4285429" y="1799407"/>
                  </a:lnTo>
                  <a:lnTo>
                    <a:pt x="4359189" y="1813970"/>
                  </a:lnTo>
                  <a:lnTo>
                    <a:pt x="4432949" y="1828201"/>
                  </a:lnTo>
                  <a:lnTo>
                    <a:pt x="4506709" y="1842108"/>
                  </a:lnTo>
                  <a:lnTo>
                    <a:pt x="4580469" y="1855698"/>
                  </a:lnTo>
                  <a:lnTo>
                    <a:pt x="4654229" y="1868978"/>
                  </a:lnTo>
                  <a:lnTo>
                    <a:pt x="4727989" y="1881956"/>
                  </a:lnTo>
                  <a:lnTo>
                    <a:pt x="4801749" y="1894638"/>
                  </a:lnTo>
                  <a:lnTo>
                    <a:pt x="4875509" y="1907031"/>
                  </a:lnTo>
                  <a:lnTo>
                    <a:pt x="4949269" y="1919142"/>
                  </a:lnTo>
                  <a:lnTo>
                    <a:pt x="5023029" y="1930977"/>
                  </a:lnTo>
                  <a:lnTo>
                    <a:pt x="5096789" y="1942542"/>
                  </a:lnTo>
                  <a:lnTo>
                    <a:pt x="5170549" y="1953844"/>
                  </a:lnTo>
                  <a:lnTo>
                    <a:pt x="5244309" y="1964889"/>
                  </a:lnTo>
                  <a:lnTo>
                    <a:pt x="5318069" y="1975682"/>
                  </a:lnTo>
                  <a:lnTo>
                    <a:pt x="5391829" y="1986229"/>
                  </a:lnTo>
                  <a:lnTo>
                    <a:pt x="5465589" y="1996535"/>
                  </a:lnTo>
                  <a:lnTo>
                    <a:pt x="5539349" y="2006607"/>
                  </a:lnTo>
                  <a:lnTo>
                    <a:pt x="5613109" y="2016450"/>
                  </a:lnTo>
                  <a:lnTo>
                    <a:pt x="5686869" y="2026068"/>
                  </a:lnTo>
                  <a:lnTo>
                    <a:pt x="5760629" y="2035467"/>
                  </a:lnTo>
                  <a:lnTo>
                    <a:pt x="5834389" y="2044652"/>
                  </a:lnTo>
                  <a:lnTo>
                    <a:pt x="5908149" y="2053628"/>
                  </a:lnTo>
                  <a:lnTo>
                    <a:pt x="5981909" y="2062399"/>
                  </a:lnTo>
                  <a:lnTo>
                    <a:pt x="6055669" y="2070970"/>
                  </a:lnTo>
                  <a:lnTo>
                    <a:pt x="6129429" y="2079346"/>
                  </a:lnTo>
                  <a:lnTo>
                    <a:pt x="6203189" y="2087532"/>
                  </a:lnTo>
                  <a:lnTo>
                    <a:pt x="6276949" y="2095531"/>
                  </a:lnTo>
                  <a:lnTo>
                    <a:pt x="6350709" y="2103347"/>
                  </a:lnTo>
                  <a:lnTo>
                    <a:pt x="6424469" y="2110986"/>
                  </a:lnTo>
                  <a:lnTo>
                    <a:pt x="6498229" y="2118450"/>
                  </a:lnTo>
                  <a:lnTo>
                    <a:pt x="6571989" y="2125745"/>
                  </a:lnTo>
                  <a:lnTo>
                    <a:pt x="6645749" y="2132873"/>
                  </a:lnTo>
                  <a:lnTo>
                    <a:pt x="6719509" y="2139839"/>
                  </a:lnTo>
                  <a:lnTo>
                    <a:pt x="6793269" y="2146646"/>
                  </a:lnTo>
                  <a:lnTo>
                    <a:pt x="6867029" y="2153298"/>
                  </a:lnTo>
                  <a:lnTo>
                    <a:pt x="6940789" y="2159799"/>
                  </a:lnTo>
                  <a:lnTo>
                    <a:pt x="7014550" y="2166152"/>
                  </a:lnTo>
                  <a:lnTo>
                    <a:pt x="7088310" y="2172359"/>
                  </a:lnTo>
                  <a:lnTo>
                    <a:pt x="7162070" y="2178426"/>
                  </a:lnTo>
                  <a:lnTo>
                    <a:pt x="7235830" y="21843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1.32 (1.14-1.52), p_Bonf = 0.001 (n = 6)  |  per IQR decline (Δ = 0.29): 2.25 (1.47-3.43)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2026-07-03T17:24:55Z</dcterms:modified>
  <cp:category/>
</cp:coreProperties>
</file>