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7701"/>
            </a:xfrm>
            <a:custGeom>
              <a:avLst/>
              <a:pathLst>
                <a:path w="6964104" h="1207701">
                  <a:moveTo>
                    <a:pt x="477347" y="0"/>
                  </a:moveTo>
                  <a:lnTo>
                    <a:pt x="492411" y="9538"/>
                  </a:lnTo>
                  <a:lnTo>
                    <a:pt x="562755" y="52543"/>
                  </a:lnTo>
                  <a:lnTo>
                    <a:pt x="633100" y="94065"/>
                  </a:lnTo>
                  <a:lnTo>
                    <a:pt x="703444" y="134157"/>
                  </a:lnTo>
                  <a:lnTo>
                    <a:pt x="773789" y="172867"/>
                  </a:lnTo>
                  <a:lnTo>
                    <a:pt x="844133" y="210242"/>
                  </a:lnTo>
                  <a:lnTo>
                    <a:pt x="914478" y="246329"/>
                  </a:lnTo>
                  <a:lnTo>
                    <a:pt x="984822" y="281172"/>
                  </a:lnTo>
                  <a:lnTo>
                    <a:pt x="1055167" y="314814"/>
                  </a:lnTo>
                  <a:lnTo>
                    <a:pt x="1125511" y="347297"/>
                  </a:lnTo>
                  <a:lnTo>
                    <a:pt x="1195856" y="378660"/>
                  </a:lnTo>
                  <a:lnTo>
                    <a:pt x="1266200" y="408942"/>
                  </a:lnTo>
                  <a:lnTo>
                    <a:pt x="1336545" y="438180"/>
                  </a:lnTo>
                  <a:lnTo>
                    <a:pt x="1406889" y="466410"/>
                  </a:lnTo>
                  <a:lnTo>
                    <a:pt x="1477234" y="493668"/>
                  </a:lnTo>
                  <a:lnTo>
                    <a:pt x="1547578" y="519985"/>
                  </a:lnTo>
                  <a:lnTo>
                    <a:pt x="1617923" y="545396"/>
                  </a:lnTo>
                  <a:lnTo>
                    <a:pt x="1688267" y="569931"/>
                  </a:lnTo>
                  <a:lnTo>
                    <a:pt x="1758612" y="593620"/>
                  </a:lnTo>
                  <a:lnTo>
                    <a:pt x="1828956" y="616493"/>
                  </a:lnTo>
                  <a:lnTo>
                    <a:pt x="1899301" y="638577"/>
                  </a:lnTo>
                  <a:lnTo>
                    <a:pt x="1969645" y="659900"/>
                  </a:lnTo>
                  <a:lnTo>
                    <a:pt x="2039990" y="680488"/>
                  </a:lnTo>
                  <a:lnTo>
                    <a:pt x="2110334" y="700366"/>
                  </a:lnTo>
                  <a:lnTo>
                    <a:pt x="2180679" y="719560"/>
                  </a:lnTo>
                  <a:lnTo>
                    <a:pt x="2251023" y="738091"/>
                  </a:lnTo>
                  <a:lnTo>
                    <a:pt x="2321368" y="755984"/>
                  </a:lnTo>
                  <a:lnTo>
                    <a:pt x="2391712" y="773260"/>
                  </a:lnTo>
                  <a:lnTo>
                    <a:pt x="2462057" y="789941"/>
                  </a:lnTo>
                  <a:lnTo>
                    <a:pt x="2532401" y="806047"/>
                  </a:lnTo>
                  <a:lnTo>
                    <a:pt x="2602746" y="821597"/>
                  </a:lnTo>
                  <a:lnTo>
                    <a:pt x="2673090" y="836612"/>
                  </a:lnTo>
                  <a:lnTo>
                    <a:pt x="2743435" y="851109"/>
                  </a:lnTo>
                  <a:lnTo>
                    <a:pt x="2813779" y="865106"/>
                  </a:lnTo>
                  <a:lnTo>
                    <a:pt x="2884124" y="878621"/>
                  </a:lnTo>
                  <a:lnTo>
                    <a:pt x="2954468" y="891670"/>
                  </a:lnTo>
                  <a:lnTo>
                    <a:pt x="3024813" y="904270"/>
                  </a:lnTo>
                  <a:lnTo>
                    <a:pt x="3095157" y="916435"/>
                  </a:lnTo>
                  <a:lnTo>
                    <a:pt x="3165502" y="928180"/>
                  </a:lnTo>
                  <a:lnTo>
                    <a:pt x="3235846" y="939521"/>
                  </a:lnTo>
                  <a:lnTo>
                    <a:pt x="3306191" y="950471"/>
                  </a:lnTo>
                  <a:lnTo>
                    <a:pt x="3376535" y="958869"/>
                  </a:lnTo>
                  <a:lnTo>
                    <a:pt x="3446880" y="962136"/>
                  </a:lnTo>
                  <a:lnTo>
                    <a:pt x="3517224" y="965368"/>
                  </a:lnTo>
                  <a:lnTo>
                    <a:pt x="3587569" y="968564"/>
                  </a:lnTo>
                  <a:lnTo>
                    <a:pt x="3657913" y="971726"/>
                  </a:lnTo>
                  <a:lnTo>
                    <a:pt x="3728257" y="974853"/>
                  </a:lnTo>
                  <a:lnTo>
                    <a:pt x="3798602" y="977945"/>
                  </a:lnTo>
                  <a:lnTo>
                    <a:pt x="3868946" y="981004"/>
                  </a:lnTo>
                  <a:lnTo>
                    <a:pt x="3939291" y="984029"/>
                  </a:lnTo>
                  <a:lnTo>
                    <a:pt x="4009635" y="987021"/>
                  </a:lnTo>
                  <a:lnTo>
                    <a:pt x="4079980" y="989980"/>
                  </a:lnTo>
                  <a:lnTo>
                    <a:pt x="4150324" y="992907"/>
                  </a:lnTo>
                  <a:lnTo>
                    <a:pt x="4220669" y="995802"/>
                  </a:lnTo>
                  <a:lnTo>
                    <a:pt x="4291013" y="998665"/>
                  </a:lnTo>
                  <a:lnTo>
                    <a:pt x="4361358" y="1001496"/>
                  </a:lnTo>
                  <a:lnTo>
                    <a:pt x="4431702" y="1004297"/>
                  </a:lnTo>
                  <a:lnTo>
                    <a:pt x="4502047" y="1007067"/>
                  </a:lnTo>
                  <a:lnTo>
                    <a:pt x="4572391" y="1009807"/>
                  </a:lnTo>
                  <a:lnTo>
                    <a:pt x="4642736" y="1012517"/>
                  </a:lnTo>
                  <a:lnTo>
                    <a:pt x="4713080" y="1015197"/>
                  </a:lnTo>
                  <a:lnTo>
                    <a:pt x="4783425" y="1017847"/>
                  </a:lnTo>
                  <a:lnTo>
                    <a:pt x="4853769" y="1020469"/>
                  </a:lnTo>
                  <a:lnTo>
                    <a:pt x="4924114" y="1023062"/>
                  </a:lnTo>
                  <a:lnTo>
                    <a:pt x="4994458" y="1025626"/>
                  </a:lnTo>
                  <a:lnTo>
                    <a:pt x="5064803" y="1028163"/>
                  </a:lnTo>
                  <a:lnTo>
                    <a:pt x="5135147" y="1030671"/>
                  </a:lnTo>
                  <a:lnTo>
                    <a:pt x="5205492" y="1033152"/>
                  </a:lnTo>
                  <a:lnTo>
                    <a:pt x="5275836" y="1035606"/>
                  </a:lnTo>
                  <a:lnTo>
                    <a:pt x="5346181" y="1038033"/>
                  </a:lnTo>
                  <a:lnTo>
                    <a:pt x="5416525" y="1040434"/>
                  </a:lnTo>
                  <a:lnTo>
                    <a:pt x="5486870" y="1042808"/>
                  </a:lnTo>
                  <a:lnTo>
                    <a:pt x="5557214" y="1045156"/>
                  </a:lnTo>
                  <a:lnTo>
                    <a:pt x="5627559" y="1047479"/>
                  </a:lnTo>
                  <a:lnTo>
                    <a:pt x="5697903" y="1049776"/>
                  </a:lnTo>
                  <a:lnTo>
                    <a:pt x="5768248" y="1052048"/>
                  </a:lnTo>
                  <a:lnTo>
                    <a:pt x="5838592" y="1054295"/>
                  </a:lnTo>
                  <a:lnTo>
                    <a:pt x="5908937" y="1056517"/>
                  </a:lnTo>
                  <a:lnTo>
                    <a:pt x="5979281" y="1058715"/>
                  </a:lnTo>
                  <a:lnTo>
                    <a:pt x="6049626" y="1060889"/>
                  </a:lnTo>
                  <a:lnTo>
                    <a:pt x="6119970" y="1063039"/>
                  </a:lnTo>
                  <a:lnTo>
                    <a:pt x="6190315" y="1065166"/>
                  </a:lnTo>
                  <a:lnTo>
                    <a:pt x="6260659" y="1067269"/>
                  </a:lnTo>
                  <a:lnTo>
                    <a:pt x="6331004" y="1069350"/>
                  </a:lnTo>
                  <a:lnTo>
                    <a:pt x="6401348" y="1071407"/>
                  </a:lnTo>
                  <a:lnTo>
                    <a:pt x="6471693" y="1073442"/>
                  </a:lnTo>
                  <a:lnTo>
                    <a:pt x="6542037" y="1075455"/>
                  </a:lnTo>
                  <a:lnTo>
                    <a:pt x="6612382" y="1077445"/>
                  </a:lnTo>
                  <a:lnTo>
                    <a:pt x="6682726" y="1079414"/>
                  </a:lnTo>
                  <a:lnTo>
                    <a:pt x="6753071" y="1081361"/>
                  </a:lnTo>
                  <a:lnTo>
                    <a:pt x="6823415" y="1083287"/>
                  </a:lnTo>
                  <a:lnTo>
                    <a:pt x="6893760" y="1085192"/>
                  </a:lnTo>
                  <a:lnTo>
                    <a:pt x="6964104" y="1087076"/>
                  </a:lnTo>
                  <a:lnTo>
                    <a:pt x="6964104" y="1207701"/>
                  </a:lnTo>
                  <a:lnTo>
                    <a:pt x="6893760" y="1205934"/>
                  </a:lnTo>
                  <a:lnTo>
                    <a:pt x="6823415" y="1204103"/>
                  </a:lnTo>
                  <a:lnTo>
                    <a:pt x="6753071" y="1202208"/>
                  </a:lnTo>
                  <a:lnTo>
                    <a:pt x="6682726" y="1200245"/>
                  </a:lnTo>
                  <a:lnTo>
                    <a:pt x="6612382" y="1198211"/>
                  </a:lnTo>
                  <a:lnTo>
                    <a:pt x="6542037" y="1196105"/>
                  </a:lnTo>
                  <a:lnTo>
                    <a:pt x="6471693" y="1193924"/>
                  </a:lnTo>
                  <a:lnTo>
                    <a:pt x="6401348" y="1191665"/>
                  </a:lnTo>
                  <a:lnTo>
                    <a:pt x="6331004" y="1189326"/>
                  </a:lnTo>
                  <a:lnTo>
                    <a:pt x="6260659" y="1186903"/>
                  </a:lnTo>
                  <a:lnTo>
                    <a:pt x="6190315" y="1184393"/>
                  </a:lnTo>
                  <a:lnTo>
                    <a:pt x="6119970" y="1181794"/>
                  </a:lnTo>
                  <a:lnTo>
                    <a:pt x="6049626" y="1179102"/>
                  </a:lnTo>
                  <a:lnTo>
                    <a:pt x="5979281" y="1176314"/>
                  </a:lnTo>
                  <a:lnTo>
                    <a:pt x="5908937" y="1173426"/>
                  </a:lnTo>
                  <a:lnTo>
                    <a:pt x="5838592" y="1170436"/>
                  </a:lnTo>
                  <a:lnTo>
                    <a:pt x="5768248" y="1167338"/>
                  </a:lnTo>
                  <a:lnTo>
                    <a:pt x="5697903" y="1164130"/>
                  </a:lnTo>
                  <a:lnTo>
                    <a:pt x="5627559" y="1160808"/>
                  </a:lnTo>
                  <a:lnTo>
                    <a:pt x="5557214" y="1157366"/>
                  </a:lnTo>
                  <a:lnTo>
                    <a:pt x="5486870" y="1153802"/>
                  </a:lnTo>
                  <a:lnTo>
                    <a:pt x="5416525" y="1150111"/>
                  </a:lnTo>
                  <a:lnTo>
                    <a:pt x="5346181" y="1146288"/>
                  </a:lnTo>
                  <a:lnTo>
                    <a:pt x="5275836" y="1142329"/>
                  </a:lnTo>
                  <a:lnTo>
                    <a:pt x="5205492" y="1138228"/>
                  </a:lnTo>
                  <a:lnTo>
                    <a:pt x="5135147" y="1133980"/>
                  </a:lnTo>
                  <a:lnTo>
                    <a:pt x="5064803" y="1129582"/>
                  </a:lnTo>
                  <a:lnTo>
                    <a:pt x="4994458" y="1125026"/>
                  </a:lnTo>
                  <a:lnTo>
                    <a:pt x="4924114" y="1120307"/>
                  </a:lnTo>
                  <a:lnTo>
                    <a:pt x="4853769" y="1115420"/>
                  </a:lnTo>
                  <a:lnTo>
                    <a:pt x="4783425" y="1110359"/>
                  </a:lnTo>
                  <a:lnTo>
                    <a:pt x="4713080" y="1105117"/>
                  </a:lnTo>
                  <a:lnTo>
                    <a:pt x="4642736" y="1099687"/>
                  </a:lnTo>
                  <a:lnTo>
                    <a:pt x="4572391" y="1094064"/>
                  </a:lnTo>
                  <a:lnTo>
                    <a:pt x="4502047" y="1088240"/>
                  </a:lnTo>
                  <a:lnTo>
                    <a:pt x="4431702" y="1082209"/>
                  </a:lnTo>
                  <a:lnTo>
                    <a:pt x="4361358" y="1075962"/>
                  </a:lnTo>
                  <a:lnTo>
                    <a:pt x="4291013" y="1069492"/>
                  </a:lnTo>
                  <a:lnTo>
                    <a:pt x="4220669" y="1062790"/>
                  </a:lnTo>
                  <a:lnTo>
                    <a:pt x="4150324" y="1055850"/>
                  </a:lnTo>
                  <a:lnTo>
                    <a:pt x="4079980" y="1048662"/>
                  </a:lnTo>
                  <a:lnTo>
                    <a:pt x="4009635" y="1041218"/>
                  </a:lnTo>
                  <a:lnTo>
                    <a:pt x="3939291" y="1033507"/>
                  </a:lnTo>
                  <a:lnTo>
                    <a:pt x="3868946" y="1025522"/>
                  </a:lnTo>
                  <a:lnTo>
                    <a:pt x="3798602" y="1017251"/>
                  </a:lnTo>
                  <a:lnTo>
                    <a:pt x="3728257" y="1008685"/>
                  </a:lnTo>
                  <a:lnTo>
                    <a:pt x="3657913" y="999813"/>
                  </a:lnTo>
                  <a:lnTo>
                    <a:pt x="3587569" y="990625"/>
                  </a:lnTo>
                  <a:lnTo>
                    <a:pt x="3517224" y="981108"/>
                  </a:lnTo>
                  <a:lnTo>
                    <a:pt x="3446880" y="971252"/>
                  </a:lnTo>
                  <a:lnTo>
                    <a:pt x="3376535" y="961044"/>
                  </a:lnTo>
                  <a:lnTo>
                    <a:pt x="3306191" y="955565"/>
                  </a:lnTo>
                  <a:lnTo>
                    <a:pt x="3235846" y="952225"/>
                  </a:lnTo>
                  <a:lnTo>
                    <a:pt x="3165502" y="948847"/>
                  </a:lnTo>
                  <a:lnTo>
                    <a:pt x="3095157" y="945432"/>
                  </a:lnTo>
                  <a:lnTo>
                    <a:pt x="3024813" y="941980"/>
                  </a:lnTo>
                  <a:lnTo>
                    <a:pt x="2954468" y="938489"/>
                  </a:lnTo>
                  <a:lnTo>
                    <a:pt x="2884124" y="934960"/>
                  </a:lnTo>
                  <a:lnTo>
                    <a:pt x="2813779" y="931391"/>
                  </a:lnTo>
                  <a:lnTo>
                    <a:pt x="2743435" y="927783"/>
                  </a:lnTo>
                  <a:lnTo>
                    <a:pt x="2673090" y="924135"/>
                  </a:lnTo>
                  <a:lnTo>
                    <a:pt x="2602746" y="920447"/>
                  </a:lnTo>
                  <a:lnTo>
                    <a:pt x="2532401" y="916717"/>
                  </a:lnTo>
                  <a:lnTo>
                    <a:pt x="2462057" y="912947"/>
                  </a:lnTo>
                  <a:lnTo>
                    <a:pt x="2391712" y="909135"/>
                  </a:lnTo>
                  <a:lnTo>
                    <a:pt x="2321368" y="905280"/>
                  </a:lnTo>
                  <a:lnTo>
                    <a:pt x="2251023" y="901383"/>
                  </a:lnTo>
                  <a:lnTo>
                    <a:pt x="2180679" y="897442"/>
                  </a:lnTo>
                  <a:lnTo>
                    <a:pt x="2110334" y="893458"/>
                  </a:lnTo>
                  <a:lnTo>
                    <a:pt x="2039990" y="889430"/>
                  </a:lnTo>
                  <a:lnTo>
                    <a:pt x="1969645" y="885358"/>
                  </a:lnTo>
                  <a:lnTo>
                    <a:pt x="1899301" y="881240"/>
                  </a:lnTo>
                  <a:lnTo>
                    <a:pt x="1828956" y="877076"/>
                  </a:lnTo>
                  <a:lnTo>
                    <a:pt x="1758612" y="872867"/>
                  </a:lnTo>
                  <a:lnTo>
                    <a:pt x="1688267" y="868611"/>
                  </a:lnTo>
                  <a:lnTo>
                    <a:pt x="1617923" y="864307"/>
                  </a:lnTo>
                  <a:lnTo>
                    <a:pt x="1547578" y="859956"/>
                  </a:lnTo>
                  <a:lnTo>
                    <a:pt x="1477234" y="855557"/>
                  </a:lnTo>
                  <a:lnTo>
                    <a:pt x="1406889" y="851109"/>
                  </a:lnTo>
                  <a:lnTo>
                    <a:pt x="1336545" y="846612"/>
                  </a:lnTo>
                  <a:lnTo>
                    <a:pt x="1266200" y="842065"/>
                  </a:lnTo>
                  <a:lnTo>
                    <a:pt x="1195856" y="837468"/>
                  </a:lnTo>
                  <a:lnTo>
                    <a:pt x="1125511" y="832820"/>
                  </a:lnTo>
                  <a:lnTo>
                    <a:pt x="1055167" y="828120"/>
                  </a:lnTo>
                  <a:lnTo>
                    <a:pt x="984822" y="823369"/>
                  </a:lnTo>
                  <a:lnTo>
                    <a:pt x="914478" y="818564"/>
                  </a:lnTo>
                  <a:lnTo>
                    <a:pt x="844133" y="813707"/>
                  </a:lnTo>
                  <a:lnTo>
                    <a:pt x="773789" y="808795"/>
                  </a:lnTo>
                  <a:lnTo>
                    <a:pt x="703444" y="803830"/>
                  </a:lnTo>
                  <a:lnTo>
                    <a:pt x="633100" y="798809"/>
                  </a:lnTo>
                  <a:lnTo>
                    <a:pt x="562755" y="793733"/>
                  </a:lnTo>
                  <a:lnTo>
                    <a:pt x="492411" y="788600"/>
                  </a:lnTo>
                  <a:lnTo>
                    <a:pt x="422066" y="783411"/>
                  </a:lnTo>
                  <a:lnTo>
                    <a:pt x="351722" y="778164"/>
                  </a:lnTo>
                  <a:lnTo>
                    <a:pt x="281377" y="772859"/>
                  </a:lnTo>
                  <a:lnTo>
                    <a:pt x="211033" y="767496"/>
                  </a:lnTo>
                  <a:lnTo>
                    <a:pt x="140688" y="762073"/>
                  </a:lnTo>
                  <a:lnTo>
                    <a:pt x="70344" y="756590"/>
                  </a:lnTo>
                  <a:lnTo>
                    <a:pt x="0" y="7510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2659" y="2143092"/>
              <a:ext cx="6486757" cy="1087076"/>
            </a:xfrm>
            <a:custGeom>
              <a:avLst/>
              <a:pathLst>
                <a:path w="6486757" h="1087076">
                  <a:moveTo>
                    <a:pt x="0" y="0"/>
                  </a:moveTo>
                  <a:lnTo>
                    <a:pt x="15064" y="9538"/>
                  </a:lnTo>
                  <a:lnTo>
                    <a:pt x="85408" y="52543"/>
                  </a:lnTo>
                  <a:lnTo>
                    <a:pt x="155753" y="94065"/>
                  </a:lnTo>
                  <a:lnTo>
                    <a:pt x="226097" y="134157"/>
                  </a:lnTo>
                  <a:lnTo>
                    <a:pt x="296442" y="172867"/>
                  </a:lnTo>
                  <a:lnTo>
                    <a:pt x="366786" y="210242"/>
                  </a:lnTo>
                  <a:lnTo>
                    <a:pt x="437131" y="246329"/>
                  </a:lnTo>
                  <a:lnTo>
                    <a:pt x="507475" y="281172"/>
                  </a:lnTo>
                  <a:lnTo>
                    <a:pt x="577820" y="314814"/>
                  </a:lnTo>
                  <a:lnTo>
                    <a:pt x="648164" y="347297"/>
                  </a:lnTo>
                  <a:lnTo>
                    <a:pt x="718509" y="378660"/>
                  </a:lnTo>
                  <a:lnTo>
                    <a:pt x="788853" y="408942"/>
                  </a:lnTo>
                  <a:lnTo>
                    <a:pt x="859198" y="438180"/>
                  </a:lnTo>
                  <a:lnTo>
                    <a:pt x="929542" y="466410"/>
                  </a:lnTo>
                  <a:lnTo>
                    <a:pt x="999887" y="493668"/>
                  </a:lnTo>
                  <a:lnTo>
                    <a:pt x="1070231" y="519985"/>
                  </a:lnTo>
                  <a:lnTo>
                    <a:pt x="1140576" y="545396"/>
                  </a:lnTo>
                  <a:lnTo>
                    <a:pt x="1210920" y="569931"/>
                  </a:lnTo>
                  <a:lnTo>
                    <a:pt x="1281265" y="593620"/>
                  </a:lnTo>
                  <a:lnTo>
                    <a:pt x="1351609" y="616493"/>
                  </a:lnTo>
                  <a:lnTo>
                    <a:pt x="1421954" y="638577"/>
                  </a:lnTo>
                  <a:lnTo>
                    <a:pt x="1492298" y="659900"/>
                  </a:lnTo>
                  <a:lnTo>
                    <a:pt x="1562643" y="680488"/>
                  </a:lnTo>
                  <a:lnTo>
                    <a:pt x="1632987" y="700366"/>
                  </a:lnTo>
                  <a:lnTo>
                    <a:pt x="1703332" y="719560"/>
                  </a:lnTo>
                  <a:lnTo>
                    <a:pt x="1773676" y="738091"/>
                  </a:lnTo>
                  <a:lnTo>
                    <a:pt x="1844021" y="755984"/>
                  </a:lnTo>
                  <a:lnTo>
                    <a:pt x="1914365" y="773260"/>
                  </a:lnTo>
                  <a:lnTo>
                    <a:pt x="1984710" y="789941"/>
                  </a:lnTo>
                  <a:lnTo>
                    <a:pt x="2055054" y="806047"/>
                  </a:lnTo>
                  <a:lnTo>
                    <a:pt x="2125399" y="821597"/>
                  </a:lnTo>
                  <a:lnTo>
                    <a:pt x="2195743" y="836612"/>
                  </a:lnTo>
                  <a:lnTo>
                    <a:pt x="2266088" y="851109"/>
                  </a:lnTo>
                  <a:lnTo>
                    <a:pt x="2336432" y="865106"/>
                  </a:lnTo>
                  <a:lnTo>
                    <a:pt x="2406777" y="878621"/>
                  </a:lnTo>
                  <a:lnTo>
                    <a:pt x="2477121" y="891670"/>
                  </a:lnTo>
                  <a:lnTo>
                    <a:pt x="2547465" y="904270"/>
                  </a:lnTo>
                  <a:lnTo>
                    <a:pt x="2617810" y="916435"/>
                  </a:lnTo>
                  <a:lnTo>
                    <a:pt x="2688154" y="928180"/>
                  </a:lnTo>
                  <a:lnTo>
                    <a:pt x="2758499" y="939521"/>
                  </a:lnTo>
                  <a:lnTo>
                    <a:pt x="2828843" y="950471"/>
                  </a:lnTo>
                  <a:lnTo>
                    <a:pt x="2899188" y="958869"/>
                  </a:lnTo>
                  <a:lnTo>
                    <a:pt x="2969532" y="962136"/>
                  </a:lnTo>
                  <a:lnTo>
                    <a:pt x="3039877" y="965368"/>
                  </a:lnTo>
                  <a:lnTo>
                    <a:pt x="3110221" y="968564"/>
                  </a:lnTo>
                  <a:lnTo>
                    <a:pt x="3180566" y="971726"/>
                  </a:lnTo>
                  <a:lnTo>
                    <a:pt x="3250910" y="974853"/>
                  </a:lnTo>
                  <a:lnTo>
                    <a:pt x="3321255" y="977945"/>
                  </a:lnTo>
                  <a:lnTo>
                    <a:pt x="3391599" y="981004"/>
                  </a:lnTo>
                  <a:lnTo>
                    <a:pt x="3461944" y="984029"/>
                  </a:lnTo>
                  <a:lnTo>
                    <a:pt x="3532288" y="987021"/>
                  </a:lnTo>
                  <a:lnTo>
                    <a:pt x="3602633" y="989980"/>
                  </a:lnTo>
                  <a:lnTo>
                    <a:pt x="3672977" y="992907"/>
                  </a:lnTo>
                  <a:lnTo>
                    <a:pt x="3743322" y="995802"/>
                  </a:lnTo>
                  <a:lnTo>
                    <a:pt x="3813666" y="998665"/>
                  </a:lnTo>
                  <a:lnTo>
                    <a:pt x="3884011" y="1001496"/>
                  </a:lnTo>
                  <a:lnTo>
                    <a:pt x="3954355" y="1004297"/>
                  </a:lnTo>
                  <a:lnTo>
                    <a:pt x="4024700" y="1007067"/>
                  </a:lnTo>
                  <a:lnTo>
                    <a:pt x="4095044" y="1009807"/>
                  </a:lnTo>
                  <a:lnTo>
                    <a:pt x="4165389" y="1012517"/>
                  </a:lnTo>
                  <a:lnTo>
                    <a:pt x="4235733" y="1015197"/>
                  </a:lnTo>
                  <a:lnTo>
                    <a:pt x="4306078" y="1017847"/>
                  </a:lnTo>
                  <a:lnTo>
                    <a:pt x="4376422" y="1020469"/>
                  </a:lnTo>
                  <a:lnTo>
                    <a:pt x="4446767" y="1023062"/>
                  </a:lnTo>
                  <a:lnTo>
                    <a:pt x="4517111" y="1025626"/>
                  </a:lnTo>
                  <a:lnTo>
                    <a:pt x="4587456" y="1028163"/>
                  </a:lnTo>
                  <a:lnTo>
                    <a:pt x="4657800" y="1030671"/>
                  </a:lnTo>
                  <a:lnTo>
                    <a:pt x="4728145" y="1033152"/>
                  </a:lnTo>
                  <a:lnTo>
                    <a:pt x="4798489" y="1035606"/>
                  </a:lnTo>
                  <a:lnTo>
                    <a:pt x="4868834" y="1038033"/>
                  </a:lnTo>
                  <a:lnTo>
                    <a:pt x="4939178" y="1040434"/>
                  </a:lnTo>
                  <a:lnTo>
                    <a:pt x="5009523" y="1042808"/>
                  </a:lnTo>
                  <a:lnTo>
                    <a:pt x="5079867" y="1045156"/>
                  </a:lnTo>
                  <a:lnTo>
                    <a:pt x="5150212" y="1047479"/>
                  </a:lnTo>
                  <a:lnTo>
                    <a:pt x="5220556" y="1049776"/>
                  </a:lnTo>
                  <a:lnTo>
                    <a:pt x="5290901" y="1052048"/>
                  </a:lnTo>
                  <a:lnTo>
                    <a:pt x="5361245" y="1054295"/>
                  </a:lnTo>
                  <a:lnTo>
                    <a:pt x="5431590" y="1056517"/>
                  </a:lnTo>
                  <a:lnTo>
                    <a:pt x="5501934" y="1058715"/>
                  </a:lnTo>
                  <a:lnTo>
                    <a:pt x="5572279" y="1060889"/>
                  </a:lnTo>
                  <a:lnTo>
                    <a:pt x="5642623" y="1063039"/>
                  </a:lnTo>
                  <a:lnTo>
                    <a:pt x="5712968" y="1065166"/>
                  </a:lnTo>
                  <a:lnTo>
                    <a:pt x="5783312" y="1067269"/>
                  </a:lnTo>
                  <a:lnTo>
                    <a:pt x="5853657" y="1069350"/>
                  </a:lnTo>
                  <a:lnTo>
                    <a:pt x="5924001" y="1071407"/>
                  </a:lnTo>
                  <a:lnTo>
                    <a:pt x="5994346" y="1073442"/>
                  </a:lnTo>
                  <a:lnTo>
                    <a:pt x="6064690" y="1075455"/>
                  </a:lnTo>
                  <a:lnTo>
                    <a:pt x="6135035" y="1077445"/>
                  </a:lnTo>
                  <a:lnTo>
                    <a:pt x="6205379" y="1079414"/>
                  </a:lnTo>
                  <a:lnTo>
                    <a:pt x="6275723" y="1081361"/>
                  </a:lnTo>
                  <a:lnTo>
                    <a:pt x="6346068" y="1083287"/>
                  </a:lnTo>
                  <a:lnTo>
                    <a:pt x="6416412" y="1085192"/>
                  </a:lnTo>
                  <a:lnTo>
                    <a:pt x="6486757" y="108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94138"/>
              <a:ext cx="6964104" cy="456655"/>
            </a:xfrm>
            <a:custGeom>
              <a:avLst/>
              <a:pathLst>
                <a:path w="6964104" h="456655">
                  <a:moveTo>
                    <a:pt x="6964104" y="456655"/>
                  </a:moveTo>
                  <a:lnTo>
                    <a:pt x="6893760" y="454887"/>
                  </a:lnTo>
                  <a:lnTo>
                    <a:pt x="6823415" y="453057"/>
                  </a:lnTo>
                  <a:lnTo>
                    <a:pt x="6753071" y="451162"/>
                  </a:lnTo>
                  <a:lnTo>
                    <a:pt x="6682726" y="449198"/>
                  </a:lnTo>
                  <a:lnTo>
                    <a:pt x="6612382" y="447165"/>
                  </a:lnTo>
                  <a:lnTo>
                    <a:pt x="6542037" y="445059"/>
                  </a:lnTo>
                  <a:lnTo>
                    <a:pt x="6471693" y="442878"/>
                  </a:lnTo>
                  <a:lnTo>
                    <a:pt x="6401348" y="440619"/>
                  </a:lnTo>
                  <a:lnTo>
                    <a:pt x="6331004" y="438280"/>
                  </a:lnTo>
                  <a:lnTo>
                    <a:pt x="6260659" y="435857"/>
                  </a:lnTo>
                  <a:lnTo>
                    <a:pt x="6190315" y="433347"/>
                  </a:lnTo>
                  <a:lnTo>
                    <a:pt x="6119970" y="430748"/>
                  </a:lnTo>
                  <a:lnTo>
                    <a:pt x="6049626" y="428056"/>
                  </a:lnTo>
                  <a:lnTo>
                    <a:pt x="5979281" y="425268"/>
                  </a:lnTo>
                  <a:lnTo>
                    <a:pt x="5908937" y="422380"/>
                  </a:lnTo>
                  <a:lnTo>
                    <a:pt x="5838592" y="419389"/>
                  </a:lnTo>
                  <a:lnTo>
                    <a:pt x="5768248" y="416292"/>
                  </a:lnTo>
                  <a:lnTo>
                    <a:pt x="5697903" y="413084"/>
                  </a:lnTo>
                  <a:lnTo>
                    <a:pt x="5627559" y="409761"/>
                  </a:lnTo>
                  <a:lnTo>
                    <a:pt x="5557214" y="406320"/>
                  </a:lnTo>
                  <a:lnTo>
                    <a:pt x="5486870" y="402756"/>
                  </a:lnTo>
                  <a:lnTo>
                    <a:pt x="5416525" y="399065"/>
                  </a:lnTo>
                  <a:lnTo>
                    <a:pt x="5346181" y="395242"/>
                  </a:lnTo>
                  <a:lnTo>
                    <a:pt x="5275836" y="391282"/>
                  </a:lnTo>
                  <a:lnTo>
                    <a:pt x="5205492" y="387182"/>
                  </a:lnTo>
                  <a:lnTo>
                    <a:pt x="5135147" y="382934"/>
                  </a:lnTo>
                  <a:lnTo>
                    <a:pt x="5064803" y="378535"/>
                  </a:lnTo>
                  <a:lnTo>
                    <a:pt x="4994458" y="373980"/>
                  </a:lnTo>
                  <a:lnTo>
                    <a:pt x="4924114" y="369261"/>
                  </a:lnTo>
                  <a:lnTo>
                    <a:pt x="4853769" y="364374"/>
                  </a:lnTo>
                  <a:lnTo>
                    <a:pt x="4783425" y="359313"/>
                  </a:lnTo>
                  <a:lnTo>
                    <a:pt x="4713080" y="354070"/>
                  </a:lnTo>
                  <a:lnTo>
                    <a:pt x="4642736" y="348641"/>
                  </a:lnTo>
                  <a:lnTo>
                    <a:pt x="4572391" y="343018"/>
                  </a:lnTo>
                  <a:lnTo>
                    <a:pt x="4502047" y="337194"/>
                  </a:lnTo>
                  <a:lnTo>
                    <a:pt x="4431702" y="331162"/>
                  </a:lnTo>
                  <a:lnTo>
                    <a:pt x="4361358" y="324915"/>
                  </a:lnTo>
                  <a:lnTo>
                    <a:pt x="4291013" y="318445"/>
                  </a:lnTo>
                  <a:lnTo>
                    <a:pt x="4220669" y="311744"/>
                  </a:lnTo>
                  <a:lnTo>
                    <a:pt x="4150324" y="304804"/>
                  </a:lnTo>
                  <a:lnTo>
                    <a:pt x="4079980" y="297616"/>
                  </a:lnTo>
                  <a:lnTo>
                    <a:pt x="4009635" y="290171"/>
                  </a:lnTo>
                  <a:lnTo>
                    <a:pt x="3939291" y="282461"/>
                  </a:lnTo>
                  <a:lnTo>
                    <a:pt x="3868946" y="274475"/>
                  </a:lnTo>
                  <a:lnTo>
                    <a:pt x="3798602" y="266205"/>
                  </a:lnTo>
                  <a:lnTo>
                    <a:pt x="3728257" y="257639"/>
                  </a:lnTo>
                  <a:lnTo>
                    <a:pt x="3657913" y="248767"/>
                  </a:lnTo>
                  <a:lnTo>
                    <a:pt x="3587569" y="239578"/>
                  </a:lnTo>
                  <a:lnTo>
                    <a:pt x="3517224" y="230062"/>
                  </a:lnTo>
                  <a:lnTo>
                    <a:pt x="3446880" y="220206"/>
                  </a:lnTo>
                  <a:lnTo>
                    <a:pt x="3376535" y="209997"/>
                  </a:lnTo>
                  <a:lnTo>
                    <a:pt x="3306191" y="204519"/>
                  </a:lnTo>
                  <a:lnTo>
                    <a:pt x="3235846" y="201178"/>
                  </a:lnTo>
                  <a:lnTo>
                    <a:pt x="3165502" y="197801"/>
                  </a:lnTo>
                  <a:lnTo>
                    <a:pt x="3095157" y="194386"/>
                  </a:lnTo>
                  <a:lnTo>
                    <a:pt x="3024813" y="190934"/>
                  </a:lnTo>
                  <a:lnTo>
                    <a:pt x="2954468" y="187443"/>
                  </a:lnTo>
                  <a:lnTo>
                    <a:pt x="2884124" y="183913"/>
                  </a:lnTo>
                  <a:lnTo>
                    <a:pt x="2813779" y="180345"/>
                  </a:lnTo>
                  <a:lnTo>
                    <a:pt x="2743435" y="176737"/>
                  </a:lnTo>
                  <a:lnTo>
                    <a:pt x="2673090" y="173089"/>
                  </a:lnTo>
                  <a:lnTo>
                    <a:pt x="2602746" y="169400"/>
                  </a:lnTo>
                  <a:lnTo>
                    <a:pt x="2532401" y="165671"/>
                  </a:lnTo>
                  <a:lnTo>
                    <a:pt x="2462057" y="161901"/>
                  </a:lnTo>
                  <a:lnTo>
                    <a:pt x="2391712" y="158088"/>
                  </a:lnTo>
                  <a:lnTo>
                    <a:pt x="2321368" y="154234"/>
                  </a:lnTo>
                  <a:lnTo>
                    <a:pt x="2251023" y="150337"/>
                  </a:lnTo>
                  <a:lnTo>
                    <a:pt x="2180679" y="146396"/>
                  </a:lnTo>
                  <a:lnTo>
                    <a:pt x="2110334" y="142412"/>
                  </a:lnTo>
                  <a:lnTo>
                    <a:pt x="2039990" y="138384"/>
                  </a:lnTo>
                  <a:lnTo>
                    <a:pt x="1969645" y="134311"/>
                  </a:lnTo>
                  <a:lnTo>
                    <a:pt x="1899301" y="130194"/>
                  </a:lnTo>
                  <a:lnTo>
                    <a:pt x="1828956" y="126030"/>
                  </a:lnTo>
                  <a:lnTo>
                    <a:pt x="1758612" y="121821"/>
                  </a:lnTo>
                  <a:lnTo>
                    <a:pt x="1688267" y="117564"/>
                  </a:lnTo>
                  <a:lnTo>
                    <a:pt x="1617923" y="113261"/>
                  </a:lnTo>
                  <a:lnTo>
                    <a:pt x="1547578" y="108910"/>
                  </a:lnTo>
                  <a:lnTo>
                    <a:pt x="1477234" y="104511"/>
                  </a:lnTo>
                  <a:lnTo>
                    <a:pt x="1406889" y="100063"/>
                  </a:lnTo>
                  <a:lnTo>
                    <a:pt x="1336545" y="95566"/>
                  </a:lnTo>
                  <a:lnTo>
                    <a:pt x="1266200" y="91019"/>
                  </a:lnTo>
                  <a:lnTo>
                    <a:pt x="1195856" y="86422"/>
                  </a:lnTo>
                  <a:lnTo>
                    <a:pt x="1125511" y="81774"/>
                  </a:lnTo>
                  <a:lnTo>
                    <a:pt x="1055167" y="77074"/>
                  </a:lnTo>
                  <a:lnTo>
                    <a:pt x="984822" y="72322"/>
                  </a:lnTo>
                  <a:lnTo>
                    <a:pt x="914478" y="67518"/>
                  </a:lnTo>
                  <a:lnTo>
                    <a:pt x="844133" y="62661"/>
                  </a:lnTo>
                  <a:lnTo>
                    <a:pt x="773789" y="57749"/>
                  </a:lnTo>
                  <a:lnTo>
                    <a:pt x="703444" y="52784"/>
                  </a:lnTo>
                  <a:lnTo>
                    <a:pt x="633100" y="47763"/>
                  </a:lnTo>
                  <a:lnTo>
                    <a:pt x="562755" y="42687"/>
                  </a:lnTo>
                  <a:lnTo>
                    <a:pt x="492411" y="37554"/>
                  </a:lnTo>
                  <a:lnTo>
                    <a:pt x="422066" y="32365"/>
                  </a:lnTo>
                  <a:lnTo>
                    <a:pt x="351722" y="27118"/>
                  </a:lnTo>
                  <a:lnTo>
                    <a:pt x="281377" y="21813"/>
                  </a:lnTo>
                  <a:lnTo>
                    <a:pt x="211033" y="16449"/>
                  </a:lnTo>
                  <a:lnTo>
                    <a:pt x="140688" y="11026"/>
                  </a:lnTo>
                  <a:lnTo>
                    <a:pt x="70344" y="55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01814"/>
              <a:ext cx="6964104" cy="806711"/>
            </a:xfrm>
            <a:custGeom>
              <a:avLst/>
              <a:pathLst>
                <a:path w="6964104" h="806711">
                  <a:moveTo>
                    <a:pt x="0" y="0"/>
                  </a:moveTo>
                  <a:lnTo>
                    <a:pt x="70344" y="20468"/>
                  </a:lnTo>
                  <a:lnTo>
                    <a:pt x="140688" y="40470"/>
                  </a:lnTo>
                  <a:lnTo>
                    <a:pt x="211033" y="60017"/>
                  </a:lnTo>
                  <a:lnTo>
                    <a:pt x="281377" y="79118"/>
                  </a:lnTo>
                  <a:lnTo>
                    <a:pt x="351722" y="97784"/>
                  </a:lnTo>
                  <a:lnTo>
                    <a:pt x="422066" y="116025"/>
                  </a:lnTo>
                  <a:lnTo>
                    <a:pt x="492411" y="133851"/>
                  </a:lnTo>
                  <a:lnTo>
                    <a:pt x="562755" y="151270"/>
                  </a:lnTo>
                  <a:lnTo>
                    <a:pt x="633100" y="168292"/>
                  </a:lnTo>
                  <a:lnTo>
                    <a:pt x="703444" y="184927"/>
                  </a:lnTo>
                  <a:lnTo>
                    <a:pt x="773789" y="201183"/>
                  </a:lnTo>
                  <a:lnTo>
                    <a:pt x="844133" y="217068"/>
                  </a:lnTo>
                  <a:lnTo>
                    <a:pt x="914478" y="232591"/>
                  </a:lnTo>
                  <a:lnTo>
                    <a:pt x="984822" y="247761"/>
                  </a:lnTo>
                  <a:lnTo>
                    <a:pt x="1055167" y="262585"/>
                  </a:lnTo>
                  <a:lnTo>
                    <a:pt x="1125511" y="277072"/>
                  </a:lnTo>
                  <a:lnTo>
                    <a:pt x="1195856" y="291228"/>
                  </a:lnTo>
                  <a:lnTo>
                    <a:pt x="1266200" y="305062"/>
                  </a:lnTo>
                  <a:lnTo>
                    <a:pt x="1336545" y="318581"/>
                  </a:lnTo>
                  <a:lnTo>
                    <a:pt x="1406889" y="331792"/>
                  </a:lnTo>
                  <a:lnTo>
                    <a:pt x="1477234" y="344702"/>
                  </a:lnTo>
                  <a:lnTo>
                    <a:pt x="1547578" y="357318"/>
                  </a:lnTo>
                  <a:lnTo>
                    <a:pt x="1617923" y="369646"/>
                  </a:lnTo>
                  <a:lnTo>
                    <a:pt x="1688267" y="381694"/>
                  </a:lnTo>
                  <a:lnTo>
                    <a:pt x="1758612" y="393467"/>
                  </a:lnTo>
                  <a:lnTo>
                    <a:pt x="1828956" y="404972"/>
                  </a:lnTo>
                  <a:lnTo>
                    <a:pt x="1899301" y="416214"/>
                  </a:lnTo>
                  <a:lnTo>
                    <a:pt x="1969645" y="427201"/>
                  </a:lnTo>
                  <a:lnTo>
                    <a:pt x="2039990" y="437937"/>
                  </a:lnTo>
                  <a:lnTo>
                    <a:pt x="2110334" y="448429"/>
                  </a:lnTo>
                  <a:lnTo>
                    <a:pt x="2180679" y="458682"/>
                  </a:lnTo>
                  <a:lnTo>
                    <a:pt x="2251023" y="468701"/>
                  </a:lnTo>
                  <a:lnTo>
                    <a:pt x="2321368" y="478492"/>
                  </a:lnTo>
                  <a:lnTo>
                    <a:pt x="2391712" y="488060"/>
                  </a:lnTo>
                  <a:lnTo>
                    <a:pt x="2462057" y="497410"/>
                  </a:lnTo>
                  <a:lnTo>
                    <a:pt x="2532401" y="506547"/>
                  </a:lnTo>
                  <a:lnTo>
                    <a:pt x="2602746" y="515475"/>
                  </a:lnTo>
                  <a:lnTo>
                    <a:pt x="2673090" y="524201"/>
                  </a:lnTo>
                  <a:lnTo>
                    <a:pt x="2743435" y="532727"/>
                  </a:lnTo>
                  <a:lnTo>
                    <a:pt x="2813779" y="541060"/>
                  </a:lnTo>
                  <a:lnTo>
                    <a:pt x="2884124" y="549202"/>
                  </a:lnTo>
                  <a:lnTo>
                    <a:pt x="2954468" y="557159"/>
                  </a:lnTo>
                  <a:lnTo>
                    <a:pt x="3024813" y="564935"/>
                  </a:lnTo>
                  <a:lnTo>
                    <a:pt x="3095157" y="572533"/>
                  </a:lnTo>
                  <a:lnTo>
                    <a:pt x="3165502" y="579959"/>
                  </a:lnTo>
                  <a:lnTo>
                    <a:pt x="3235846" y="587215"/>
                  </a:lnTo>
                  <a:lnTo>
                    <a:pt x="3306191" y="594306"/>
                  </a:lnTo>
                  <a:lnTo>
                    <a:pt x="3376535" y="601236"/>
                  </a:lnTo>
                  <a:lnTo>
                    <a:pt x="3446880" y="608007"/>
                  </a:lnTo>
                  <a:lnTo>
                    <a:pt x="3517224" y="614625"/>
                  </a:lnTo>
                  <a:lnTo>
                    <a:pt x="3587569" y="621091"/>
                  </a:lnTo>
                  <a:lnTo>
                    <a:pt x="3657913" y="627411"/>
                  </a:lnTo>
                  <a:lnTo>
                    <a:pt x="3728257" y="633586"/>
                  </a:lnTo>
                  <a:lnTo>
                    <a:pt x="3798602" y="639620"/>
                  </a:lnTo>
                  <a:lnTo>
                    <a:pt x="3868946" y="645518"/>
                  </a:lnTo>
                  <a:lnTo>
                    <a:pt x="3939291" y="651280"/>
                  </a:lnTo>
                  <a:lnTo>
                    <a:pt x="4009635" y="656912"/>
                  </a:lnTo>
                  <a:lnTo>
                    <a:pt x="4079980" y="662415"/>
                  </a:lnTo>
                  <a:lnTo>
                    <a:pt x="4150324" y="667793"/>
                  </a:lnTo>
                  <a:lnTo>
                    <a:pt x="4220669" y="673048"/>
                  </a:lnTo>
                  <a:lnTo>
                    <a:pt x="4291013" y="678184"/>
                  </a:lnTo>
                  <a:lnTo>
                    <a:pt x="4361358" y="683203"/>
                  </a:lnTo>
                  <a:lnTo>
                    <a:pt x="4431702" y="688107"/>
                  </a:lnTo>
                  <a:lnTo>
                    <a:pt x="4502047" y="692899"/>
                  </a:lnTo>
                  <a:lnTo>
                    <a:pt x="4572391" y="697583"/>
                  </a:lnTo>
                  <a:lnTo>
                    <a:pt x="4642736" y="702160"/>
                  </a:lnTo>
                  <a:lnTo>
                    <a:pt x="4713080" y="706632"/>
                  </a:lnTo>
                  <a:lnTo>
                    <a:pt x="4783425" y="711003"/>
                  </a:lnTo>
                  <a:lnTo>
                    <a:pt x="4853769" y="715273"/>
                  </a:lnTo>
                  <a:lnTo>
                    <a:pt x="4924114" y="719447"/>
                  </a:lnTo>
                  <a:lnTo>
                    <a:pt x="4994458" y="723526"/>
                  </a:lnTo>
                  <a:lnTo>
                    <a:pt x="5064803" y="727511"/>
                  </a:lnTo>
                  <a:lnTo>
                    <a:pt x="5135147" y="731406"/>
                  </a:lnTo>
                  <a:lnTo>
                    <a:pt x="5205492" y="735212"/>
                  </a:lnTo>
                  <a:lnTo>
                    <a:pt x="5275836" y="738932"/>
                  </a:lnTo>
                  <a:lnTo>
                    <a:pt x="5346181" y="742567"/>
                  </a:lnTo>
                  <a:lnTo>
                    <a:pt x="5416525" y="746118"/>
                  </a:lnTo>
                  <a:lnTo>
                    <a:pt x="5486870" y="749589"/>
                  </a:lnTo>
                  <a:lnTo>
                    <a:pt x="5557214" y="752981"/>
                  </a:lnTo>
                  <a:lnTo>
                    <a:pt x="5627559" y="756296"/>
                  </a:lnTo>
                  <a:lnTo>
                    <a:pt x="5697903" y="759535"/>
                  </a:lnTo>
                  <a:lnTo>
                    <a:pt x="5768248" y="762700"/>
                  </a:lnTo>
                  <a:lnTo>
                    <a:pt x="5838592" y="765794"/>
                  </a:lnTo>
                  <a:lnTo>
                    <a:pt x="5908937" y="768816"/>
                  </a:lnTo>
                  <a:lnTo>
                    <a:pt x="5979281" y="771770"/>
                  </a:lnTo>
                  <a:lnTo>
                    <a:pt x="6049626" y="774657"/>
                  </a:lnTo>
                  <a:lnTo>
                    <a:pt x="6119970" y="777478"/>
                  </a:lnTo>
                  <a:lnTo>
                    <a:pt x="6190315" y="780234"/>
                  </a:lnTo>
                  <a:lnTo>
                    <a:pt x="6260659" y="782928"/>
                  </a:lnTo>
                  <a:lnTo>
                    <a:pt x="6331004" y="785561"/>
                  </a:lnTo>
                  <a:lnTo>
                    <a:pt x="6401348" y="788133"/>
                  </a:lnTo>
                  <a:lnTo>
                    <a:pt x="6471693" y="790647"/>
                  </a:lnTo>
                  <a:lnTo>
                    <a:pt x="6542037" y="793103"/>
                  </a:lnTo>
                  <a:lnTo>
                    <a:pt x="6612382" y="795504"/>
                  </a:lnTo>
                  <a:lnTo>
                    <a:pt x="6682726" y="797850"/>
                  </a:lnTo>
                  <a:lnTo>
                    <a:pt x="6753071" y="800142"/>
                  </a:lnTo>
                  <a:lnTo>
                    <a:pt x="6823415" y="802383"/>
                  </a:lnTo>
                  <a:lnTo>
                    <a:pt x="6893760" y="804572"/>
                  </a:lnTo>
                  <a:lnTo>
                    <a:pt x="6964104" y="80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07701"/>
            </a:xfrm>
            <a:custGeom>
              <a:avLst/>
              <a:pathLst>
                <a:path w="6964104" h="1207701">
                  <a:moveTo>
                    <a:pt x="477347" y="0"/>
                  </a:moveTo>
                  <a:lnTo>
                    <a:pt x="492411" y="9538"/>
                  </a:lnTo>
                  <a:lnTo>
                    <a:pt x="562755" y="52543"/>
                  </a:lnTo>
                  <a:lnTo>
                    <a:pt x="633100" y="94065"/>
                  </a:lnTo>
                  <a:lnTo>
                    <a:pt x="703444" y="134157"/>
                  </a:lnTo>
                  <a:lnTo>
                    <a:pt x="773789" y="172867"/>
                  </a:lnTo>
                  <a:lnTo>
                    <a:pt x="844133" y="210242"/>
                  </a:lnTo>
                  <a:lnTo>
                    <a:pt x="914478" y="246329"/>
                  </a:lnTo>
                  <a:lnTo>
                    <a:pt x="984822" y="281172"/>
                  </a:lnTo>
                  <a:lnTo>
                    <a:pt x="1055167" y="314814"/>
                  </a:lnTo>
                  <a:lnTo>
                    <a:pt x="1125511" y="347297"/>
                  </a:lnTo>
                  <a:lnTo>
                    <a:pt x="1195856" y="378660"/>
                  </a:lnTo>
                  <a:lnTo>
                    <a:pt x="1266200" y="408942"/>
                  </a:lnTo>
                  <a:lnTo>
                    <a:pt x="1336545" y="438180"/>
                  </a:lnTo>
                  <a:lnTo>
                    <a:pt x="1406889" y="466410"/>
                  </a:lnTo>
                  <a:lnTo>
                    <a:pt x="1477234" y="493668"/>
                  </a:lnTo>
                  <a:lnTo>
                    <a:pt x="1547578" y="519985"/>
                  </a:lnTo>
                  <a:lnTo>
                    <a:pt x="1617923" y="545396"/>
                  </a:lnTo>
                  <a:lnTo>
                    <a:pt x="1688267" y="569931"/>
                  </a:lnTo>
                  <a:lnTo>
                    <a:pt x="1758612" y="593620"/>
                  </a:lnTo>
                  <a:lnTo>
                    <a:pt x="1828956" y="616493"/>
                  </a:lnTo>
                  <a:lnTo>
                    <a:pt x="1899301" y="638577"/>
                  </a:lnTo>
                  <a:lnTo>
                    <a:pt x="1969645" y="659900"/>
                  </a:lnTo>
                  <a:lnTo>
                    <a:pt x="2039990" y="680488"/>
                  </a:lnTo>
                  <a:lnTo>
                    <a:pt x="2110334" y="700366"/>
                  </a:lnTo>
                  <a:lnTo>
                    <a:pt x="2180679" y="719560"/>
                  </a:lnTo>
                  <a:lnTo>
                    <a:pt x="2251023" y="738091"/>
                  </a:lnTo>
                  <a:lnTo>
                    <a:pt x="2321368" y="755984"/>
                  </a:lnTo>
                  <a:lnTo>
                    <a:pt x="2391712" y="773260"/>
                  </a:lnTo>
                  <a:lnTo>
                    <a:pt x="2462057" y="789941"/>
                  </a:lnTo>
                  <a:lnTo>
                    <a:pt x="2532401" y="806047"/>
                  </a:lnTo>
                  <a:lnTo>
                    <a:pt x="2602746" y="821597"/>
                  </a:lnTo>
                  <a:lnTo>
                    <a:pt x="2673090" y="836612"/>
                  </a:lnTo>
                  <a:lnTo>
                    <a:pt x="2743435" y="851109"/>
                  </a:lnTo>
                  <a:lnTo>
                    <a:pt x="2813779" y="865106"/>
                  </a:lnTo>
                  <a:lnTo>
                    <a:pt x="2884124" y="878621"/>
                  </a:lnTo>
                  <a:lnTo>
                    <a:pt x="2954468" y="891670"/>
                  </a:lnTo>
                  <a:lnTo>
                    <a:pt x="3024813" y="904270"/>
                  </a:lnTo>
                  <a:lnTo>
                    <a:pt x="3095157" y="916435"/>
                  </a:lnTo>
                  <a:lnTo>
                    <a:pt x="3165502" y="928180"/>
                  </a:lnTo>
                  <a:lnTo>
                    <a:pt x="3235846" y="939521"/>
                  </a:lnTo>
                  <a:lnTo>
                    <a:pt x="3306191" y="950471"/>
                  </a:lnTo>
                  <a:lnTo>
                    <a:pt x="3376535" y="958869"/>
                  </a:lnTo>
                  <a:lnTo>
                    <a:pt x="3446880" y="962136"/>
                  </a:lnTo>
                  <a:lnTo>
                    <a:pt x="3517224" y="965368"/>
                  </a:lnTo>
                  <a:lnTo>
                    <a:pt x="3587569" y="968564"/>
                  </a:lnTo>
                  <a:lnTo>
                    <a:pt x="3657913" y="971726"/>
                  </a:lnTo>
                  <a:lnTo>
                    <a:pt x="3728257" y="974853"/>
                  </a:lnTo>
                  <a:lnTo>
                    <a:pt x="3798602" y="977945"/>
                  </a:lnTo>
                  <a:lnTo>
                    <a:pt x="3868946" y="981004"/>
                  </a:lnTo>
                  <a:lnTo>
                    <a:pt x="3939291" y="984029"/>
                  </a:lnTo>
                  <a:lnTo>
                    <a:pt x="4009635" y="987021"/>
                  </a:lnTo>
                  <a:lnTo>
                    <a:pt x="4079980" y="989980"/>
                  </a:lnTo>
                  <a:lnTo>
                    <a:pt x="4150324" y="992907"/>
                  </a:lnTo>
                  <a:lnTo>
                    <a:pt x="4220669" y="995802"/>
                  </a:lnTo>
                  <a:lnTo>
                    <a:pt x="4291013" y="998665"/>
                  </a:lnTo>
                  <a:lnTo>
                    <a:pt x="4361358" y="1001496"/>
                  </a:lnTo>
                  <a:lnTo>
                    <a:pt x="4431702" y="1004297"/>
                  </a:lnTo>
                  <a:lnTo>
                    <a:pt x="4502047" y="1007067"/>
                  </a:lnTo>
                  <a:lnTo>
                    <a:pt x="4572391" y="1009807"/>
                  </a:lnTo>
                  <a:lnTo>
                    <a:pt x="4642736" y="1012517"/>
                  </a:lnTo>
                  <a:lnTo>
                    <a:pt x="4713080" y="1015197"/>
                  </a:lnTo>
                  <a:lnTo>
                    <a:pt x="4783425" y="1017847"/>
                  </a:lnTo>
                  <a:lnTo>
                    <a:pt x="4853769" y="1020469"/>
                  </a:lnTo>
                  <a:lnTo>
                    <a:pt x="4924114" y="1023062"/>
                  </a:lnTo>
                  <a:lnTo>
                    <a:pt x="4994458" y="1025626"/>
                  </a:lnTo>
                  <a:lnTo>
                    <a:pt x="5064803" y="1028163"/>
                  </a:lnTo>
                  <a:lnTo>
                    <a:pt x="5135147" y="1030671"/>
                  </a:lnTo>
                  <a:lnTo>
                    <a:pt x="5205492" y="1033152"/>
                  </a:lnTo>
                  <a:lnTo>
                    <a:pt x="5275836" y="1035606"/>
                  </a:lnTo>
                  <a:lnTo>
                    <a:pt x="5346181" y="1038033"/>
                  </a:lnTo>
                  <a:lnTo>
                    <a:pt x="5416525" y="1040434"/>
                  </a:lnTo>
                  <a:lnTo>
                    <a:pt x="5486870" y="1042808"/>
                  </a:lnTo>
                  <a:lnTo>
                    <a:pt x="5557214" y="1045156"/>
                  </a:lnTo>
                  <a:lnTo>
                    <a:pt x="5627559" y="1047479"/>
                  </a:lnTo>
                  <a:lnTo>
                    <a:pt x="5697903" y="1049776"/>
                  </a:lnTo>
                  <a:lnTo>
                    <a:pt x="5768248" y="1052048"/>
                  </a:lnTo>
                  <a:lnTo>
                    <a:pt x="5838592" y="1054295"/>
                  </a:lnTo>
                  <a:lnTo>
                    <a:pt x="5908937" y="1056517"/>
                  </a:lnTo>
                  <a:lnTo>
                    <a:pt x="5979281" y="1058715"/>
                  </a:lnTo>
                  <a:lnTo>
                    <a:pt x="6049626" y="1060889"/>
                  </a:lnTo>
                  <a:lnTo>
                    <a:pt x="6119970" y="1063039"/>
                  </a:lnTo>
                  <a:lnTo>
                    <a:pt x="6190315" y="1065166"/>
                  </a:lnTo>
                  <a:lnTo>
                    <a:pt x="6260659" y="1067269"/>
                  </a:lnTo>
                  <a:lnTo>
                    <a:pt x="6331004" y="1069350"/>
                  </a:lnTo>
                  <a:lnTo>
                    <a:pt x="6401348" y="1071407"/>
                  </a:lnTo>
                  <a:lnTo>
                    <a:pt x="6471693" y="1073442"/>
                  </a:lnTo>
                  <a:lnTo>
                    <a:pt x="6542037" y="1075455"/>
                  </a:lnTo>
                  <a:lnTo>
                    <a:pt x="6612382" y="1077445"/>
                  </a:lnTo>
                  <a:lnTo>
                    <a:pt x="6682726" y="1079414"/>
                  </a:lnTo>
                  <a:lnTo>
                    <a:pt x="6753071" y="1081361"/>
                  </a:lnTo>
                  <a:lnTo>
                    <a:pt x="6823415" y="1083287"/>
                  </a:lnTo>
                  <a:lnTo>
                    <a:pt x="6893760" y="1085192"/>
                  </a:lnTo>
                  <a:lnTo>
                    <a:pt x="6964104" y="1087076"/>
                  </a:lnTo>
                  <a:lnTo>
                    <a:pt x="6964104" y="1207701"/>
                  </a:lnTo>
                  <a:lnTo>
                    <a:pt x="6893760" y="1205934"/>
                  </a:lnTo>
                  <a:lnTo>
                    <a:pt x="6823415" y="1204103"/>
                  </a:lnTo>
                  <a:lnTo>
                    <a:pt x="6753071" y="1202208"/>
                  </a:lnTo>
                  <a:lnTo>
                    <a:pt x="6682726" y="1200245"/>
                  </a:lnTo>
                  <a:lnTo>
                    <a:pt x="6612382" y="1198211"/>
                  </a:lnTo>
                  <a:lnTo>
                    <a:pt x="6542037" y="1196105"/>
                  </a:lnTo>
                  <a:lnTo>
                    <a:pt x="6471693" y="1193924"/>
                  </a:lnTo>
                  <a:lnTo>
                    <a:pt x="6401348" y="1191665"/>
                  </a:lnTo>
                  <a:lnTo>
                    <a:pt x="6331004" y="1189326"/>
                  </a:lnTo>
                  <a:lnTo>
                    <a:pt x="6260659" y="1186903"/>
                  </a:lnTo>
                  <a:lnTo>
                    <a:pt x="6190315" y="1184393"/>
                  </a:lnTo>
                  <a:lnTo>
                    <a:pt x="6119970" y="1181794"/>
                  </a:lnTo>
                  <a:lnTo>
                    <a:pt x="6049626" y="1179102"/>
                  </a:lnTo>
                  <a:lnTo>
                    <a:pt x="5979281" y="1176314"/>
                  </a:lnTo>
                  <a:lnTo>
                    <a:pt x="5908937" y="1173426"/>
                  </a:lnTo>
                  <a:lnTo>
                    <a:pt x="5838592" y="1170436"/>
                  </a:lnTo>
                  <a:lnTo>
                    <a:pt x="5768248" y="1167338"/>
                  </a:lnTo>
                  <a:lnTo>
                    <a:pt x="5697903" y="1164130"/>
                  </a:lnTo>
                  <a:lnTo>
                    <a:pt x="5627559" y="1160808"/>
                  </a:lnTo>
                  <a:lnTo>
                    <a:pt x="5557214" y="1157366"/>
                  </a:lnTo>
                  <a:lnTo>
                    <a:pt x="5486870" y="1153802"/>
                  </a:lnTo>
                  <a:lnTo>
                    <a:pt x="5416525" y="1150111"/>
                  </a:lnTo>
                  <a:lnTo>
                    <a:pt x="5346181" y="1146288"/>
                  </a:lnTo>
                  <a:lnTo>
                    <a:pt x="5275836" y="1142329"/>
                  </a:lnTo>
                  <a:lnTo>
                    <a:pt x="5205492" y="1138228"/>
                  </a:lnTo>
                  <a:lnTo>
                    <a:pt x="5135147" y="1133980"/>
                  </a:lnTo>
                  <a:lnTo>
                    <a:pt x="5064803" y="1129582"/>
                  </a:lnTo>
                  <a:lnTo>
                    <a:pt x="4994458" y="1125026"/>
                  </a:lnTo>
                  <a:lnTo>
                    <a:pt x="4924114" y="1120307"/>
                  </a:lnTo>
                  <a:lnTo>
                    <a:pt x="4853769" y="1115420"/>
                  </a:lnTo>
                  <a:lnTo>
                    <a:pt x="4783425" y="1110359"/>
                  </a:lnTo>
                  <a:lnTo>
                    <a:pt x="4713080" y="1105117"/>
                  </a:lnTo>
                  <a:lnTo>
                    <a:pt x="4642736" y="1099687"/>
                  </a:lnTo>
                  <a:lnTo>
                    <a:pt x="4572391" y="1094064"/>
                  </a:lnTo>
                  <a:lnTo>
                    <a:pt x="4502047" y="1088240"/>
                  </a:lnTo>
                  <a:lnTo>
                    <a:pt x="4431702" y="1082209"/>
                  </a:lnTo>
                  <a:lnTo>
                    <a:pt x="4361358" y="1075962"/>
                  </a:lnTo>
                  <a:lnTo>
                    <a:pt x="4291013" y="1069492"/>
                  </a:lnTo>
                  <a:lnTo>
                    <a:pt x="4220669" y="1062790"/>
                  </a:lnTo>
                  <a:lnTo>
                    <a:pt x="4150324" y="1055850"/>
                  </a:lnTo>
                  <a:lnTo>
                    <a:pt x="4079980" y="1048662"/>
                  </a:lnTo>
                  <a:lnTo>
                    <a:pt x="4009635" y="1041218"/>
                  </a:lnTo>
                  <a:lnTo>
                    <a:pt x="3939291" y="1033507"/>
                  </a:lnTo>
                  <a:lnTo>
                    <a:pt x="3868946" y="1025522"/>
                  </a:lnTo>
                  <a:lnTo>
                    <a:pt x="3798602" y="1017251"/>
                  </a:lnTo>
                  <a:lnTo>
                    <a:pt x="3728257" y="1008685"/>
                  </a:lnTo>
                  <a:lnTo>
                    <a:pt x="3657913" y="999813"/>
                  </a:lnTo>
                  <a:lnTo>
                    <a:pt x="3587569" y="990625"/>
                  </a:lnTo>
                  <a:lnTo>
                    <a:pt x="3517224" y="981108"/>
                  </a:lnTo>
                  <a:lnTo>
                    <a:pt x="3446880" y="971252"/>
                  </a:lnTo>
                  <a:lnTo>
                    <a:pt x="3376535" y="961044"/>
                  </a:lnTo>
                  <a:lnTo>
                    <a:pt x="3306191" y="955565"/>
                  </a:lnTo>
                  <a:lnTo>
                    <a:pt x="3235846" y="952225"/>
                  </a:lnTo>
                  <a:lnTo>
                    <a:pt x="3165502" y="948847"/>
                  </a:lnTo>
                  <a:lnTo>
                    <a:pt x="3095157" y="945432"/>
                  </a:lnTo>
                  <a:lnTo>
                    <a:pt x="3024813" y="941980"/>
                  </a:lnTo>
                  <a:lnTo>
                    <a:pt x="2954468" y="938489"/>
                  </a:lnTo>
                  <a:lnTo>
                    <a:pt x="2884124" y="934960"/>
                  </a:lnTo>
                  <a:lnTo>
                    <a:pt x="2813779" y="931391"/>
                  </a:lnTo>
                  <a:lnTo>
                    <a:pt x="2743435" y="927783"/>
                  </a:lnTo>
                  <a:lnTo>
                    <a:pt x="2673090" y="924135"/>
                  </a:lnTo>
                  <a:lnTo>
                    <a:pt x="2602746" y="920447"/>
                  </a:lnTo>
                  <a:lnTo>
                    <a:pt x="2532401" y="916717"/>
                  </a:lnTo>
                  <a:lnTo>
                    <a:pt x="2462057" y="912947"/>
                  </a:lnTo>
                  <a:lnTo>
                    <a:pt x="2391712" y="909135"/>
                  </a:lnTo>
                  <a:lnTo>
                    <a:pt x="2321368" y="905280"/>
                  </a:lnTo>
                  <a:lnTo>
                    <a:pt x="2251023" y="901383"/>
                  </a:lnTo>
                  <a:lnTo>
                    <a:pt x="2180679" y="897442"/>
                  </a:lnTo>
                  <a:lnTo>
                    <a:pt x="2110334" y="893458"/>
                  </a:lnTo>
                  <a:lnTo>
                    <a:pt x="2039990" y="889430"/>
                  </a:lnTo>
                  <a:lnTo>
                    <a:pt x="1969645" y="885358"/>
                  </a:lnTo>
                  <a:lnTo>
                    <a:pt x="1899301" y="881240"/>
                  </a:lnTo>
                  <a:lnTo>
                    <a:pt x="1828956" y="877076"/>
                  </a:lnTo>
                  <a:lnTo>
                    <a:pt x="1758612" y="872867"/>
                  </a:lnTo>
                  <a:lnTo>
                    <a:pt x="1688267" y="868611"/>
                  </a:lnTo>
                  <a:lnTo>
                    <a:pt x="1617923" y="864307"/>
                  </a:lnTo>
                  <a:lnTo>
                    <a:pt x="1547578" y="859956"/>
                  </a:lnTo>
                  <a:lnTo>
                    <a:pt x="1477234" y="855557"/>
                  </a:lnTo>
                  <a:lnTo>
                    <a:pt x="1406889" y="851109"/>
                  </a:lnTo>
                  <a:lnTo>
                    <a:pt x="1336545" y="846612"/>
                  </a:lnTo>
                  <a:lnTo>
                    <a:pt x="1266200" y="842065"/>
                  </a:lnTo>
                  <a:lnTo>
                    <a:pt x="1195856" y="837468"/>
                  </a:lnTo>
                  <a:lnTo>
                    <a:pt x="1125511" y="832820"/>
                  </a:lnTo>
                  <a:lnTo>
                    <a:pt x="1055167" y="828120"/>
                  </a:lnTo>
                  <a:lnTo>
                    <a:pt x="984822" y="823369"/>
                  </a:lnTo>
                  <a:lnTo>
                    <a:pt x="914478" y="818564"/>
                  </a:lnTo>
                  <a:lnTo>
                    <a:pt x="844133" y="813707"/>
                  </a:lnTo>
                  <a:lnTo>
                    <a:pt x="773789" y="808795"/>
                  </a:lnTo>
                  <a:lnTo>
                    <a:pt x="703444" y="803830"/>
                  </a:lnTo>
                  <a:lnTo>
                    <a:pt x="633100" y="798809"/>
                  </a:lnTo>
                  <a:lnTo>
                    <a:pt x="562755" y="793733"/>
                  </a:lnTo>
                  <a:lnTo>
                    <a:pt x="492411" y="788600"/>
                  </a:lnTo>
                  <a:lnTo>
                    <a:pt x="422066" y="783411"/>
                  </a:lnTo>
                  <a:lnTo>
                    <a:pt x="351722" y="778164"/>
                  </a:lnTo>
                  <a:lnTo>
                    <a:pt x="281377" y="772859"/>
                  </a:lnTo>
                  <a:lnTo>
                    <a:pt x="211033" y="767496"/>
                  </a:lnTo>
                  <a:lnTo>
                    <a:pt x="140688" y="762073"/>
                  </a:lnTo>
                  <a:lnTo>
                    <a:pt x="70344" y="756590"/>
                  </a:lnTo>
                  <a:lnTo>
                    <a:pt x="0" y="7510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712659" y="4336484"/>
              <a:ext cx="6486757" cy="1087076"/>
            </a:xfrm>
            <a:custGeom>
              <a:avLst/>
              <a:pathLst>
                <a:path w="6486757" h="1087076">
                  <a:moveTo>
                    <a:pt x="0" y="0"/>
                  </a:moveTo>
                  <a:lnTo>
                    <a:pt x="15064" y="9538"/>
                  </a:lnTo>
                  <a:lnTo>
                    <a:pt x="85408" y="52543"/>
                  </a:lnTo>
                  <a:lnTo>
                    <a:pt x="155753" y="94065"/>
                  </a:lnTo>
                  <a:lnTo>
                    <a:pt x="226097" y="134157"/>
                  </a:lnTo>
                  <a:lnTo>
                    <a:pt x="296442" y="172867"/>
                  </a:lnTo>
                  <a:lnTo>
                    <a:pt x="366786" y="210242"/>
                  </a:lnTo>
                  <a:lnTo>
                    <a:pt x="437131" y="246329"/>
                  </a:lnTo>
                  <a:lnTo>
                    <a:pt x="507475" y="281172"/>
                  </a:lnTo>
                  <a:lnTo>
                    <a:pt x="577820" y="314814"/>
                  </a:lnTo>
                  <a:lnTo>
                    <a:pt x="648164" y="347297"/>
                  </a:lnTo>
                  <a:lnTo>
                    <a:pt x="718509" y="378660"/>
                  </a:lnTo>
                  <a:lnTo>
                    <a:pt x="788853" y="408942"/>
                  </a:lnTo>
                  <a:lnTo>
                    <a:pt x="859198" y="438180"/>
                  </a:lnTo>
                  <a:lnTo>
                    <a:pt x="929542" y="466410"/>
                  </a:lnTo>
                  <a:lnTo>
                    <a:pt x="999887" y="493668"/>
                  </a:lnTo>
                  <a:lnTo>
                    <a:pt x="1070231" y="519985"/>
                  </a:lnTo>
                  <a:lnTo>
                    <a:pt x="1140576" y="545396"/>
                  </a:lnTo>
                  <a:lnTo>
                    <a:pt x="1210920" y="569931"/>
                  </a:lnTo>
                  <a:lnTo>
                    <a:pt x="1281265" y="593620"/>
                  </a:lnTo>
                  <a:lnTo>
                    <a:pt x="1351609" y="616493"/>
                  </a:lnTo>
                  <a:lnTo>
                    <a:pt x="1421954" y="638577"/>
                  </a:lnTo>
                  <a:lnTo>
                    <a:pt x="1492298" y="659900"/>
                  </a:lnTo>
                  <a:lnTo>
                    <a:pt x="1562643" y="680488"/>
                  </a:lnTo>
                  <a:lnTo>
                    <a:pt x="1632987" y="700366"/>
                  </a:lnTo>
                  <a:lnTo>
                    <a:pt x="1703332" y="719560"/>
                  </a:lnTo>
                  <a:lnTo>
                    <a:pt x="1773676" y="738091"/>
                  </a:lnTo>
                  <a:lnTo>
                    <a:pt x="1844021" y="755984"/>
                  </a:lnTo>
                  <a:lnTo>
                    <a:pt x="1914365" y="773260"/>
                  </a:lnTo>
                  <a:lnTo>
                    <a:pt x="1984710" y="789941"/>
                  </a:lnTo>
                  <a:lnTo>
                    <a:pt x="2055054" y="806047"/>
                  </a:lnTo>
                  <a:lnTo>
                    <a:pt x="2125399" y="821597"/>
                  </a:lnTo>
                  <a:lnTo>
                    <a:pt x="2195743" y="836612"/>
                  </a:lnTo>
                  <a:lnTo>
                    <a:pt x="2266088" y="851109"/>
                  </a:lnTo>
                  <a:lnTo>
                    <a:pt x="2336432" y="865106"/>
                  </a:lnTo>
                  <a:lnTo>
                    <a:pt x="2406777" y="878621"/>
                  </a:lnTo>
                  <a:lnTo>
                    <a:pt x="2477121" y="891670"/>
                  </a:lnTo>
                  <a:lnTo>
                    <a:pt x="2547465" y="904270"/>
                  </a:lnTo>
                  <a:lnTo>
                    <a:pt x="2617810" y="916435"/>
                  </a:lnTo>
                  <a:lnTo>
                    <a:pt x="2688154" y="928180"/>
                  </a:lnTo>
                  <a:lnTo>
                    <a:pt x="2758499" y="939521"/>
                  </a:lnTo>
                  <a:lnTo>
                    <a:pt x="2828843" y="950471"/>
                  </a:lnTo>
                  <a:lnTo>
                    <a:pt x="2899188" y="958869"/>
                  </a:lnTo>
                  <a:lnTo>
                    <a:pt x="2969532" y="962136"/>
                  </a:lnTo>
                  <a:lnTo>
                    <a:pt x="3039877" y="965368"/>
                  </a:lnTo>
                  <a:lnTo>
                    <a:pt x="3110221" y="968564"/>
                  </a:lnTo>
                  <a:lnTo>
                    <a:pt x="3180566" y="971726"/>
                  </a:lnTo>
                  <a:lnTo>
                    <a:pt x="3250910" y="974853"/>
                  </a:lnTo>
                  <a:lnTo>
                    <a:pt x="3321255" y="977945"/>
                  </a:lnTo>
                  <a:lnTo>
                    <a:pt x="3391599" y="981004"/>
                  </a:lnTo>
                  <a:lnTo>
                    <a:pt x="3461944" y="984029"/>
                  </a:lnTo>
                  <a:lnTo>
                    <a:pt x="3532288" y="987021"/>
                  </a:lnTo>
                  <a:lnTo>
                    <a:pt x="3602633" y="989980"/>
                  </a:lnTo>
                  <a:lnTo>
                    <a:pt x="3672977" y="992907"/>
                  </a:lnTo>
                  <a:lnTo>
                    <a:pt x="3743322" y="995802"/>
                  </a:lnTo>
                  <a:lnTo>
                    <a:pt x="3813666" y="998665"/>
                  </a:lnTo>
                  <a:lnTo>
                    <a:pt x="3884011" y="1001496"/>
                  </a:lnTo>
                  <a:lnTo>
                    <a:pt x="3954355" y="1004297"/>
                  </a:lnTo>
                  <a:lnTo>
                    <a:pt x="4024700" y="1007067"/>
                  </a:lnTo>
                  <a:lnTo>
                    <a:pt x="4095044" y="1009807"/>
                  </a:lnTo>
                  <a:lnTo>
                    <a:pt x="4165389" y="1012517"/>
                  </a:lnTo>
                  <a:lnTo>
                    <a:pt x="4235733" y="1015197"/>
                  </a:lnTo>
                  <a:lnTo>
                    <a:pt x="4306078" y="1017847"/>
                  </a:lnTo>
                  <a:lnTo>
                    <a:pt x="4376422" y="1020469"/>
                  </a:lnTo>
                  <a:lnTo>
                    <a:pt x="4446767" y="1023062"/>
                  </a:lnTo>
                  <a:lnTo>
                    <a:pt x="4517111" y="1025626"/>
                  </a:lnTo>
                  <a:lnTo>
                    <a:pt x="4587456" y="1028163"/>
                  </a:lnTo>
                  <a:lnTo>
                    <a:pt x="4657800" y="1030671"/>
                  </a:lnTo>
                  <a:lnTo>
                    <a:pt x="4728145" y="1033152"/>
                  </a:lnTo>
                  <a:lnTo>
                    <a:pt x="4798489" y="1035606"/>
                  </a:lnTo>
                  <a:lnTo>
                    <a:pt x="4868834" y="1038033"/>
                  </a:lnTo>
                  <a:lnTo>
                    <a:pt x="4939178" y="1040434"/>
                  </a:lnTo>
                  <a:lnTo>
                    <a:pt x="5009523" y="1042808"/>
                  </a:lnTo>
                  <a:lnTo>
                    <a:pt x="5079867" y="1045156"/>
                  </a:lnTo>
                  <a:lnTo>
                    <a:pt x="5150212" y="1047479"/>
                  </a:lnTo>
                  <a:lnTo>
                    <a:pt x="5220556" y="1049776"/>
                  </a:lnTo>
                  <a:lnTo>
                    <a:pt x="5290901" y="1052048"/>
                  </a:lnTo>
                  <a:lnTo>
                    <a:pt x="5361245" y="1054295"/>
                  </a:lnTo>
                  <a:lnTo>
                    <a:pt x="5431590" y="1056517"/>
                  </a:lnTo>
                  <a:lnTo>
                    <a:pt x="5501934" y="1058715"/>
                  </a:lnTo>
                  <a:lnTo>
                    <a:pt x="5572279" y="1060889"/>
                  </a:lnTo>
                  <a:lnTo>
                    <a:pt x="5642623" y="1063039"/>
                  </a:lnTo>
                  <a:lnTo>
                    <a:pt x="5712968" y="1065166"/>
                  </a:lnTo>
                  <a:lnTo>
                    <a:pt x="5783312" y="1067269"/>
                  </a:lnTo>
                  <a:lnTo>
                    <a:pt x="5853657" y="1069350"/>
                  </a:lnTo>
                  <a:lnTo>
                    <a:pt x="5924001" y="1071407"/>
                  </a:lnTo>
                  <a:lnTo>
                    <a:pt x="5994346" y="1073442"/>
                  </a:lnTo>
                  <a:lnTo>
                    <a:pt x="6064690" y="1075455"/>
                  </a:lnTo>
                  <a:lnTo>
                    <a:pt x="6135035" y="1077445"/>
                  </a:lnTo>
                  <a:lnTo>
                    <a:pt x="6205379" y="1079414"/>
                  </a:lnTo>
                  <a:lnTo>
                    <a:pt x="6275723" y="1081361"/>
                  </a:lnTo>
                  <a:lnTo>
                    <a:pt x="6346068" y="1083287"/>
                  </a:lnTo>
                  <a:lnTo>
                    <a:pt x="6416412" y="1085192"/>
                  </a:lnTo>
                  <a:lnTo>
                    <a:pt x="6486757" y="108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087530"/>
              <a:ext cx="6964104" cy="456655"/>
            </a:xfrm>
            <a:custGeom>
              <a:avLst/>
              <a:pathLst>
                <a:path w="6964104" h="456655">
                  <a:moveTo>
                    <a:pt x="6964104" y="456655"/>
                  </a:moveTo>
                  <a:lnTo>
                    <a:pt x="6893760" y="454887"/>
                  </a:lnTo>
                  <a:lnTo>
                    <a:pt x="6823415" y="453057"/>
                  </a:lnTo>
                  <a:lnTo>
                    <a:pt x="6753071" y="451162"/>
                  </a:lnTo>
                  <a:lnTo>
                    <a:pt x="6682726" y="449198"/>
                  </a:lnTo>
                  <a:lnTo>
                    <a:pt x="6612382" y="447165"/>
                  </a:lnTo>
                  <a:lnTo>
                    <a:pt x="6542037" y="445059"/>
                  </a:lnTo>
                  <a:lnTo>
                    <a:pt x="6471693" y="442878"/>
                  </a:lnTo>
                  <a:lnTo>
                    <a:pt x="6401348" y="440619"/>
                  </a:lnTo>
                  <a:lnTo>
                    <a:pt x="6331004" y="438280"/>
                  </a:lnTo>
                  <a:lnTo>
                    <a:pt x="6260659" y="435857"/>
                  </a:lnTo>
                  <a:lnTo>
                    <a:pt x="6190315" y="433347"/>
                  </a:lnTo>
                  <a:lnTo>
                    <a:pt x="6119970" y="430748"/>
                  </a:lnTo>
                  <a:lnTo>
                    <a:pt x="6049626" y="428056"/>
                  </a:lnTo>
                  <a:lnTo>
                    <a:pt x="5979281" y="425268"/>
                  </a:lnTo>
                  <a:lnTo>
                    <a:pt x="5908937" y="422380"/>
                  </a:lnTo>
                  <a:lnTo>
                    <a:pt x="5838592" y="419389"/>
                  </a:lnTo>
                  <a:lnTo>
                    <a:pt x="5768248" y="416292"/>
                  </a:lnTo>
                  <a:lnTo>
                    <a:pt x="5697903" y="413084"/>
                  </a:lnTo>
                  <a:lnTo>
                    <a:pt x="5627559" y="409761"/>
                  </a:lnTo>
                  <a:lnTo>
                    <a:pt x="5557214" y="406320"/>
                  </a:lnTo>
                  <a:lnTo>
                    <a:pt x="5486870" y="402756"/>
                  </a:lnTo>
                  <a:lnTo>
                    <a:pt x="5416525" y="399065"/>
                  </a:lnTo>
                  <a:lnTo>
                    <a:pt x="5346181" y="395242"/>
                  </a:lnTo>
                  <a:lnTo>
                    <a:pt x="5275836" y="391282"/>
                  </a:lnTo>
                  <a:lnTo>
                    <a:pt x="5205492" y="387182"/>
                  </a:lnTo>
                  <a:lnTo>
                    <a:pt x="5135147" y="382934"/>
                  </a:lnTo>
                  <a:lnTo>
                    <a:pt x="5064803" y="378535"/>
                  </a:lnTo>
                  <a:lnTo>
                    <a:pt x="4994458" y="373980"/>
                  </a:lnTo>
                  <a:lnTo>
                    <a:pt x="4924114" y="369261"/>
                  </a:lnTo>
                  <a:lnTo>
                    <a:pt x="4853769" y="364374"/>
                  </a:lnTo>
                  <a:lnTo>
                    <a:pt x="4783425" y="359313"/>
                  </a:lnTo>
                  <a:lnTo>
                    <a:pt x="4713080" y="354070"/>
                  </a:lnTo>
                  <a:lnTo>
                    <a:pt x="4642736" y="348641"/>
                  </a:lnTo>
                  <a:lnTo>
                    <a:pt x="4572391" y="343018"/>
                  </a:lnTo>
                  <a:lnTo>
                    <a:pt x="4502047" y="337194"/>
                  </a:lnTo>
                  <a:lnTo>
                    <a:pt x="4431702" y="331162"/>
                  </a:lnTo>
                  <a:lnTo>
                    <a:pt x="4361358" y="324915"/>
                  </a:lnTo>
                  <a:lnTo>
                    <a:pt x="4291013" y="318445"/>
                  </a:lnTo>
                  <a:lnTo>
                    <a:pt x="4220669" y="311744"/>
                  </a:lnTo>
                  <a:lnTo>
                    <a:pt x="4150324" y="304804"/>
                  </a:lnTo>
                  <a:lnTo>
                    <a:pt x="4079980" y="297616"/>
                  </a:lnTo>
                  <a:lnTo>
                    <a:pt x="4009635" y="290171"/>
                  </a:lnTo>
                  <a:lnTo>
                    <a:pt x="3939291" y="282461"/>
                  </a:lnTo>
                  <a:lnTo>
                    <a:pt x="3868946" y="274475"/>
                  </a:lnTo>
                  <a:lnTo>
                    <a:pt x="3798602" y="266205"/>
                  </a:lnTo>
                  <a:lnTo>
                    <a:pt x="3728257" y="257639"/>
                  </a:lnTo>
                  <a:lnTo>
                    <a:pt x="3657913" y="248767"/>
                  </a:lnTo>
                  <a:lnTo>
                    <a:pt x="3587569" y="239578"/>
                  </a:lnTo>
                  <a:lnTo>
                    <a:pt x="3517224" y="230062"/>
                  </a:lnTo>
                  <a:lnTo>
                    <a:pt x="3446880" y="220206"/>
                  </a:lnTo>
                  <a:lnTo>
                    <a:pt x="3376535" y="209997"/>
                  </a:lnTo>
                  <a:lnTo>
                    <a:pt x="3306191" y="204519"/>
                  </a:lnTo>
                  <a:lnTo>
                    <a:pt x="3235846" y="201178"/>
                  </a:lnTo>
                  <a:lnTo>
                    <a:pt x="3165502" y="197801"/>
                  </a:lnTo>
                  <a:lnTo>
                    <a:pt x="3095157" y="194386"/>
                  </a:lnTo>
                  <a:lnTo>
                    <a:pt x="3024813" y="190934"/>
                  </a:lnTo>
                  <a:lnTo>
                    <a:pt x="2954468" y="187443"/>
                  </a:lnTo>
                  <a:lnTo>
                    <a:pt x="2884124" y="183913"/>
                  </a:lnTo>
                  <a:lnTo>
                    <a:pt x="2813779" y="180345"/>
                  </a:lnTo>
                  <a:lnTo>
                    <a:pt x="2743435" y="176737"/>
                  </a:lnTo>
                  <a:lnTo>
                    <a:pt x="2673090" y="173089"/>
                  </a:lnTo>
                  <a:lnTo>
                    <a:pt x="2602746" y="169400"/>
                  </a:lnTo>
                  <a:lnTo>
                    <a:pt x="2532401" y="165671"/>
                  </a:lnTo>
                  <a:lnTo>
                    <a:pt x="2462057" y="161901"/>
                  </a:lnTo>
                  <a:lnTo>
                    <a:pt x="2391712" y="158088"/>
                  </a:lnTo>
                  <a:lnTo>
                    <a:pt x="2321368" y="154234"/>
                  </a:lnTo>
                  <a:lnTo>
                    <a:pt x="2251023" y="150337"/>
                  </a:lnTo>
                  <a:lnTo>
                    <a:pt x="2180679" y="146396"/>
                  </a:lnTo>
                  <a:lnTo>
                    <a:pt x="2110334" y="142412"/>
                  </a:lnTo>
                  <a:lnTo>
                    <a:pt x="2039990" y="138384"/>
                  </a:lnTo>
                  <a:lnTo>
                    <a:pt x="1969645" y="134311"/>
                  </a:lnTo>
                  <a:lnTo>
                    <a:pt x="1899301" y="130194"/>
                  </a:lnTo>
                  <a:lnTo>
                    <a:pt x="1828956" y="126030"/>
                  </a:lnTo>
                  <a:lnTo>
                    <a:pt x="1758612" y="121821"/>
                  </a:lnTo>
                  <a:lnTo>
                    <a:pt x="1688267" y="117564"/>
                  </a:lnTo>
                  <a:lnTo>
                    <a:pt x="1617923" y="113261"/>
                  </a:lnTo>
                  <a:lnTo>
                    <a:pt x="1547578" y="108910"/>
                  </a:lnTo>
                  <a:lnTo>
                    <a:pt x="1477234" y="104511"/>
                  </a:lnTo>
                  <a:lnTo>
                    <a:pt x="1406889" y="100063"/>
                  </a:lnTo>
                  <a:lnTo>
                    <a:pt x="1336545" y="95566"/>
                  </a:lnTo>
                  <a:lnTo>
                    <a:pt x="1266200" y="91019"/>
                  </a:lnTo>
                  <a:lnTo>
                    <a:pt x="1195856" y="86422"/>
                  </a:lnTo>
                  <a:lnTo>
                    <a:pt x="1125511" y="81774"/>
                  </a:lnTo>
                  <a:lnTo>
                    <a:pt x="1055167" y="77074"/>
                  </a:lnTo>
                  <a:lnTo>
                    <a:pt x="984822" y="72322"/>
                  </a:lnTo>
                  <a:lnTo>
                    <a:pt x="914478" y="67518"/>
                  </a:lnTo>
                  <a:lnTo>
                    <a:pt x="844133" y="62661"/>
                  </a:lnTo>
                  <a:lnTo>
                    <a:pt x="773789" y="57749"/>
                  </a:lnTo>
                  <a:lnTo>
                    <a:pt x="703444" y="52784"/>
                  </a:lnTo>
                  <a:lnTo>
                    <a:pt x="633100" y="47763"/>
                  </a:lnTo>
                  <a:lnTo>
                    <a:pt x="562755" y="42687"/>
                  </a:lnTo>
                  <a:lnTo>
                    <a:pt x="492411" y="37554"/>
                  </a:lnTo>
                  <a:lnTo>
                    <a:pt x="422066" y="32365"/>
                  </a:lnTo>
                  <a:lnTo>
                    <a:pt x="351722" y="27118"/>
                  </a:lnTo>
                  <a:lnTo>
                    <a:pt x="281377" y="21813"/>
                  </a:lnTo>
                  <a:lnTo>
                    <a:pt x="211033" y="16449"/>
                  </a:lnTo>
                  <a:lnTo>
                    <a:pt x="140688" y="11026"/>
                  </a:lnTo>
                  <a:lnTo>
                    <a:pt x="70344" y="55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695206"/>
              <a:ext cx="6964104" cy="806711"/>
            </a:xfrm>
            <a:custGeom>
              <a:avLst/>
              <a:pathLst>
                <a:path w="6964104" h="806711">
                  <a:moveTo>
                    <a:pt x="0" y="0"/>
                  </a:moveTo>
                  <a:lnTo>
                    <a:pt x="70344" y="20468"/>
                  </a:lnTo>
                  <a:lnTo>
                    <a:pt x="140688" y="40470"/>
                  </a:lnTo>
                  <a:lnTo>
                    <a:pt x="211033" y="60017"/>
                  </a:lnTo>
                  <a:lnTo>
                    <a:pt x="281377" y="79118"/>
                  </a:lnTo>
                  <a:lnTo>
                    <a:pt x="351722" y="97784"/>
                  </a:lnTo>
                  <a:lnTo>
                    <a:pt x="422066" y="116025"/>
                  </a:lnTo>
                  <a:lnTo>
                    <a:pt x="492411" y="133851"/>
                  </a:lnTo>
                  <a:lnTo>
                    <a:pt x="562755" y="151270"/>
                  </a:lnTo>
                  <a:lnTo>
                    <a:pt x="633100" y="168292"/>
                  </a:lnTo>
                  <a:lnTo>
                    <a:pt x="703444" y="184927"/>
                  </a:lnTo>
                  <a:lnTo>
                    <a:pt x="773789" y="201183"/>
                  </a:lnTo>
                  <a:lnTo>
                    <a:pt x="844133" y="217068"/>
                  </a:lnTo>
                  <a:lnTo>
                    <a:pt x="914478" y="232591"/>
                  </a:lnTo>
                  <a:lnTo>
                    <a:pt x="984822" y="247761"/>
                  </a:lnTo>
                  <a:lnTo>
                    <a:pt x="1055167" y="262585"/>
                  </a:lnTo>
                  <a:lnTo>
                    <a:pt x="1125511" y="277072"/>
                  </a:lnTo>
                  <a:lnTo>
                    <a:pt x="1195856" y="291228"/>
                  </a:lnTo>
                  <a:lnTo>
                    <a:pt x="1266200" y="305062"/>
                  </a:lnTo>
                  <a:lnTo>
                    <a:pt x="1336545" y="318581"/>
                  </a:lnTo>
                  <a:lnTo>
                    <a:pt x="1406889" y="331792"/>
                  </a:lnTo>
                  <a:lnTo>
                    <a:pt x="1477234" y="344702"/>
                  </a:lnTo>
                  <a:lnTo>
                    <a:pt x="1547578" y="357318"/>
                  </a:lnTo>
                  <a:lnTo>
                    <a:pt x="1617923" y="369646"/>
                  </a:lnTo>
                  <a:lnTo>
                    <a:pt x="1688267" y="381694"/>
                  </a:lnTo>
                  <a:lnTo>
                    <a:pt x="1758612" y="393467"/>
                  </a:lnTo>
                  <a:lnTo>
                    <a:pt x="1828956" y="404972"/>
                  </a:lnTo>
                  <a:lnTo>
                    <a:pt x="1899301" y="416214"/>
                  </a:lnTo>
                  <a:lnTo>
                    <a:pt x="1969645" y="427201"/>
                  </a:lnTo>
                  <a:lnTo>
                    <a:pt x="2039990" y="437937"/>
                  </a:lnTo>
                  <a:lnTo>
                    <a:pt x="2110334" y="448429"/>
                  </a:lnTo>
                  <a:lnTo>
                    <a:pt x="2180679" y="458682"/>
                  </a:lnTo>
                  <a:lnTo>
                    <a:pt x="2251023" y="468701"/>
                  </a:lnTo>
                  <a:lnTo>
                    <a:pt x="2321368" y="478492"/>
                  </a:lnTo>
                  <a:lnTo>
                    <a:pt x="2391712" y="488060"/>
                  </a:lnTo>
                  <a:lnTo>
                    <a:pt x="2462057" y="497410"/>
                  </a:lnTo>
                  <a:lnTo>
                    <a:pt x="2532401" y="506547"/>
                  </a:lnTo>
                  <a:lnTo>
                    <a:pt x="2602746" y="515475"/>
                  </a:lnTo>
                  <a:lnTo>
                    <a:pt x="2673090" y="524201"/>
                  </a:lnTo>
                  <a:lnTo>
                    <a:pt x="2743435" y="532727"/>
                  </a:lnTo>
                  <a:lnTo>
                    <a:pt x="2813779" y="541060"/>
                  </a:lnTo>
                  <a:lnTo>
                    <a:pt x="2884124" y="549202"/>
                  </a:lnTo>
                  <a:lnTo>
                    <a:pt x="2954468" y="557159"/>
                  </a:lnTo>
                  <a:lnTo>
                    <a:pt x="3024813" y="564935"/>
                  </a:lnTo>
                  <a:lnTo>
                    <a:pt x="3095157" y="572533"/>
                  </a:lnTo>
                  <a:lnTo>
                    <a:pt x="3165502" y="579959"/>
                  </a:lnTo>
                  <a:lnTo>
                    <a:pt x="3235846" y="587215"/>
                  </a:lnTo>
                  <a:lnTo>
                    <a:pt x="3306191" y="594306"/>
                  </a:lnTo>
                  <a:lnTo>
                    <a:pt x="3376535" y="601236"/>
                  </a:lnTo>
                  <a:lnTo>
                    <a:pt x="3446880" y="608007"/>
                  </a:lnTo>
                  <a:lnTo>
                    <a:pt x="3517224" y="614625"/>
                  </a:lnTo>
                  <a:lnTo>
                    <a:pt x="3587569" y="621091"/>
                  </a:lnTo>
                  <a:lnTo>
                    <a:pt x="3657913" y="627411"/>
                  </a:lnTo>
                  <a:lnTo>
                    <a:pt x="3728257" y="633586"/>
                  </a:lnTo>
                  <a:lnTo>
                    <a:pt x="3798602" y="639620"/>
                  </a:lnTo>
                  <a:lnTo>
                    <a:pt x="3868946" y="645518"/>
                  </a:lnTo>
                  <a:lnTo>
                    <a:pt x="3939291" y="651280"/>
                  </a:lnTo>
                  <a:lnTo>
                    <a:pt x="4009635" y="656912"/>
                  </a:lnTo>
                  <a:lnTo>
                    <a:pt x="4079980" y="662415"/>
                  </a:lnTo>
                  <a:lnTo>
                    <a:pt x="4150324" y="667793"/>
                  </a:lnTo>
                  <a:lnTo>
                    <a:pt x="4220669" y="673048"/>
                  </a:lnTo>
                  <a:lnTo>
                    <a:pt x="4291013" y="678184"/>
                  </a:lnTo>
                  <a:lnTo>
                    <a:pt x="4361358" y="683203"/>
                  </a:lnTo>
                  <a:lnTo>
                    <a:pt x="4431702" y="688107"/>
                  </a:lnTo>
                  <a:lnTo>
                    <a:pt x="4502047" y="692899"/>
                  </a:lnTo>
                  <a:lnTo>
                    <a:pt x="4572391" y="697583"/>
                  </a:lnTo>
                  <a:lnTo>
                    <a:pt x="4642736" y="702160"/>
                  </a:lnTo>
                  <a:lnTo>
                    <a:pt x="4713080" y="706632"/>
                  </a:lnTo>
                  <a:lnTo>
                    <a:pt x="4783425" y="711003"/>
                  </a:lnTo>
                  <a:lnTo>
                    <a:pt x="4853769" y="715273"/>
                  </a:lnTo>
                  <a:lnTo>
                    <a:pt x="4924114" y="719447"/>
                  </a:lnTo>
                  <a:lnTo>
                    <a:pt x="4994458" y="723526"/>
                  </a:lnTo>
                  <a:lnTo>
                    <a:pt x="5064803" y="727511"/>
                  </a:lnTo>
                  <a:lnTo>
                    <a:pt x="5135147" y="731406"/>
                  </a:lnTo>
                  <a:lnTo>
                    <a:pt x="5205492" y="735212"/>
                  </a:lnTo>
                  <a:lnTo>
                    <a:pt x="5275836" y="738932"/>
                  </a:lnTo>
                  <a:lnTo>
                    <a:pt x="5346181" y="742567"/>
                  </a:lnTo>
                  <a:lnTo>
                    <a:pt x="5416525" y="746118"/>
                  </a:lnTo>
                  <a:lnTo>
                    <a:pt x="5486870" y="749589"/>
                  </a:lnTo>
                  <a:lnTo>
                    <a:pt x="5557214" y="752981"/>
                  </a:lnTo>
                  <a:lnTo>
                    <a:pt x="5627559" y="756296"/>
                  </a:lnTo>
                  <a:lnTo>
                    <a:pt x="5697903" y="759535"/>
                  </a:lnTo>
                  <a:lnTo>
                    <a:pt x="5768248" y="762700"/>
                  </a:lnTo>
                  <a:lnTo>
                    <a:pt x="5838592" y="765794"/>
                  </a:lnTo>
                  <a:lnTo>
                    <a:pt x="5908937" y="768816"/>
                  </a:lnTo>
                  <a:lnTo>
                    <a:pt x="5979281" y="771770"/>
                  </a:lnTo>
                  <a:lnTo>
                    <a:pt x="6049626" y="774657"/>
                  </a:lnTo>
                  <a:lnTo>
                    <a:pt x="6119970" y="777478"/>
                  </a:lnTo>
                  <a:lnTo>
                    <a:pt x="6190315" y="780234"/>
                  </a:lnTo>
                  <a:lnTo>
                    <a:pt x="6260659" y="782928"/>
                  </a:lnTo>
                  <a:lnTo>
                    <a:pt x="6331004" y="785561"/>
                  </a:lnTo>
                  <a:lnTo>
                    <a:pt x="6401348" y="788133"/>
                  </a:lnTo>
                  <a:lnTo>
                    <a:pt x="6471693" y="790647"/>
                  </a:lnTo>
                  <a:lnTo>
                    <a:pt x="6542037" y="793103"/>
                  </a:lnTo>
                  <a:lnTo>
                    <a:pt x="6612382" y="795504"/>
                  </a:lnTo>
                  <a:lnTo>
                    <a:pt x="6682726" y="797850"/>
                  </a:lnTo>
                  <a:lnTo>
                    <a:pt x="6753071" y="800142"/>
                  </a:lnTo>
                  <a:lnTo>
                    <a:pt x="6823415" y="802383"/>
                  </a:lnTo>
                  <a:lnTo>
                    <a:pt x="6893760" y="804572"/>
                  </a:lnTo>
                  <a:lnTo>
                    <a:pt x="6964104" y="80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2026-07-22T07:54:28Z</dcterms:modified>
  <cp:category/>
</cp:coreProperties>
</file>