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43092"/>
              <a:ext cx="6964104" cy="1247881"/>
            </a:xfrm>
            <a:custGeom>
              <a:avLst/>
              <a:pathLst>
                <a:path w="6964104" h="1247881">
                  <a:moveTo>
                    <a:pt x="1331827" y="0"/>
                  </a:moveTo>
                  <a:lnTo>
                    <a:pt x="1336545" y="5303"/>
                  </a:lnTo>
                  <a:lnTo>
                    <a:pt x="1406889" y="79684"/>
                  </a:lnTo>
                  <a:lnTo>
                    <a:pt x="1477234" y="149646"/>
                  </a:lnTo>
                  <a:lnTo>
                    <a:pt x="1547578" y="215450"/>
                  </a:lnTo>
                  <a:lnTo>
                    <a:pt x="1617923" y="277345"/>
                  </a:lnTo>
                  <a:lnTo>
                    <a:pt x="1688267" y="335563"/>
                  </a:lnTo>
                  <a:lnTo>
                    <a:pt x="1758612" y="390322"/>
                  </a:lnTo>
                  <a:lnTo>
                    <a:pt x="1828956" y="441827"/>
                  </a:lnTo>
                  <a:lnTo>
                    <a:pt x="1899301" y="490272"/>
                  </a:lnTo>
                  <a:lnTo>
                    <a:pt x="1969645" y="535838"/>
                  </a:lnTo>
                  <a:lnTo>
                    <a:pt x="2039990" y="578698"/>
                  </a:lnTo>
                  <a:lnTo>
                    <a:pt x="2110334" y="619011"/>
                  </a:lnTo>
                  <a:lnTo>
                    <a:pt x="2180679" y="656928"/>
                  </a:lnTo>
                  <a:lnTo>
                    <a:pt x="2251023" y="692593"/>
                  </a:lnTo>
                  <a:lnTo>
                    <a:pt x="2321368" y="726139"/>
                  </a:lnTo>
                  <a:lnTo>
                    <a:pt x="2391712" y="757692"/>
                  </a:lnTo>
                  <a:lnTo>
                    <a:pt x="2462057" y="787370"/>
                  </a:lnTo>
                  <a:lnTo>
                    <a:pt x="2532401" y="815285"/>
                  </a:lnTo>
                  <a:lnTo>
                    <a:pt x="2602746" y="841541"/>
                  </a:lnTo>
                  <a:lnTo>
                    <a:pt x="2673090" y="866237"/>
                  </a:lnTo>
                  <a:lnTo>
                    <a:pt x="2743435" y="889466"/>
                  </a:lnTo>
                  <a:lnTo>
                    <a:pt x="2813779" y="911315"/>
                  </a:lnTo>
                  <a:lnTo>
                    <a:pt x="2884124" y="931865"/>
                  </a:lnTo>
                  <a:lnTo>
                    <a:pt x="2954468" y="951195"/>
                  </a:lnTo>
                  <a:lnTo>
                    <a:pt x="3024813" y="962360"/>
                  </a:lnTo>
                  <a:lnTo>
                    <a:pt x="3095157" y="969245"/>
                  </a:lnTo>
                  <a:lnTo>
                    <a:pt x="3165502" y="975968"/>
                  </a:lnTo>
                  <a:lnTo>
                    <a:pt x="3235846" y="982535"/>
                  </a:lnTo>
                  <a:lnTo>
                    <a:pt x="3306191" y="988948"/>
                  </a:lnTo>
                  <a:lnTo>
                    <a:pt x="3376535" y="995211"/>
                  </a:lnTo>
                  <a:lnTo>
                    <a:pt x="3446880" y="1001329"/>
                  </a:lnTo>
                  <a:lnTo>
                    <a:pt x="3517224" y="1007303"/>
                  </a:lnTo>
                  <a:lnTo>
                    <a:pt x="3587569" y="1013138"/>
                  </a:lnTo>
                  <a:lnTo>
                    <a:pt x="3657913" y="1018837"/>
                  </a:lnTo>
                  <a:lnTo>
                    <a:pt x="3728257" y="1024402"/>
                  </a:lnTo>
                  <a:lnTo>
                    <a:pt x="3798602" y="1029838"/>
                  </a:lnTo>
                  <a:lnTo>
                    <a:pt x="3868946" y="1035147"/>
                  </a:lnTo>
                  <a:lnTo>
                    <a:pt x="3939291" y="1040331"/>
                  </a:lnTo>
                  <a:lnTo>
                    <a:pt x="4009635" y="1045395"/>
                  </a:lnTo>
                  <a:lnTo>
                    <a:pt x="4079980" y="1050341"/>
                  </a:lnTo>
                  <a:lnTo>
                    <a:pt x="4150324" y="1055171"/>
                  </a:lnTo>
                  <a:lnTo>
                    <a:pt x="4220669" y="1059888"/>
                  </a:lnTo>
                  <a:lnTo>
                    <a:pt x="4291013" y="1064495"/>
                  </a:lnTo>
                  <a:lnTo>
                    <a:pt x="4361358" y="1068994"/>
                  </a:lnTo>
                  <a:lnTo>
                    <a:pt x="4431702" y="1073389"/>
                  </a:lnTo>
                  <a:lnTo>
                    <a:pt x="4502047" y="1077681"/>
                  </a:lnTo>
                  <a:lnTo>
                    <a:pt x="4572391" y="1081872"/>
                  </a:lnTo>
                  <a:lnTo>
                    <a:pt x="4642736" y="1085966"/>
                  </a:lnTo>
                  <a:lnTo>
                    <a:pt x="4713080" y="1089964"/>
                  </a:lnTo>
                  <a:lnTo>
                    <a:pt x="4783425" y="1093869"/>
                  </a:lnTo>
                  <a:lnTo>
                    <a:pt x="4853769" y="1097683"/>
                  </a:lnTo>
                  <a:lnTo>
                    <a:pt x="4924114" y="1101408"/>
                  </a:lnTo>
                  <a:lnTo>
                    <a:pt x="4994458" y="1105045"/>
                  </a:lnTo>
                  <a:lnTo>
                    <a:pt x="5064803" y="1108598"/>
                  </a:lnTo>
                  <a:lnTo>
                    <a:pt x="5135147" y="1112068"/>
                  </a:lnTo>
                  <a:lnTo>
                    <a:pt x="5205492" y="1115456"/>
                  </a:lnTo>
                  <a:lnTo>
                    <a:pt x="5275836" y="1118766"/>
                  </a:lnTo>
                  <a:lnTo>
                    <a:pt x="5346181" y="1121998"/>
                  </a:lnTo>
                  <a:lnTo>
                    <a:pt x="5416525" y="1125155"/>
                  </a:lnTo>
                  <a:lnTo>
                    <a:pt x="5486870" y="1128238"/>
                  </a:lnTo>
                  <a:lnTo>
                    <a:pt x="5557214" y="1131250"/>
                  </a:lnTo>
                  <a:lnTo>
                    <a:pt x="5627559" y="1134190"/>
                  </a:lnTo>
                  <a:lnTo>
                    <a:pt x="5697903" y="1137063"/>
                  </a:lnTo>
                  <a:lnTo>
                    <a:pt x="5768248" y="1139868"/>
                  </a:lnTo>
                  <a:lnTo>
                    <a:pt x="5838592" y="1142607"/>
                  </a:lnTo>
                  <a:lnTo>
                    <a:pt x="5908937" y="1145283"/>
                  </a:lnTo>
                  <a:lnTo>
                    <a:pt x="5979281" y="1147896"/>
                  </a:lnTo>
                  <a:lnTo>
                    <a:pt x="6049626" y="1150448"/>
                  </a:lnTo>
                  <a:lnTo>
                    <a:pt x="6119970" y="1152941"/>
                  </a:lnTo>
                  <a:lnTo>
                    <a:pt x="6190315" y="1155375"/>
                  </a:lnTo>
                  <a:lnTo>
                    <a:pt x="6260659" y="1157753"/>
                  </a:lnTo>
                  <a:lnTo>
                    <a:pt x="6331004" y="1160075"/>
                  </a:lnTo>
                  <a:lnTo>
                    <a:pt x="6401348" y="1162343"/>
                  </a:lnTo>
                  <a:lnTo>
                    <a:pt x="6471693" y="1164558"/>
                  </a:lnTo>
                  <a:lnTo>
                    <a:pt x="6542037" y="1166721"/>
                  </a:lnTo>
                  <a:lnTo>
                    <a:pt x="6612382" y="1168833"/>
                  </a:lnTo>
                  <a:lnTo>
                    <a:pt x="6682726" y="1170897"/>
                  </a:lnTo>
                  <a:lnTo>
                    <a:pt x="6753071" y="1172912"/>
                  </a:lnTo>
                  <a:lnTo>
                    <a:pt x="6823415" y="1174880"/>
                  </a:lnTo>
                  <a:lnTo>
                    <a:pt x="6893760" y="1176802"/>
                  </a:lnTo>
                  <a:lnTo>
                    <a:pt x="6964104" y="1178679"/>
                  </a:lnTo>
                  <a:lnTo>
                    <a:pt x="6964104" y="1247881"/>
                  </a:lnTo>
                  <a:lnTo>
                    <a:pt x="6893760" y="1247293"/>
                  </a:lnTo>
                  <a:lnTo>
                    <a:pt x="6823415" y="1246667"/>
                  </a:lnTo>
                  <a:lnTo>
                    <a:pt x="6753071" y="1246001"/>
                  </a:lnTo>
                  <a:lnTo>
                    <a:pt x="6682726" y="1245294"/>
                  </a:lnTo>
                  <a:lnTo>
                    <a:pt x="6612382" y="1244541"/>
                  </a:lnTo>
                  <a:lnTo>
                    <a:pt x="6542037" y="1243742"/>
                  </a:lnTo>
                  <a:lnTo>
                    <a:pt x="6471693" y="1242892"/>
                  </a:lnTo>
                  <a:lnTo>
                    <a:pt x="6401348" y="1241988"/>
                  </a:lnTo>
                  <a:lnTo>
                    <a:pt x="6331004" y="1241027"/>
                  </a:lnTo>
                  <a:lnTo>
                    <a:pt x="6260659" y="1240005"/>
                  </a:lnTo>
                  <a:lnTo>
                    <a:pt x="6190315" y="1238919"/>
                  </a:lnTo>
                  <a:lnTo>
                    <a:pt x="6119970" y="1237764"/>
                  </a:lnTo>
                  <a:lnTo>
                    <a:pt x="6049626" y="1236536"/>
                  </a:lnTo>
                  <a:lnTo>
                    <a:pt x="5979281" y="1235230"/>
                  </a:lnTo>
                  <a:lnTo>
                    <a:pt x="5908937" y="1233842"/>
                  </a:lnTo>
                  <a:lnTo>
                    <a:pt x="5838592" y="1232367"/>
                  </a:lnTo>
                  <a:lnTo>
                    <a:pt x="5768248" y="1230798"/>
                  </a:lnTo>
                  <a:lnTo>
                    <a:pt x="5697903" y="1229130"/>
                  </a:lnTo>
                  <a:lnTo>
                    <a:pt x="5627559" y="1227357"/>
                  </a:lnTo>
                  <a:lnTo>
                    <a:pt x="5557214" y="1225472"/>
                  </a:lnTo>
                  <a:lnTo>
                    <a:pt x="5486870" y="1223468"/>
                  </a:lnTo>
                  <a:lnTo>
                    <a:pt x="5416525" y="1221337"/>
                  </a:lnTo>
                  <a:lnTo>
                    <a:pt x="5346181" y="1219071"/>
                  </a:lnTo>
                  <a:lnTo>
                    <a:pt x="5275836" y="1216663"/>
                  </a:lnTo>
                  <a:lnTo>
                    <a:pt x="5205492" y="1214102"/>
                  </a:lnTo>
                  <a:lnTo>
                    <a:pt x="5135147" y="1211379"/>
                  </a:lnTo>
                  <a:lnTo>
                    <a:pt x="5064803" y="1208485"/>
                  </a:lnTo>
                  <a:lnTo>
                    <a:pt x="4994458" y="1205407"/>
                  </a:lnTo>
                  <a:lnTo>
                    <a:pt x="4924114" y="1202136"/>
                  </a:lnTo>
                  <a:lnTo>
                    <a:pt x="4853769" y="1198657"/>
                  </a:lnTo>
                  <a:lnTo>
                    <a:pt x="4783425" y="1194959"/>
                  </a:lnTo>
                  <a:lnTo>
                    <a:pt x="4713080" y="1191027"/>
                  </a:lnTo>
                  <a:lnTo>
                    <a:pt x="4642736" y="1186847"/>
                  </a:lnTo>
                  <a:lnTo>
                    <a:pt x="4572391" y="1182403"/>
                  </a:lnTo>
                  <a:lnTo>
                    <a:pt x="4502047" y="1177679"/>
                  </a:lnTo>
                  <a:lnTo>
                    <a:pt x="4431702" y="1172655"/>
                  </a:lnTo>
                  <a:lnTo>
                    <a:pt x="4361358" y="1167315"/>
                  </a:lnTo>
                  <a:lnTo>
                    <a:pt x="4291013" y="1161637"/>
                  </a:lnTo>
                  <a:lnTo>
                    <a:pt x="4220669" y="1155600"/>
                  </a:lnTo>
                  <a:lnTo>
                    <a:pt x="4150324" y="1149182"/>
                  </a:lnTo>
                  <a:lnTo>
                    <a:pt x="4079980" y="1142359"/>
                  </a:lnTo>
                  <a:lnTo>
                    <a:pt x="4009635" y="1135105"/>
                  </a:lnTo>
                  <a:lnTo>
                    <a:pt x="3939291" y="1127392"/>
                  </a:lnTo>
                  <a:lnTo>
                    <a:pt x="3868946" y="1119192"/>
                  </a:lnTo>
                  <a:lnTo>
                    <a:pt x="3798602" y="1110474"/>
                  </a:lnTo>
                  <a:lnTo>
                    <a:pt x="3728257" y="1101206"/>
                  </a:lnTo>
                  <a:lnTo>
                    <a:pt x="3657913" y="1091352"/>
                  </a:lnTo>
                  <a:lnTo>
                    <a:pt x="3587569" y="1080876"/>
                  </a:lnTo>
                  <a:lnTo>
                    <a:pt x="3517224" y="1069738"/>
                  </a:lnTo>
                  <a:lnTo>
                    <a:pt x="3446880" y="1057896"/>
                  </a:lnTo>
                  <a:lnTo>
                    <a:pt x="3376535" y="1045307"/>
                  </a:lnTo>
                  <a:lnTo>
                    <a:pt x="3306191" y="1031922"/>
                  </a:lnTo>
                  <a:lnTo>
                    <a:pt x="3235846" y="1017691"/>
                  </a:lnTo>
                  <a:lnTo>
                    <a:pt x="3165502" y="1002562"/>
                  </a:lnTo>
                  <a:lnTo>
                    <a:pt x="3095157" y="986477"/>
                  </a:lnTo>
                  <a:lnTo>
                    <a:pt x="3024813" y="969376"/>
                  </a:lnTo>
                  <a:lnTo>
                    <a:pt x="2954468" y="955312"/>
                  </a:lnTo>
                  <a:lnTo>
                    <a:pt x="2884124" y="948094"/>
                  </a:lnTo>
                  <a:lnTo>
                    <a:pt x="2813779" y="940704"/>
                  </a:lnTo>
                  <a:lnTo>
                    <a:pt x="2743435" y="933138"/>
                  </a:lnTo>
                  <a:lnTo>
                    <a:pt x="2673090" y="925390"/>
                  </a:lnTo>
                  <a:lnTo>
                    <a:pt x="2602746" y="917457"/>
                  </a:lnTo>
                  <a:lnTo>
                    <a:pt x="2532401" y="909335"/>
                  </a:lnTo>
                  <a:lnTo>
                    <a:pt x="2462057" y="901019"/>
                  </a:lnTo>
                  <a:lnTo>
                    <a:pt x="2391712" y="892503"/>
                  </a:lnTo>
                  <a:lnTo>
                    <a:pt x="2321368" y="883784"/>
                  </a:lnTo>
                  <a:lnTo>
                    <a:pt x="2251023" y="874857"/>
                  </a:lnTo>
                  <a:lnTo>
                    <a:pt x="2180679" y="865716"/>
                  </a:lnTo>
                  <a:lnTo>
                    <a:pt x="2110334" y="856357"/>
                  </a:lnTo>
                  <a:lnTo>
                    <a:pt x="2039990" y="846774"/>
                  </a:lnTo>
                  <a:lnTo>
                    <a:pt x="1969645" y="836961"/>
                  </a:lnTo>
                  <a:lnTo>
                    <a:pt x="1899301" y="826915"/>
                  </a:lnTo>
                  <a:lnTo>
                    <a:pt x="1828956" y="816628"/>
                  </a:lnTo>
                  <a:lnTo>
                    <a:pt x="1758612" y="806095"/>
                  </a:lnTo>
                  <a:lnTo>
                    <a:pt x="1688267" y="795310"/>
                  </a:lnTo>
                  <a:lnTo>
                    <a:pt x="1617923" y="784267"/>
                  </a:lnTo>
                  <a:lnTo>
                    <a:pt x="1547578" y="772961"/>
                  </a:lnTo>
                  <a:lnTo>
                    <a:pt x="1477234" y="761384"/>
                  </a:lnTo>
                  <a:lnTo>
                    <a:pt x="1406889" y="749530"/>
                  </a:lnTo>
                  <a:lnTo>
                    <a:pt x="1336545" y="737393"/>
                  </a:lnTo>
                  <a:lnTo>
                    <a:pt x="1266200" y="724966"/>
                  </a:lnTo>
                  <a:lnTo>
                    <a:pt x="1195856" y="712242"/>
                  </a:lnTo>
                  <a:lnTo>
                    <a:pt x="1125511" y="699213"/>
                  </a:lnTo>
                  <a:lnTo>
                    <a:pt x="1055167" y="685873"/>
                  </a:lnTo>
                  <a:lnTo>
                    <a:pt x="984822" y="672214"/>
                  </a:lnTo>
                  <a:lnTo>
                    <a:pt x="914478" y="658229"/>
                  </a:lnTo>
                  <a:lnTo>
                    <a:pt x="844133" y="643909"/>
                  </a:lnTo>
                  <a:lnTo>
                    <a:pt x="773789" y="629247"/>
                  </a:lnTo>
                  <a:lnTo>
                    <a:pt x="703444" y="614234"/>
                  </a:lnTo>
                  <a:lnTo>
                    <a:pt x="633100" y="598863"/>
                  </a:lnTo>
                  <a:lnTo>
                    <a:pt x="562755" y="583123"/>
                  </a:lnTo>
                  <a:lnTo>
                    <a:pt x="492411" y="567008"/>
                  </a:lnTo>
                  <a:lnTo>
                    <a:pt x="422066" y="550507"/>
                  </a:lnTo>
                  <a:lnTo>
                    <a:pt x="351722" y="533612"/>
                  </a:lnTo>
                  <a:lnTo>
                    <a:pt x="281377" y="516313"/>
                  </a:lnTo>
                  <a:lnTo>
                    <a:pt x="211033" y="498601"/>
                  </a:lnTo>
                  <a:lnTo>
                    <a:pt x="140688" y="480465"/>
                  </a:lnTo>
                  <a:lnTo>
                    <a:pt x="70344" y="461895"/>
                  </a:lnTo>
                  <a:lnTo>
                    <a:pt x="0" y="4428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67139" y="2143092"/>
              <a:ext cx="5632277" cy="1178679"/>
            </a:xfrm>
            <a:custGeom>
              <a:avLst/>
              <a:pathLst>
                <a:path w="5632277" h="1178679">
                  <a:moveTo>
                    <a:pt x="0" y="0"/>
                  </a:moveTo>
                  <a:lnTo>
                    <a:pt x="4718" y="5303"/>
                  </a:lnTo>
                  <a:lnTo>
                    <a:pt x="75062" y="79684"/>
                  </a:lnTo>
                  <a:lnTo>
                    <a:pt x="145407" y="149646"/>
                  </a:lnTo>
                  <a:lnTo>
                    <a:pt x="215751" y="215450"/>
                  </a:lnTo>
                  <a:lnTo>
                    <a:pt x="286096" y="277345"/>
                  </a:lnTo>
                  <a:lnTo>
                    <a:pt x="356440" y="335563"/>
                  </a:lnTo>
                  <a:lnTo>
                    <a:pt x="426785" y="390322"/>
                  </a:lnTo>
                  <a:lnTo>
                    <a:pt x="497129" y="441827"/>
                  </a:lnTo>
                  <a:lnTo>
                    <a:pt x="567474" y="490272"/>
                  </a:lnTo>
                  <a:lnTo>
                    <a:pt x="637818" y="535838"/>
                  </a:lnTo>
                  <a:lnTo>
                    <a:pt x="708163" y="578698"/>
                  </a:lnTo>
                  <a:lnTo>
                    <a:pt x="778507" y="619011"/>
                  </a:lnTo>
                  <a:lnTo>
                    <a:pt x="848852" y="656928"/>
                  </a:lnTo>
                  <a:lnTo>
                    <a:pt x="919196" y="692593"/>
                  </a:lnTo>
                  <a:lnTo>
                    <a:pt x="989540" y="726139"/>
                  </a:lnTo>
                  <a:lnTo>
                    <a:pt x="1059885" y="757692"/>
                  </a:lnTo>
                  <a:lnTo>
                    <a:pt x="1130229" y="787370"/>
                  </a:lnTo>
                  <a:lnTo>
                    <a:pt x="1200574" y="815285"/>
                  </a:lnTo>
                  <a:lnTo>
                    <a:pt x="1270918" y="841541"/>
                  </a:lnTo>
                  <a:lnTo>
                    <a:pt x="1341263" y="866237"/>
                  </a:lnTo>
                  <a:lnTo>
                    <a:pt x="1411607" y="889466"/>
                  </a:lnTo>
                  <a:lnTo>
                    <a:pt x="1481952" y="911315"/>
                  </a:lnTo>
                  <a:lnTo>
                    <a:pt x="1552296" y="931865"/>
                  </a:lnTo>
                  <a:lnTo>
                    <a:pt x="1622641" y="951195"/>
                  </a:lnTo>
                  <a:lnTo>
                    <a:pt x="1692985" y="962360"/>
                  </a:lnTo>
                  <a:lnTo>
                    <a:pt x="1763330" y="969245"/>
                  </a:lnTo>
                  <a:lnTo>
                    <a:pt x="1833674" y="975968"/>
                  </a:lnTo>
                  <a:lnTo>
                    <a:pt x="1904019" y="982535"/>
                  </a:lnTo>
                  <a:lnTo>
                    <a:pt x="1974363" y="988948"/>
                  </a:lnTo>
                  <a:lnTo>
                    <a:pt x="2044708" y="995211"/>
                  </a:lnTo>
                  <a:lnTo>
                    <a:pt x="2115052" y="1001329"/>
                  </a:lnTo>
                  <a:lnTo>
                    <a:pt x="2185397" y="1007303"/>
                  </a:lnTo>
                  <a:lnTo>
                    <a:pt x="2255741" y="1013138"/>
                  </a:lnTo>
                  <a:lnTo>
                    <a:pt x="2326086" y="1018837"/>
                  </a:lnTo>
                  <a:lnTo>
                    <a:pt x="2396430" y="1024402"/>
                  </a:lnTo>
                  <a:lnTo>
                    <a:pt x="2466775" y="1029838"/>
                  </a:lnTo>
                  <a:lnTo>
                    <a:pt x="2537119" y="1035147"/>
                  </a:lnTo>
                  <a:lnTo>
                    <a:pt x="2607464" y="1040331"/>
                  </a:lnTo>
                  <a:lnTo>
                    <a:pt x="2677808" y="1045395"/>
                  </a:lnTo>
                  <a:lnTo>
                    <a:pt x="2748153" y="1050341"/>
                  </a:lnTo>
                  <a:lnTo>
                    <a:pt x="2818497" y="1055171"/>
                  </a:lnTo>
                  <a:lnTo>
                    <a:pt x="2888842" y="1059888"/>
                  </a:lnTo>
                  <a:lnTo>
                    <a:pt x="2959186" y="1064495"/>
                  </a:lnTo>
                  <a:lnTo>
                    <a:pt x="3029531" y="1068994"/>
                  </a:lnTo>
                  <a:lnTo>
                    <a:pt x="3099875" y="1073389"/>
                  </a:lnTo>
                  <a:lnTo>
                    <a:pt x="3170220" y="1077681"/>
                  </a:lnTo>
                  <a:lnTo>
                    <a:pt x="3240564" y="1081872"/>
                  </a:lnTo>
                  <a:lnTo>
                    <a:pt x="3310909" y="1085966"/>
                  </a:lnTo>
                  <a:lnTo>
                    <a:pt x="3381253" y="1089964"/>
                  </a:lnTo>
                  <a:lnTo>
                    <a:pt x="3451598" y="1093869"/>
                  </a:lnTo>
                  <a:lnTo>
                    <a:pt x="3521942" y="1097683"/>
                  </a:lnTo>
                  <a:lnTo>
                    <a:pt x="3592287" y="1101408"/>
                  </a:lnTo>
                  <a:lnTo>
                    <a:pt x="3662631" y="1105045"/>
                  </a:lnTo>
                  <a:lnTo>
                    <a:pt x="3732976" y="1108598"/>
                  </a:lnTo>
                  <a:lnTo>
                    <a:pt x="3803320" y="1112068"/>
                  </a:lnTo>
                  <a:lnTo>
                    <a:pt x="3873665" y="1115456"/>
                  </a:lnTo>
                  <a:lnTo>
                    <a:pt x="3944009" y="1118766"/>
                  </a:lnTo>
                  <a:lnTo>
                    <a:pt x="4014354" y="1121998"/>
                  </a:lnTo>
                  <a:lnTo>
                    <a:pt x="4084698" y="1125155"/>
                  </a:lnTo>
                  <a:lnTo>
                    <a:pt x="4155043" y="1128238"/>
                  </a:lnTo>
                  <a:lnTo>
                    <a:pt x="4225387" y="1131250"/>
                  </a:lnTo>
                  <a:lnTo>
                    <a:pt x="4295732" y="1134190"/>
                  </a:lnTo>
                  <a:lnTo>
                    <a:pt x="4366076" y="1137063"/>
                  </a:lnTo>
                  <a:lnTo>
                    <a:pt x="4436421" y="1139868"/>
                  </a:lnTo>
                  <a:lnTo>
                    <a:pt x="4506765" y="1142607"/>
                  </a:lnTo>
                  <a:lnTo>
                    <a:pt x="4577110" y="1145283"/>
                  </a:lnTo>
                  <a:lnTo>
                    <a:pt x="4647454" y="1147896"/>
                  </a:lnTo>
                  <a:lnTo>
                    <a:pt x="4717798" y="1150448"/>
                  </a:lnTo>
                  <a:lnTo>
                    <a:pt x="4788143" y="1152941"/>
                  </a:lnTo>
                  <a:lnTo>
                    <a:pt x="4858487" y="1155375"/>
                  </a:lnTo>
                  <a:lnTo>
                    <a:pt x="4928832" y="1157753"/>
                  </a:lnTo>
                  <a:lnTo>
                    <a:pt x="4999176" y="1160075"/>
                  </a:lnTo>
                  <a:lnTo>
                    <a:pt x="5069521" y="1162343"/>
                  </a:lnTo>
                  <a:lnTo>
                    <a:pt x="5139865" y="1164558"/>
                  </a:lnTo>
                  <a:lnTo>
                    <a:pt x="5210210" y="1166721"/>
                  </a:lnTo>
                  <a:lnTo>
                    <a:pt x="5280554" y="1168833"/>
                  </a:lnTo>
                  <a:lnTo>
                    <a:pt x="5350899" y="1170897"/>
                  </a:lnTo>
                  <a:lnTo>
                    <a:pt x="5421243" y="1172912"/>
                  </a:lnTo>
                  <a:lnTo>
                    <a:pt x="5491588" y="1174880"/>
                  </a:lnTo>
                  <a:lnTo>
                    <a:pt x="5561932" y="1176802"/>
                  </a:lnTo>
                  <a:lnTo>
                    <a:pt x="5632277" y="1178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585973"/>
              <a:ext cx="6964104" cy="805000"/>
            </a:xfrm>
            <a:custGeom>
              <a:avLst/>
              <a:pathLst>
                <a:path w="6964104" h="805000">
                  <a:moveTo>
                    <a:pt x="6964104" y="805000"/>
                  </a:moveTo>
                  <a:lnTo>
                    <a:pt x="6893760" y="804411"/>
                  </a:lnTo>
                  <a:lnTo>
                    <a:pt x="6823415" y="803785"/>
                  </a:lnTo>
                  <a:lnTo>
                    <a:pt x="6753071" y="803119"/>
                  </a:lnTo>
                  <a:lnTo>
                    <a:pt x="6682726" y="802412"/>
                  </a:lnTo>
                  <a:lnTo>
                    <a:pt x="6612382" y="801660"/>
                  </a:lnTo>
                  <a:lnTo>
                    <a:pt x="6542037" y="800860"/>
                  </a:lnTo>
                  <a:lnTo>
                    <a:pt x="6471693" y="800010"/>
                  </a:lnTo>
                  <a:lnTo>
                    <a:pt x="6401348" y="799106"/>
                  </a:lnTo>
                  <a:lnTo>
                    <a:pt x="6331004" y="798145"/>
                  </a:lnTo>
                  <a:lnTo>
                    <a:pt x="6260659" y="797123"/>
                  </a:lnTo>
                  <a:lnTo>
                    <a:pt x="6190315" y="796037"/>
                  </a:lnTo>
                  <a:lnTo>
                    <a:pt x="6119970" y="794882"/>
                  </a:lnTo>
                  <a:lnTo>
                    <a:pt x="6049626" y="793654"/>
                  </a:lnTo>
                  <a:lnTo>
                    <a:pt x="5979281" y="792349"/>
                  </a:lnTo>
                  <a:lnTo>
                    <a:pt x="5908937" y="790961"/>
                  </a:lnTo>
                  <a:lnTo>
                    <a:pt x="5838592" y="789485"/>
                  </a:lnTo>
                  <a:lnTo>
                    <a:pt x="5768248" y="787916"/>
                  </a:lnTo>
                  <a:lnTo>
                    <a:pt x="5697903" y="786249"/>
                  </a:lnTo>
                  <a:lnTo>
                    <a:pt x="5627559" y="784475"/>
                  </a:lnTo>
                  <a:lnTo>
                    <a:pt x="5557214" y="782590"/>
                  </a:lnTo>
                  <a:lnTo>
                    <a:pt x="5486870" y="780586"/>
                  </a:lnTo>
                  <a:lnTo>
                    <a:pt x="5416525" y="778455"/>
                  </a:lnTo>
                  <a:lnTo>
                    <a:pt x="5346181" y="776189"/>
                  </a:lnTo>
                  <a:lnTo>
                    <a:pt x="5275836" y="773781"/>
                  </a:lnTo>
                  <a:lnTo>
                    <a:pt x="5205492" y="771220"/>
                  </a:lnTo>
                  <a:lnTo>
                    <a:pt x="5135147" y="768497"/>
                  </a:lnTo>
                  <a:lnTo>
                    <a:pt x="5064803" y="765603"/>
                  </a:lnTo>
                  <a:lnTo>
                    <a:pt x="4994458" y="762526"/>
                  </a:lnTo>
                  <a:lnTo>
                    <a:pt x="4924114" y="759254"/>
                  </a:lnTo>
                  <a:lnTo>
                    <a:pt x="4853769" y="755776"/>
                  </a:lnTo>
                  <a:lnTo>
                    <a:pt x="4783425" y="752077"/>
                  </a:lnTo>
                  <a:lnTo>
                    <a:pt x="4713080" y="748146"/>
                  </a:lnTo>
                  <a:lnTo>
                    <a:pt x="4642736" y="743966"/>
                  </a:lnTo>
                  <a:lnTo>
                    <a:pt x="4572391" y="739522"/>
                  </a:lnTo>
                  <a:lnTo>
                    <a:pt x="4502047" y="734797"/>
                  </a:lnTo>
                  <a:lnTo>
                    <a:pt x="4431702" y="729773"/>
                  </a:lnTo>
                  <a:lnTo>
                    <a:pt x="4361358" y="724433"/>
                  </a:lnTo>
                  <a:lnTo>
                    <a:pt x="4291013" y="718755"/>
                  </a:lnTo>
                  <a:lnTo>
                    <a:pt x="4220669" y="712718"/>
                  </a:lnTo>
                  <a:lnTo>
                    <a:pt x="4150324" y="706300"/>
                  </a:lnTo>
                  <a:lnTo>
                    <a:pt x="4079980" y="699477"/>
                  </a:lnTo>
                  <a:lnTo>
                    <a:pt x="4009635" y="692223"/>
                  </a:lnTo>
                  <a:lnTo>
                    <a:pt x="3939291" y="684510"/>
                  </a:lnTo>
                  <a:lnTo>
                    <a:pt x="3868946" y="676310"/>
                  </a:lnTo>
                  <a:lnTo>
                    <a:pt x="3798602" y="667593"/>
                  </a:lnTo>
                  <a:lnTo>
                    <a:pt x="3728257" y="658324"/>
                  </a:lnTo>
                  <a:lnTo>
                    <a:pt x="3657913" y="648470"/>
                  </a:lnTo>
                  <a:lnTo>
                    <a:pt x="3587569" y="637994"/>
                  </a:lnTo>
                  <a:lnTo>
                    <a:pt x="3517224" y="626856"/>
                  </a:lnTo>
                  <a:lnTo>
                    <a:pt x="3446880" y="615015"/>
                  </a:lnTo>
                  <a:lnTo>
                    <a:pt x="3376535" y="602425"/>
                  </a:lnTo>
                  <a:lnTo>
                    <a:pt x="3306191" y="589040"/>
                  </a:lnTo>
                  <a:lnTo>
                    <a:pt x="3235846" y="574810"/>
                  </a:lnTo>
                  <a:lnTo>
                    <a:pt x="3165502" y="559680"/>
                  </a:lnTo>
                  <a:lnTo>
                    <a:pt x="3095157" y="543596"/>
                  </a:lnTo>
                  <a:lnTo>
                    <a:pt x="3024813" y="526495"/>
                  </a:lnTo>
                  <a:lnTo>
                    <a:pt x="2954468" y="512430"/>
                  </a:lnTo>
                  <a:lnTo>
                    <a:pt x="2884124" y="505212"/>
                  </a:lnTo>
                  <a:lnTo>
                    <a:pt x="2813779" y="497823"/>
                  </a:lnTo>
                  <a:lnTo>
                    <a:pt x="2743435" y="490256"/>
                  </a:lnTo>
                  <a:lnTo>
                    <a:pt x="2673090" y="482508"/>
                  </a:lnTo>
                  <a:lnTo>
                    <a:pt x="2602746" y="474576"/>
                  </a:lnTo>
                  <a:lnTo>
                    <a:pt x="2532401" y="466453"/>
                  </a:lnTo>
                  <a:lnTo>
                    <a:pt x="2462057" y="458137"/>
                  </a:lnTo>
                  <a:lnTo>
                    <a:pt x="2391712" y="449621"/>
                  </a:lnTo>
                  <a:lnTo>
                    <a:pt x="2321368" y="440902"/>
                  </a:lnTo>
                  <a:lnTo>
                    <a:pt x="2251023" y="431975"/>
                  </a:lnTo>
                  <a:lnTo>
                    <a:pt x="2180679" y="422834"/>
                  </a:lnTo>
                  <a:lnTo>
                    <a:pt x="2110334" y="413475"/>
                  </a:lnTo>
                  <a:lnTo>
                    <a:pt x="2039990" y="403892"/>
                  </a:lnTo>
                  <a:lnTo>
                    <a:pt x="1969645" y="394080"/>
                  </a:lnTo>
                  <a:lnTo>
                    <a:pt x="1899301" y="384033"/>
                  </a:lnTo>
                  <a:lnTo>
                    <a:pt x="1828956" y="373746"/>
                  </a:lnTo>
                  <a:lnTo>
                    <a:pt x="1758612" y="363213"/>
                  </a:lnTo>
                  <a:lnTo>
                    <a:pt x="1688267" y="352428"/>
                  </a:lnTo>
                  <a:lnTo>
                    <a:pt x="1617923" y="341386"/>
                  </a:lnTo>
                  <a:lnTo>
                    <a:pt x="1547578" y="330079"/>
                  </a:lnTo>
                  <a:lnTo>
                    <a:pt x="1477234" y="318502"/>
                  </a:lnTo>
                  <a:lnTo>
                    <a:pt x="1406889" y="306648"/>
                  </a:lnTo>
                  <a:lnTo>
                    <a:pt x="1336545" y="294511"/>
                  </a:lnTo>
                  <a:lnTo>
                    <a:pt x="1266200" y="282084"/>
                  </a:lnTo>
                  <a:lnTo>
                    <a:pt x="1195856" y="269360"/>
                  </a:lnTo>
                  <a:lnTo>
                    <a:pt x="1125511" y="256331"/>
                  </a:lnTo>
                  <a:lnTo>
                    <a:pt x="1055167" y="242991"/>
                  </a:lnTo>
                  <a:lnTo>
                    <a:pt x="984822" y="229332"/>
                  </a:lnTo>
                  <a:lnTo>
                    <a:pt x="914478" y="215347"/>
                  </a:lnTo>
                  <a:lnTo>
                    <a:pt x="844133" y="201027"/>
                  </a:lnTo>
                  <a:lnTo>
                    <a:pt x="773789" y="186365"/>
                  </a:lnTo>
                  <a:lnTo>
                    <a:pt x="703444" y="171352"/>
                  </a:lnTo>
                  <a:lnTo>
                    <a:pt x="633100" y="155981"/>
                  </a:lnTo>
                  <a:lnTo>
                    <a:pt x="562755" y="140242"/>
                  </a:lnTo>
                  <a:lnTo>
                    <a:pt x="492411" y="124126"/>
                  </a:lnTo>
                  <a:lnTo>
                    <a:pt x="422066" y="107626"/>
                  </a:lnTo>
                  <a:lnTo>
                    <a:pt x="351722" y="90731"/>
                  </a:lnTo>
                  <a:lnTo>
                    <a:pt x="281377" y="73431"/>
                  </a:lnTo>
                  <a:lnTo>
                    <a:pt x="211033" y="55719"/>
                  </a:lnTo>
                  <a:lnTo>
                    <a:pt x="140688" y="37583"/>
                  </a:lnTo>
                  <a:lnTo>
                    <a:pt x="70344" y="190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36770" y="2143092"/>
              <a:ext cx="6362645" cy="1230149"/>
            </a:xfrm>
            <a:custGeom>
              <a:avLst/>
              <a:pathLst>
                <a:path w="6362645" h="1230149">
                  <a:moveTo>
                    <a:pt x="0" y="0"/>
                  </a:moveTo>
                  <a:lnTo>
                    <a:pt x="31641" y="24047"/>
                  </a:lnTo>
                  <a:lnTo>
                    <a:pt x="101986" y="75286"/>
                  </a:lnTo>
                  <a:lnTo>
                    <a:pt x="172330" y="124396"/>
                  </a:lnTo>
                  <a:lnTo>
                    <a:pt x="242675" y="171466"/>
                  </a:lnTo>
                  <a:lnTo>
                    <a:pt x="313019" y="216579"/>
                  </a:lnTo>
                  <a:lnTo>
                    <a:pt x="383364" y="259819"/>
                  </a:lnTo>
                  <a:lnTo>
                    <a:pt x="453708" y="301261"/>
                  </a:lnTo>
                  <a:lnTo>
                    <a:pt x="524053" y="340982"/>
                  </a:lnTo>
                  <a:lnTo>
                    <a:pt x="594397" y="379052"/>
                  </a:lnTo>
                  <a:lnTo>
                    <a:pt x="664742" y="415540"/>
                  </a:lnTo>
                  <a:lnTo>
                    <a:pt x="735086" y="450513"/>
                  </a:lnTo>
                  <a:lnTo>
                    <a:pt x="805431" y="484032"/>
                  </a:lnTo>
                  <a:lnTo>
                    <a:pt x="875775" y="516158"/>
                  </a:lnTo>
                  <a:lnTo>
                    <a:pt x="946120" y="546949"/>
                  </a:lnTo>
                  <a:lnTo>
                    <a:pt x="1016464" y="576461"/>
                  </a:lnTo>
                  <a:lnTo>
                    <a:pt x="1086809" y="604747"/>
                  </a:lnTo>
                  <a:lnTo>
                    <a:pt x="1157153" y="631857"/>
                  </a:lnTo>
                  <a:lnTo>
                    <a:pt x="1227498" y="657841"/>
                  </a:lnTo>
                  <a:lnTo>
                    <a:pt x="1297842" y="682745"/>
                  </a:lnTo>
                  <a:lnTo>
                    <a:pt x="1368187" y="706615"/>
                  </a:lnTo>
                  <a:lnTo>
                    <a:pt x="1438531" y="729492"/>
                  </a:lnTo>
                  <a:lnTo>
                    <a:pt x="1508876" y="751419"/>
                  </a:lnTo>
                  <a:lnTo>
                    <a:pt x="1579220" y="772435"/>
                  </a:lnTo>
                  <a:lnTo>
                    <a:pt x="1649565" y="792578"/>
                  </a:lnTo>
                  <a:lnTo>
                    <a:pt x="1719909" y="811884"/>
                  </a:lnTo>
                  <a:lnTo>
                    <a:pt x="1790254" y="830387"/>
                  </a:lnTo>
                  <a:lnTo>
                    <a:pt x="1860598" y="848122"/>
                  </a:lnTo>
                  <a:lnTo>
                    <a:pt x="1930943" y="865120"/>
                  </a:lnTo>
                  <a:lnTo>
                    <a:pt x="2001287" y="881411"/>
                  </a:lnTo>
                  <a:lnTo>
                    <a:pt x="2071631" y="897026"/>
                  </a:lnTo>
                  <a:lnTo>
                    <a:pt x="2141976" y="911992"/>
                  </a:lnTo>
                  <a:lnTo>
                    <a:pt x="2212320" y="926336"/>
                  </a:lnTo>
                  <a:lnTo>
                    <a:pt x="2282665" y="940084"/>
                  </a:lnTo>
                  <a:lnTo>
                    <a:pt x="2353009" y="953260"/>
                  </a:lnTo>
                  <a:lnTo>
                    <a:pt x="2423354" y="965889"/>
                  </a:lnTo>
                  <a:lnTo>
                    <a:pt x="2493698" y="977994"/>
                  </a:lnTo>
                  <a:lnTo>
                    <a:pt x="2564043" y="989595"/>
                  </a:lnTo>
                  <a:lnTo>
                    <a:pt x="2634387" y="1000715"/>
                  </a:lnTo>
                  <a:lnTo>
                    <a:pt x="2704732" y="1011372"/>
                  </a:lnTo>
                  <a:lnTo>
                    <a:pt x="2775076" y="1021587"/>
                  </a:lnTo>
                  <a:lnTo>
                    <a:pt x="2845421" y="1031377"/>
                  </a:lnTo>
                  <a:lnTo>
                    <a:pt x="2915765" y="1040760"/>
                  </a:lnTo>
                  <a:lnTo>
                    <a:pt x="2986110" y="1049754"/>
                  </a:lnTo>
                  <a:lnTo>
                    <a:pt x="3056454" y="1058373"/>
                  </a:lnTo>
                  <a:lnTo>
                    <a:pt x="3126799" y="1066635"/>
                  </a:lnTo>
                  <a:lnTo>
                    <a:pt x="3197143" y="1074553"/>
                  </a:lnTo>
                  <a:lnTo>
                    <a:pt x="3267488" y="1082143"/>
                  </a:lnTo>
                  <a:lnTo>
                    <a:pt x="3337832" y="1089416"/>
                  </a:lnTo>
                  <a:lnTo>
                    <a:pt x="3408177" y="1096388"/>
                  </a:lnTo>
                  <a:lnTo>
                    <a:pt x="3478521" y="1103070"/>
                  </a:lnTo>
                  <a:lnTo>
                    <a:pt x="3548866" y="1109475"/>
                  </a:lnTo>
                  <a:lnTo>
                    <a:pt x="3619210" y="1115613"/>
                  </a:lnTo>
                  <a:lnTo>
                    <a:pt x="3689555" y="1121496"/>
                  </a:lnTo>
                  <a:lnTo>
                    <a:pt x="3759899" y="1127135"/>
                  </a:lnTo>
                  <a:lnTo>
                    <a:pt x="3830244" y="1132539"/>
                  </a:lnTo>
                  <a:lnTo>
                    <a:pt x="3900588" y="1137719"/>
                  </a:lnTo>
                  <a:lnTo>
                    <a:pt x="3970933" y="1142684"/>
                  </a:lnTo>
                  <a:lnTo>
                    <a:pt x="4041277" y="1147442"/>
                  </a:lnTo>
                  <a:lnTo>
                    <a:pt x="4111622" y="1152003"/>
                  </a:lnTo>
                  <a:lnTo>
                    <a:pt x="4181966" y="1156374"/>
                  </a:lnTo>
                  <a:lnTo>
                    <a:pt x="4252311" y="1160564"/>
                  </a:lnTo>
                  <a:lnTo>
                    <a:pt x="4322655" y="1164579"/>
                  </a:lnTo>
                  <a:lnTo>
                    <a:pt x="4393000" y="1168428"/>
                  </a:lnTo>
                  <a:lnTo>
                    <a:pt x="4463344" y="1172116"/>
                  </a:lnTo>
                  <a:lnTo>
                    <a:pt x="4533689" y="1175652"/>
                  </a:lnTo>
                  <a:lnTo>
                    <a:pt x="4604033" y="1179040"/>
                  </a:lnTo>
                  <a:lnTo>
                    <a:pt x="4674378" y="1182288"/>
                  </a:lnTo>
                  <a:lnTo>
                    <a:pt x="4744722" y="1185401"/>
                  </a:lnTo>
                  <a:lnTo>
                    <a:pt x="4815067" y="1188384"/>
                  </a:lnTo>
                  <a:lnTo>
                    <a:pt x="4885411" y="1191244"/>
                  </a:lnTo>
                  <a:lnTo>
                    <a:pt x="4955756" y="1193984"/>
                  </a:lnTo>
                  <a:lnTo>
                    <a:pt x="5026100" y="1196611"/>
                  </a:lnTo>
                  <a:lnTo>
                    <a:pt x="5096445" y="1199129"/>
                  </a:lnTo>
                  <a:lnTo>
                    <a:pt x="5166789" y="1201542"/>
                  </a:lnTo>
                  <a:lnTo>
                    <a:pt x="5237134" y="1203854"/>
                  </a:lnTo>
                  <a:lnTo>
                    <a:pt x="5307478" y="1206071"/>
                  </a:lnTo>
                  <a:lnTo>
                    <a:pt x="5377823" y="1208196"/>
                  </a:lnTo>
                  <a:lnTo>
                    <a:pt x="5448167" y="1210232"/>
                  </a:lnTo>
                  <a:lnTo>
                    <a:pt x="5518512" y="1212184"/>
                  </a:lnTo>
                  <a:lnTo>
                    <a:pt x="5588856" y="1214054"/>
                  </a:lnTo>
                  <a:lnTo>
                    <a:pt x="5659201" y="1215847"/>
                  </a:lnTo>
                  <a:lnTo>
                    <a:pt x="5729545" y="1217565"/>
                  </a:lnTo>
                  <a:lnTo>
                    <a:pt x="5799889" y="1219212"/>
                  </a:lnTo>
                  <a:lnTo>
                    <a:pt x="5870234" y="1220791"/>
                  </a:lnTo>
                  <a:lnTo>
                    <a:pt x="5940578" y="1222304"/>
                  </a:lnTo>
                  <a:lnTo>
                    <a:pt x="6010923" y="1223754"/>
                  </a:lnTo>
                  <a:lnTo>
                    <a:pt x="6081267" y="1225144"/>
                  </a:lnTo>
                  <a:lnTo>
                    <a:pt x="6151612" y="1226476"/>
                  </a:lnTo>
                  <a:lnTo>
                    <a:pt x="6221956" y="1227752"/>
                  </a:lnTo>
                  <a:lnTo>
                    <a:pt x="6292301" y="1228976"/>
                  </a:lnTo>
                  <a:lnTo>
                    <a:pt x="6362645" y="12301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250689" y="2751517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336484"/>
              <a:ext cx="6964104" cy="1247881"/>
            </a:xfrm>
            <a:custGeom>
              <a:avLst/>
              <a:pathLst>
                <a:path w="6964104" h="1247881">
                  <a:moveTo>
                    <a:pt x="1331827" y="0"/>
                  </a:moveTo>
                  <a:lnTo>
                    <a:pt x="1336545" y="5303"/>
                  </a:lnTo>
                  <a:lnTo>
                    <a:pt x="1406889" y="79684"/>
                  </a:lnTo>
                  <a:lnTo>
                    <a:pt x="1477234" y="149646"/>
                  </a:lnTo>
                  <a:lnTo>
                    <a:pt x="1547578" y="215450"/>
                  </a:lnTo>
                  <a:lnTo>
                    <a:pt x="1617923" y="277345"/>
                  </a:lnTo>
                  <a:lnTo>
                    <a:pt x="1688267" y="335563"/>
                  </a:lnTo>
                  <a:lnTo>
                    <a:pt x="1758612" y="390322"/>
                  </a:lnTo>
                  <a:lnTo>
                    <a:pt x="1828956" y="441827"/>
                  </a:lnTo>
                  <a:lnTo>
                    <a:pt x="1899301" y="490272"/>
                  </a:lnTo>
                  <a:lnTo>
                    <a:pt x="1969645" y="535838"/>
                  </a:lnTo>
                  <a:lnTo>
                    <a:pt x="2039990" y="578698"/>
                  </a:lnTo>
                  <a:lnTo>
                    <a:pt x="2110334" y="619011"/>
                  </a:lnTo>
                  <a:lnTo>
                    <a:pt x="2180679" y="656928"/>
                  </a:lnTo>
                  <a:lnTo>
                    <a:pt x="2251023" y="692593"/>
                  </a:lnTo>
                  <a:lnTo>
                    <a:pt x="2321368" y="726139"/>
                  </a:lnTo>
                  <a:lnTo>
                    <a:pt x="2391712" y="757692"/>
                  </a:lnTo>
                  <a:lnTo>
                    <a:pt x="2462057" y="787370"/>
                  </a:lnTo>
                  <a:lnTo>
                    <a:pt x="2532401" y="815285"/>
                  </a:lnTo>
                  <a:lnTo>
                    <a:pt x="2602746" y="841541"/>
                  </a:lnTo>
                  <a:lnTo>
                    <a:pt x="2673090" y="866237"/>
                  </a:lnTo>
                  <a:lnTo>
                    <a:pt x="2743435" y="889466"/>
                  </a:lnTo>
                  <a:lnTo>
                    <a:pt x="2813779" y="911315"/>
                  </a:lnTo>
                  <a:lnTo>
                    <a:pt x="2884124" y="931865"/>
                  </a:lnTo>
                  <a:lnTo>
                    <a:pt x="2954468" y="951195"/>
                  </a:lnTo>
                  <a:lnTo>
                    <a:pt x="3024813" y="962360"/>
                  </a:lnTo>
                  <a:lnTo>
                    <a:pt x="3095157" y="969245"/>
                  </a:lnTo>
                  <a:lnTo>
                    <a:pt x="3165502" y="975968"/>
                  </a:lnTo>
                  <a:lnTo>
                    <a:pt x="3235846" y="982535"/>
                  </a:lnTo>
                  <a:lnTo>
                    <a:pt x="3306191" y="988948"/>
                  </a:lnTo>
                  <a:lnTo>
                    <a:pt x="3376535" y="995211"/>
                  </a:lnTo>
                  <a:lnTo>
                    <a:pt x="3446880" y="1001329"/>
                  </a:lnTo>
                  <a:lnTo>
                    <a:pt x="3517224" y="1007303"/>
                  </a:lnTo>
                  <a:lnTo>
                    <a:pt x="3587569" y="1013138"/>
                  </a:lnTo>
                  <a:lnTo>
                    <a:pt x="3657913" y="1018837"/>
                  </a:lnTo>
                  <a:lnTo>
                    <a:pt x="3728257" y="1024402"/>
                  </a:lnTo>
                  <a:lnTo>
                    <a:pt x="3798602" y="1029838"/>
                  </a:lnTo>
                  <a:lnTo>
                    <a:pt x="3868946" y="1035147"/>
                  </a:lnTo>
                  <a:lnTo>
                    <a:pt x="3939291" y="1040331"/>
                  </a:lnTo>
                  <a:lnTo>
                    <a:pt x="4009635" y="1045395"/>
                  </a:lnTo>
                  <a:lnTo>
                    <a:pt x="4079980" y="1050341"/>
                  </a:lnTo>
                  <a:lnTo>
                    <a:pt x="4150324" y="1055171"/>
                  </a:lnTo>
                  <a:lnTo>
                    <a:pt x="4220669" y="1059888"/>
                  </a:lnTo>
                  <a:lnTo>
                    <a:pt x="4291013" y="1064495"/>
                  </a:lnTo>
                  <a:lnTo>
                    <a:pt x="4361358" y="1068994"/>
                  </a:lnTo>
                  <a:lnTo>
                    <a:pt x="4431702" y="1073389"/>
                  </a:lnTo>
                  <a:lnTo>
                    <a:pt x="4502047" y="1077681"/>
                  </a:lnTo>
                  <a:lnTo>
                    <a:pt x="4572391" y="1081872"/>
                  </a:lnTo>
                  <a:lnTo>
                    <a:pt x="4642736" y="1085966"/>
                  </a:lnTo>
                  <a:lnTo>
                    <a:pt x="4713080" y="1089964"/>
                  </a:lnTo>
                  <a:lnTo>
                    <a:pt x="4783425" y="1093869"/>
                  </a:lnTo>
                  <a:lnTo>
                    <a:pt x="4853769" y="1097683"/>
                  </a:lnTo>
                  <a:lnTo>
                    <a:pt x="4924114" y="1101408"/>
                  </a:lnTo>
                  <a:lnTo>
                    <a:pt x="4994458" y="1105045"/>
                  </a:lnTo>
                  <a:lnTo>
                    <a:pt x="5064803" y="1108598"/>
                  </a:lnTo>
                  <a:lnTo>
                    <a:pt x="5135147" y="1112068"/>
                  </a:lnTo>
                  <a:lnTo>
                    <a:pt x="5205492" y="1115456"/>
                  </a:lnTo>
                  <a:lnTo>
                    <a:pt x="5275836" y="1118766"/>
                  </a:lnTo>
                  <a:lnTo>
                    <a:pt x="5346181" y="1121998"/>
                  </a:lnTo>
                  <a:lnTo>
                    <a:pt x="5416525" y="1125155"/>
                  </a:lnTo>
                  <a:lnTo>
                    <a:pt x="5486870" y="1128238"/>
                  </a:lnTo>
                  <a:lnTo>
                    <a:pt x="5557214" y="1131250"/>
                  </a:lnTo>
                  <a:lnTo>
                    <a:pt x="5627559" y="1134190"/>
                  </a:lnTo>
                  <a:lnTo>
                    <a:pt x="5697903" y="1137063"/>
                  </a:lnTo>
                  <a:lnTo>
                    <a:pt x="5768248" y="1139868"/>
                  </a:lnTo>
                  <a:lnTo>
                    <a:pt x="5838592" y="1142607"/>
                  </a:lnTo>
                  <a:lnTo>
                    <a:pt x="5908937" y="1145283"/>
                  </a:lnTo>
                  <a:lnTo>
                    <a:pt x="5979281" y="1147896"/>
                  </a:lnTo>
                  <a:lnTo>
                    <a:pt x="6049626" y="1150448"/>
                  </a:lnTo>
                  <a:lnTo>
                    <a:pt x="6119970" y="1152941"/>
                  </a:lnTo>
                  <a:lnTo>
                    <a:pt x="6190315" y="1155375"/>
                  </a:lnTo>
                  <a:lnTo>
                    <a:pt x="6260659" y="1157753"/>
                  </a:lnTo>
                  <a:lnTo>
                    <a:pt x="6331004" y="1160075"/>
                  </a:lnTo>
                  <a:lnTo>
                    <a:pt x="6401348" y="1162343"/>
                  </a:lnTo>
                  <a:lnTo>
                    <a:pt x="6471693" y="1164558"/>
                  </a:lnTo>
                  <a:lnTo>
                    <a:pt x="6542037" y="1166721"/>
                  </a:lnTo>
                  <a:lnTo>
                    <a:pt x="6612382" y="1168833"/>
                  </a:lnTo>
                  <a:lnTo>
                    <a:pt x="6682726" y="1170897"/>
                  </a:lnTo>
                  <a:lnTo>
                    <a:pt x="6753071" y="1172912"/>
                  </a:lnTo>
                  <a:lnTo>
                    <a:pt x="6823415" y="1174880"/>
                  </a:lnTo>
                  <a:lnTo>
                    <a:pt x="6893760" y="1176802"/>
                  </a:lnTo>
                  <a:lnTo>
                    <a:pt x="6964104" y="1178679"/>
                  </a:lnTo>
                  <a:lnTo>
                    <a:pt x="6964104" y="1247881"/>
                  </a:lnTo>
                  <a:lnTo>
                    <a:pt x="6893760" y="1247293"/>
                  </a:lnTo>
                  <a:lnTo>
                    <a:pt x="6823415" y="1246667"/>
                  </a:lnTo>
                  <a:lnTo>
                    <a:pt x="6753071" y="1246001"/>
                  </a:lnTo>
                  <a:lnTo>
                    <a:pt x="6682726" y="1245294"/>
                  </a:lnTo>
                  <a:lnTo>
                    <a:pt x="6612382" y="1244541"/>
                  </a:lnTo>
                  <a:lnTo>
                    <a:pt x="6542037" y="1243742"/>
                  </a:lnTo>
                  <a:lnTo>
                    <a:pt x="6471693" y="1242892"/>
                  </a:lnTo>
                  <a:lnTo>
                    <a:pt x="6401348" y="1241988"/>
                  </a:lnTo>
                  <a:lnTo>
                    <a:pt x="6331004" y="1241027"/>
                  </a:lnTo>
                  <a:lnTo>
                    <a:pt x="6260659" y="1240005"/>
                  </a:lnTo>
                  <a:lnTo>
                    <a:pt x="6190315" y="1238919"/>
                  </a:lnTo>
                  <a:lnTo>
                    <a:pt x="6119970" y="1237764"/>
                  </a:lnTo>
                  <a:lnTo>
                    <a:pt x="6049626" y="1236536"/>
                  </a:lnTo>
                  <a:lnTo>
                    <a:pt x="5979281" y="1235230"/>
                  </a:lnTo>
                  <a:lnTo>
                    <a:pt x="5908937" y="1233842"/>
                  </a:lnTo>
                  <a:lnTo>
                    <a:pt x="5838592" y="1232367"/>
                  </a:lnTo>
                  <a:lnTo>
                    <a:pt x="5768248" y="1230798"/>
                  </a:lnTo>
                  <a:lnTo>
                    <a:pt x="5697903" y="1229130"/>
                  </a:lnTo>
                  <a:lnTo>
                    <a:pt x="5627559" y="1227357"/>
                  </a:lnTo>
                  <a:lnTo>
                    <a:pt x="5557214" y="1225472"/>
                  </a:lnTo>
                  <a:lnTo>
                    <a:pt x="5486870" y="1223468"/>
                  </a:lnTo>
                  <a:lnTo>
                    <a:pt x="5416525" y="1221337"/>
                  </a:lnTo>
                  <a:lnTo>
                    <a:pt x="5346181" y="1219071"/>
                  </a:lnTo>
                  <a:lnTo>
                    <a:pt x="5275836" y="1216663"/>
                  </a:lnTo>
                  <a:lnTo>
                    <a:pt x="5205492" y="1214102"/>
                  </a:lnTo>
                  <a:lnTo>
                    <a:pt x="5135147" y="1211379"/>
                  </a:lnTo>
                  <a:lnTo>
                    <a:pt x="5064803" y="1208485"/>
                  </a:lnTo>
                  <a:lnTo>
                    <a:pt x="4994458" y="1205407"/>
                  </a:lnTo>
                  <a:lnTo>
                    <a:pt x="4924114" y="1202136"/>
                  </a:lnTo>
                  <a:lnTo>
                    <a:pt x="4853769" y="1198657"/>
                  </a:lnTo>
                  <a:lnTo>
                    <a:pt x="4783425" y="1194959"/>
                  </a:lnTo>
                  <a:lnTo>
                    <a:pt x="4713080" y="1191027"/>
                  </a:lnTo>
                  <a:lnTo>
                    <a:pt x="4642736" y="1186847"/>
                  </a:lnTo>
                  <a:lnTo>
                    <a:pt x="4572391" y="1182403"/>
                  </a:lnTo>
                  <a:lnTo>
                    <a:pt x="4502047" y="1177679"/>
                  </a:lnTo>
                  <a:lnTo>
                    <a:pt x="4431702" y="1172655"/>
                  </a:lnTo>
                  <a:lnTo>
                    <a:pt x="4361358" y="1167315"/>
                  </a:lnTo>
                  <a:lnTo>
                    <a:pt x="4291013" y="1161637"/>
                  </a:lnTo>
                  <a:lnTo>
                    <a:pt x="4220669" y="1155600"/>
                  </a:lnTo>
                  <a:lnTo>
                    <a:pt x="4150324" y="1149182"/>
                  </a:lnTo>
                  <a:lnTo>
                    <a:pt x="4079980" y="1142359"/>
                  </a:lnTo>
                  <a:lnTo>
                    <a:pt x="4009635" y="1135105"/>
                  </a:lnTo>
                  <a:lnTo>
                    <a:pt x="3939291" y="1127392"/>
                  </a:lnTo>
                  <a:lnTo>
                    <a:pt x="3868946" y="1119192"/>
                  </a:lnTo>
                  <a:lnTo>
                    <a:pt x="3798602" y="1110474"/>
                  </a:lnTo>
                  <a:lnTo>
                    <a:pt x="3728257" y="1101206"/>
                  </a:lnTo>
                  <a:lnTo>
                    <a:pt x="3657913" y="1091352"/>
                  </a:lnTo>
                  <a:lnTo>
                    <a:pt x="3587569" y="1080876"/>
                  </a:lnTo>
                  <a:lnTo>
                    <a:pt x="3517224" y="1069738"/>
                  </a:lnTo>
                  <a:lnTo>
                    <a:pt x="3446880" y="1057896"/>
                  </a:lnTo>
                  <a:lnTo>
                    <a:pt x="3376535" y="1045307"/>
                  </a:lnTo>
                  <a:lnTo>
                    <a:pt x="3306191" y="1031922"/>
                  </a:lnTo>
                  <a:lnTo>
                    <a:pt x="3235846" y="1017691"/>
                  </a:lnTo>
                  <a:lnTo>
                    <a:pt x="3165502" y="1002562"/>
                  </a:lnTo>
                  <a:lnTo>
                    <a:pt x="3095157" y="986477"/>
                  </a:lnTo>
                  <a:lnTo>
                    <a:pt x="3024813" y="969376"/>
                  </a:lnTo>
                  <a:lnTo>
                    <a:pt x="2954468" y="955312"/>
                  </a:lnTo>
                  <a:lnTo>
                    <a:pt x="2884124" y="948094"/>
                  </a:lnTo>
                  <a:lnTo>
                    <a:pt x="2813779" y="940704"/>
                  </a:lnTo>
                  <a:lnTo>
                    <a:pt x="2743435" y="933138"/>
                  </a:lnTo>
                  <a:lnTo>
                    <a:pt x="2673090" y="925390"/>
                  </a:lnTo>
                  <a:lnTo>
                    <a:pt x="2602746" y="917457"/>
                  </a:lnTo>
                  <a:lnTo>
                    <a:pt x="2532401" y="909335"/>
                  </a:lnTo>
                  <a:lnTo>
                    <a:pt x="2462057" y="901019"/>
                  </a:lnTo>
                  <a:lnTo>
                    <a:pt x="2391712" y="892503"/>
                  </a:lnTo>
                  <a:lnTo>
                    <a:pt x="2321368" y="883784"/>
                  </a:lnTo>
                  <a:lnTo>
                    <a:pt x="2251023" y="874857"/>
                  </a:lnTo>
                  <a:lnTo>
                    <a:pt x="2180679" y="865716"/>
                  </a:lnTo>
                  <a:lnTo>
                    <a:pt x="2110334" y="856357"/>
                  </a:lnTo>
                  <a:lnTo>
                    <a:pt x="2039990" y="846774"/>
                  </a:lnTo>
                  <a:lnTo>
                    <a:pt x="1969645" y="836961"/>
                  </a:lnTo>
                  <a:lnTo>
                    <a:pt x="1899301" y="826915"/>
                  </a:lnTo>
                  <a:lnTo>
                    <a:pt x="1828956" y="816628"/>
                  </a:lnTo>
                  <a:lnTo>
                    <a:pt x="1758612" y="806095"/>
                  </a:lnTo>
                  <a:lnTo>
                    <a:pt x="1688267" y="795310"/>
                  </a:lnTo>
                  <a:lnTo>
                    <a:pt x="1617923" y="784267"/>
                  </a:lnTo>
                  <a:lnTo>
                    <a:pt x="1547578" y="772961"/>
                  </a:lnTo>
                  <a:lnTo>
                    <a:pt x="1477234" y="761384"/>
                  </a:lnTo>
                  <a:lnTo>
                    <a:pt x="1406889" y="749530"/>
                  </a:lnTo>
                  <a:lnTo>
                    <a:pt x="1336545" y="737393"/>
                  </a:lnTo>
                  <a:lnTo>
                    <a:pt x="1266200" y="724966"/>
                  </a:lnTo>
                  <a:lnTo>
                    <a:pt x="1195856" y="712242"/>
                  </a:lnTo>
                  <a:lnTo>
                    <a:pt x="1125511" y="699213"/>
                  </a:lnTo>
                  <a:lnTo>
                    <a:pt x="1055167" y="685873"/>
                  </a:lnTo>
                  <a:lnTo>
                    <a:pt x="984822" y="672214"/>
                  </a:lnTo>
                  <a:lnTo>
                    <a:pt x="914478" y="658229"/>
                  </a:lnTo>
                  <a:lnTo>
                    <a:pt x="844133" y="643909"/>
                  </a:lnTo>
                  <a:lnTo>
                    <a:pt x="773789" y="629247"/>
                  </a:lnTo>
                  <a:lnTo>
                    <a:pt x="703444" y="614234"/>
                  </a:lnTo>
                  <a:lnTo>
                    <a:pt x="633100" y="598863"/>
                  </a:lnTo>
                  <a:lnTo>
                    <a:pt x="562755" y="583123"/>
                  </a:lnTo>
                  <a:lnTo>
                    <a:pt x="492411" y="567008"/>
                  </a:lnTo>
                  <a:lnTo>
                    <a:pt x="422066" y="550507"/>
                  </a:lnTo>
                  <a:lnTo>
                    <a:pt x="351722" y="533612"/>
                  </a:lnTo>
                  <a:lnTo>
                    <a:pt x="281377" y="516313"/>
                  </a:lnTo>
                  <a:lnTo>
                    <a:pt x="211033" y="498601"/>
                  </a:lnTo>
                  <a:lnTo>
                    <a:pt x="140688" y="480465"/>
                  </a:lnTo>
                  <a:lnTo>
                    <a:pt x="70344" y="461895"/>
                  </a:lnTo>
                  <a:lnTo>
                    <a:pt x="0" y="4428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567139" y="4336484"/>
              <a:ext cx="5632277" cy="1178679"/>
            </a:xfrm>
            <a:custGeom>
              <a:avLst/>
              <a:pathLst>
                <a:path w="5632277" h="1178679">
                  <a:moveTo>
                    <a:pt x="0" y="0"/>
                  </a:moveTo>
                  <a:lnTo>
                    <a:pt x="4718" y="5303"/>
                  </a:lnTo>
                  <a:lnTo>
                    <a:pt x="75062" y="79684"/>
                  </a:lnTo>
                  <a:lnTo>
                    <a:pt x="145407" y="149646"/>
                  </a:lnTo>
                  <a:lnTo>
                    <a:pt x="215751" y="215450"/>
                  </a:lnTo>
                  <a:lnTo>
                    <a:pt x="286096" y="277345"/>
                  </a:lnTo>
                  <a:lnTo>
                    <a:pt x="356440" y="335563"/>
                  </a:lnTo>
                  <a:lnTo>
                    <a:pt x="426785" y="390322"/>
                  </a:lnTo>
                  <a:lnTo>
                    <a:pt x="497129" y="441827"/>
                  </a:lnTo>
                  <a:lnTo>
                    <a:pt x="567474" y="490272"/>
                  </a:lnTo>
                  <a:lnTo>
                    <a:pt x="637818" y="535838"/>
                  </a:lnTo>
                  <a:lnTo>
                    <a:pt x="708163" y="578698"/>
                  </a:lnTo>
                  <a:lnTo>
                    <a:pt x="778507" y="619011"/>
                  </a:lnTo>
                  <a:lnTo>
                    <a:pt x="848852" y="656928"/>
                  </a:lnTo>
                  <a:lnTo>
                    <a:pt x="919196" y="692593"/>
                  </a:lnTo>
                  <a:lnTo>
                    <a:pt x="989540" y="726139"/>
                  </a:lnTo>
                  <a:lnTo>
                    <a:pt x="1059885" y="757692"/>
                  </a:lnTo>
                  <a:lnTo>
                    <a:pt x="1130229" y="787370"/>
                  </a:lnTo>
                  <a:lnTo>
                    <a:pt x="1200574" y="815285"/>
                  </a:lnTo>
                  <a:lnTo>
                    <a:pt x="1270918" y="841541"/>
                  </a:lnTo>
                  <a:lnTo>
                    <a:pt x="1341263" y="866237"/>
                  </a:lnTo>
                  <a:lnTo>
                    <a:pt x="1411607" y="889466"/>
                  </a:lnTo>
                  <a:lnTo>
                    <a:pt x="1481952" y="911315"/>
                  </a:lnTo>
                  <a:lnTo>
                    <a:pt x="1552296" y="931865"/>
                  </a:lnTo>
                  <a:lnTo>
                    <a:pt x="1622641" y="951195"/>
                  </a:lnTo>
                  <a:lnTo>
                    <a:pt x="1692985" y="962360"/>
                  </a:lnTo>
                  <a:lnTo>
                    <a:pt x="1763330" y="969245"/>
                  </a:lnTo>
                  <a:lnTo>
                    <a:pt x="1833674" y="975968"/>
                  </a:lnTo>
                  <a:lnTo>
                    <a:pt x="1904019" y="982535"/>
                  </a:lnTo>
                  <a:lnTo>
                    <a:pt x="1974363" y="988948"/>
                  </a:lnTo>
                  <a:lnTo>
                    <a:pt x="2044708" y="995211"/>
                  </a:lnTo>
                  <a:lnTo>
                    <a:pt x="2115052" y="1001329"/>
                  </a:lnTo>
                  <a:lnTo>
                    <a:pt x="2185397" y="1007303"/>
                  </a:lnTo>
                  <a:lnTo>
                    <a:pt x="2255741" y="1013138"/>
                  </a:lnTo>
                  <a:lnTo>
                    <a:pt x="2326086" y="1018837"/>
                  </a:lnTo>
                  <a:lnTo>
                    <a:pt x="2396430" y="1024402"/>
                  </a:lnTo>
                  <a:lnTo>
                    <a:pt x="2466775" y="1029838"/>
                  </a:lnTo>
                  <a:lnTo>
                    <a:pt x="2537119" y="1035147"/>
                  </a:lnTo>
                  <a:lnTo>
                    <a:pt x="2607464" y="1040331"/>
                  </a:lnTo>
                  <a:lnTo>
                    <a:pt x="2677808" y="1045395"/>
                  </a:lnTo>
                  <a:lnTo>
                    <a:pt x="2748153" y="1050341"/>
                  </a:lnTo>
                  <a:lnTo>
                    <a:pt x="2818497" y="1055171"/>
                  </a:lnTo>
                  <a:lnTo>
                    <a:pt x="2888842" y="1059888"/>
                  </a:lnTo>
                  <a:lnTo>
                    <a:pt x="2959186" y="1064495"/>
                  </a:lnTo>
                  <a:lnTo>
                    <a:pt x="3029531" y="1068994"/>
                  </a:lnTo>
                  <a:lnTo>
                    <a:pt x="3099875" y="1073389"/>
                  </a:lnTo>
                  <a:lnTo>
                    <a:pt x="3170220" y="1077681"/>
                  </a:lnTo>
                  <a:lnTo>
                    <a:pt x="3240564" y="1081872"/>
                  </a:lnTo>
                  <a:lnTo>
                    <a:pt x="3310909" y="1085966"/>
                  </a:lnTo>
                  <a:lnTo>
                    <a:pt x="3381253" y="1089964"/>
                  </a:lnTo>
                  <a:lnTo>
                    <a:pt x="3451598" y="1093869"/>
                  </a:lnTo>
                  <a:lnTo>
                    <a:pt x="3521942" y="1097683"/>
                  </a:lnTo>
                  <a:lnTo>
                    <a:pt x="3592287" y="1101408"/>
                  </a:lnTo>
                  <a:lnTo>
                    <a:pt x="3662631" y="1105045"/>
                  </a:lnTo>
                  <a:lnTo>
                    <a:pt x="3732976" y="1108598"/>
                  </a:lnTo>
                  <a:lnTo>
                    <a:pt x="3803320" y="1112068"/>
                  </a:lnTo>
                  <a:lnTo>
                    <a:pt x="3873665" y="1115456"/>
                  </a:lnTo>
                  <a:lnTo>
                    <a:pt x="3944009" y="1118766"/>
                  </a:lnTo>
                  <a:lnTo>
                    <a:pt x="4014354" y="1121998"/>
                  </a:lnTo>
                  <a:lnTo>
                    <a:pt x="4084698" y="1125155"/>
                  </a:lnTo>
                  <a:lnTo>
                    <a:pt x="4155043" y="1128238"/>
                  </a:lnTo>
                  <a:lnTo>
                    <a:pt x="4225387" y="1131250"/>
                  </a:lnTo>
                  <a:lnTo>
                    <a:pt x="4295732" y="1134190"/>
                  </a:lnTo>
                  <a:lnTo>
                    <a:pt x="4366076" y="1137063"/>
                  </a:lnTo>
                  <a:lnTo>
                    <a:pt x="4436421" y="1139868"/>
                  </a:lnTo>
                  <a:lnTo>
                    <a:pt x="4506765" y="1142607"/>
                  </a:lnTo>
                  <a:lnTo>
                    <a:pt x="4577110" y="1145283"/>
                  </a:lnTo>
                  <a:lnTo>
                    <a:pt x="4647454" y="1147896"/>
                  </a:lnTo>
                  <a:lnTo>
                    <a:pt x="4717798" y="1150448"/>
                  </a:lnTo>
                  <a:lnTo>
                    <a:pt x="4788143" y="1152941"/>
                  </a:lnTo>
                  <a:lnTo>
                    <a:pt x="4858487" y="1155375"/>
                  </a:lnTo>
                  <a:lnTo>
                    <a:pt x="4928832" y="1157753"/>
                  </a:lnTo>
                  <a:lnTo>
                    <a:pt x="4999176" y="1160075"/>
                  </a:lnTo>
                  <a:lnTo>
                    <a:pt x="5069521" y="1162343"/>
                  </a:lnTo>
                  <a:lnTo>
                    <a:pt x="5139865" y="1164558"/>
                  </a:lnTo>
                  <a:lnTo>
                    <a:pt x="5210210" y="1166721"/>
                  </a:lnTo>
                  <a:lnTo>
                    <a:pt x="5280554" y="1168833"/>
                  </a:lnTo>
                  <a:lnTo>
                    <a:pt x="5350899" y="1170897"/>
                  </a:lnTo>
                  <a:lnTo>
                    <a:pt x="5421243" y="1172912"/>
                  </a:lnTo>
                  <a:lnTo>
                    <a:pt x="5491588" y="1174880"/>
                  </a:lnTo>
                  <a:lnTo>
                    <a:pt x="5561932" y="1176802"/>
                  </a:lnTo>
                  <a:lnTo>
                    <a:pt x="5632277" y="1178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779366"/>
              <a:ext cx="6964104" cy="805000"/>
            </a:xfrm>
            <a:custGeom>
              <a:avLst/>
              <a:pathLst>
                <a:path w="6964104" h="805000">
                  <a:moveTo>
                    <a:pt x="6964104" y="805000"/>
                  </a:moveTo>
                  <a:lnTo>
                    <a:pt x="6893760" y="804411"/>
                  </a:lnTo>
                  <a:lnTo>
                    <a:pt x="6823415" y="803785"/>
                  </a:lnTo>
                  <a:lnTo>
                    <a:pt x="6753071" y="803119"/>
                  </a:lnTo>
                  <a:lnTo>
                    <a:pt x="6682726" y="802412"/>
                  </a:lnTo>
                  <a:lnTo>
                    <a:pt x="6612382" y="801660"/>
                  </a:lnTo>
                  <a:lnTo>
                    <a:pt x="6542037" y="800860"/>
                  </a:lnTo>
                  <a:lnTo>
                    <a:pt x="6471693" y="800010"/>
                  </a:lnTo>
                  <a:lnTo>
                    <a:pt x="6401348" y="799106"/>
                  </a:lnTo>
                  <a:lnTo>
                    <a:pt x="6331004" y="798145"/>
                  </a:lnTo>
                  <a:lnTo>
                    <a:pt x="6260659" y="797123"/>
                  </a:lnTo>
                  <a:lnTo>
                    <a:pt x="6190315" y="796037"/>
                  </a:lnTo>
                  <a:lnTo>
                    <a:pt x="6119970" y="794882"/>
                  </a:lnTo>
                  <a:lnTo>
                    <a:pt x="6049626" y="793654"/>
                  </a:lnTo>
                  <a:lnTo>
                    <a:pt x="5979281" y="792349"/>
                  </a:lnTo>
                  <a:lnTo>
                    <a:pt x="5908937" y="790961"/>
                  </a:lnTo>
                  <a:lnTo>
                    <a:pt x="5838592" y="789485"/>
                  </a:lnTo>
                  <a:lnTo>
                    <a:pt x="5768248" y="787916"/>
                  </a:lnTo>
                  <a:lnTo>
                    <a:pt x="5697903" y="786249"/>
                  </a:lnTo>
                  <a:lnTo>
                    <a:pt x="5627559" y="784475"/>
                  </a:lnTo>
                  <a:lnTo>
                    <a:pt x="5557214" y="782590"/>
                  </a:lnTo>
                  <a:lnTo>
                    <a:pt x="5486870" y="780586"/>
                  </a:lnTo>
                  <a:lnTo>
                    <a:pt x="5416525" y="778455"/>
                  </a:lnTo>
                  <a:lnTo>
                    <a:pt x="5346181" y="776189"/>
                  </a:lnTo>
                  <a:lnTo>
                    <a:pt x="5275836" y="773781"/>
                  </a:lnTo>
                  <a:lnTo>
                    <a:pt x="5205492" y="771220"/>
                  </a:lnTo>
                  <a:lnTo>
                    <a:pt x="5135147" y="768497"/>
                  </a:lnTo>
                  <a:lnTo>
                    <a:pt x="5064803" y="765603"/>
                  </a:lnTo>
                  <a:lnTo>
                    <a:pt x="4994458" y="762526"/>
                  </a:lnTo>
                  <a:lnTo>
                    <a:pt x="4924114" y="759254"/>
                  </a:lnTo>
                  <a:lnTo>
                    <a:pt x="4853769" y="755776"/>
                  </a:lnTo>
                  <a:lnTo>
                    <a:pt x="4783425" y="752077"/>
                  </a:lnTo>
                  <a:lnTo>
                    <a:pt x="4713080" y="748146"/>
                  </a:lnTo>
                  <a:lnTo>
                    <a:pt x="4642736" y="743966"/>
                  </a:lnTo>
                  <a:lnTo>
                    <a:pt x="4572391" y="739522"/>
                  </a:lnTo>
                  <a:lnTo>
                    <a:pt x="4502047" y="734797"/>
                  </a:lnTo>
                  <a:lnTo>
                    <a:pt x="4431702" y="729773"/>
                  </a:lnTo>
                  <a:lnTo>
                    <a:pt x="4361358" y="724433"/>
                  </a:lnTo>
                  <a:lnTo>
                    <a:pt x="4291013" y="718755"/>
                  </a:lnTo>
                  <a:lnTo>
                    <a:pt x="4220669" y="712718"/>
                  </a:lnTo>
                  <a:lnTo>
                    <a:pt x="4150324" y="706300"/>
                  </a:lnTo>
                  <a:lnTo>
                    <a:pt x="4079980" y="699477"/>
                  </a:lnTo>
                  <a:lnTo>
                    <a:pt x="4009635" y="692223"/>
                  </a:lnTo>
                  <a:lnTo>
                    <a:pt x="3939291" y="684510"/>
                  </a:lnTo>
                  <a:lnTo>
                    <a:pt x="3868946" y="676310"/>
                  </a:lnTo>
                  <a:lnTo>
                    <a:pt x="3798602" y="667593"/>
                  </a:lnTo>
                  <a:lnTo>
                    <a:pt x="3728257" y="658324"/>
                  </a:lnTo>
                  <a:lnTo>
                    <a:pt x="3657913" y="648470"/>
                  </a:lnTo>
                  <a:lnTo>
                    <a:pt x="3587569" y="637994"/>
                  </a:lnTo>
                  <a:lnTo>
                    <a:pt x="3517224" y="626856"/>
                  </a:lnTo>
                  <a:lnTo>
                    <a:pt x="3446880" y="615015"/>
                  </a:lnTo>
                  <a:lnTo>
                    <a:pt x="3376535" y="602425"/>
                  </a:lnTo>
                  <a:lnTo>
                    <a:pt x="3306191" y="589040"/>
                  </a:lnTo>
                  <a:lnTo>
                    <a:pt x="3235846" y="574810"/>
                  </a:lnTo>
                  <a:lnTo>
                    <a:pt x="3165502" y="559680"/>
                  </a:lnTo>
                  <a:lnTo>
                    <a:pt x="3095157" y="543596"/>
                  </a:lnTo>
                  <a:lnTo>
                    <a:pt x="3024813" y="526495"/>
                  </a:lnTo>
                  <a:lnTo>
                    <a:pt x="2954468" y="512430"/>
                  </a:lnTo>
                  <a:lnTo>
                    <a:pt x="2884124" y="505212"/>
                  </a:lnTo>
                  <a:lnTo>
                    <a:pt x="2813779" y="497823"/>
                  </a:lnTo>
                  <a:lnTo>
                    <a:pt x="2743435" y="490256"/>
                  </a:lnTo>
                  <a:lnTo>
                    <a:pt x="2673090" y="482508"/>
                  </a:lnTo>
                  <a:lnTo>
                    <a:pt x="2602746" y="474576"/>
                  </a:lnTo>
                  <a:lnTo>
                    <a:pt x="2532401" y="466453"/>
                  </a:lnTo>
                  <a:lnTo>
                    <a:pt x="2462057" y="458137"/>
                  </a:lnTo>
                  <a:lnTo>
                    <a:pt x="2391712" y="449621"/>
                  </a:lnTo>
                  <a:lnTo>
                    <a:pt x="2321368" y="440902"/>
                  </a:lnTo>
                  <a:lnTo>
                    <a:pt x="2251023" y="431975"/>
                  </a:lnTo>
                  <a:lnTo>
                    <a:pt x="2180679" y="422834"/>
                  </a:lnTo>
                  <a:lnTo>
                    <a:pt x="2110334" y="413475"/>
                  </a:lnTo>
                  <a:lnTo>
                    <a:pt x="2039990" y="403892"/>
                  </a:lnTo>
                  <a:lnTo>
                    <a:pt x="1969645" y="394080"/>
                  </a:lnTo>
                  <a:lnTo>
                    <a:pt x="1899301" y="384033"/>
                  </a:lnTo>
                  <a:lnTo>
                    <a:pt x="1828956" y="373746"/>
                  </a:lnTo>
                  <a:lnTo>
                    <a:pt x="1758612" y="363213"/>
                  </a:lnTo>
                  <a:lnTo>
                    <a:pt x="1688267" y="352428"/>
                  </a:lnTo>
                  <a:lnTo>
                    <a:pt x="1617923" y="341386"/>
                  </a:lnTo>
                  <a:lnTo>
                    <a:pt x="1547578" y="330079"/>
                  </a:lnTo>
                  <a:lnTo>
                    <a:pt x="1477234" y="318502"/>
                  </a:lnTo>
                  <a:lnTo>
                    <a:pt x="1406889" y="306648"/>
                  </a:lnTo>
                  <a:lnTo>
                    <a:pt x="1336545" y="294511"/>
                  </a:lnTo>
                  <a:lnTo>
                    <a:pt x="1266200" y="282084"/>
                  </a:lnTo>
                  <a:lnTo>
                    <a:pt x="1195856" y="269360"/>
                  </a:lnTo>
                  <a:lnTo>
                    <a:pt x="1125511" y="256331"/>
                  </a:lnTo>
                  <a:lnTo>
                    <a:pt x="1055167" y="242991"/>
                  </a:lnTo>
                  <a:lnTo>
                    <a:pt x="984822" y="229332"/>
                  </a:lnTo>
                  <a:lnTo>
                    <a:pt x="914478" y="215347"/>
                  </a:lnTo>
                  <a:lnTo>
                    <a:pt x="844133" y="201027"/>
                  </a:lnTo>
                  <a:lnTo>
                    <a:pt x="773789" y="186365"/>
                  </a:lnTo>
                  <a:lnTo>
                    <a:pt x="703444" y="171352"/>
                  </a:lnTo>
                  <a:lnTo>
                    <a:pt x="633100" y="155981"/>
                  </a:lnTo>
                  <a:lnTo>
                    <a:pt x="562755" y="140242"/>
                  </a:lnTo>
                  <a:lnTo>
                    <a:pt x="492411" y="124126"/>
                  </a:lnTo>
                  <a:lnTo>
                    <a:pt x="422066" y="107626"/>
                  </a:lnTo>
                  <a:lnTo>
                    <a:pt x="351722" y="90731"/>
                  </a:lnTo>
                  <a:lnTo>
                    <a:pt x="281377" y="73431"/>
                  </a:lnTo>
                  <a:lnTo>
                    <a:pt x="211033" y="55719"/>
                  </a:lnTo>
                  <a:lnTo>
                    <a:pt x="140688" y="37583"/>
                  </a:lnTo>
                  <a:lnTo>
                    <a:pt x="70344" y="190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836770" y="4336484"/>
              <a:ext cx="6362645" cy="1230149"/>
            </a:xfrm>
            <a:custGeom>
              <a:avLst/>
              <a:pathLst>
                <a:path w="6362645" h="1230149">
                  <a:moveTo>
                    <a:pt x="0" y="0"/>
                  </a:moveTo>
                  <a:lnTo>
                    <a:pt x="31641" y="24047"/>
                  </a:lnTo>
                  <a:lnTo>
                    <a:pt x="101986" y="75286"/>
                  </a:lnTo>
                  <a:lnTo>
                    <a:pt x="172330" y="124396"/>
                  </a:lnTo>
                  <a:lnTo>
                    <a:pt x="242675" y="171466"/>
                  </a:lnTo>
                  <a:lnTo>
                    <a:pt x="313019" y="216579"/>
                  </a:lnTo>
                  <a:lnTo>
                    <a:pt x="383364" y="259819"/>
                  </a:lnTo>
                  <a:lnTo>
                    <a:pt x="453708" y="301261"/>
                  </a:lnTo>
                  <a:lnTo>
                    <a:pt x="524053" y="340982"/>
                  </a:lnTo>
                  <a:lnTo>
                    <a:pt x="594397" y="379052"/>
                  </a:lnTo>
                  <a:lnTo>
                    <a:pt x="664742" y="415540"/>
                  </a:lnTo>
                  <a:lnTo>
                    <a:pt x="735086" y="450513"/>
                  </a:lnTo>
                  <a:lnTo>
                    <a:pt x="805431" y="484032"/>
                  </a:lnTo>
                  <a:lnTo>
                    <a:pt x="875775" y="516158"/>
                  </a:lnTo>
                  <a:lnTo>
                    <a:pt x="946120" y="546949"/>
                  </a:lnTo>
                  <a:lnTo>
                    <a:pt x="1016464" y="576461"/>
                  </a:lnTo>
                  <a:lnTo>
                    <a:pt x="1086809" y="604747"/>
                  </a:lnTo>
                  <a:lnTo>
                    <a:pt x="1157153" y="631857"/>
                  </a:lnTo>
                  <a:lnTo>
                    <a:pt x="1227498" y="657841"/>
                  </a:lnTo>
                  <a:lnTo>
                    <a:pt x="1297842" y="682745"/>
                  </a:lnTo>
                  <a:lnTo>
                    <a:pt x="1368187" y="706615"/>
                  </a:lnTo>
                  <a:lnTo>
                    <a:pt x="1438531" y="729492"/>
                  </a:lnTo>
                  <a:lnTo>
                    <a:pt x="1508876" y="751419"/>
                  </a:lnTo>
                  <a:lnTo>
                    <a:pt x="1579220" y="772435"/>
                  </a:lnTo>
                  <a:lnTo>
                    <a:pt x="1649565" y="792578"/>
                  </a:lnTo>
                  <a:lnTo>
                    <a:pt x="1719909" y="811884"/>
                  </a:lnTo>
                  <a:lnTo>
                    <a:pt x="1790254" y="830387"/>
                  </a:lnTo>
                  <a:lnTo>
                    <a:pt x="1860598" y="848122"/>
                  </a:lnTo>
                  <a:lnTo>
                    <a:pt x="1930943" y="865120"/>
                  </a:lnTo>
                  <a:lnTo>
                    <a:pt x="2001287" y="881411"/>
                  </a:lnTo>
                  <a:lnTo>
                    <a:pt x="2071631" y="897026"/>
                  </a:lnTo>
                  <a:lnTo>
                    <a:pt x="2141976" y="911992"/>
                  </a:lnTo>
                  <a:lnTo>
                    <a:pt x="2212320" y="926336"/>
                  </a:lnTo>
                  <a:lnTo>
                    <a:pt x="2282665" y="940084"/>
                  </a:lnTo>
                  <a:lnTo>
                    <a:pt x="2353009" y="953260"/>
                  </a:lnTo>
                  <a:lnTo>
                    <a:pt x="2423354" y="965889"/>
                  </a:lnTo>
                  <a:lnTo>
                    <a:pt x="2493698" y="977994"/>
                  </a:lnTo>
                  <a:lnTo>
                    <a:pt x="2564043" y="989595"/>
                  </a:lnTo>
                  <a:lnTo>
                    <a:pt x="2634387" y="1000715"/>
                  </a:lnTo>
                  <a:lnTo>
                    <a:pt x="2704732" y="1011372"/>
                  </a:lnTo>
                  <a:lnTo>
                    <a:pt x="2775076" y="1021587"/>
                  </a:lnTo>
                  <a:lnTo>
                    <a:pt x="2845421" y="1031377"/>
                  </a:lnTo>
                  <a:lnTo>
                    <a:pt x="2915765" y="1040760"/>
                  </a:lnTo>
                  <a:lnTo>
                    <a:pt x="2986110" y="1049754"/>
                  </a:lnTo>
                  <a:lnTo>
                    <a:pt x="3056454" y="1058373"/>
                  </a:lnTo>
                  <a:lnTo>
                    <a:pt x="3126799" y="1066635"/>
                  </a:lnTo>
                  <a:lnTo>
                    <a:pt x="3197143" y="1074553"/>
                  </a:lnTo>
                  <a:lnTo>
                    <a:pt x="3267488" y="1082143"/>
                  </a:lnTo>
                  <a:lnTo>
                    <a:pt x="3337832" y="1089416"/>
                  </a:lnTo>
                  <a:lnTo>
                    <a:pt x="3408177" y="1096388"/>
                  </a:lnTo>
                  <a:lnTo>
                    <a:pt x="3478521" y="1103070"/>
                  </a:lnTo>
                  <a:lnTo>
                    <a:pt x="3548866" y="1109475"/>
                  </a:lnTo>
                  <a:lnTo>
                    <a:pt x="3619210" y="1115613"/>
                  </a:lnTo>
                  <a:lnTo>
                    <a:pt x="3689555" y="1121496"/>
                  </a:lnTo>
                  <a:lnTo>
                    <a:pt x="3759899" y="1127135"/>
                  </a:lnTo>
                  <a:lnTo>
                    <a:pt x="3830244" y="1132539"/>
                  </a:lnTo>
                  <a:lnTo>
                    <a:pt x="3900588" y="1137719"/>
                  </a:lnTo>
                  <a:lnTo>
                    <a:pt x="3970933" y="1142684"/>
                  </a:lnTo>
                  <a:lnTo>
                    <a:pt x="4041277" y="1147442"/>
                  </a:lnTo>
                  <a:lnTo>
                    <a:pt x="4111622" y="1152003"/>
                  </a:lnTo>
                  <a:lnTo>
                    <a:pt x="4181966" y="1156374"/>
                  </a:lnTo>
                  <a:lnTo>
                    <a:pt x="4252311" y="1160564"/>
                  </a:lnTo>
                  <a:lnTo>
                    <a:pt x="4322655" y="1164579"/>
                  </a:lnTo>
                  <a:lnTo>
                    <a:pt x="4393000" y="1168428"/>
                  </a:lnTo>
                  <a:lnTo>
                    <a:pt x="4463344" y="1172116"/>
                  </a:lnTo>
                  <a:lnTo>
                    <a:pt x="4533689" y="1175652"/>
                  </a:lnTo>
                  <a:lnTo>
                    <a:pt x="4604033" y="1179040"/>
                  </a:lnTo>
                  <a:lnTo>
                    <a:pt x="4674378" y="1182288"/>
                  </a:lnTo>
                  <a:lnTo>
                    <a:pt x="4744722" y="1185401"/>
                  </a:lnTo>
                  <a:lnTo>
                    <a:pt x="4815067" y="1188384"/>
                  </a:lnTo>
                  <a:lnTo>
                    <a:pt x="4885411" y="1191244"/>
                  </a:lnTo>
                  <a:lnTo>
                    <a:pt x="4955756" y="1193984"/>
                  </a:lnTo>
                  <a:lnTo>
                    <a:pt x="5026100" y="1196611"/>
                  </a:lnTo>
                  <a:lnTo>
                    <a:pt x="5096445" y="1199129"/>
                  </a:lnTo>
                  <a:lnTo>
                    <a:pt x="5166789" y="1201542"/>
                  </a:lnTo>
                  <a:lnTo>
                    <a:pt x="5237134" y="1203854"/>
                  </a:lnTo>
                  <a:lnTo>
                    <a:pt x="5307478" y="1206071"/>
                  </a:lnTo>
                  <a:lnTo>
                    <a:pt x="5377823" y="1208196"/>
                  </a:lnTo>
                  <a:lnTo>
                    <a:pt x="5448167" y="1210232"/>
                  </a:lnTo>
                  <a:lnTo>
                    <a:pt x="5518512" y="1212184"/>
                  </a:lnTo>
                  <a:lnTo>
                    <a:pt x="5588856" y="1214054"/>
                  </a:lnTo>
                  <a:lnTo>
                    <a:pt x="5659201" y="1215847"/>
                  </a:lnTo>
                  <a:lnTo>
                    <a:pt x="5729545" y="1217565"/>
                  </a:lnTo>
                  <a:lnTo>
                    <a:pt x="5799889" y="1219212"/>
                  </a:lnTo>
                  <a:lnTo>
                    <a:pt x="5870234" y="1220791"/>
                  </a:lnTo>
                  <a:lnTo>
                    <a:pt x="5940578" y="1222304"/>
                  </a:lnTo>
                  <a:lnTo>
                    <a:pt x="6010923" y="1223754"/>
                  </a:lnTo>
                  <a:lnTo>
                    <a:pt x="6081267" y="1225144"/>
                  </a:lnTo>
                  <a:lnTo>
                    <a:pt x="6151612" y="1226476"/>
                  </a:lnTo>
                  <a:lnTo>
                    <a:pt x="6221956" y="1227752"/>
                  </a:lnTo>
                  <a:lnTo>
                    <a:pt x="6292301" y="1228976"/>
                  </a:lnTo>
                  <a:lnTo>
                    <a:pt x="6362645" y="12301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250689" y="4944909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2026-07-22T07:54:44Z</dcterms:modified>
  <cp:category/>
</cp:coreProperties>
</file>