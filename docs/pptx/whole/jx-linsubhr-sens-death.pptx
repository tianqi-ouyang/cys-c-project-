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18192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3370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6854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4372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8906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0578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8096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5613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3131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2073503"/>
              <a:ext cx="7090630" cy="3457919"/>
            </a:xfrm>
            <a:custGeom>
              <a:avLst/>
              <a:pathLst>
                <a:path w="7090630" h="3457919">
                  <a:moveTo>
                    <a:pt x="1356024" y="0"/>
                  </a:moveTo>
                  <a:lnTo>
                    <a:pt x="1360827" y="14697"/>
                  </a:lnTo>
                  <a:lnTo>
                    <a:pt x="1432450" y="220808"/>
                  </a:lnTo>
                  <a:lnTo>
                    <a:pt x="1504073" y="414674"/>
                  </a:lnTo>
                  <a:lnTo>
                    <a:pt x="1575695" y="597021"/>
                  </a:lnTo>
                  <a:lnTo>
                    <a:pt x="1647318" y="768534"/>
                  </a:lnTo>
                  <a:lnTo>
                    <a:pt x="1718940" y="929856"/>
                  </a:lnTo>
                  <a:lnTo>
                    <a:pt x="1790563" y="1081594"/>
                  </a:lnTo>
                  <a:lnTo>
                    <a:pt x="1862185" y="1224317"/>
                  </a:lnTo>
                  <a:lnTo>
                    <a:pt x="1933808" y="1358559"/>
                  </a:lnTo>
                  <a:lnTo>
                    <a:pt x="2005430" y="1484826"/>
                  </a:lnTo>
                  <a:lnTo>
                    <a:pt x="2077053" y="1603590"/>
                  </a:lnTo>
                  <a:lnTo>
                    <a:pt x="2148675" y="1715299"/>
                  </a:lnTo>
                  <a:lnTo>
                    <a:pt x="2220298" y="1820370"/>
                  </a:lnTo>
                  <a:lnTo>
                    <a:pt x="2291920" y="1919198"/>
                  </a:lnTo>
                  <a:lnTo>
                    <a:pt x="2363543" y="2012155"/>
                  </a:lnTo>
                  <a:lnTo>
                    <a:pt x="2435165" y="2099589"/>
                  </a:lnTo>
                  <a:lnTo>
                    <a:pt x="2506788" y="2181827"/>
                  </a:lnTo>
                  <a:lnTo>
                    <a:pt x="2578410" y="2259180"/>
                  </a:lnTo>
                  <a:lnTo>
                    <a:pt x="2650033" y="2331937"/>
                  </a:lnTo>
                  <a:lnTo>
                    <a:pt x="2721655" y="2400371"/>
                  </a:lnTo>
                  <a:lnTo>
                    <a:pt x="2793278" y="2464739"/>
                  </a:lnTo>
                  <a:lnTo>
                    <a:pt x="2864901" y="2525283"/>
                  </a:lnTo>
                  <a:lnTo>
                    <a:pt x="2936523" y="2582229"/>
                  </a:lnTo>
                  <a:lnTo>
                    <a:pt x="3008146" y="2635792"/>
                  </a:lnTo>
                  <a:lnTo>
                    <a:pt x="3079768" y="2666732"/>
                  </a:lnTo>
                  <a:lnTo>
                    <a:pt x="3151391" y="2685808"/>
                  </a:lnTo>
                  <a:lnTo>
                    <a:pt x="3223013" y="2704439"/>
                  </a:lnTo>
                  <a:lnTo>
                    <a:pt x="3294636" y="2722635"/>
                  </a:lnTo>
                  <a:lnTo>
                    <a:pt x="3366258" y="2740407"/>
                  </a:lnTo>
                  <a:lnTo>
                    <a:pt x="3437881" y="2757763"/>
                  </a:lnTo>
                  <a:lnTo>
                    <a:pt x="3509503" y="2774714"/>
                  </a:lnTo>
                  <a:lnTo>
                    <a:pt x="3581126" y="2791269"/>
                  </a:lnTo>
                  <a:lnTo>
                    <a:pt x="3652748" y="2807438"/>
                  </a:lnTo>
                  <a:lnTo>
                    <a:pt x="3724371" y="2823229"/>
                  </a:lnTo>
                  <a:lnTo>
                    <a:pt x="3795993" y="2838651"/>
                  </a:lnTo>
                  <a:lnTo>
                    <a:pt x="3867616" y="2853714"/>
                  </a:lnTo>
                  <a:lnTo>
                    <a:pt x="3939238" y="2868424"/>
                  </a:lnTo>
                  <a:lnTo>
                    <a:pt x="4010861" y="2882792"/>
                  </a:lnTo>
                  <a:lnTo>
                    <a:pt x="4082483" y="2896823"/>
                  </a:lnTo>
                  <a:lnTo>
                    <a:pt x="4154106" y="2910528"/>
                  </a:lnTo>
                  <a:lnTo>
                    <a:pt x="4225729" y="2923912"/>
                  </a:lnTo>
                  <a:lnTo>
                    <a:pt x="4297351" y="2936983"/>
                  </a:lnTo>
                  <a:lnTo>
                    <a:pt x="4368974" y="2949750"/>
                  </a:lnTo>
                  <a:lnTo>
                    <a:pt x="4440596" y="2962218"/>
                  </a:lnTo>
                  <a:lnTo>
                    <a:pt x="4512219" y="2974395"/>
                  </a:lnTo>
                  <a:lnTo>
                    <a:pt x="4583841" y="2986288"/>
                  </a:lnTo>
                  <a:lnTo>
                    <a:pt x="4655464" y="2997903"/>
                  </a:lnTo>
                  <a:lnTo>
                    <a:pt x="4727086" y="3009247"/>
                  </a:lnTo>
                  <a:lnTo>
                    <a:pt x="4798709" y="3020326"/>
                  </a:lnTo>
                  <a:lnTo>
                    <a:pt x="4870331" y="3031147"/>
                  </a:lnTo>
                  <a:lnTo>
                    <a:pt x="4941954" y="3041715"/>
                  </a:lnTo>
                  <a:lnTo>
                    <a:pt x="5013576" y="3052036"/>
                  </a:lnTo>
                  <a:lnTo>
                    <a:pt x="5085199" y="3062116"/>
                  </a:lnTo>
                  <a:lnTo>
                    <a:pt x="5156821" y="3071960"/>
                  </a:lnTo>
                  <a:lnTo>
                    <a:pt x="5228444" y="3081575"/>
                  </a:lnTo>
                  <a:lnTo>
                    <a:pt x="5300066" y="3090965"/>
                  </a:lnTo>
                  <a:lnTo>
                    <a:pt x="5371689" y="3100136"/>
                  </a:lnTo>
                  <a:lnTo>
                    <a:pt x="5443311" y="3109093"/>
                  </a:lnTo>
                  <a:lnTo>
                    <a:pt x="5514934" y="3117841"/>
                  </a:lnTo>
                  <a:lnTo>
                    <a:pt x="5586557" y="3126385"/>
                  </a:lnTo>
                  <a:lnTo>
                    <a:pt x="5658179" y="3134729"/>
                  </a:lnTo>
                  <a:lnTo>
                    <a:pt x="5729802" y="3142878"/>
                  </a:lnTo>
                  <a:lnTo>
                    <a:pt x="5801424" y="3150837"/>
                  </a:lnTo>
                  <a:lnTo>
                    <a:pt x="5873047" y="3158610"/>
                  </a:lnTo>
                  <a:lnTo>
                    <a:pt x="5944669" y="3166202"/>
                  </a:lnTo>
                  <a:lnTo>
                    <a:pt x="6016292" y="3173616"/>
                  </a:lnTo>
                  <a:lnTo>
                    <a:pt x="6087914" y="3180857"/>
                  </a:lnTo>
                  <a:lnTo>
                    <a:pt x="6159537" y="3187930"/>
                  </a:lnTo>
                  <a:lnTo>
                    <a:pt x="6231159" y="3194837"/>
                  </a:lnTo>
                  <a:lnTo>
                    <a:pt x="6302782" y="3201582"/>
                  </a:lnTo>
                  <a:lnTo>
                    <a:pt x="6374404" y="3208171"/>
                  </a:lnTo>
                  <a:lnTo>
                    <a:pt x="6446027" y="3214605"/>
                  </a:lnTo>
                  <a:lnTo>
                    <a:pt x="6517649" y="3220889"/>
                  </a:lnTo>
                  <a:lnTo>
                    <a:pt x="6589272" y="3227027"/>
                  </a:lnTo>
                  <a:lnTo>
                    <a:pt x="6660894" y="3233021"/>
                  </a:lnTo>
                  <a:lnTo>
                    <a:pt x="6732517" y="3238875"/>
                  </a:lnTo>
                  <a:lnTo>
                    <a:pt x="6804139" y="3244593"/>
                  </a:lnTo>
                  <a:lnTo>
                    <a:pt x="6875762" y="3250177"/>
                  </a:lnTo>
                  <a:lnTo>
                    <a:pt x="6947385" y="3255630"/>
                  </a:lnTo>
                  <a:lnTo>
                    <a:pt x="7019007" y="3260957"/>
                  </a:lnTo>
                  <a:lnTo>
                    <a:pt x="7090630" y="3266158"/>
                  </a:lnTo>
                  <a:lnTo>
                    <a:pt x="7090630" y="3457919"/>
                  </a:lnTo>
                  <a:lnTo>
                    <a:pt x="7019007" y="3456288"/>
                  </a:lnTo>
                  <a:lnTo>
                    <a:pt x="6947385" y="3454553"/>
                  </a:lnTo>
                  <a:lnTo>
                    <a:pt x="6875762" y="3452709"/>
                  </a:lnTo>
                  <a:lnTo>
                    <a:pt x="6804139" y="3450749"/>
                  </a:lnTo>
                  <a:lnTo>
                    <a:pt x="6732517" y="3448664"/>
                  </a:lnTo>
                  <a:lnTo>
                    <a:pt x="6660894" y="3446448"/>
                  </a:lnTo>
                  <a:lnTo>
                    <a:pt x="6589272" y="3444092"/>
                  </a:lnTo>
                  <a:lnTo>
                    <a:pt x="6517649" y="3441587"/>
                  </a:lnTo>
                  <a:lnTo>
                    <a:pt x="6446027" y="3438924"/>
                  </a:lnTo>
                  <a:lnTo>
                    <a:pt x="6374404" y="3436093"/>
                  </a:lnTo>
                  <a:lnTo>
                    <a:pt x="6302782" y="3433083"/>
                  </a:lnTo>
                  <a:lnTo>
                    <a:pt x="6231159" y="3429883"/>
                  </a:lnTo>
                  <a:lnTo>
                    <a:pt x="6159537" y="3426480"/>
                  </a:lnTo>
                  <a:lnTo>
                    <a:pt x="6087914" y="3422863"/>
                  </a:lnTo>
                  <a:lnTo>
                    <a:pt x="6016292" y="3419017"/>
                  </a:lnTo>
                  <a:lnTo>
                    <a:pt x="5944669" y="3414928"/>
                  </a:lnTo>
                  <a:lnTo>
                    <a:pt x="5873047" y="3410581"/>
                  </a:lnTo>
                  <a:lnTo>
                    <a:pt x="5801424" y="3405959"/>
                  </a:lnTo>
                  <a:lnTo>
                    <a:pt x="5729802" y="3401046"/>
                  </a:lnTo>
                  <a:lnTo>
                    <a:pt x="5658179" y="3395822"/>
                  </a:lnTo>
                  <a:lnTo>
                    <a:pt x="5586557" y="3390268"/>
                  </a:lnTo>
                  <a:lnTo>
                    <a:pt x="5514934" y="3384363"/>
                  </a:lnTo>
                  <a:lnTo>
                    <a:pt x="5443311" y="3378085"/>
                  </a:lnTo>
                  <a:lnTo>
                    <a:pt x="5371689" y="3371411"/>
                  </a:lnTo>
                  <a:lnTo>
                    <a:pt x="5300066" y="3364315"/>
                  </a:lnTo>
                  <a:lnTo>
                    <a:pt x="5228444" y="3356771"/>
                  </a:lnTo>
                  <a:lnTo>
                    <a:pt x="5156821" y="3348750"/>
                  </a:lnTo>
                  <a:lnTo>
                    <a:pt x="5085199" y="3340223"/>
                  </a:lnTo>
                  <a:lnTo>
                    <a:pt x="5013576" y="3331156"/>
                  </a:lnTo>
                  <a:lnTo>
                    <a:pt x="4941954" y="3321518"/>
                  </a:lnTo>
                  <a:lnTo>
                    <a:pt x="4870331" y="3311270"/>
                  </a:lnTo>
                  <a:lnTo>
                    <a:pt x="4798709" y="3300375"/>
                  </a:lnTo>
                  <a:lnTo>
                    <a:pt x="4727086" y="3288792"/>
                  </a:lnTo>
                  <a:lnTo>
                    <a:pt x="4655464" y="3276477"/>
                  </a:lnTo>
                  <a:lnTo>
                    <a:pt x="4583841" y="3263385"/>
                  </a:lnTo>
                  <a:lnTo>
                    <a:pt x="4512219" y="3249465"/>
                  </a:lnTo>
                  <a:lnTo>
                    <a:pt x="4440596" y="3234666"/>
                  </a:lnTo>
                  <a:lnTo>
                    <a:pt x="4368974" y="3218932"/>
                  </a:lnTo>
                  <a:lnTo>
                    <a:pt x="4297351" y="3202205"/>
                  </a:lnTo>
                  <a:lnTo>
                    <a:pt x="4225729" y="3184421"/>
                  </a:lnTo>
                  <a:lnTo>
                    <a:pt x="4154106" y="3165513"/>
                  </a:lnTo>
                  <a:lnTo>
                    <a:pt x="4082483" y="3145411"/>
                  </a:lnTo>
                  <a:lnTo>
                    <a:pt x="4010861" y="3124039"/>
                  </a:lnTo>
                  <a:lnTo>
                    <a:pt x="3939238" y="3101317"/>
                  </a:lnTo>
                  <a:lnTo>
                    <a:pt x="3867616" y="3077160"/>
                  </a:lnTo>
                  <a:lnTo>
                    <a:pt x="3795993" y="3051477"/>
                  </a:lnTo>
                  <a:lnTo>
                    <a:pt x="3724371" y="3024172"/>
                  </a:lnTo>
                  <a:lnTo>
                    <a:pt x="3652748" y="2995142"/>
                  </a:lnTo>
                  <a:lnTo>
                    <a:pt x="3581126" y="2964278"/>
                  </a:lnTo>
                  <a:lnTo>
                    <a:pt x="3509503" y="2931465"/>
                  </a:lnTo>
                  <a:lnTo>
                    <a:pt x="3437881" y="2896578"/>
                  </a:lnTo>
                  <a:lnTo>
                    <a:pt x="3366258" y="2859489"/>
                  </a:lnTo>
                  <a:lnTo>
                    <a:pt x="3294636" y="2820056"/>
                  </a:lnTo>
                  <a:lnTo>
                    <a:pt x="3223013" y="2778132"/>
                  </a:lnTo>
                  <a:lnTo>
                    <a:pt x="3151391" y="2733560"/>
                  </a:lnTo>
                  <a:lnTo>
                    <a:pt x="3079768" y="2686173"/>
                  </a:lnTo>
                  <a:lnTo>
                    <a:pt x="3008146" y="2647199"/>
                  </a:lnTo>
                  <a:lnTo>
                    <a:pt x="2936523" y="2627200"/>
                  </a:lnTo>
                  <a:lnTo>
                    <a:pt x="2864901" y="2606722"/>
                  </a:lnTo>
                  <a:lnTo>
                    <a:pt x="2793278" y="2585755"/>
                  </a:lnTo>
                  <a:lnTo>
                    <a:pt x="2721655" y="2564286"/>
                  </a:lnTo>
                  <a:lnTo>
                    <a:pt x="2650033" y="2542304"/>
                  </a:lnTo>
                  <a:lnTo>
                    <a:pt x="2578410" y="2519797"/>
                  </a:lnTo>
                  <a:lnTo>
                    <a:pt x="2506788" y="2496752"/>
                  </a:lnTo>
                  <a:lnTo>
                    <a:pt x="2435165" y="2473155"/>
                  </a:lnTo>
                  <a:lnTo>
                    <a:pt x="2363543" y="2448995"/>
                  </a:lnTo>
                  <a:lnTo>
                    <a:pt x="2291920" y="2424257"/>
                  </a:lnTo>
                  <a:lnTo>
                    <a:pt x="2220298" y="2398927"/>
                  </a:lnTo>
                  <a:lnTo>
                    <a:pt x="2148675" y="2372992"/>
                  </a:lnTo>
                  <a:lnTo>
                    <a:pt x="2077053" y="2346437"/>
                  </a:lnTo>
                  <a:lnTo>
                    <a:pt x="2005430" y="2319247"/>
                  </a:lnTo>
                  <a:lnTo>
                    <a:pt x="1933808" y="2291407"/>
                  </a:lnTo>
                  <a:lnTo>
                    <a:pt x="1862185" y="2262901"/>
                  </a:lnTo>
                  <a:lnTo>
                    <a:pt x="1790563" y="2233714"/>
                  </a:lnTo>
                  <a:lnTo>
                    <a:pt x="1718940" y="2203829"/>
                  </a:lnTo>
                  <a:lnTo>
                    <a:pt x="1647318" y="2173230"/>
                  </a:lnTo>
                  <a:lnTo>
                    <a:pt x="1575695" y="2141899"/>
                  </a:lnTo>
                  <a:lnTo>
                    <a:pt x="1504073" y="2109819"/>
                  </a:lnTo>
                  <a:lnTo>
                    <a:pt x="1432450" y="2076973"/>
                  </a:lnTo>
                  <a:lnTo>
                    <a:pt x="1360827" y="2043340"/>
                  </a:lnTo>
                  <a:lnTo>
                    <a:pt x="1289205" y="2008904"/>
                  </a:lnTo>
                  <a:lnTo>
                    <a:pt x="1217582" y="1973645"/>
                  </a:lnTo>
                  <a:lnTo>
                    <a:pt x="1145960" y="1937542"/>
                  </a:lnTo>
                  <a:lnTo>
                    <a:pt x="1074337" y="1900577"/>
                  </a:lnTo>
                  <a:lnTo>
                    <a:pt x="1002715" y="1862728"/>
                  </a:lnTo>
                  <a:lnTo>
                    <a:pt x="931092" y="1823973"/>
                  </a:lnTo>
                  <a:lnTo>
                    <a:pt x="859470" y="1784293"/>
                  </a:lnTo>
                  <a:lnTo>
                    <a:pt x="787847" y="1743664"/>
                  </a:lnTo>
                  <a:lnTo>
                    <a:pt x="716225" y="1702063"/>
                  </a:lnTo>
                  <a:lnTo>
                    <a:pt x="644602" y="1659468"/>
                  </a:lnTo>
                  <a:lnTo>
                    <a:pt x="572980" y="1615854"/>
                  </a:lnTo>
                  <a:lnTo>
                    <a:pt x="501357" y="1571198"/>
                  </a:lnTo>
                  <a:lnTo>
                    <a:pt x="429735" y="1525474"/>
                  </a:lnTo>
                  <a:lnTo>
                    <a:pt x="358112" y="1478657"/>
                  </a:lnTo>
                  <a:lnTo>
                    <a:pt x="286490" y="1430721"/>
                  </a:lnTo>
                  <a:lnTo>
                    <a:pt x="214867" y="1381639"/>
                  </a:lnTo>
                  <a:lnTo>
                    <a:pt x="143245" y="1331383"/>
                  </a:lnTo>
                  <a:lnTo>
                    <a:pt x="71622" y="1279926"/>
                  </a:lnTo>
                  <a:lnTo>
                    <a:pt x="0" y="1227239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528073" y="2073503"/>
              <a:ext cx="5734605" cy="3266158"/>
            </a:xfrm>
            <a:custGeom>
              <a:avLst/>
              <a:pathLst>
                <a:path w="5734605" h="3266158">
                  <a:moveTo>
                    <a:pt x="0" y="0"/>
                  </a:moveTo>
                  <a:lnTo>
                    <a:pt x="4803" y="14697"/>
                  </a:lnTo>
                  <a:lnTo>
                    <a:pt x="76426" y="220808"/>
                  </a:lnTo>
                  <a:lnTo>
                    <a:pt x="148048" y="414674"/>
                  </a:lnTo>
                  <a:lnTo>
                    <a:pt x="219671" y="597021"/>
                  </a:lnTo>
                  <a:lnTo>
                    <a:pt x="291293" y="768534"/>
                  </a:lnTo>
                  <a:lnTo>
                    <a:pt x="362916" y="929856"/>
                  </a:lnTo>
                  <a:lnTo>
                    <a:pt x="434539" y="1081594"/>
                  </a:lnTo>
                  <a:lnTo>
                    <a:pt x="506161" y="1224317"/>
                  </a:lnTo>
                  <a:lnTo>
                    <a:pt x="577784" y="1358559"/>
                  </a:lnTo>
                  <a:lnTo>
                    <a:pt x="649406" y="1484826"/>
                  </a:lnTo>
                  <a:lnTo>
                    <a:pt x="721029" y="1603590"/>
                  </a:lnTo>
                  <a:lnTo>
                    <a:pt x="792651" y="1715299"/>
                  </a:lnTo>
                  <a:lnTo>
                    <a:pt x="864274" y="1820370"/>
                  </a:lnTo>
                  <a:lnTo>
                    <a:pt x="935896" y="1919198"/>
                  </a:lnTo>
                  <a:lnTo>
                    <a:pt x="1007519" y="2012155"/>
                  </a:lnTo>
                  <a:lnTo>
                    <a:pt x="1079141" y="2099589"/>
                  </a:lnTo>
                  <a:lnTo>
                    <a:pt x="1150764" y="2181827"/>
                  </a:lnTo>
                  <a:lnTo>
                    <a:pt x="1222386" y="2259180"/>
                  </a:lnTo>
                  <a:lnTo>
                    <a:pt x="1294009" y="2331937"/>
                  </a:lnTo>
                  <a:lnTo>
                    <a:pt x="1365631" y="2400371"/>
                  </a:lnTo>
                  <a:lnTo>
                    <a:pt x="1437254" y="2464739"/>
                  </a:lnTo>
                  <a:lnTo>
                    <a:pt x="1508876" y="2525283"/>
                  </a:lnTo>
                  <a:lnTo>
                    <a:pt x="1580499" y="2582229"/>
                  </a:lnTo>
                  <a:lnTo>
                    <a:pt x="1652121" y="2635792"/>
                  </a:lnTo>
                  <a:lnTo>
                    <a:pt x="1723744" y="2666732"/>
                  </a:lnTo>
                  <a:lnTo>
                    <a:pt x="1795367" y="2685808"/>
                  </a:lnTo>
                  <a:lnTo>
                    <a:pt x="1866989" y="2704439"/>
                  </a:lnTo>
                  <a:lnTo>
                    <a:pt x="1938612" y="2722635"/>
                  </a:lnTo>
                  <a:lnTo>
                    <a:pt x="2010234" y="2740407"/>
                  </a:lnTo>
                  <a:lnTo>
                    <a:pt x="2081857" y="2757763"/>
                  </a:lnTo>
                  <a:lnTo>
                    <a:pt x="2153479" y="2774714"/>
                  </a:lnTo>
                  <a:lnTo>
                    <a:pt x="2225102" y="2791269"/>
                  </a:lnTo>
                  <a:lnTo>
                    <a:pt x="2296724" y="2807438"/>
                  </a:lnTo>
                  <a:lnTo>
                    <a:pt x="2368347" y="2823229"/>
                  </a:lnTo>
                  <a:lnTo>
                    <a:pt x="2439969" y="2838651"/>
                  </a:lnTo>
                  <a:lnTo>
                    <a:pt x="2511592" y="2853714"/>
                  </a:lnTo>
                  <a:lnTo>
                    <a:pt x="2583214" y="2868424"/>
                  </a:lnTo>
                  <a:lnTo>
                    <a:pt x="2654837" y="2882792"/>
                  </a:lnTo>
                  <a:lnTo>
                    <a:pt x="2726459" y="2896823"/>
                  </a:lnTo>
                  <a:lnTo>
                    <a:pt x="2798082" y="2910528"/>
                  </a:lnTo>
                  <a:lnTo>
                    <a:pt x="2869704" y="2923912"/>
                  </a:lnTo>
                  <a:lnTo>
                    <a:pt x="2941327" y="2936983"/>
                  </a:lnTo>
                  <a:lnTo>
                    <a:pt x="3012949" y="2949750"/>
                  </a:lnTo>
                  <a:lnTo>
                    <a:pt x="3084572" y="2962218"/>
                  </a:lnTo>
                  <a:lnTo>
                    <a:pt x="3156195" y="2974395"/>
                  </a:lnTo>
                  <a:lnTo>
                    <a:pt x="3227817" y="2986288"/>
                  </a:lnTo>
                  <a:lnTo>
                    <a:pt x="3299440" y="2997903"/>
                  </a:lnTo>
                  <a:lnTo>
                    <a:pt x="3371062" y="3009247"/>
                  </a:lnTo>
                  <a:lnTo>
                    <a:pt x="3442685" y="3020326"/>
                  </a:lnTo>
                  <a:lnTo>
                    <a:pt x="3514307" y="3031147"/>
                  </a:lnTo>
                  <a:lnTo>
                    <a:pt x="3585930" y="3041715"/>
                  </a:lnTo>
                  <a:lnTo>
                    <a:pt x="3657552" y="3052036"/>
                  </a:lnTo>
                  <a:lnTo>
                    <a:pt x="3729175" y="3062116"/>
                  </a:lnTo>
                  <a:lnTo>
                    <a:pt x="3800797" y="3071960"/>
                  </a:lnTo>
                  <a:lnTo>
                    <a:pt x="3872420" y="3081575"/>
                  </a:lnTo>
                  <a:lnTo>
                    <a:pt x="3944042" y="3090965"/>
                  </a:lnTo>
                  <a:lnTo>
                    <a:pt x="4015665" y="3100136"/>
                  </a:lnTo>
                  <a:lnTo>
                    <a:pt x="4087287" y="3109093"/>
                  </a:lnTo>
                  <a:lnTo>
                    <a:pt x="4158910" y="3117841"/>
                  </a:lnTo>
                  <a:lnTo>
                    <a:pt x="4230532" y="3126385"/>
                  </a:lnTo>
                  <a:lnTo>
                    <a:pt x="4302155" y="3134729"/>
                  </a:lnTo>
                  <a:lnTo>
                    <a:pt x="4373777" y="3142878"/>
                  </a:lnTo>
                  <a:lnTo>
                    <a:pt x="4445400" y="3150837"/>
                  </a:lnTo>
                  <a:lnTo>
                    <a:pt x="4517022" y="3158610"/>
                  </a:lnTo>
                  <a:lnTo>
                    <a:pt x="4588645" y="3166202"/>
                  </a:lnTo>
                  <a:lnTo>
                    <a:pt x="4660268" y="3173616"/>
                  </a:lnTo>
                  <a:lnTo>
                    <a:pt x="4731890" y="3180857"/>
                  </a:lnTo>
                  <a:lnTo>
                    <a:pt x="4803513" y="3187930"/>
                  </a:lnTo>
                  <a:lnTo>
                    <a:pt x="4875135" y="3194837"/>
                  </a:lnTo>
                  <a:lnTo>
                    <a:pt x="4946758" y="3201582"/>
                  </a:lnTo>
                  <a:lnTo>
                    <a:pt x="5018380" y="3208171"/>
                  </a:lnTo>
                  <a:lnTo>
                    <a:pt x="5090003" y="3214605"/>
                  </a:lnTo>
                  <a:lnTo>
                    <a:pt x="5161625" y="3220889"/>
                  </a:lnTo>
                  <a:lnTo>
                    <a:pt x="5233248" y="3227027"/>
                  </a:lnTo>
                  <a:lnTo>
                    <a:pt x="5304870" y="3233021"/>
                  </a:lnTo>
                  <a:lnTo>
                    <a:pt x="5376493" y="3238875"/>
                  </a:lnTo>
                  <a:lnTo>
                    <a:pt x="5448115" y="3244593"/>
                  </a:lnTo>
                  <a:lnTo>
                    <a:pt x="5519738" y="3250177"/>
                  </a:lnTo>
                  <a:lnTo>
                    <a:pt x="5591360" y="3255630"/>
                  </a:lnTo>
                  <a:lnTo>
                    <a:pt x="5662983" y="3260957"/>
                  </a:lnTo>
                  <a:lnTo>
                    <a:pt x="5734605" y="326615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3300742"/>
              <a:ext cx="7090630" cy="2230680"/>
            </a:xfrm>
            <a:custGeom>
              <a:avLst/>
              <a:pathLst>
                <a:path w="7090630" h="2230680">
                  <a:moveTo>
                    <a:pt x="7090630" y="2230680"/>
                  </a:moveTo>
                  <a:lnTo>
                    <a:pt x="7019007" y="2229049"/>
                  </a:lnTo>
                  <a:lnTo>
                    <a:pt x="6947385" y="2227314"/>
                  </a:lnTo>
                  <a:lnTo>
                    <a:pt x="6875762" y="2225470"/>
                  </a:lnTo>
                  <a:lnTo>
                    <a:pt x="6804139" y="2223509"/>
                  </a:lnTo>
                  <a:lnTo>
                    <a:pt x="6732517" y="2221425"/>
                  </a:lnTo>
                  <a:lnTo>
                    <a:pt x="6660894" y="2219209"/>
                  </a:lnTo>
                  <a:lnTo>
                    <a:pt x="6589272" y="2216853"/>
                  </a:lnTo>
                  <a:lnTo>
                    <a:pt x="6517649" y="2214348"/>
                  </a:lnTo>
                  <a:lnTo>
                    <a:pt x="6446027" y="2211685"/>
                  </a:lnTo>
                  <a:lnTo>
                    <a:pt x="6374404" y="2208854"/>
                  </a:lnTo>
                  <a:lnTo>
                    <a:pt x="6302782" y="2205844"/>
                  </a:lnTo>
                  <a:lnTo>
                    <a:pt x="6231159" y="2202643"/>
                  </a:lnTo>
                  <a:lnTo>
                    <a:pt x="6159537" y="2199241"/>
                  </a:lnTo>
                  <a:lnTo>
                    <a:pt x="6087914" y="2195624"/>
                  </a:lnTo>
                  <a:lnTo>
                    <a:pt x="6016292" y="2191778"/>
                  </a:lnTo>
                  <a:lnTo>
                    <a:pt x="5944669" y="2187689"/>
                  </a:lnTo>
                  <a:lnTo>
                    <a:pt x="5873047" y="2183342"/>
                  </a:lnTo>
                  <a:lnTo>
                    <a:pt x="5801424" y="2178720"/>
                  </a:lnTo>
                  <a:lnTo>
                    <a:pt x="5729802" y="2173807"/>
                  </a:lnTo>
                  <a:lnTo>
                    <a:pt x="5658179" y="2168583"/>
                  </a:lnTo>
                  <a:lnTo>
                    <a:pt x="5586557" y="2163029"/>
                  </a:lnTo>
                  <a:lnTo>
                    <a:pt x="5514934" y="2157124"/>
                  </a:lnTo>
                  <a:lnTo>
                    <a:pt x="5443311" y="2150846"/>
                  </a:lnTo>
                  <a:lnTo>
                    <a:pt x="5371689" y="2144172"/>
                  </a:lnTo>
                  <a:lnTo>
                    <a:pt x="5300066" y="2137076"/>
                  </a:lnTo>
                  <a:lnTo>
                    <a:pt x="5228444" y="2129531"/>
                  </a:lnTo>
                  <a:lnTo>
                    <a:pt x="5156821" y="2121511"/>
                  </a:lnTo>
                  <a:lnTo>
                    <a:pt x="5085199" y="2112983"/>
                  </a:lnTo>
                  <a:lnTo>
                    <a:pt x="5013576" y="2103917"/>
                  </a:lnTo>
                  <a:lnTo>
                    <a:pt x="4941954" y="2094279"/>
                  </a:lnTo>
                  <a:lnTo>
                    <a:pt x="4870331" y="2084031"/>
                  </a:lnTo>
                  <a:lnTo>
                    <a:pt x="4798709" y="2073136"/>
                  </a:lnTo>
                  <a:lnTo>
                    <a:pt x="4727086" y="2061553"/>
                  </a:lnTo>
                  <a:lnTo>
                    <a:pt x="4655464" y="2049238"/>
                  </a:lnTo>
                  <a:lnTo>
                    <a:pt x="4583841" y="2036146"/>
                  </a:lnTo>
                  <a:lnTo>
                    <a:pt x="4512219" y="2022226"/>
                  </a:lnTo>
                  <a:lnTo>
                    <a:pt x="4440596" y="2007427"/>
                  </a:lnTo>
                  <a:lnTo>
                    <a:pt x="4368974" y="1991693"/>
                  </a:lnTo>
                  <a:lnTo>
                    <a:pt x="4297351" y="1974966"/>
                  </a:lnTo>
                  <a:lnTo>
                    <a:pt x="4225729" y="1957181"/>
                  </a:lnTo>
                  <a:lnTo>
                    <a:pt x="4154106" y="1938274"/>
                  </a:lnTo>
                  <a:lnTo>
                    <a:pt x="4082483" y="1918172"/>
                  </a:lnTo>
                  <a:lnTo>
                    <a:pt x="4010861" y="1896800"/>
                  </a:lnTo>
                  <a:lnTo>
                    <a:pt x="3939238" y="1874078"/>
                  </a:lnTo>
                  <a:lnTo>
                    <a:pt x="3867616" y="1849921"/>
                  </a:lnTo>
                  <a:lnTo>
                    <a:pt x="3795993" y="1824238"/>
                  </a:lnTo>
                  <a:lnTo>
                    <a:pt x="3724371" y="1796933"/>
                  </a:lnTo>
                  <a:lnTo>
                    <a:pt x="3652748" y="1767903"/>
                  </a:lnTo>
                  <a:lnTo>
                    <a:pt x="3581126" y="1737039"/>
                  </a:lnTo>
                  <a:lnTo>
                    <a:pt x="3509503" y="1704225"/>
                  </a:lnTo>
                  <a:lnTo>
                    <a:pt x="3437881" y="1669339"/>
                  </a:lnTo>
                  <a:lnTo>
                    <a:pt x="3366258" y="1632249"/>
                  </a:lnTo>
                  <a:lnTo>
                    <a:pt x="3294636" y="1592817"/>
                  </a:lnTo>
                  <a:lnTo>
                    <a:pt x="3223013" y="1550893"/>
                  </a:lnTo>
                  <a:lnTo>
                    <a:pt x="3151391" y="1506321"/>
                  </a:lnTo>
                  <a:lnTo>
                    <a:pt x="3079768" y="1458934"/>
                  </a:lnTo>
                  <a:lnTo>
                    <a:pt x="3008146" y="1419960"/>
                  </a:lnTo>
                  <a:lnTo>
                    <a:pt x="2936523" y="1399960"/>
                  </a:lnTo>
                  <a:lnTo>
                    <a:pt x="2864901" y="1379483"/>
                  </a:lnTo>
                  <a:lnTo>
                    <a:pt x="2793278" y="1358515"/>
                  </a:lnTo>
                  <a:lnTo>
                    <a:pt x="2721655" y="1337047"/>
                  </a:lnTo>
                  <a:lnTo>
                    <a:pt x="2650033" y="1315065"/>
                  </a:lnTo>
                  <a:lnTo>
                    <a:pt x="2578410" y="1292558"/>
                  </a:lnTo>
                  <a:lnTo>
                    <a:pt x="2506788" y="1269512"/>
                  </a:lnTo>
                  <a:lnTo>
                    <a:pt x="2435165" y="1245916"/>
                  </a:lnTo>
                  <a:lnTo>
                    <a:pt x="2363543" y="1221756"/>
                  </a:lnTo>
                  <a:lnTo>
                    <a:pt x="2291920" y="1197017"/>
                  </a:lnTo>
                  <a:lnTo>
                    <a:pt x="2220298" y="1171688"/>
                  </a:lnTo>
                  <a:lnTo>
                    <a:pt x="2148675" y="1145753"/>
                  </a:lnTo>
                  <a:lnTo>
                    <a:pt x="2077053" y="1119198"/>
                  </a:lnTo>
                  <a:lnTo>
                    <a:pt x="2005430" y="1092008"/>
                  </a:lnTo>
                  <a:lnTo>
                    <a:pt x="1933808" y="1064168"/>
                  </a:lnTo>
                  <a:lnTo>
                    <a:pt x="1862185" y="1035662"/>
                  </a:lnTo>
                  <a:lnTo>
                    <a:pt x="1790563" y="1006475"/>
                  </a:lnTo>
                  <a:lnTo>
                    <a:pt x="1718940" y="976590"/>
                  </a:lnTo>
                  <a:lnTo>
                    <a:pt x="1647318" y="945991"/>
                  </a:lnTo>
                  <a:lnTo>
                    <a:pt x="1575695" y="914660"/>
                  </a:lnTo>
                  <a:lnTo>
                    <a:pt x="1504073" y="882580"/>
                  </a:lnTo>
                  <a:lnTo>
                    <a:pt x="1432450" y="849733"/>
                  </a:lnTo>
                  <a:lnTo>
                    <a:pt x="1360827" y="816101"/>
                  </a:lnTo>
                  <a:lnTo>
                    <a:pt x="1289205" y="781665"/>
                  </a:lnTo>
                  <a:lnTo>
                    <a:pt x="1217582" y="746406"/>
                  </a:lnTo>
                  <a:lnTo>
                    <a:pt x="1145960" y="710303"/>
                  </a:lnTo>
                  <a:lnTo>
                    <a:pt x="1074337" y="673338"/>
                  </a:lnTo>
                  <a:lnTo>
                    <a:pt x="1002715" y="635488"/>
                  </a:lnTo>
                  <a:lnTo>
                    <a:pt x="931092" y="596734"/>
                  </a:lnTo>
                  <a:lnTo>
                    <a:pt x="859470" y="557054"/>
                  </a:lnTo>
                  <a:lnTo>
                    <a:pt x="787847" y="516424"/>
                  </a:lnTo>
                  <a:lnTo>
                    <a:pt x="716225" y="474824"/>
                  </a:lnTo>
                  <a:lnTo>
                    <a:pt x="644602" y="432229"/>
                  </a:lnTo>
                  <a:lnTo>
                    <a:pt x="572980" y="388615"/>
                  </a:lnTo>
                  <a:lnTo>
                    <a:pt x="501357" y="343959"/>
                  </a:lnTo>
                  <a:lnTo>
                    <a:pt x="429735" y="298235"/>
                  </a:lnTo>
                  <a:lnTo>
                    <a:pt x="358112" y="251418"/>
                  </a:lnTo>
                  <a:lnTo>
                    <a:pt x="286490" y="203482"/>
                  </a:lnTo>
                  <a:lnTo>
                    <a:pt x="214867" y="154400"/>
                  </a:lnTo>
                  <a:lnTo>
                    <a:pt x="143245" y="104144"/>
                  </a:lnTo>
                  <a:lnTo>
                    <a:pt x="71622" y="52687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784435" y="2073503"/>
              <a:ext cx="6478244" cy="3408782"/>
            </a:xfrm>
            <a:custGeom>
              <a:avLst/>
              <a:pathLst>
                <a:path w="6478244" h="3408782">
                  <a:moveTo>
                    <a:pt x="0" y="0"/>
                  </a:moveTo>
                  <a:lnTo>
                    <a:pt x="32216" y="66635"/>
                  </a:lnTo>
                  <a:lnTo>
                    <a:pt x="103839" y="208621"/>
                  </a:lnTo>
                  <a:lnTo>
                    <a:pt x="175461" y="344706"/>
                  </a:lnTo>
                  <a:lnTo>
                    <a:pt x="247084" y="475138"/>
                  </a:lnTo>
                  <a:lnTo>
                    <a:pt x="318706" y="600149"/>
                  </a:lnTo>
                  <a:lnTo>
                    <a:pt x="390329" y="719967"/>
                  </a:lnTo>
                  <a:lnTo>
                    <a:pt x="461951" y="834805"/>
                  </a:lnTo>
                  <a:lnTo>
                    <a:pt x="533574" y="944872"/>
                  </a:lnTo>
                  <a:lnTo>
                    <a:pt x="605196" y="1050366"/>
                  </a:lnTo>
                  <a:lnTo>
                    <a:pt x="676819" y="1151476"/>
                  </a:lnTo>
                  <a:lnTo>
                    <a:pt x="748441" y="1248385"/>
                  </a:lnTo>
                  <a:lnTo>
                    <a:pt x="820064" y="1341267"/>
                  </a:lnTo>
                  <a:lnTo>
                    <a:pt x="891686" y="1430290"/>
                  </a:lnTo>
                  <a:lnTo>
                    <a:pt x="963309" y="1515614"/>
                  </a:lnTo>
                  <a:lnTo>
                    <a:pt x="1034932" y="1597393"/>
                  </a:lnTo>
                  <a:lnTo>
                    <a:pt x="1106554" y="1675773"/>
                  </a:lnTo>
                  <a:lnTo>
                    <a:pt x="1178177" y="1750897"/>
                  </a:lnTo>
                  <a:lnTo>
                    <a:pt x="1249799" y="1822899"/>
                  </a:lnTo>
                  <a:lnTo>
                    <a:pt x="1321422" y="1891910"/>
                  </a:lnTo>
                  <a:lnTo>
                    <a:pt x="1393044" y="1958052"/>
                  </a:lnTo>
                  <a:lnTo>
                    <a:pt x="1464667" y="2021447"/>
                  </a:lnTo>
                  <a:lnTo>
                    <a:pt x="1536289" y="2082208"/>
                  </a:lnTo>
                  <a:lnTo>
                    <a:pt x="1607912" y="2140443"/>
                  </a:lnTo>
                  <a:lnTo>
                    <a:pt x="1679534" y="2196259"/>
                  </a:lnTo>
                  <a:lnTo>
                    <a:pt x="1751157" y="2249756"/>
                  </a:lnTo>
                  <a:lnTo>
                    <a:pt x="1822779" y="2301030"/>
                  </a:lnTo>
                  <a:lnTo>
                    <a:pt x="1894402" y="2350174"/>
                  </a:lnTo>
                  <a:lnTo>
                    <a:pt x="1966024" y="2397275"/>
                  </a:lnTo>
                  <a:lnTo>
                    <a:pt x="2037647" y="2442419"/>
                  </a:lnTo>
                  <a:lnTo>
                    <a:pt x="2109269" y="2485688"/>
                  </a:lnTo>
                  <a:lnTo>
                    <a:pt x="2180892" y="2527159"/>
                  </a:lnTo>
                  <a:lnTo>
                    <a:pt x="2252514" y="2566906"/>
                  </a:lnTo>
                  <a:lnTo>
                    <a:pt x="2324137" y="2605002"/>
                  </a:lnTo>
                  <a:lnTo>
                    <a:pt x="2395760" y="2641515"/>
                  </a:lnTo>
                  <a:lnTo>
                    <a:pt x="2467382" y="2676511"/>
                  </a:lnTo>
                  <a:lnTo>
                    <a:pt x="2539005" y="2710053"/>
                  </a:lnTo>
                  <a:lnTo>
                    <a:pt x="2610627" y="2742201"/>
                  </a:lnTo>
                  <a:lnTo>
                    <a:pt x="2682250" y="2773013"/>
                  </a:lnTo>
                  <a:lnTo>
                    <a:pt x="2753872" y="2802545"/>
                  </a:lnTo>
                  <a:lnTo>
                    <a:pt x="2825495" y="2830850"/>
                  </a:lnTo>
                  <a:lnTo>
                    <a:pt x="2897117" y="2857978"/>
                  </a:lnTo>
                  <a:lnTo>
                    <a:pt x="2968740" y="2883980"/>
                  </a:lnTo>
                  <a:lnTo>
                    <a:pt x="3040362" y="2908901"/>
                  </a:lnTo>
                  <a:lnTo>
                    <a:pt x="3111985" y="2932786"/>
                  </a:lnTo>
                  <a:lnTo>
                    <a:pt x="3183607" y="2955680"/>
                  </a:lnTo>
                  <a:lnTo>
                    <a:pt x="3255230" y="2977621"/>
                  </a:lnTo>
                  <a:lnTo>
                    <a:pt x="3326852" y="2998652"/>
                  </a:lnTo>
                  <a:lnTo>
                    <a:pt x="3398475" y="3018808"/>
                  </a:lnTo>
                  <a:lnTo>
                    <a:pt x="3470097" y="3038127"/>
                  </a:lnTo>
                  <a:lnTo>
                    <a:pt x="3541720" y="3056643"/>
                  </a:lnTo>
                  <a:lnTo>
                    <a:pt x="3613342" y="3074390"/>
                  </a:lnTo>
                  <a:lnTo>
                    <a:pt x="3684965" y="3091399"/>
                  </a:lnTo>
                  <a:lnTo>
                    <a:pt x="3756588" y="3107701"/>
                  </a:lnTo>
                  <a:lnTo>
                    <a:pt x="3828210" y="3123327"/>
                  </a:lnTo>
                  <a:lnTo>
                    <a:pt x="3899833" y="3138303"/>
                  </a:lnTo>
                  <a:lnTo>
                    <a:pt x="3971455" y="3152656"/>
                  </a:lnTo>
                  <a:lnTo>
                    <a:pt x="4043078" y="3166413"/>
                  </a:lnTo>
                  <a:lnTo>
                    <a:pt x="4114700" y="3179599"/>
                  </a:lnTo>
                  <a:lnTo>
                    <a:pt x="4186323" y="3192237"/>
                  </a:lnTo>
                  <a:lnTo>
                    <a:pt x="4257945" y="3204349"/>
                  </a:lnTo>
                  <a:lnTo>
                    <a:pt x="4329568" y="3215959"/>
                  </a:lnTo>
                  <a:lnTo>
                    <a:pt x="4401190" y="3227086"/>
                  </a:lnTo>
                  <a:lnTo>
                    <a:pt x="4472813" y="3237750"/>
                  </a:lnTo>
                  <a:lnTo>
                    <a:pt x="4544435" y="3247972"/>
                  </a:lnTo>
                  <a:lnTo>
                    <a:pt x="4616058" y="3257768"/>
                  </a:lnTo>
                  <a:lnTo>
                    <a:pt x="4687680" y="3267158"/>
                  </a:lnTo>
                  <a:lnTo>
                    <a:pt x="4759303" y="3276158"/>
                  </a:lnTo>
                  <a:lnTo>
                    <a:pt x="4830925" y="3284783"/>
                  </a:lnTo>
                  <a:lnTo>
                    <a:pt x="4902548" y="3293050"/>
                  </a:lnTo>
                  <a:lnTo>
                    <a:pt x="4974170" y="3300974"/>
                  </a:lnTo>
                  <a:lnTo>
                    <a:pt x="5045793" y="3308569"/>
                  </a:lnTo>
                  <a:lnTo>
                    <a:pt x="5117416" y="3315847"/>
                  </a:lnTo>
                  <a:lnTo>
                    <a:pt x="5189038" y="3322824"/>
                  </a:lnTo>
                  <a:lnTo>
                    <a:pt x="5260661" y="3329510"/>
                  </a:lnTo>
                  <a:lnTo>
                    <a:pt x="5332283" y="3335919"/>
                  </a:lnTo>
                  <a:lnTo>
                    <a:pt x="5403906" y="3342062"/>
                  </a:lnTo>
                  <a:lnTo>
                    <a:pt x="5475528" y="3347949"/>
                  </a:lnTo>
                  <a:lnTo>
                    <a:pt x="5547151" y="3353591"/>
                  </a:lnTo>
                  <a:lnTo>
                    <a:pt x="5618773" y="3358999"/>
                  </a:lnTo>
                  <a:lnTo>
                    <a:pt x="5690396" y="3364183"/>
                  </a:lnTo>
                  <a:lnTo>
                    <a:pt x="5762018" y="3369151"/>
                  </a:lnTo>
                  <a:lnTo>
                    <a:pt x="5833641" y="3373912"/>
                  </a:lnTo>
                  <a:lnTo>
                    <a:pt x="5905263" y="3378476"/>
                  </a:lnTo>
                  <a:lnTo>
                    <a:pt x="5976886" y="3382850"/>
                  </a:lnTo>
                  <a:lnTo>
                    <a:pt x="6048508" y="3387043"/>
                  </a:lnTo>
                  <a:lnTo>
                    <a:pt x="6120131" y="3391061"/>
                  </a:lnTo>
                  <a:lnTo>
                    <a:pt x="6191753" y="3394912"/>
                  </a:lnTo>
                  <a:lnTo>
                    <a:pt x="6263376" y="3398603"/>
                  </a:lnTo>
                  <a:lnTo>
                    <a:pt x="6334998" y="3402141"/>
                  </a:lnTo>
                  <a:lnTo>
                    <a:pt x="6406621" y="3405532"/>
                  </a:lnTo>
                  <a:lnTo>
                    <a:pt x="6478244" y="3408782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20597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0164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42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197702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72881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53029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25099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181100" y="3848213"/>
              <a:ext cx="79159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6842363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HR per 10 % decline: 1.68 (1.33-2.12), p_Bonf = &lt;0.001 (n = 6)  |  per IQR decline (Δ = 27.5 %): 4.16 (2.21-7.82)  |  IQR: [-29.1, -1.6] 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268111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90-Day Death (Cox PH) (Sensitivity)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2026-09-28T15:20:02Z</dcterms:modified>
  <cp:category/>
</cp:coreProperties>
</file>