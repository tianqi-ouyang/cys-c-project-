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1.68 (1.33-2.12), p_Bonf = &lt;0.001 (n = 6)  |  per IQR decline (Δ = 0.27): 4.16 (2.21-7.82)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2026-07-03T17:21:21Z</dcterms:modified>
  <cp:category/>
</cp:coreProperties>
</file>