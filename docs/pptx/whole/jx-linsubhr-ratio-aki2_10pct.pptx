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46577"/>
            </a:xfrm>
            <a:custGeom>
              <a:avLst/>
              <a:pathLst>
                <a:path w="7090630" h="3346577">
                  <a:moveTo>
                    <a:pt x="486019" y="0"/>
                  </a:moveTo>
                  <a:lnTo>
                    <a:pt x="501357" y="26430"/>
                  </a:lnTo>
                  <a:lnTo>
                    <a:pt x="572980" y="145599"/>
                  </a:lnTo>
                  <a:lnTo>
                    <a:pt x="644602" y="260659"/>
                  </a:lnTo>
                  <a:lnTo>
                    <a:pt x="716225" y="371754"/>
                  </a:lnTo>
                  <a:lnTo>
                    <a:pt x="787847" y="479019"/>
                  </a:lnTo>
                  <a:lnTo>
                    <a:pt x="859470" y="582588"/>
                  </a:lnTo>
                  <a:lnTo>
                    <a:pt x="931092" y="682586"/>
                  </a:lnTo>
                  <a:lnTo>
                    <a:pt x="1002715" y="779137"/>
                  </a:lnTo>
                  <a:lnTo>
                    <a:pt x="1074337" y="872361"/>
                  </a:lnTo>
                  <a:lnTo>
                    <a:pt x="1145960" y="962371"/>
                  </a:lnTo>
                  <a:lnTo>
                    <a:pt x="1217582" y="1049279"/>
                  </a:lnTo>
                  <a:lnTo>
                    <a:pt x="1289205" y="1133191"/>
                  </a:lnTo>
                  <a:lnTo>
                    <a:pt x="1360827" y="1214211"/>
                  </a:lnTo>
                  <a:lnTo>
                    <a:pt x="1432450" y="1292438"/>
                  </a:lnTo>
                  <a:lnTo>
                    <a:pt x="1504073" y="1367969"/>
                  </a:lnTo>
                  <a:lnTo>
                    <a:pt x="1575695" y="1440897"/>
                  </a:lnTo>
                  <a:lnTo>
                    <a:pt x="1647318" y="1511311"/>
                  </a:lnTo>
                  <a:lnTo>
                    <a:pt x="1718940" y="1579297"/>
                  </a:lnTo>
                  <a:lnTo>
                    <a:pt x="1790563" y="1644941"/>
                  </a:lnTo>
                  <a:lnTo>
                    <a:pt x="1862185" y="1708321"/>
                  </a:lnTo>
                  <a:lnTo>
                    <a:pt x="1933808" y="1769517"/>
                  </a:lnTo>
                  <a:lnTo>
                    <a:pt x="2005430" y="1828604"/>
                  </a:lnTo>
                  <a:lnTo>
                    <a:pt x="2077053" y="1885654"/>
                  </a:lnTo>
                  <a:lnTo>
                    <a:pt x="2148675" y="1940738"/>
                  </a:lnTo>
                  <a:lnTo>
                    <a:pt x="2220298" y="1993923"/>
                  </a:lnTo>
                  <a:lnTo>
                    <a:pt x="2291920" y="2045275"/>
                  </a:lnTo>
                  <a:lnTo>
                    <a:pt x="2363543" y="2094857"/>
                  </a:lnTo>
                  <a:lnTo>
                    <a:pt x="2435165" y="2142729"/>
                  </a:lnTo>
                  <a:lnTo>
                    <a:pt x="2506788" y="2188952"/>
                  </a:lnTo>
                  <a:lnTo>
                    <a:pt x="2578410" y="2233582"/>
                  </a:lnTo>
                  <a:lnTo>
                    <a:pt x="2650033" y="2276673"/>
                  </a:lnTo>
                  <a:lnTo>
                    <a:pt x="2721655" y="2318279"/>
                  </a:lnTo>
                  <a:lnTo>
                    <a:pt x="2793278" y="2358451"/>
                  </a:lnTo>
                  <a:lnTo>
                    <a:pt x="2864901" y="2397238"/>
                  </a:lnTo>
                  <a:lnTo>
                    <a:pt x="2936523" y="2434688"/>
                  </a:lnTo>
                  <a:lnTo>
                    <a:pt x="3008146" y="2470847"/>
                  </a:lnTo>
                  <a:lnTo>
                    <a:pt x="3079768" y="2505760"/>
                  </a:lnTo>
                  <a:lnTo>
                    <a:pt x="3151391" y="2539470"/>
                  </a:lnTo>
                  <a:lnTo>
                    <a:pt x="3223013" y="2572018"/>
                  </a:lnTo>
                  <a:lnTo>
                    <a:pt x="3294636" y="2603444"/>
                  </a:lnTo>
                  <a:lnTo>
                    <a:pt x="3366258" y="2633786"/>
                  </a:lnTo>
                  <a:lnTo>
                    <a:pt x="3437881" y="2657056"/>
                  </a:lnTo>
                  <a:lnTo>
                    <a:pt x="3509503" y="2666111"/>
                  </a:lnTo>
                  <a:lnTo>
                    <a:pt x="3581126" y="2675066"/>
                  </a:lnTo>
                  <a:lnTo>
                    <a:pt x="3652748" y="2683923"/>
                  </a:lnTo>
                  <a:lnTo>
                    <a:pt x="3724371" y="2692684"/>
                  </a:lnTo>
                  <a:lnTo>
                    <a:pt x="3795993" y="2701348"/>
                  </a:lnTo>
                  <a:lnTo>
                    <a:pt x="3867616" y="2709917"/>
                  </a:lnTo>
                  <a:lnTo>
                    <a:pt x="3939238" y="2718393"/>
                  </a:lnTo>
                  <a:lnTo>
                    <a:pt x="4010861" y="2726776"/>
                  </a:lnTo>
                  <a:lnTo>
                    <a:pt x="4082483" y="2735067"/>
                  </a:lnTo>
                  <a:lnTo>
                    <a:pt x="4154106" y="2743267"/>
                  </a:lnTo>
                  <a:lnTo>
                    <a:pt x="4225729" y="2751377"/>
                  </a:lnTo>
                  <a:lnTo>
                    <a:pt x="4297351" y="2759399"/>
                  </a:lnTo>
                  <a:lnTo>
                    <a:pt x="4368974" y="2767332"/>
                  </a:lnTo>
                  <a:lnTo>
                    <a:pt x="4440596" y="2775179"/>
                  </a:lnTo>
                  <a:lnTo>
                    <a:pt x="4512219" y="2782940"/>
                  </a:lnTo>
                  <a:lnTo>
                    <a:pt x="4583841" y="2790616"/>
                  </a:lnTo>
                  <a:lnTo>
                    <a:pt x="4655464" y="2798207"/>
                  </a:lnTo>
                  <a:lnTo>
                    <a:pt x="4727086" y="2805716"/>
                  </a:lnTo>
                  <a:lnTo>
                    <a:pt x="4798709" y="2813142"/>
                  </a:lnTo>
                  <a:lnTo>
                    <a:pt x="4870331" y="2820487"/>
                  </a:lnTo>
                  <a:lnTo>
                    <a:pt x="4941954" y="2827752"/>
                  </a:lnTo>
                  <a:lnTo>
                    <a:pt x="5013576" y="2834937"/>
                  </a:lnTo>
                  <a:lnTo>
                    <a:pt x="5085199" y="2842043"/>
                  </a:lnTo>
                  <a:lnTo>
                    <a:pt x="5156821" y="2849071"/>
                  </a:lnTo>
                  <a:lnTo>
                    <a:pt x="5228444" y="2856023"/>
                  </a:lnTo>
                  <a:lnTo>
                    <a:pt x="5300066" y="2862898"/>
                  </a:lnTo>
                  <a:lnTo>
                    <a:pt x="5371689" y="2869698"/>
                  </a:lnTo>
                  <a:lnTo>
                    <a:pt x="5443311" y="2876424"/>
                  </a:lnTo>
                  <a:lnTo>
                    <a:pt x="5514934" y="2883076"/>
                  </a:lnTo>
                  <a:lnTo>
                    <a:pt x="5586557" y="2889655"/>
                  </a:lnTo>
                  <a:lnTo>
                    <a:pt x="5658179" y="2896162"/>
                  </a:lnTo>
                  <a:lnTo>
                    <a:pt x="5729802" y="2902597"/>
                  </a:lnTo>
                  <a:lnTo>
                    <a:pt x="5801424" y="2908963"/>
                  </a:lnTo>
                  <a:lnTo>
                    <a:pt x="5873047" y="2915258"/>
                  </a:lnTo>
                  <a:lnTo>
                    <a:pt x="5944669" y="2921485"/>
                  </a:lnTo>
                  <a:lnTo>
                    <a:pt x="6016292" y="2927643"/>
                  </a:lnTo>
                  <a:lnTo>
                    <a:pt x="6087914" y="2933734"/>
                  </a:lnTo>
                  <a:lnTo>
                    <a:pt x="6159537" y="2939758"/>
                  </a:lnTo>
                  <a:lnTo>
                    <a:pt x="6231159" y="2945716"/>
                  </a:lnTo>
                  <a:lnTo>
                    <a:pt x="6302782" y="2951609"/>
                  </a:lnTo>
                  <a:lnTo>
                    <a:pt x="6374404" y="2957437"/>
                  </a:lnTo>
                  <a:lnTo>
                    <a:pt x="6446027" y="2963202"/>
                  </a:lnTo>
                  <a:lnTo>
                    <a:pt x="6517649" y="2968903"/>
                  </a:lnTo>
                  <a:lnTo>
                    <a:pt x="6589272" y="2974542"/>
                  </a:lnTo>
                  <a:lnTo>
                    <a:pt x="6660894" y="2980120"/>
                  </a:lnTo>
                  <a:lnTo>
                    <a:pt x="6732517" y="2985636"/>
                  </a:lnTo>
                  <a:lnTo>
                    <a:pt x="6804139" y="2991091"/>
                  </a:lnTo>
                  <a:lnTo>
                    <a:pt x="6875762" y="2996487"/>
                  </a:lnTo>
                  <a:lnTo>
                    <a:pt x="6947385" y="3001824"/>
                  </a:lnTo>
                  <a:lnTo>
                    <a:pt x="7019007" y="3007103"/>
                  </a:lnTo>
                  <a:lnTo>
                    <a:pt x="7090630" y="3012323"/>
                  </a:lnTo>
                  <a:lnTo>
                    <a:pt x="7090630" y="3346577"/>
                  </a:lnTo>
                  <a:lnTo>
                    <a:pt x="7019007" y="3341681"/>
                  </a:lnTo>
                  <a:lnTo>
                    <a:pt x="6947385" y="3336609"/>
                  </a:lnTo>
                  <a:lnTo>
                    <a:pt x="6875762" y="3331356"/>
                  </a:lnTo>
                  <a:lnTo>
                    <a:pt x="6804139" y="3325916"/>
                  </a:lnTo>
                  <a:lnTo>
                    <a:pt x="6732517" y="3320282"/>
                  </a:lnTo>
                  <a:lnTo>
                    <a:pt x="6660894" y="3314446"/>
                  </a:lnTo>
                  <a:lnTo>
                    <a:pt x="6589272" y="3308403"/>
                  </a:lnTo>
                  <a:lnTo>
                    <a:pt x="6517649" y="3302143"/>
                  </a:lnTo>
                  <a:lnTo>
                    <a:pt x="6446027" y="3295660"/>
                  </a:lnTo>
                  <a:lnTo>
                    <a:pt x="6374404" y="3288945"/>
                  </a:lnTo>
                  <a:lnTo>
                    <a:pt x="6302782" y="3281991"/>
                  </a:lnTo>
                  <a:lnTo>
                    <a:pt x="6231159" y="3274789"/>
                  </a:lnTo>
                  <a:lnTo>
                    <a:pt x="6159537" y="3267329"/>
                  </a:lnTo>
                  <a:lnTo>
                    <a:pt x="6087914" y="3259603"/>
                  </a:lnTo>
                  <a:lnTo>
                    <a:pt x="6016292" y="3251602"/>
                  </a:lnTo>
                  <a:lnTo>
                    <a:pt x="5944669" y="3243314"/>
                  </a:lnTo>
                  <a:lnTo>
                    <a:pt x="5873047" y="3234731"/>
                  </a:lnTo>
                  <a:lnTo>
                    <a:pt x="5801424" y="3225842"/>
                  </a:lnTo>
                  <a:lnTo>
                    <a:pt x="5729802" y="3216635"/>
                  </a:lnTo>
                  <a:lnTo>
                    <a:pt x="5658179" y="3207099"/>
                  </a:lnTo>
                  <a:lnTo>
                    <a:pt x="5586557" y="3197223"/>
                  </a:lnTo>
                  <a:lnTo>
                    <a:pt x="5514934" y="3186995"/>
                  </a:lnTo>
                  <a:lnTo>
                    <a:pt x="5443311" y="3176401"/>
                  </a:lnTo>
                  <a:lnTo>
                    <a:pt x="5371689" y="3165429"/>
                  </a:lnTo>
                  <a:lnTo>
                    <a:pt x="5300066" y="3154065"/>
                  </a:lnTo>
                  <a:lnTo>
                    <a:pt x="5228444" y="3142296"/>
                  </a:lnTo>
                  <a:lnTo>
                    <a:pt x="5156821" y="3130107"/>
                  </a:lnTo>
                  <a:lnTo>
                    <a:pt x="5085199" y="3117482"/>
                  </a:lnTo>
                  <a:lnTo>
                    <a:pt x="5013576" y="3104407"/>
                  </a:lnTo>
                  <a:lnTo>
                    <a:pt x="4941954" y="3090865"/>
                  </a:lnTo>
                  <a:lnTo>
                    <a:pt x="4870331" y="3076840"/>
                  </a:lnTo>
                  <a:lnTo>
                    <a:pt x="4798709" y="3062314"/>
                  </a:lnTo>
                  <a:lnTo>
                    <a:pt x="4727086" y="3047269"/>
                  </a:lnTo>
                  <a:lnTo>
                    <a:pt x="4655464" y="3031687"/>
                  </a:lnTo>
                  <a:lnTo>
                    <a:pt x="4583841" y="3015549"/>
                  </a:lnTo>
                  <a:lnTo>
                    <a:pt x="4512219" y="2998835"/>
                  </a:lnTo>
                  <a:lnTo>
                    <a:pt x="4440596" y="2981524"/>
                  </a:lnTo>
                  <a:lnTo>
                    <a:pt x="4368974" y="2963595"/>
                  </a:lnTo>
                  <a:lnTo>
                    <a:pt x="4297351" y="2945027"/>
                  </a:lnTo>
                  <a:lnTo>
                    <a:pt x="4225729" y="2925795"/>
                  </a:lnTo>
                  <a:lnTo>
                    <a:pt x="4154106" y="2905877"/>
                  </a:lnTo>
                  <a:lnTo>
                    <a:pt x="4082483" y="2885247"/>
                  </a:lnTo>
                  <a:lnTo>
                    <a:pt x="4010861" y="2863882"/>
                  </a:lnTo>
                  <a:lnTo>
                    <a:pt x="3939238" y="2841753"/>
                  </a:lnTo>
                  <a:lnTo>
                    <a:pt x="3867616" y="2818835"/>
                  </a:lnTo>
                  <a:lnTo>
                    <a:pt x="3795993" y="2795098"/>
                  </a:lnTo>
                  <a:lnTo>
                    <a:pt x="3724371" y="2770514"/>
                  </a:lnTo>
                  <a:lnTo>
                    <a:pt x="3652748" y="2745052"/>
                  </a:lnTo>
                  <a:lnTo>
                    <a:pt x="3581126" y="2718682"/>
                  </a:lnTo>
                  <a:lnTo>
                    <a:pt x="3509503" y="2691370"/>
                  </a:lnTo>
                  <a:lnTo>
                    <a:pt x="3437881" y="2663083"/>
                  </a:lnTo>
                  <a:lnTo>
                    <a:pt x="3366258" y="2647901"/>
                  </a:lnTo>
                  <a:lnTo>
                    <a:pt x="3294636" y="2638645"/>
                  </a:lnTo>
                  <a:lnTo>
                    <a:pt x="3223013" y="2629286"/>
                  </a:lnTo>
                  <a:lnTo>
                    <a:pt x="3151391" y="2619824"/>
                  </a:lnTo>
                  <a:lnTo>
                    <a:pt x="3079768" y="2610257"/>
                  </a:lnTo>
                  <a:lnTo>
                    <a:pt x="3008146" y="2600584"/>
                  </a:lnTo>
                  <a:lnTo>
                    <a:pt x="2936523" y="2590803"/>
                  </a:lnTo>
                  <a:lnTo>
                    <a:pt x="2864901" y="2580915"/>
                  </a:lnTo>
                  <a:lnTo>
                    <a:pt x="2793278" y="2570917"/>
                  </a:lnTo>
                  <a:lnTo>
                    <a:pt x="2721655" y="2560808"/>
                  </a:lnTo>
                  <a:lnTo>
                    <a:pt x="2650033" y="2550587"/>
                  </a:lnTo>
                  <a:lnTo>
                    <a:pt x="2578410" y="2540253"/>
                  </a:lnTo>
                  <a:lnTo>
                    <a:pt x="2506788" y="2529805"/>
                  </a:lnTo>
                  <a:lnTo>
                    <a:pt x="2435165" y="2519241"/>
                  </a:lnTo>
                  <a:lnTo>
                    <a:pt x="2363543" y="2508560"/>
                  </a:lnTo>
                  <a:lnTo>
                    <a:pt x="2291920" y="2497761"/>
                  </a:lnTo>
                  <a:lnTo>
                    <a:pt x="2220298" y="2486842"/>
                  </a:lnTo>
                  <a:lnTo>
                    <a:pt x="2148675" y="2475802"/>
                  </a:lnTo>
                  <a:lnTo>
                    <a:pt x="2077053" y="2464640"/>
                  </a:lnTo>
                  <a:lnTo>
                    <a:pt x="2005430" y="2453354"/>
                  </a:lnTo>
                  <a:lnTo>
                    <a:pt x="1933808" y="2441944"/>
                  </a:lnTo>
                  <a:lnTo>
                    <a:pt x="1862185" y="2430407"/>
                  </a:lnTo>
                  <a:lnTo>
                    <a:pt x="1790563" y="2418742"/>
                  </a:lnTo>
                  <a:lnTo>
                    <a:pt x="1718940" y="2406948"/>
                  </a:lnTo>
                  <a:lnTo>
                    <a:pt x="1647318" y="2395023"/>
                  </a:lnTo>
                  <a:lnTo>
                    <a:pt x="1575695" y="2382967"/>
                  </a:lnTo>
                  <a:lnTo>
                    <a:pt x="1504073" y="2370777"/>
                  </a:lnTo>
                  <a:lnTo>
                    <a:pt x="1432450" y="2358452"/>
                  </a:lnTo>
                  <a:lnTo>
                    <a:pt x="1360827" y="2345990"/>
                  </a:lnTo>
                  <a:lnTo>
                    <a:pt x="1289205" y="2333390"/>
                  </a:lnTo>
                  <a:lnTo>
                    <a:pt x="1217582" y="2320651"/>
                  </a:lnTo>
                  <a:lnTo>
                    <a:pt x="1145960" y="2307771"/>
                  </a:lnTo>
                  <a:lnTo>
                    <a:pt x="1074337" y="2294748"/>
                  </a:lnTo>
                  <a:lnTo>
                    <a:pt x="1002715" y="2281581"/>
                  </a:lnTo>
                  <a:lnTo>
                    <a:pt x="931092" y="2268268"/>
                  </a:lnTo>
                  <a:lnTo>
                    <a:pt x="859470" y="2254808"/>
                  </a:lnTo>
                  <a:lnTo>
                    <a:pt x="787847" y="2241199"/>
                  </a:lnTo>
                  <a:lnTo>
                    <a:pt x="716225" y="2227438"/>
                  </a:lnTo>
                  <a:lnTo>
                    <a:pt x="644602" y="2213526"/>
                  </a:lnTo>
                  <a:lnTo>
                    <a:pt x="572980" y="2199459"/>
                  </a:lnTo>
                  <a:lnTo>
                    <a:pt x="501357" y="2185237"/>
                  </a:lnTo>
                  <a:lnTo>
                    <a:pt x="429735" y="2170857"/>
                  </a:lnTo>
                  <a:lnTo>
                    <a:pt x="358112" y="2156318"/>
                  </a:lnTo>
                  <a:lnTo>
                    <a:pt x="286490" y="2141618"/>
                  </a:lnTo>
                  <a:lnTo>
                    <a:pt x="214867" y="2126755"/>
                  </a:lnTo>
                  <a:lnTo>
                    <a:pt x="143245" y="2111728"/>
                  </a:lnTo>
                  <a:lnTo>
                    <a:pt x="71622" y="2096534"/>
                  </a:lnTo>
                  <a:lnTo>
                    <a:pt x="0" y="208117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58069" y="2073503"/>
              <a:ext cx="6604610" cy="3012323"/>
            </a:xfrm>
            <a:custGeom>
              <a:avLst/>
              <a:pathLst>
                <a:path w="6604610" h="3012323">
                  <a:moveTo>
                    <a:pt x="0" y="0"/>
                  </a:moveTo>
                  <a:lnTo>
                    <a:pt x="15338" y="26430"/>
                  </a:lnTo>
                  <a:lnTo>
                    <a:pt x="86960" y="145599"/>
                  </a:lnTo>
                  <a:lnTo>
                    <a:pt x="158583" y="260659"/>
                  </a:lnTo>
                  <a:lnTo>
                    <a:pt x="230205" y="371754"/>
                  </a:lnTo>
                  <a:lnTo>
                    <a:pt x="301828" y="479019"/>
                  </a:lnTo>
                  <a:lnTo>
                    <a:pt x="373450" y="582588"/>
                  </a:lnTo>
                  <a:lnTo>
                    <a:pt x="445073" y="682586"/>
                  </a:lnTo>
                  <a:lnTo>
                    <a:pt x="516695" y="779137"/>
                  </a:lnTo>
                  <a:lnTo>
                    <a:pt x="588318" y="872361"/>
                  </a:lnTo>
                  <a:lnTo>
                    <a:pt x="659940" y="962371"/>
                  </a:lnTo>
                  <a:lnTo>
                    <a:pt x="731563" y="1049279"/>
                  </a:lnTo>
                  <a:lnTo>
                    <a:pt x="803185" y="1133191"/>
                  </a:lnTo>
                  <a:lnTo>
                    <a:pt x="874808" y="1214211"/>
                  </a:lnTo>
                  <a:lnTo>
                    <a:pt x="946430" y="1292438"/>
                  </a:lnTo>
                  <a:lnTo>
                    <a:pt x="1018053" y="1367969"/>
                  </a:lnTo>
                  <a:lnTo>
                    <a:pt x="1089675" y="1440897"/>
                  </a:lnTo>
                  <a:lnTo>
                    <a:pt x="1161298" y="1511311"/>
                  </a:lnTo>
                  <a:lnTo>
                    <a:pt x="1232920" y="1579297"/>
                  </a:lnTo>
                  <a:lnTo>
                    <a:pt x="1304543" y="1644941"/>
                  </a:lnTo>
                  <a:lnTo>
                    <a:pt x="1376166" y="1708321"/>
                  </a:lnTo>
                  <a:lnTo>
                    <a:pt x="1447788" y="1769517"/>
                  </a:lnTo>
                  <a:lnTo>
                    <a:pt x="1519411" y="1828604"/>
                  </a:lnTo>
                  <a:lnTo>
                    <a:pt x="1591033" y="1885654"/>
                  </a:lnTo>
                  <a:lnTo>
                    <a:pt x="1662656" y="1940738"/>
                  </a:lnTo>
                  <a:lnTo>
                    <a:pt x="1734278" y="1993923"/>
                  </a:lnTo>
                  <a:lnTo>
                    <a:pt x="1805901" y="2045275"/>
                  </a:lnTo>
                  <a:lnTo>
                    <a:pt x="1877523" y="2094857"/>
                  </a:lnTo>
                  <a:lnTo>
                    <a:pt x="1949146" y="2142729"/>
                  </a:lnTo>
                  <a:lnTo>
                    <a:pt x="2020768" y="2188952"/>
                  </a:lnTo>
                  <a:lnTo>
                    <a:pt x="2092391" y="2233582"/>
                  </a:lnTo>
                  <a:lnTo>
                    <a:pt x="2164013" y="2276673"/>
                  </a:lnTo>
                  <a:lnTo>
                    <a:pt x="2235636" y="2318279"/>
                  </a:lnTo>
                  <a:lnTo>
                    <a:pt x="2307258" y="2358451"/>
                  </a:lnTo>
                  <a:lnTo>
                    <a:pt x="2378881" y="2397238"/>
                  </a:lnTo>
                  <a:lnTo>
                    <a:pt x="2450503" y="2434688"/>
                  </a:lnTo>
                  <a:lnTo>
                    <a:pt x="2522126" y="2470847"/>
                  </a:lnTo>
                  <a:lnTo>
                    <a:pt x="2593748" y="2505760"/>
                  </a:lnTo>
                  <a:lnTo>
                    <a:pt x="2665371" y="2539470"/>
                  </a:lnTo>
                  <a:lnTo>
                    <a:pt x="2736994" y="2572018"/>
                  </a:lnTo>
                  <a:lnTo>
                    <a:pt x="2808616" y="2603444"/>
                  </a:lnTo>
                  <a:lnTo>
                    <a:pt x="2880239" y="2633786"/>
                  </a:lnTo>
                  <a:lnTo>
                    <a:pt x="2951861" y="2657056"/>
                  </a:lnTo>
                  <a:lnTo>
                    <a:pt x="3023484" y="2666111"/>
                  </a:lnTo>
                  <a:lnTo>
                    <a:pt x="3095106" y="2675066"/>
                  </a:lnTo>
                  <a:lnTo>
                    <a:pt x="3166729" y="2683923"/>
                  </a:lnTo>
                  <a:lnTo>
                    <a:pt x="3238351" y="2692684"/>
                  </a:lnTo>
                  <a:lnTo>
                    <a:pt x="3309974" y="2701348"/>
                  </a:lnTo>
                  <a:lnTo>
                    <a:pt x="3381596" y="2709917"/>
                  </a:lnTo>
                  <a:lnTo>
                    <a:pt x="3453219" y="2718393"/>
                  </a:lnTo>
                  <a:lnTo>
                    <a:pt x="3524841" y="2726776"/>
                  </a:lnTo>
                  <a:lnTo>
                    <a:pt x="3596464" y="2735067"/>
                  </a:lnTo>
                  <a:lnTo>
                    <a:pt x="3668086" y="2743267"/>
                  </a:lnTo>
                  <a:lnTo>
                    <a:pt x="3739709" y="2751377"/>
                  </a:lnTo>
                  <a:lnTo>
                    <a:pt x="3811331" y="2759399"/>
                  </a:lnTo>
                  <a:lnTo>
                    <a:pt x="3882954" y="2767332"/>
                  </a:lnTo>
                  <a:lnTo>
                    <a:pt x="3954576" y="2775179"/>
                  </a:lnTo>
                  <a:lnTo>
                    <a:pt x="4026199" y="2782940"/>
                  </a:lnTo>
                  <a:lnTo>
                    <a:pt x="4097822" y="2790616"/>
                  </a:lnTo>
                  <a:lnTo>
                    <a:pt x="4169444" y="2798207"/>
                  </a:lnTo>
                  <a:lnTo>
                    <a:pt x="4241067" y="2805716"/>
                  </a:lnTo>
                  <a:lnTo>
                    <a:pt x="4312689" y="2813142"/>
                  </a:lnTo>
                  <a:lnTo>
                    <a:pt x="4384312" y="2820487"/>
                  </a:lnTo>
                  <a:lnTo>
                    <a:pt x="4455934" y="2827752"/>
                  </a:lnTo>
                  <a:lnTo>
                    <a:pt x="4527557" y="2834937"/>
                  </a:lnTo>
                  <a:lnTo>
                    <a:pt x="4599179" y="2842043"/>
                  </a:lnTo>
                  <a:lnTo>
                    <a:pt x="4670802" y="2849071"/>
                  </a:lnTo>
                  <a:lnTo>
                    <a:pt x="4742424" y="2856023"/>
                  </a:lnTo>
                  <a:lnTo>
                    <a:pt x="4814047" y="2862898"/>
                  </a:lnTo>
                  <a:lnTo>
                    <a:pt x="4885669" y="2869698"/>
                  </a:lnTo>
                  <a:lnTo>
                    <a:pt x="4957292" y="2876424"/>
                  </a:lnTo>
                  <a:lnTo>
                    <a:pt x="5028914" y="2883076"/>
                  </a:lnTo>
                  <a:lnTo>
                    <a:pt x="5100537" y="2889655"/>
                  </a:lnTo>
                  <a:lnTo>
                    <a:pt x="5172159" y="2896162"/>
                  </a:lnTo>
                  <a:lnTo>
                    <a:pt x="5243782" y="2902597"/>
                  </a:lnTo>
                  <a:lnTo>
                    <a:pt x="5315404" y="2908963"/>
                  </a:lnTo>
                  <a:lnTo>
                    <a:pt x="5387027" y="2915258"/>
                  </a:lnTo>
                  <a:lnTo>
                    <a:pt x="5458650" y="2921485"/>
                  </a:lnTo>
                  <a:lnTo>
                    <a:pt x="5530272" y="2927643"/>
                  </a:lnTo>
                  <a:lnTo>
                    <a:pt x="5601895" y="2933734"/>
                  </a:lnTo>
                  <a:lnTo>
                    <a:pt x="5673517" y="2939758"/>
                  </a:lnTo>
                  <a:lnTo>
                    <a:pt x="5745140" y="2945716"/>
                  </a:lnTo>
                  <a:lnTo>
                    <a:pt x="5816762" y="2951609"/>
                  </a:lnTo>
                  <a:lnTo>
                    <a:pt x="5888385" y="2957437"/>
                  </a:lnTo>
                  <a:lnTo>
                    <a:pt x="5960007" y="2963202"/>
                  </a:lnTo>
                  <a:lnTo>
                    <a:pt x="6031630" y="2968903"/>
                  </a:lnTo>
                  <a:lnTo>
                    <a:pt x="6103252" y="2974542"/>
                  </a:lnTo>
                  <a:lnTo>
                    <a:pt x="6174875" y="2980120"/>
                  </a:lnTo>
                  <a:lnTo>
                    <a:pt x="6246497" y="2985636"/>
                  </a:lnTo>
                  <a:lnTo>
                    <a:pt x="6318120" y="2991091"/>
                  </a:lnTo>
                  <a:lnTo>
                    <a:pt x="6389742" y="2996487"/>
                  </a:lnTo>
                  <a:lnTo>
                    <a:pt x="6461365" y="3001824"/>
                  </a:lnTo>
                  <a:lnTo>
                    <a:pt x="6532987" y="3007103"/>
                  </a:lnTo>
                  <a:lnTo>
                    <a:pt x="6604610" y="3012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54675"/>
              <a:ext cx="7090630" cy="1265405"/>
            </a:xfrm>
            <a:custGeom>
              <a:avLst/>
              <a:pathLst>
                <a:path w="7090630" h="1265405">
                  <a:moveTo>
                    <a:pt x="7090630" y="1265405"/>
                  </a:moveTo>
                  <a:lnTo>
                    <a:pt x="7019007" y="1260508"/>
                  </a:lnTo>
                  <a:lnTo>
                    <a:pt x="6947385" y="1255437"/>
                  </a:lnTo>
                  <a:lnTo>
                    <a:pt x="6875762" y="1250184"/>
                  </a:lnTo>
                  <a:lnTo>
                    <a:pt x="6804139" y="1244744"/>
                  </a:lnTo>
                  <a:lnTo>
                    <a:pt x="6732517" y="1239109"/>
                  </a:lnTo>
                  <a:lnTo>
                    <a:pt x="6660894" y="1233274"/>
                  </a:lnTo>
                  <a:lnTo>
                    <a:pt x="6589272" y="1227230"/>
                  </a:lnTo>
                  <a:lnTo>
                    <a:pt x="6517649" y="1220970"/>
                  </a:lnTo>
                  <a:lnTo>
                    <a:pt x="6446027" y="1214487"/>
                  </a:lnTo>
                  <a:lnTo>
                    <a:pt x="6374404" y="1207773"/>
                  </a:lnTo>
                  <a:lnTo>
                    <a:pt x="6302782" y="1200819"/>
                  </a:lnTo>
                  <a:lnTo>
                    <a:pt x="6231159" y="1193616"/>
                  </a:lnTo>
                  <a:lnTo>
                    <a:pt x="6159537" y="1186157"/>
                  </a:lnTo>
                  <a:lnTo>
                    <a:pt x="6087914" y="1178431"/>
                  </a:lnTo>
                  <a:lnTo>
                    <a:pt x="6016292" y="1170429"/>
                  </a:lnTo>
                  <a:lnTo>
                    <a:pt x="5944669" y="1162142"/>
                  </a:lnTo>
                  <a:lnTo>
                    <a:pt x="5873047" y="1153559"/>
                  </a:lnTo>
                  <a:lnTo>
                    <a:pt x="5801424" y="1144669"/>
                  </a:lnTo>
                  <a:lnTo>
                    <a:pt x="5729802" y="1135462"/>
                  </a:lnTo>
                  <a:lnTo>
                    <a:pt x="5658179" y="1125927"/>
                  </a:lnTo>
                  <a:lnTo>
                    <a:pt x="5586557" y="1116051"/>
                  </a:lnTo>
                  <a:lnTo>
                    <a:pt x="5514934" y="1105822"/>
                  </a:lnTo>
                  <a:lnTo>
                    <a:pt x="5443311" y="1095228"/>
                  </a:lnTo>
                  <a:lnTo>
                    <a:pt x="5371689" y="1084257"/>
                  </a:lnTo>
                  <a:lnTo>
                    <a:pt x="5300066" y="1072893"/>
                  </a:lnTo>
                  <a:lnTo>
                    <a:pt x="5228444" y="1061124"/>
                  </a:lnTo>
                  <a:lnTo>
                    <a:pt x="5156821" y="1048934"/>
                  </a:lnTo>
                  <a:lnTo>
                    <a:pt x="5085199" y="1036310"/>
                  </a:lnTo>
                  <a:lnTo>
                    <a:pt x="5013576" y="1023235"/>
                  </a:lnTo>
                  <a:lnTo>
                    <a:pt x="4941954" y="1009693"/>
                  </a:lnTo>
                  <a:lnTo>
                    <a:pt x="4870331" y="995667"/>
                  </a:lnTo>
                  <a:lnTo>
                    <a:pt x="4798709" y="981141"/>
                  </a:lnTo>
                  <a:lnTo>
                    <a:pt x="4727086" y="966096"/>
                  </a:lnTo>
                  <a:lnTo>
                    <a:pt x="4655464" y="950515"/>
                  </a:lnTo>
                  <a:lnTo>
                    <a:pt x="4583841" y="934377"/>
                  </a:lnTo>
                  <a:lnTo>
                    <a:pt x="4512219" y="917662"/>
                  </a:lnTo>
                  <a:lnTo>
                    <a:pt x="4440596" y="900352"/>
                  </a:lnTo>
                  <a:lnTo>
                    <a:pt x="4368974" y="882423"/>
                  </a:lnTo>
                  <a:lnTo>
                    <a:pt x="4297351" y="863854"/>
                  </a:lnTo>
                  <a:lnTo>
                    <a:pt x="4225729" y="844622"/>
                  </a:lnTo>
                  <a:lnTo>
                    <a:pt x="4154106" y="824704"/>
                  </a:lnTo>
                  <a:lnTo>
                    <a:pt x="4082483" y="804075"/>
                  </a:lnTo>
                  <a:lnTo>
                    <a:pt x="4010861" y="782709"/>
                  </a:lnTo>
                  <a:lnTo>
                    <a:pt x="3939238" y="760581"/>
                  </a:lnTo>
                  <a:lnTo>
                    <a:pt x="3867616" y="737662"/>
                  </a:lnTo>
                  <a:lnTo>
                    <a:pt x="3795993" y="713926"/>
                  </a:lnTo>
                  <a:lnTo>
                    <a:pt x="3724371" y="689342"/>
                  </a:lnTo>
                  <a:lnTo>
                    <a:pt x="3652748" y="663880"/>
                  </a:lnTo>
                  <a:lnTo>
                    <a:pt x="3581126" y="637509"/>
                  </a:lnTo>
                  <a:lnTo>
                    <a:pt x="3509503" y="610197"/>
                  </a:lnTo>
                  <a:lnTo>
                    <a:pt x="3437881" y="581910"/>
                  </a:lnTo>
                  <a:lnTo>
                    <a:pt x="3366258" y="566729"/>
                  </a:lnTo>
                  <a:lnTo>
                    <a:pt x="3294636" y="557472"/>
                  </a:lnTo>
                  <a:lnTo>
                    <a:pt x="3223013" y="548114"/>
                  </a:lnTo>
                  <a:lnTo>
                    <a:pt x="3151391" y="538651"/>
                  </a:lnTo>
                  <a:lnTo>
                    <a:pt x="3079768" y="529084"/>
                  </a:lnTo>
                  <a:lnTo>
                    <a:pt x="3008146" y="519411"/>
                  </a:lnTo>
                  <a:lnTo>
                    <a:pt x="2936523" y="509631"/>
                  </a:lnTo>
                  <a:lnTo>
                    <a:pt x="2864901" y="499742"/>
                  </a:lnTo>
                  <a:lnTo>
                    <a:pt x="2793278" y="489744"/>
                  </a:lnTo>
                  <a:lnTo>
                    <a:pt x="2721655" y="479636"/>
                  </a:lnTo>
                  <a:lnTo>
                    <a:pt x="2650033" y="469415"/>
                  </a:lnTo>
                  <a:lnTo>
                    <a:pt x="2578410" y="459081"/>
                  </a:lnTo>
                  <a:lnTo>
                    <a:pt x="2506788" y="448633"/>
                  </a:lnTo>
                  <a:lnTo>
                    <a:pt x="2435165" y="438069"/>
                  </a:lnTo>
                  <a:lnTo>
                    <a:pt x="2363543" y="427388"/>
                  </a:lnTo>
                  <a:lnTo>
                    <a:pt x="2291920" y="416588"/>
                  </a:lnTo>
                  <a:lnTo>
                    <a:pt x="2220298" y="405669"/>
                  </a:lnTo>
                  <a:lnTo>
                    <a:pt x="2148675" y="394630"/>
                  </a:lnTo>
                  <a:lnTo>
                    <a:pt x="2077053" y="383468"/>
                  </a:lnTo>
                  <a:lnTo>
                    <a:pt x="2005430" y="372182"/>
                  </a:lnTo>
                  <a:lnTo>
                    <a:pt x="1933808" y="360771"/>
                  </a:lnTo>
                  <a:lnTo>
                    <a:pt x="1862185" y="349234"/>
                  </a:lnTo>
                  <a:lnTo>
                    <a:pt x="1790563" y="337569"/>
                  </a:lnTo>
                  <a:lnTo>
                    <a:pt x="1718940" y="325776"/>
                  </a:lnTo>
                  <a:lnTo>
                    <a:pt x="1647318" y="313851"/>
                  </a:lnTo>
                  <a:lnTo>
                    <a:pt x="1575695" y="301794"/>
                  </a:lnTo>
                  <a:lnTo>
                    <a:pt x="1504073" y="289604"/>
                  </a:lnTo>
                  <a:lnTo>
                    <a:pt x="1432450" y="277279"/>
                  </a:lnTo>
                  <a:lnTo>
                    <a:pt x="1360827" y="264817"/>
                  </a:lnTo>
                  <a:lnTo>
                    <a:pt x="1289205" y="252218"/>
                  </a:lnTo>
                  <a:lnTo>
                    <a:pt x="1217582" y="239479"/>
                  </a:lnTo>
                  <a:lnTo>
                    <a:pt x="1145960" y="226599"/>
                  </a:lnTo>
                  <a:lnTo>
                    <a:pt x="1074337" y="213576"/>
                  </a:lnTo>
                  <a:lnTo>
                    <a:pt x="1002715" y="200409"/>
                  </a:lnTo>
                  <a:lnTo>
                    <a:pt x="931092" y="187096"/>
                  </a:lnTo>
                  <a:lnTo>
                    <a:pt x="859470" y="173635"/>
                  </a:lnTo>
                  <a:lnTo>
                    <a:pt x="787847" y="160026"/>
                  </a:lnTo>
                  <a:lnTo>
                    <a:pt x="716225" y="146266"/>
                  </a:lnTo>
                  <a:lnTo>
                    <a:pt x="644602" y="132353"/>
                  </a:lnTo>
                  <a:lnTo>
                    <a:pt x="572980" y="118287"/>
                  </a:lnTo>
                  <a:lnTo>
                    <a:pt x="501357" y="104065"/>
                  </a:lnTo>
                  <a:lnTo>
                    <a:pt x="429735" y="89685"/>
                  </a:lnTo>
                  <a:lnTo>
                    <a:pt x="358112" y="75146"/>
                  </a:lnTo>
                  <a:lnTo>
                    <a:pt x="286490" y="60446"/>
                  </a:lnTo>
                  <a:lnTo>
                    <a:pt x="214867" y="45583"/>
                  </a:lnTo>
                  <a:lnTo>
                    <a:pt x="143245" y="30555"/>
                  </a:lnTo>
                  <a:lnTo>
                    <a:pt x="71622" y="1536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067534"/>
              <a:ext cx="7090630" cy="2235423"/>
            </a:xfrm>
            <a:custGeom>
              <a:avLst/>
              <a:pathLst>
                <a:path w="7090630" h="2235423">
                  <a:moveTo>
                    <a:pt x="0" y="0"/>
                  </a:moveTo>
                  <a:lnTo>
                    <a:pt x="71622" y="56719"/>
                  </a:lnTo>
                  <a:lnTo>
                    <a:pt x="143245" y="112145"/>
                  </a:lnTo>
                  <a:lnTo>
                    <a:pt x="214867" y="166310"/>
                  </a:lnTo>
                  <a:lnTo>
                    <a:pt x="286490" y="219240"/>
                  </a:lnTo>
                  <a:lnTo>
                    <a:pt x="358112" y="270964"/>
                  </a:lnTo>
                  <a:lnTo>
                    <a:pt x="429735" y="321510"/>
                  </a:lnTo>
                  <a:lnTo>
                    <a:pt x="501357" y="370905"/>
                  </a:lnTo>
                  <a:lnTo>
                    <a:pt x="572980" y="419174"/>
                  </a:lnTo>
                  <a:lnTo>
                    <a:pt x="644602" y="466344"/>
                  </a:lnTo>
                  <a:lnTo>
                    <a:pt x="716225" y="512439"/>
                  </a:lnTo>
                  <a:lnTo>
                    <a:pt x="787847" y="557484"/>
                  </a:lnTo>
                  <a:lnTo>
                    <a:pt x="859470" y="601503"/>
                  </a:lnTo>
                  <a:lnTo>
                    <a:pt x="931092" y="644519"/>
                  </a:lnTo>
                  <a:lnTo>
                    <a:pt x="1002715" y="686555"/>
                  </a:lnTo>
                  <a:lnTo>
                    <a:pt x="1074337" y="727633"/>
                  </a:lnTo>
                  <a:lnTo>
                    <a:pt x="1145960" y="767776"/>
                  </a:lnTo>
                  <a:lnTo>
                    <a:pt x="1217582" y="807004"/>
                  </a:lnTo>
                  <a:lnTo>
                    <a:pt x="1289205" y="845338"/>
                  </a:lnTo>
                  <a:lnTo>
                    <a:pt x="1360827" y="882800"/>
                  </a:lnTo>
                  <a:lnTo>
                    <a:pt x="1432450" y="919407"/>
                  </a:lnTo>
                  <a:lnTo>
                    <a:pt x="1504073" y="955181"/>
                  </a:lnTo>
                  <a:lnTo>
                    <a:pt x="1575695" y="990140"/>
                  </a:lnTo>
                  <a:lnTo>
                    <a:pt x="1647318" y="1024302"/>
                  </a:lnTo>
                  <a:lnTo>
                    <a:pt x="1718940" y="1057686"/>
                  </a:lnTo>
                  <a:lnTo>
                    <a:pt x="1790563" y="1090310"/>
                  </a:lnTo>
                  <a:lnTo>
                    <a:pt x="1862185" y="1122190"/>
                  </a:lnTo>
                  <a:lnTo>
                    <a:pt x="1933808" y="1153344"/>
                  </a:lnTo>
                  <a:lnTo>
                    <a:pt x="2005430" y="1183788"/>
                  </a:lnTo>
                  <a:lnTo>
                    <a:pt x="2077053" y="1213539"/>
                  </a:lnTo>
                  <a:lnTo>
                    <a:pt x="2148675" y="1242612"/>
                  </a:lnTo>
                  <a:lnTo>
                    <a:pt x="2220298" y="1271023"/>
                  </a:lnTo>
                  <a:lnTo>
                    <a:pt x="2291920" y="1298786"/>
                  </a:lnTo>
                  <a:lnTo>
                    <a:pt x="2363543" y="1325917"/>
                  </a:lnTo>
                  <a:lnTo>
                    <a:pt x="2435165" y="1352430"/>
                  </a:lnTo>
                  <a:lnTo>
                    <a:pt x="2506788" y="1378339"/>
                  </a:lnTo>
                  <a:lnTo>
                    <a:pt x="2578410" y="1403658"/>
                  </a:lnTo>
                  <a:lnTo>
                    <a:pt x="2650033" y="1428399"/>
                  </a:lnTo>
                  <a:lnTo>
                    <a:pt x="2721655" y="1452578"/>
                  </a:lnTo>
                  <a:lnTo>
                    <a:pt x="2793278" y="1476205"/>
                  </a:lnTo>
                  <a:lnTo>
                    <a:pt x="2864901" y="1499294"/>
                  </a:lnTo>
                  <a:lnTo>
                    <a:pt x="2936523" y="1521857"/>
                  </a:lnTo>
                  <a:lnTo>
                    <a:pt x="3008146" y="1543906"/>
                  </a:lnTo>
                  <a:lnTo>
                    <a:pt x="3079768" y="1565453"/>
                  </a:lnTo>
                  <a:lnTo>
                    <a:pt x="3151391" y="1586509"/>
                  </a:lnTo>
                  <a:lnTo>
                    <a:pt x="3223013" y="1607085"/>
                  </a:lnTo>
                  <a:lnTo>
                    <a:pt x="3294636" y="1627193"/>
                  </a:lnTo>
                  <a:lnTo>
                    <a:pt x="3366258" y="1646842"/>
                  </a:lnTo>
                  <a:lnTo>
                    <a:pt x="3437881" y="1666044"/>
                  </a:lnTo>
                  <a:lnTo>
                    <a:pt x="3509503" y="1684808"/>
                  </a:lnTo>
                  <a:lnTo>
                    <a:pt x="3581126" y="1703145"/>
                  </a:lnTo>
                  <a:lnTo>
                    <a:pt x="3652748" y="1721064"/>
                  </a:lnTo>
                  <a:lnTo>
                    <a:pt x="3724371" y="1738575"/>
                  </a:lnTo>
                  <a:lnTo>
                    <a:pt x="3795993" y="1755687"/>
                  </a:lnTo>
                  <a:lnTo>
                    <a:pt x="3867616" y="1772409"/>
                  </a:lnTo>
                  <a:lnTo>
                    <a:pt x="3939238" y="1788750"/>
                  </a:lnTo>
                  <a:lnTo>
                    <a:pt x="4010861" y="1804719"/>
                  </a:lnTo>
                  <a:lnTo>
                    <a:pt x="4082483" y="1820324"/>
                  </a:lnTo>
                  <a:lnTo>
                    <a:pt x="4154106" y="1835574"/>
                  </a:lnTo>
                  <a:lnTo>
                    <a:pt x="4225729" y="1850476"/>
                  </a:lnTo>
                  <a:lnTo>
                    <a:pt x="4297351" y="1865039"/>
                  </a:lnTo>
                  <a:lnTo>
                    <a:pt x="4368974" y="1879270"/>
                  </a:lnTo>
                  <a:lnTo>
                    <a:pt x="4440596" y="1893177"/>
                  </a:lnTo>
                  <a:lnTo>
                    <a:pt x="4512219" y="1906767"/>
                  </a:lnTo>
                  <a:lnTo>
                    <a:pt x="4583841" y="1920047"/>
                  </a:lnTo>
                  <a:lnTo>
                    <a:pt x="4655464" y="1933025"/>
                  </a:lnTo>
                  <a:lnTo>
                    <a:pt x="4727086" y="1945707"/>
                  </a:lnTo>
                  <a:lnTo>
                    <a:pt x="4798709" y="1958100"/>
                  </a:lnTo>
                  <a:lnTo>
                    <a:pt x="4870331" y="1970211"/>
                  </a:lnTo>
                  <a:lnTo>
                    <a:pt x="4941954" y="1982046"/>
                  </a:lnTo>
                  <a:lnTo>
                    <a:pt x="5013576" y="1993611"/>
                  </a:lnTo>
                  <a:lnTo>
                    <a:pt x="5085199" y="2004913"/>
                  </a:lnTo>
                  <a:lnTo>
                    <a:pt x="5156821" y="2015958"/>
                  </a:lnTo>
                  <a:lnTo>
                    <a:pt x="5228444" y="2026751"/>
                  </a:lnTo>
                  <a:lnTo>
                    <a:pt x="5300066" y="2037298"/>
                  </a:lnTo>
                  <a:lnTo>
                    <a:pt x="5371689" y="2047604"/>
                  </a:lnTo>
                  <a:lnTo>
                    <a:pt x="5443311" y="2057676"/>
                  </a:lnTo>
                  <a:lnTo>
                    <a:pt x="5514934" y="2067519"/>
                  </a:lnTo>
                  <a:lnTo>
                    <a:pt x="5586557" y="2077137"/>
                  </a:lnTo>
                  <a:lnTo>
                    <a:pt x="5658179" y="2086536"/>
                  </a:lnTo>
                  <a:lnTo>
                    <a:pt x="5729802" y="2095721"/>
                  </a:lnTo>
                  <a:lnTo>
                    <a:pt x="5801424" y="2104697"/>
                  </a:lnTo>
                  <a:lnTo>
                    <a:pt x="5873047" y="2113468"/>
                  </a:lnTo>
                  <a:lnTo>
                    <a:pt x="5944669" y="2122039"/>
                  </a:lnTo>
                  <a:lnTo>
                    <a:pt x="6016292" y="2130415"/>
                  </a:lnTo>
                  <a:lnTo>
                    <a:pt x="6087914" y="2138601"/>
                  </a:lnTo>
                  <a:lnTo>
                    <a:pt x="6159537" y="2146600"/>
                  </a:lnTo>
                  <a:lnTo>
                    <a:pt x="6231159" y="2154416"/>
                  </a:lnTo>
                  <a:lnTo>
                    <a:pt x="6302782" y="2162055"/>
                  </a:lnTo>
                  <a:lnTo>
                    <a:pt x="6374404" y="2169519"/>
                  </a:lnTo>
                  <a:lnTo>
                    <a:pt x="6446027" y="2176814"/>
                  </a:lnTo>
                  <a:lnTo>
                    <a:pt x="6517649" y="2183942"/>
                  </a:lnTo>
                  <a:lnTo>
                    <a:pt x="6589272" y="2190908"/>
                  </a:lnTo>
                  <a:lnTo>
                    <a:pt x="6660894" y="2197715"/>
                  </a:lnTo>
                  <a:lnTo>
                    <a:pt x="6732517" y="2204367"/>
                  </a:lnTo>
                  <a:lnTo>
                    <a:pt x="6804139" y="2210868"/>
                  </a:lnTo>
                  <a:lnTo>
                    <a:pt x="6875762" y="2217221"/>
                  </a:lnTo>
                  <a:lnTo>
                    <a:pt x="6947385" y="2223428"/>
                  </a:lnTo>
                  <a:lnTo>
                    <a:pt x="7019007" y="2229495"/>
                  </a:lnTo>
                  <a:lnTo>
                    <a:pt x="7090630" y="223542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(1.14-1.52), p_Bonf = 0.001 (n = 6)  |  per IQR decline (Δ = 29.3 %): 2.25 (1.47-3.43)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2026-09-28T17:35:25Z</dcterms:modified>
  <cp:category/>
</cp:coreProperties>
</file>