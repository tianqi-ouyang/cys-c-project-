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959602"/>
              <a:ext cx="7090630" cy="1252390"/>
            </a:xfrm>
            <a:custGeom>
              <a:avLst/>
              <a:pathLst>
                <a:path w="7090630" h="1252390">
                  <a:moveTo>
                    <a:pt x="0" y="0"/>
                  </a:moveTo>
                  <a:lnTo>
                    <a:pt x="71622" y="24532"/>
                  </a:lnTo>
                  <a:lnTo>
                    <a:pt x="143245" y="48688"/>
                  </a:lnTo>
                  <a:lnTo>
                    <a:pt x="214867" y="72474"/>
                  </a:lnTo>
                  <a:lnTo>
                    <a:pt x="286490" y="95894"/>
                  </a:lnTo>
                  <a:lnTo>
                    <a:pt x="358112" y="118954"/>
                  </a:lnTo>
                  <a:lnTo>
                    <a:pt x="429735" y="141660"/>
                  </a:lnTo>
                  <a:lnTo>
                    <a:pt x="501357" y="164018"/>
                  </a:lnTo>
                  <a:lnTo>
                    <a:pt x="572980" y="186032"/>
                  </a:lnTo>
                  <a:lnTo>
                    <a:pt x="644602" y="207708"/>
                  </a:lnTo>
                  <a:lnTo>
                    <a:pt x="716225" y="229052"/>
                  </a:lnTo>
                  <a:lnTo>
                    <a:pt x="787847" y="250067"/>
                  </a:lnTo>
                  <a:lnTo>
                    <a:pt x="859470" y="270760"/>
                  </a:lnTo>
                  <a:lnTo>
                    <a:pt x="931092" y="291135"/>
                  </a:lnTo>
                  <a:lnTo>
                    <a:pt x="1002715" y="311198"/>
                  </a:lnTo>
                  <a:lnTo>
                    <a:pt x="1074337" y="330952"/>
                  </a:lnTo>
                  <a:lnTo>
                    <a:pt x="1145960" y="350403"/>
                  </a:lnTo>
                  <a:lnTo>
                    <a:pt x="1217582" y="369555"/>
                  </a:lnTo>
                  <a:lnTo>
                    <a:pt x="1289205" y="388413"/>
                  </a:lnTo>
                  <a:lnTo>
                    <a:pt x="1360827" y="406982"/>
                  </a:lnTo>
                  <a:lnTo>
                    <a:pt x="1432450" y="425265"/>
                  </a:lnTo>
                  <a:lnTo>
                    <a:pt x="1504073" y="443268"/>
                  </a:lnTo>
                  <a:lnTo>
                    <a:pt x="1575695" y="460994"/>
                  </a:lnTo>
                  <a:lnTo>
                    <a:pt x="1647318" y="478448"/>
                  </a:lnTo>
                  <a:lnTo>
                    <a:pt x="1718940" y="495634"/>
                  </a:lnTo>
                  <a:lnTo>
                    <a:pt x="1790563" y="512556"/>
                  </a:lnTo>
                  <a:lnTo>
                    <a:pt x="1862185" y="529218"/>
                  </a:lnTo>
                  <a:lnTo>
                    <a:pt x="1933808" y="545625"/>
                  </a:lnTo>
                  <a:lnTo>
                    <a:pt x="2005430" y="561779"/>
                  </a:lnTo>
                  <a:lnTo>
                    <a:pt x="2077053" y="577685"/>
                  </a:lnTo>
                  <a:lnTo>
                    <a:pt x="2148675" y="593348"/>
                  </a:lnTo>
                  <a:lnTo>
                    <a:pt x="2220298" y="608769"/>
                  </a:lnTo>
                  <a:lnTo>
                    <a:pt x="2291920" y="623954"/>
                  </a:lnTo>
                  <a:lnTo>
                    <a:pt x="2363543" y="638906"/>
                  </a:lnTo>
                  <a:lnTo>
                    <a:pt x="2435165" y="653628"/>
                  </a:lnTo>
                  <a:lnTo>
                    <a:pt x="2506788" y="668124"/>
                  </a:lnTo>
                  <a:lnTo>
                    <a:pt x="2578410" y="682397"/>
                  </a:lnTo>
                  <a:lnTo>
                    <a:pt x="2650033" y="696451"/>
                  </a:lnTo>
                  <a:lnTo>
                    <a:pt x="2721655" y="710290"/>
                  </a:lnTo>
                  <a:lnTo>
                    <a:pt x="2793278" y="723916"/>
                  </a:lnTo>
                  <a:lnTo>
                    <a:pt x="2864901" y="737332"/>
                  </a:lnTo>
                  <a:lnTo>
                    <a:pt x="2936523" y="750543"/>
                  </a:lnTo>
                  <a:lnTo>
                    <a:pt x="3008146" y="763551"/>
                  </a:lnTo>
                  <a:lnTo>
                    <a:pt x="3079768" y="771883"/>
                  </a:lnTo>
                  <a:lnTo>
                    <a:pt x="3151391" y="777630"/>
                  </a:lnTo>
                  <a:lnTo>
                    <a:pt x="3223013" y="783337"/>
                  </a:lnTo>
                  <a:lnTo>
                    <a:pt x="3294636" y="789004"/>
                  </a:lnTo>
                  <a:lnTo>
                    <a:pt x="3366258" y="794632"/>
                  </a:lnTo>
                  <a:lnTo>
                    <a:pt x="3437881" y="800221"/>
                  </a:lnTo>
                  <a:lnTo>
                    <a:pt x="3509503" y="805770"/>
                  </a:lnTo>
                  <a:lnTo>
                    <a:pt x="3581126" y="811281"/>
                  </a:lnTo>
                  <a:lnTo>
                    <a:pt x="3652748" y="816754"/>
                  </a:lnTo>
                  <a:lnTo>
                    <a:pt x="3724371" y="822189"/>
                  </a:lnTo>
                  <a:lnTo>
                    <a:pt x="3795993" y="827585"/>
                  </a:lnTo>
                  <a:lnTo>
                    <a:pt x="3867616" y="832945"/>
                  </a:lnTo>
                  <a:lnTo>
                    <a:pt x="3939238" y="838266"/>
                  </a:lnTo>
                  <a:lnTo>
                    <a:pt x="4010861" y="843551"/>
                  </a:lnTo>
                  <a:lnTo>
                    <a:pt x="4082483" y="848799"/>
                  </a:lnTo>
                  <a:lnTo>
                    <a:pt x="4154106" y="854011"/>
                  </a:lnTo>
                  <a:lnTo>
                    <a:pt x="4225729" y="859186"/>
                  </a:lnTo>
                  <a:lnTo>
                    <a:pt x="4297351" y="864326"/>
                  </a:lnTo>
                  <a:lnTo>
                    <a:pt x="4368974" y="869429"/>
                  </a:lnTo>
                  <a:lnTo>
                    <a:pt x="4440596" y="874497"/>
                  </a:lnTo>
                  <a:lnTo>
                    <a:pt x="4512219" y="879530"/>
                  </a:lnTo>
                  <a:lnTo>
                    <a:pt x="4583841" y="884528"/>
                  </a:lnTo>
                  <a:lnTo>
                    <a:pt x="4655464" y="889491"/>
                  </a:lnTo>
                  <a:lnTo>
                    <a:pt x="4727086" y="894419"/>
                  </a:lnTo>
                  <a:lnTo>
                    <a:pt x="4798709" y="899313"/>
                  </a:lnTo>
                  <a:lnTo>
                    <a:pt x="4870331" y="904173"/>
                  </a:lnTo>
                  <a:lnTo>
                    <a:pt x="4941954" y="908999"/>
                  </a:lnTo>
                  <a:lnTo>
                    <a:pt x="5013576" y="913792"/>
                  </a:lnTo>
                  <a:lnTo>
                    <a:pt x="5085199" y="918551"/>
                  </a:lnTo>
                  <a:lnTo>
                    <a:pt x="5156821" y="923277"/>
                  </a:lnTo>
                  <a:lnTo>
                    <a:pt x="5228444" y="927971"/>
                  </a:lnTo>
                  <a:lnTo>
                    <a:pt x="5300066" y="932631"/>
                  </a:lnTo>
                  <a:lnTo>
                    <a:pt x="5371689" y="937259"/>
                  </a:lnTo>
                  <a:lnTo>
                    <a:pt x="5443311" y="941855"/>
                  </a:lnTo>
                  <a:lnTo>
                    <a:pt x="5514934" y="946419"/>
                  </a:lnTo>
                  <a:lnTo>
                    <a:pt x="5586557" y="950952"/>
                  </a:lnTo>
                  <a:lnTo>
                    <a:pt x="5658179" y="955452"/>
                  </a:lnTo>
                  <a:lnTo>
                    <a:pt x="5729802" y="959922"/>
                  </a:lnTo>
                  <a:lnTo>
                    <a:pt x="5801424" y="964360"/>
                  </a:lnTo>
                  <a:lnTo>
                    <a:pt x="5873047" y="968767"/>
                  </a:lnTo>
                  <a:lnTo>
                    <a:pt x="5944669" y="973144"/>
                  </a:lnTo>
                  <a:lnTo>
                    <a:pt x="6016292" y="977490"/>
                  </a:lnTo>
                  <a:lnTo>
                    <a:pt x="6087914" y="981806"/>
                  </a:lnTo>
                  <a:lnTo>
                    <a:pt x="6159537" y="986092"/>
                  </a:lnTo>
                  <a:lnTo>
                    <a:pt x="6231159" y="990348"/>
                  </a:lnTo>
                  <a:lnTo>
                    <a:pt x="6302782" y="994575"/>
                  </a:lnTo>
                  <a:lnTo>
                    <a:pt x="6374404" y="998772"/>
                  </a:lnTo>
                  <a:lnTo>
                    <a:pt x="6446027" y="1002939"/>
                  </a:lnTo>
                  <a:lnTo>
                    <a:pt x="6517649" y="1007078"/>
                  </a:lnTo>
                  <a:lnTo>
                    <a:pt x="6589272" y="1011188"/>
                  </a:lnTo>
                  <a:lnTo>
                    <a:pt x="6660894" y="1015270"/>
                  </a:lnTo>
                  <a:lnTo>
                    <a:pt x="6732517" y="1019323"/>
                  </a:lnTo>
                  <a:lnTo>
                    <a:pt x="6804139" y="1023348"/>
                  </a:lnTo>
                  <a:lnTo>
                    <a:pt x="6875762" y="1027345"/>
                  </a:lnTo>
                  <a:lnTo>
                    <a:pt x="6947385" y="1031314"/>
                  </a:lnTo>
                  <a:lnTo>
                    <a:pt x="7019007" y="1035255"/>
                  </a:lnTo>
                  <a:lnTo>
                    <a:pt x="7090630" y="1039169"/>
                  </a:lnTo>
                  <a:lnTo>
                    <a:pt x="7090630" y="1252390"/>
                  </a:lnTo>
                  <a:lnTo>
                    <a:pt x="7019007" y="1247006"/>
                  </a:lnTo>
                  <a:lnTo>
                    <a:pt x="6947385" y="1241538"/>
                  </a:lnTo>
                  <a:lnTo>
                    <a:pt x="6875762" y="1235984"/>
                  </a:lnTo>
                  <a:lnTo>
                    <a:pt x="6804139" y="1230344"/>
                  </a:lnTo>
                  <a:lnTo>
                    <a:pt x="6732517" y="1224616"/>
                  </a:lnTo>
                  <a:lnTo>
                    <a:pt x="6660894" y="1218798"/>
                  </a:lnTo>
                  <a:lnTo>
                    <a:pt x="6589272" y="1212890"/>
                  </a:lnTo>
                  <a:lnTo>
                    <a:pt x="6517649" y="1206890"/>
                  </a:lnTo>
                  <a:lnTo>
                    <a:pt x="6446027" y="1200796"/>
                  </a:lnTo>
                  <a:lnTo>
                    <a:pt x="6374404" y="1194607"/>
                  </a:lnTo>
                  <a:lnTo>
                    <a:pt x="6302782" y="1188321"/>
                  </a:lnTo>
                  <a:lnTo>
                    <a:pt x="6231159" y="1181938"/>
                  </a:lnTo>
                  <a:lnTo>
                    <a:pt x="6159537" y="1175455"/>
                  </a:lnTo>
                  <a:lnTo>
                    <a:pt x="6087914" y="1168871"/>
                  </a:lnTo>
                  <a:lnTo>
                    <a:pt x="6016292" y="1162184"/>
                  </a:lnTo>
                  <a:lnTo>
                    <a:pt x="5944669" y="1155393"/>
                  </a:lnTo>
                  <a:lnTo>
                    <a:pt x="5873047" y="1148496"/>
                  </a:lnTo>
                  <a:lnTo>
                    <a:pt x="5801424" y="1141491"/>
                  </a:lnTo>
                  <a:lnTo>
                    <a:pt x="5729802" y="1134378"/>
                  </a:lnTo>
                  <a:lnTo>
                    <a:pt x="5658179" y="1127153"/>
                  </a:lnTo>
                  <a:lnTo>
                    <a:pt x="5586557" y="1119816"/>
                  </a:lnTo>
                  <a:lnTo>
                    <a:pt x="5514934" y="1112364"/>
                  </a:lnTo>
                  <a:lnTo>
                    <a:pt x="5443311" y="1104796"/>
                  </a:lnTo>
                  <a:lnTo>
                    <a:pt x="5371689" y="1097110"/>
                  </a:lnTo>
                  <a:lnTo>
                    <a:pt x="5300066" y="1089304"/>
                  </a:lnTo>
                  <a:lnTo>
                    <a:pt x="5228444" y="1081376"/>
                  </a:lnTo>
                  <a:lnTo>
                    <a:pt x="5156821" y="1073325"/>
                  </a:lnTo>
                  <a:lnTo>
                    <a:pt x="5085199" y="1065148"/>
                  </a:lnTo>
                  <a:lnTo>
                    <a:pt x="5013576" y="1056843"/>
                  </a:lnTo>
                  <a:lnTo>
                    <a:pt x="4941954" y="1048410"/>
                  </a:lnTo>
                  <a:lnTo>
                    <a:pt x="4870331" y="1039844"/>
                  </a:lnTo>
                  <a:lnTo>
                    <a:pt x="4798709" y="1031145"/>
                  </a:lnTo>
                  <a:lnTo>
                    <a:pt x="4727086" y="1022311"/>
                  </a:lnTo>
                  <a:lnTo>
                    <a:pt x="4655464" y="1013338"/>
                  </a:lnTo>
                  <a:lnTo>
                    <a:pt x="4583841" y="1004226"/>
                  </a:lnTo>
                  <a:lnTo>
                    <a:pt x="4512219" y="994971"/>
                  </a:lnTo>
                  <a:lnTo>
                    <a:pt x="4440596" y="985573"/>
                  </a:lnTo>
                  <a:lnTo>
                    <a:pt x="4368974" y="976027"/>
                  </a:lnTo>
                  <a:lnTo>
                    <a:pt x="4297351" y="966333"/>
                  </a:lnTo>
                  <a:lnTo>
                    <a:pt x="4225729" y="956488"/>
                  </a:lnTo>
                  <a:lnTo>
                    <a:pt x="4154106" y="946489"/>
                  </a:lnTo>
                  <a:lnTo>
                    <a:pt x="4082483" y="936334"/>
                  </a:lnTo>
                  <a:lnTo>
                    <a:pt x="4010861" y="926020"/>
                  </a:lnTo>
                  <a:lnTo>
                    <a:pt x="3939238" y="915546"/>
                  </a:lnTo>
                  <a:lnTo>
                    <a:pt x="3867616" y="904909"/>
                  </a:lnTo>
                  <a:lnTo>
                    <a:pt x="3795993" y="894106"/>
                  </a:lnTo>
                  <a:lnTo>
                    <a:pt x="3724371" y="883134"/>
                  </a:lnTo>
                  <a:lnTo>
                    <a:pt x="3652748" y="871991"/>
                  </a:lnTo>
                  <a:lnTo>
                    <a:pt x="3581126" y="860674"/>
                  </a:lnTo>
                  <a:lnTo>
                    <a:pt x="3509503" y="849181"/>
                  </a:lnTo>
                  <a:lnTo>
                    <a:pt x="3437881" y="837509"/>
                  </a:lnTo>
                  <a:lnTo>
                    <a:pt x="3366258" y="825654"/>
                  </a:lnTo>
                  <a:lnTo>
                    <a:pt x="3294636" y="813615"/>
                  </a:lnTo>
                  <a:lnTo>
                    <a:pt x="3223013" y="801388"/>
                  </a:lnTo>
                  <a:lnTo>
                    <a:pt x="3151391" y="788970"/>
                  </a:lnTo>
                  <a:lnTo>
                    <a:pt x="3079768" y="776359"/>
                  </a:lnTo>
                  <a:lnTo>
                    <a:pt x="3008146" y="766096"/>
                  </a:lnTo>
                  <a:lnTo>
                    <a:pt x="2936523" y="760268"/>
                  </a:lnTo>
                  <a:lnTo>
                    <a:pt x="2864901" y="754400"/>
                  </a:lnTo>
                  <a:lnTo>
                    <a:pt x="2793278" y="748490"/>
                  </a:lnTo>
                  <a:lnTo>
                    <a:pt x="2721655" y="742539"/>
                  </a:lnTo>
                  <a:lnTo>
                    <a:pt x="2650033" y="736546"/>
                  </a:lnTo>
                  <a:lnTo>
                    <a:pt x="2578410" y="730511"/>
                  </a:lnTo>
                  <a:lnTo>
                    <a:pt x="2506788" y="724434"/>
                  </a:lnTo>
                  <a:lnTo>
                    <a:pt x="2435165" y="718315"/>
                  </a:lnTo>
                  <a:lnTo>
                    <a:pt x="2363543" y="712152"/>
                  </a:lnTo>
                  <a:lnTo>
                    <a:pt x="2291920" y="705946"/>
                  </a:lnTo>
                  <a:lnTo>
                    <a:pt x="2220298" y="699697"/>
                  </a:lnTo>
                  <a:lnTo>
                    <a:pt x="2148675" y="693404"/>
                  </a:lnTo>
                  <a:lnTo>
                    <a:pt x="2077053" y="687067"/>
                  </a:lnTo>
                  <a:lnTo>
                    <a:pt x="2005430" y="680685"/>
                  </a:lnTo>
                  <a:lnTo>
                    <a:pt x="1933808" y="674259"/>
                  </a:lnTo>
                  <a:lnTo>
                    <a:pt x="1862185" y="667788"/>
                  </a:lnTo>
                  <a:lnTo>
                    <a:pt x="1790563" y="661271"/>
                  </a:lnTo>
                  <a:lnTo>
                    <a:pt x="1718940" y="654709"/>
                  </a:lnTo>
                  <a:lnTo>
                    <a:pt x="1647318" y="648100"/>
                  </a:lnTo>
                  <a:lnTo>
                    <a:pt x="1575695" y="641446"/>
                  </a:lnTo>
                  <a:lnTo>
                    <a:pt x="1504073" y="634744"/>
                  </a:lnTo>
                  <a:lnTo>
                    <a:pt x="1432450" y="627996"/>
                  </a:lnTo>
                  <a:lnTo>
                    <a:pt x="1360827" y="621200"/>
                  </a:lnTo>
                  <a:lnTo>
                    <a:pt x="1289205" y="614357"/>
                  </a:lnTo>
                  <a:lnTo>
                    <a:pt x="1217582" y="607466"/>
                  </a:lnTo>
                  <a:lnTo>
                    <a:pt x="1145960" y="600527"/>
                  </a:lnTo>
                  <a:lnTo>
                    <a:pt x="1074337" y="593539"/>
                  </a:lnTo>
                  <a:lnTo>
                    <a:pt x="1002715" y="586502"/>
                  </a:lnTo>
                  <a:lnTo>
                    <a:pt x="931092" y="579415"/>
                  </a:lnTo>
                  <a:lnTo>
                    <a:pt x="859470" y="572279"/>
                  </a:lnTo>
                  <a:lnTo>
                    <a:pt x="787847" y="565093"/>
                  </a:lnTo>
                  <a:lnTo>
                    <a:pt x="716225" y="557857"/>
                  </a:lnTo>
                  <a:lnTo>
                    <a:pt x="644602" y="550570"/>
                  </a:lnTo>
                  <a:lnTo>
                    <a:pt x="572980" y="543231"/>
                  </a:lnTo>
                  <a:lnTo>
                    <a:pt x="501357" y="535842"/>
                  </a:lnTo>
                  <a:lnTo>
                    <a:pt x="429735" y="528400"/>
                  </a:lnTo>
                  <a:lnTo>
                    <a:pt x="358112" y="520907"/>
                  </a:lnTo>
                  <a:lnTo>
                    <a:pt x="286490" y="513361"/>
                  </a:lnTo>
                  <a:lnTo>
                    <a:pt x="214867" y="505762"/>
                  </a:lnTo>
                  <a:lnTo>
                    <a:pt x="143245" y="498110"/>
                  </a:lnTo>
                  <a:lnTo>
                    <a:pt x="71622" y="490404"/>
                  </a:lnTo>
                  <a:lnTo>
                    <a:pt x="0" y="48264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959602"/>
              <a:ext cx="7090630" cy="1039169"/>
            </a:xfrm>
            <a:custGeom>
              <a:avLst/>
              <a:pathLst>
                <a:path w="7090630" h="1039169">
                  <a:moveTo>
                    <a:pt x="0" y="0"/>
                  </a:moveTo>
                  <a:lnTo>
                    <a:pt x="71622" y="24532"/>
                  </a:lnTo>
                  <a:lnTo>
                    <a:pt x="143245" y="48688"/>
                  </a:lnTo>
                  <a:lnTo>
                    <a:pt x="214867" y="72474"/>
                  </a:lnTo>
                  <a:lnTo>
                    <a:pt x="286490" y="95894"/>
                  </a:lnTo>
                  <a:lnTo>
                    <a:pt x="358112" y="118954"/>
                  </a:lnTo>
                  <a:lnTo>
                    <a:pt x="429735" y="141660"/>
                  </a:lnTo>
                  <a:lnTo>
                    <a:pt x="501357" y="164018"/>
                  </a:lnTo>
                  <a:lnTo>
                    <a:pt x="572980" y="186032"/>
                  </a:lnTo>
                  <a:lnTo>
                    <a:pt x="644602" y="207708"/>
                  </a:lnTo>
                  <a:lnTo>
                    <a:pt x="716225" y="229052"/>
                  </a:lnTo>
                  <a:lnTo>
                    <a:pt x="787847" y="250067"/>
                  </a:lnTo>
                  <a:lnTo>
                    <a:pt x="859470" y="270760"/>
                  </a:lnTo>
                  <a:lnTo>
                    <a:pt x="931092" y="291135"/>
                  </a:lnTo>
                  <a:lnTo>
                    <a:pt x="1002715" y="311198"/>
                  </a:lnTo>
                  <a:lnTo>
                    <a:pt x="1074337" y="330952"/>
                  </a:lnTo>
                  <a:lnTo>
                    <a:pt x="1145960" y="350403"/>
                  </a:lnTo>
                  <a:lnTo>
                    <a:pt x="1217582" y="369555"/>
                  </a:lnTo>
                  <a:lnTo>
                    <a:pt x="1289205" y="388413"/>
                  </a:lnTo>
                  <a:lnTo>
                    <a:pt x="1360827" y="406982"/>
                  </a:lnTo>
                  <a:lnTo>
                    <a:pt x="1432450" y="425265"/>
                  </a:lnTo>
                  <a:lnTo>
                    <a:pt x="1504073" y="443268"/>
                  </a:lnTo>
                  <a:lnTo>
                    <a:pt x="1575695" y="460994"/>
                  </a:lnTo>
                  <a:lnTo>
                    <a:pt x="1647318" y="478448"/>
                  </a:lnTo>
                  <a:lnTo>
                    <a:pt x="1718940" y="495634"/>
                  </a:lnTo>
                  <a:lnTo>
                    <a:pt x="1790563" y="512556"/>
                  </a:lnTo>
                  <a:lnTo>
                    <a:pt x="1862185" y="529218"/>
                  </a:lnTo>
                  <a:lnTo>
                    <a:pt x="1933808" y="545625"/>
                  </a:lnTo>
                  <a:lnTo>
                    <a:pt x="2005430" y="561779"/>
                  </a:lnTo>
                  <a:lnTo>
                    <a:pt x="2077053" y="577685"/>
                  </a:lnTo>
                  <a:lnTo>
                    <a:pt x="2148675" y="593348"/>
                  </a:lnTo>
                  <a:lnTo>
                    <a:pt x="2220298" y="608769"/>
                  </a:lnTo>
                  <a:lnTo>
                    <a:pt x="2291920" y="623954"/>
                  </a:lnTo>
                  <a:lnTo>
                    <a:pt x="2363543" y="638906"/>
                  </a:lnTo>
                  <a:lnTo>
                    <a:pt x="2435165" y="653628"/>
                  </a:lnTo>
                  <a:lnTo>
                    <a:pt x="2506788" y="668124"/>
                  </a:lnTo>
                  <a:lnTo>
                    <a:pt x="2578410" y="682397"/>
                  </a:lnTo>
                  <a:lnTo>
                    <a:pt x="2650033" y="696451"/>
                  </a:lnTo>
                  <a:lnTo>
                    <a:pt x="2721655" y="710290"/>
                  </a:lnTo>
                  <a:lnTo>
                    <a:pt x="2793278" y="723916"/>
                  </a:lnTo>
                  <a:lnTo>
                    <a:pt x="2864901" y="737332"/>
                  </a:lnTo>
                  <a:lnTo>
                    <a:pt x="2936523" y="750543"/>
                  </a:lnTo>
                  <a:lnTo>
                    <a:pt x="3008146" y="763551"/>
                  </a:lnTo>
                  <a:lnTo>
                    <a:pt x="3079768" y="771883"/>
                  </a:lnTo>
                  <a:lnTo>
                    <a:pt x="3151391" y="777630"/>
                  </a:lnTo>
                  <a:lnTo>
                    <a:pt x="3223013" y="783337"/>
                  </a:lnTo>
                  <a:lnTo>
                    <a:pt x="3294636" y="789004"/>
                  </a:lnTo>
                  <a:lnTo>
                    <a:pt x="3366258" y="794632"/>
                  </a:lnTo>
                  <a:lnTo>
                    <a:pt x="3437881" y="800221"/>
                  </a:lnTo>
                  <a:lnTo>
                    <a:pt x="3509503" y="805770"/>
                  </a:lnTo>
                  <a:lnTo>
                    <a:pt x="3581126" y="811281"/>
                  </a:lnTo>
                  <a:lnTo>
                    <a:pt x="3652748" y="816754"/>
                  </a:lnTo>
                  <a:lnTo>
                    <a:pt x="3724371" y="822189"/>
                  </a:lnTo>
                  <a:lnTo>
                    <a:pt x="3795993" y="827585"/>
                  </a:lnTo>
                  <a:lnTo>
                    <a:pt x="3867616" y="832945"/>
                  </a:lnTo>
                  <a:lnTo>
                    <a:pt x="3939238" y="838266"/>
                  </a:lnTo>
                  <a:lnTo>
                    <a:pt x="4010861" y="843551"/>
                  </a:lnTo>
                  <a:lnTo>
                    <a:pt x="4082483" y="848799"/>
                  </a:lnTo>
                  <a:lnTo>
                    <a:pt x="4154106" y="854011"/>
                  </a:lnTo>
                  <a:lnTo>
                    <a:pt x="4225729" y="859186"/>
                  </a:lnTo>
                  <a:lnTo>
                    <a:pt x="4297351" y="864326"/>
                  </a:lnTo>
                  <a:lnTo>
                    <a:pt x="4368974" y="869429"/>
                  </a:lnTo>
                  <a:lnTo>
                    <a:pt x="4440596" y="874497"/>
                  </a:lnTo>
                  <a:lnTo>
                    <a:pt x="4512219" y="879530"/>
                  </a:lnTo>
                  <a:lnTo>
                    <a:pt x="4583841" y="884528"/>
                  </a:lnTo>
                  <a:lnTo>
                    <a:pt x="4655464" y="889491"/>
                  </a:lnTo>
                  <a:lnTo>
                    <a:pt x="4727086" y="894419"/>
                  </a:lnTo>
                  <a:lnTo>
                    <a:pt x="4798709" y="899313"/>
                  </a:lnTo>
                  <a:lnTo>
                    <a:pt x="4870331" y="904173"/>
                  </a:lnTo>
                  <a:lnTo>
                    <a:pt x="4941954" y="908999"/>
                  </a:lnTo>
                  <a:lnTo>
                    <a:pt x="5013576" y="913792"/>
                  </a:lnTo>
                  <a:lnTo>
                    <a:pt x="5085199" y="918551"/>
                  </a:lnTo>
                  <a:lnTo>
                    <a:pt x="5156821" y="923277"/>
                  </a:lnTo>
                  <a:lnTo>
                    <a:pt x="5228444" y="927971"/>
                  </a:lnTo>
                  <a:lnTo>
                    <a:pt x="5300066" y="932631"/>
                  </a:lnTo>
                  <a:lnTo>
                    <a:pt x="5371689" y="937259"/>
                  </a:lnTo>
                  <a:lnTo>
                    <a:pt x="5443311" y="941855"/>
                  </a:lnTo>
                  <a:lnTo>
                    <a:pt x="5514934" y="946419"/>
                  </a:lnTo>
                  <a:lnTo>
                    <a:pt x="5586557" y="950952"/>
                  </a:lnTo>
                  <a:lnTo>
                    <a:pt x="5658179" y="955452"/>
                  </a:lnTo>
                  <a:lnTo>
                    <a:pt x="5729802" y="959922"/>
                  </a:lnTo>
                  <a:lnTo>
                    <a:pt x="5801424" y="964360"/>
                  </a:lnTo>
                  <a:lnTo>
                    <a:pt x="5873047" y="968767"/>
                  </a:lnTo>
                  <a:lnTo>
                    <a:pt x="5944669" y="973144"/>
                  </a:lnTo>
                  <a:lnTo>
                    <a:pt x="6016292" y="977490"/>
                  </a:lnTo>
                  <a:lnTo>
                    <a:pt x="6087914" y="981806"/>
                  </a:lnTo>
                  <a:lnTo>
                    <a:pt x="6159537" y="986092"/>
                  </a:lnTo>
                  <a:lnTo>
                    <a:pt x="6231159" y="990348"/>
                  </a:lnTo>
                  <a:lnTo>
                    <a:pt x="6302782" y="994575"/>
                  </a:lnTo>
                  <a:lnTo>
                    <a:pt x="6374404" y="998772"/>
                  </a:lnTo>
                  <a:lnTo>
                    <a:pt x="6446027" y="1002939"/>
                  </a:lnTo>
                  <a:lnTo>
                    <a:pt x="6517649" y="1007078"/>
                  </a:lnTo>
                  <a:lnTo>
                    <a:pt x="6589272" y="1011188"/>
                  </a:lnTo>
                  <a:lnTo>
                    <a:pt x="6660894" y="1015270"/>
                  </a:lnTo>
                  <a:lnTo>
                    <a:pt x="6732517" y="1019323"/>
                  </a:lnTo>
                  <a:lnTo>
                    <a:pt x="6804139" y="1023348"/>
                  </a:lnTo>
                  <a:lnTo>
                    <a:pt x="6875762" y="1027345"/>
                  </a:lnTo>
                  <a:lnTo>
                    <a:pt x="6947385" y="1031314"/>
                  </a:lnTo>
                  <a:lnTo>
                    <a:pt x="7019007" y="1035255"/>
                  </a:lnTo>
                  <a:lnTo>
                    <a:pt x="7090630" y="10391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42246"/>
              <a:ext cx="7090630" cy="769746"/>
            </a:xfrm>
            <a:custGeom>
              <a:avLst/>
              <a:pathLst>
                <a:path w="7090630" h="769746">
                  <a:moveTo>
                    <a:pt x="7090630" y="769746"/>
                  </a:moveTo>
                  <a:lnTo>
                    <a:pt x="7019007" y="764361"/>
                  </a:lnTo>
                  <a:lnTo>
                    <a:pt x="6947385" y="758893"/>
                  </a:lnTo>
                  <a:lnTo>
                    <a:pt x="6875762" y="753339"/>
                  </a:lnTo>
                  <a:lnTo>
                    <a:pt x="6804139" y="747699"/>
                  </a:lnTo>
                  <a:lnTo>
                    <a:pt x="6732517" y="741971"/>
                  </a:lnTo>
                  <a:lnTo>
                    <a:pt x="6660894" y="736154"/>
                  </a:lnTo>
                  <a:lnTo>
                    <a:pt x="6589272" y="730246"/>
                  </a:lnTo>
                  <a:lnTo>
                    <a:pt x="6517649" y="724245"/>
                  </a:lnTo>
                  <a:lnTo>
                    <a:pt x="6446027" y="718151"/>
                  </a:lnTo>
                  <a:lnTo>
                    <a:pt x="6374404" y="711962"/>
                  </a:lnTo>
                  <a:lnTo>
                    <a:pt x="6302782" y="705677"/>
                  </a:lnTo>
                  <a:lnTo>
                    <a:pt x="6231159" y="699293"/>
                  </a:lnTo>
                  <a:lnTo>
                    <a:pt x="6159537" y="692810"/>
                  </a:lnTo>
                  <a:lnTo>
                    <a:pt x="6087914" y="686226"/>
                  </a:lnTo>
                  <a:lnTo>
                    <a:pt x="6016292" y="679540"/>
                  </a:lnTo>
                  <a:lnTo>
                    <a:pt x="5944669" y="672748"/>
                  </a:lnTo>
                  <a:lnTo>
                    <a:pt x="5873047" y="665851"/>
                  </a:lnTo>
                  <a:lnTo>
                    <a:pt x="5801424" y="658847"/>
                  </a:lnTo>
                  <a:lnTo>
                    <a:pt x="5729802" y="651733"/>
                  </a:lnTo>
                  <a:lnTo>
                    <a:pt x="5658179" y="644508"/>
                  </a:lnTo>
                  <a:lnTo>
                    <a:pt x="5586557" y="637171"/>
                  </a:lnTo>
                  <a:lnTo>
                    <a:pt x="5514934" y="629719"/>
                  </a:lnTo>
                  <a:lnTo>
                    <a:pt x="5443311" y="622151"/>
                  </a:lnTo>
                  <a:lnTo>
                    <a:pt x="5371689" y="614465"/>
                  </a:lnTo>
                  <a:lnTo>
                    <a:pt x="5300066" y="606659"/>
                  </a:lnTo>
                  <a:lnTo>
                    <a:pt x="5228444" y="598731"/>
                  </a:lnTo>
                  <a:lnTo>
                    <a:pt x="5156821" y="590680"/>
                  </a:lnTo>
                  <a:lnTo>
                    <a:pt x="5085199" y="582503"/>
                  </a:lnTo>
                  <a:lnTo>
                    <a:pt x="5013576" y="574199"/>
                  </a:lnTo>
                  <a:lnTo>
                    <a:pt x="4941954" y="565765"/>
                  </a:lnTo>
                  <a:lnTo>
                    <a:pt x="4870331" y="557200"/>
                  </a:lnTo>
                  <a:lnTo>
                    <a:pt x="4798709" y="548501"/>
                  </a:lnTo>
                  <a:lnTo>
                    <a:pt x="4727086" y="539666"/>
                  </a:lnTo>
                  <a:lnTo>
                    <a:pt x="4655464" y="530694"/>
                  </a:lnTo>
                  <a:lnTo>
                    <a:pt x="4583841" y="521581"/>
                  </a:lnTo>
                  <a:lnTo>
                    <a:pt x="4512219" y="512327"/>
                  </a:lnTo>
                  <a:lnTo>
                    <a:pt x="4440596" y="502928"/>
                  </a:lnTo>
                  <a:lnTo>
                    <a:pt x="4368974" y="493383"/>
                  </a:lnTo>
                  <a:lnTo>
                    <a:pt x="4297351" y="483688"/>
                  </a:lnTo>
                  <a:lnTo>
                    <a:pt x="4225729" y="473843"/>
                  </a:lnTo>
                  <a:lnTo>
                    <a:pt x="4154106" y="463844"/>
                  </a:lnTo>
                  <a:lnTo>
                    <a:pt x="4082483" y="453689"/>
                  </a:lnTo>
                  <a:lnTo>
                    <a:pt x="4010861" y="443376"/>
                  </a:lnTo>
                  <a:lnTo>
                    <a:pt x="3939238" y="432902"/>
                  </a:lnTo>
                  <a:lnTo>
                    <a:pt x="3867616" y="422264"/>
                  </a:lnTo>
                  <a:lnTo>
                    <a:pt x="3795993" y="411461"/>
                  </a:lnTo>
                  <a:lnTo>
                    <a:pt x="3724371" y="400489"/>
                  </a:lnTo>
                  <a:lnTo>
                    <a:pt x="3652748" y="389346"/>
                  </a:lnTo>
                  <a:lnTo>
                    <a:pt x="3581126" y="378030"/>
                  </a:lnTo>
                  <a:lnTo>
                    <a:pt x="3509503" y="366537"/>
                  </a:lnTo>
                  <a:lnTo>
                    <a:pt x="3437881" y="354864"/>
                  </a:lnTo>
                  <a:lnTo>
                    <a:pt x="3366258" y="343010"/>
                  </a:lnTo>
                  <a:lnTo>
                    <a:pt x="3294636" y="330971"/>
                  </a:lnTo>
                  <a:lnTo>
                    <a:pt x="3223013" y="318743"/>
                  </a:lnTo>
                  <a:lnTo>
                    <a:pt x="3151391" y="306326"/>
                  </a:lnTo>
                  <a:lnTo>
                    <a:pt x="3079768" y="293714"/>
                  </a:lnTo>
                  <a:lnTo>
                    <a:pt x="3008146" y="283452"/>
                  </a:lnTo>
                  <a:lnTo>
                    <a:pt x="2936523" y="277624"/>
                  </a:lnTo>
                  <a:lnTo>
                    <a:pt x="2864901" y="271755"/>
                  </a:lnTo>
                  <a:lnTo>
                    <a:pt x="2793278" y="265846"/>
                  </a:lnTo>
                  <a:lnTo>
                    <a:pt x="2721655" y="259895"/>
                  </a:lnTo>
                  <a:lnTo>
                    <a:pt x="2650033" y="253902"/>
                  </a:lnTo>
                  <a:lnTo>
                    <a:pt x="2578410" y="247867"/>
                  </a:lnTo>
                  <a:lnTo>
                    <a:pt x="2506788" y="241790"/>
                  </a:lnTo>
                  <a:lnTo>
                    <a:pt x="2435165" y="235670"/>
                  </a:lnTo>
                  <a:lnTo>
                    <a:pt x="2363543" y="229508"/>
                  </a:lnTo>
                  <a:lnTo>
                    <a:pt x="2291920" y="223302"/>
                  </a:lnTo>
                  <a:lnTo>
                    <a:pt x="2220298" y="217052"/>
                  </a:lnTo>
                  <a:lnTo>
                    <a:pt x="2148675" y="210759"/>
                  </a:lnTo>
                  <a:lnTo>
                    <a:pt x="2077053" y="204422"/>
                  </a:lnTo>
                  <a:lnTo>
                    <a:pt x="2005430" y="198041"/>
                  </a:lnTo>
                  <a:lnTo>
                    <a:pt x="1933808" y="191614"/>
                  </a:lnTo>
                  <a:lnTo>
                    <a:pt x="1862185" y="185143"/>
                  </a:lnTo>
                  <a:lnTo>
                    <a:pt x="1790563" y="178626"/>
                  </a:lnTo>
                  <a:lnTo>
                    <a:pt x="1718940" y="172064"/>
                  </a:lnTo>
                  <a:lnTo>
                    <a:pt x="1647318" y="165456"/>
                  </a:lnTo>
                  <a:lnTo>
                    <a:pt x="1575695" y="158801"/>
                  </a:lnTo>
                  <a:lnTo>
                    <a:pt x="1504073" y="152100"/>
                  </a:lnTo>
                  <a:lnTo>
                    <a:pt x="1432450" y="145351"/>
                  </a:lnTo>
                  <a:lnTo>
                    <a:pt x="1360827" y="138556"/>
                  </a:lnTo>
                  <a:lnTo>
                    <a:pt x="1289205" y="131713"/>
                  </a:lnTo>
                  <a:lnTo>
                    <a:pt x="1217582" y="124822"/>
                  </a:lnTo>
                  <a:lnTo>
                    <a:pt x="1145960" y="117882"/>
                  </a:lnTo>
                  <a:lnTo>
                    <a:pt x="1074337" y="110894"/>
                  </a:lnTo>
                  <a:lnTo>
                    <a:pt x="1002715" y="103857"/>
                  </a:lnTo>
                  <a:lnTo>
                    <a:pt x="931092" y="96771"/>
                  </a:lnTo>
                  <a:lnTo>
                    <a:pt x="859470" y="89635"/>
                  </a:lnTo>
                  <a:lnTo>
                    <a:pt x="787847" y="82449"/>
                  </a:lnTo>
                  <a:lnTo>
                    <a:pt x="716225" y="75212"/>
                  </a:lnTo>
                  <a:lnTo>
                    <a:pt x="644602" y="67925"/>
                  </a:lnTo>
                  <a:lnTo>
                    <a:pt x="572980" y="60587"/>
                  </a:lnTo>
                  <a:lnTo>
                    <a:pt x="501357" y="53197"/>
                  </a:lnTo>
                  <a:lnTo>
                    <a:pt x="429735" y="45756"/>
                  </a:lnTo>
                  <a:lnTo>
                    <a:pt x="358112" y="38262"/>
                  </a:lnTo>
                  <a:lnTo>
                    <a:pt x="286490" y="30716"/>
                  </a:lnTo>
                  <a:lnTo>
                    <a:pt x="214867" y="23117"/>
                  </a:lnTo>
                  <a:lnTo>
                    <a:pt x="143245" y="15465"/>
                  </a:lnTo>
                  <a:lnTo>
                    <a:pt x="71622" y="775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222565"/>
              <a:ext cx="7090630" cy="895573"/>
            </a:xfrm>
            <a:custGeom>
              <a:avLst/>
              <a:pathLst>
                <a:path w="7090630" h="895573">
                  <a:moveTo>
                    <a:pt x="0" y="0"/>
                  </a:moveTo>
                  <a:lnTo>
                    <a:pt x="71622" y="14903"/>
                  </a:lnTo>
                  <a:lnTo>
                    <a:pt x="143245" y="29640"/>
                  </a:lnTo>
                  <a:lnTo>
                    <a:pt x="214867" y="44213"/>
                  </a:lnTo>
                  <a:lnTo>
                    <a:pt x="286490" y="58623"/>
                  </a:lnTo>
                  <a:lnTo>
                    <a:pt x="358112" y="72872"/>
                  </a:lnTo>
                  <a:lnTo>
                    <a:pt x="429735" y="86962"/>
                  </a:lnTo>
                  <a:lnTo>
                    <a:pt x="501357" y="100895"/>
                  </a:lnTo>
                  <a:lnTo>
                    <a:pt x="572980" y="114672"/>
                  </a:lnTo>
                  <a:lnTo>
                    <a:pt x="644602" y="128295"/>
                  </a:lnTo>
                  <a:lnTo>
                    <a:pt x="716225" y="141766"/>
                  </a:lnTo>
                  <a:lnTo>
                    <a:pt x="787847" y="155087"/>
                  </a:lnTo>
                  <a:lnTo>
                    <a:pt x="859470" y="168259"/>
                  </a:lnTo>
                  <a:lnTo>
                    <a:pt x="931092" y="181284"/>
                  </a:lnTo>
                  <a:lnTo>
                    <a:pt x="1002715" y="194163"/>
                  </a:lnTo>
                  <a:lnTo>
                    <a:pt x="1074337" y="206899"/>
                  </a:lnTo>
                  <a:lnTo>
                    <a:pt x="1145960" y="219492"/>
                  </a:lnTo>
                  <a:lnTo>
                    <a:pt x="1217582" y="231945"/>
                  </a:lnTo>
                  <a:lnTo>
                    <a:pt x="1289205" y="244258"/>
                  </a:lnTo>
                  <a:lnTo>
                    <a:pt x="1360827" y="256435"/>
                  </a:lnTo>
                  <a:lnTo>
                    <a:pt x="1432450" y="268475"/>
                  </a:lnTo>
                  <a:lnTo>
                    <a:pt x="1504073" y="280381"/>
                  </a:lnTo>
                  <a:lnTo>
                    <a:pt x="1575695" y="292153"/>
                  </a:lnTo>
                  <a:lnTo>
                    <a:pt x="1647318" y="303795"/>
                  </a:lnTo>
                  <a:lnTo>
                    <a:pt x="1718940" y="315306"/>
                  </a:lnTo>
                  <a:lnTo>
                    <a:pt x="1790563" y="326689"/>
                  </a:lnTo>
                  <a:lnTo>
                    <a:pt x="1862185" y="337945"/>
                  </a:lnTo>
                  <a:lnTo>
                    <a:pt x="1933808" y="349075"/>
                  </a:lnTo>
                  <a:lnTo>
                    <a:pt x="2005430" y="360080"/>
                  </a:lnTo>
                  <a:lnTo>
                    <a:pt x="2077053" y="370963"/>
                  </a:lnTo>
                  <a:lnTo>
                    <a:pt x="2148675" y="381725"/>
                  </a:lnTo>
                  <a:lnTo>
                    <a:pt x="2220298" y="392366"/>
                  </a:lnTo>
                  <a:lnTo>
                    <a:pt x="2291920" y="402888"/>
                  </a:lnTo>
                  <a:lnTo>
                    <a:pt x="2363543" y="413293"/>
                  </a:lnTo>
                  <a:lnTo>
                    <a:pt x="2435165" y="423582"/>
                  </a:lnTo>
                  <a:lnTo>
                    <a:pt x="2506788" y="433755"/>
                  </a:lnTo>
                  <a:lnTo>
                    <a:pt x="2578410" y="443816"/>
                  </a:lnTo>
                  <a:lnTo>
                    <a:pt x="2650033" y="453764"/>
                  </a:lnTo>
                  <a:lnTo>
                    <a:pt x="2721655" y="463600"/>
                  </a:lnTo>
                  <a:lnTo>
                    <a:pt x="2793278" y="473327"/>
                  </a:lnTo>
                  <a:lnTo>
                    <a:pt x="2864901" y="482945"/>
                  </a:lnTo>
                  <a:lnTo>
                    <a:pt x="2936523" y="492456"/>
                  </a:lnTo>
                  <a:lnTo>
                    <a:pt x="3008146" y="501861"/>
                  </a:lnTo>
                  <a:lnTo>
                    <a:pt x="3079768" y="511161"/>
                  </a:lnTo>
                  <a:lnTo>
                    <a:pt x="3151391" y="520357"/>
                  </a:lnTo>
                  <a:lnTo>
                    <a:pt x="3223013" y="529450"/>
                  </a:lnTo>
                  <a:lnTo>
                    <a:pt x="3294636" y="538441"/>
                  </a:lnTo>
                  <a:lnTo>
                    <a:pt x="3366258" y="547333"/>
                  </a:lnTo>
                  <a:lnTo>
                    <a:pt x="3437881" y="556124"/>
                  </a:lnTo>
                  <a:lnTo>
                    <a:pt x="3509503" y="564818"/>
                  </a:lnTo>
                  <a:lnTo>
                    <a:pt x="3581126" y="573415"/>
                  </a:lnTo>
                  <a:lnTo>
                    <a:pt x="3652748" y="581916"/>
                  </a:lnTo>
                  <a:lnTo>
                    <a:pt x="3724371" y="590321"/>
                  </a:lnTo>
                  <a:lnTo>
                    <a:pt x="3795993" y="598633"/>
                  </a:lnTo>
                  <a:lnTo>
                    <a:pt x="3867616" y="606852"/>
                  </a:lnTo>
                  <a:lnTo>
                    <a:pt x="3939238" y="614980"/>
                  </a:lnTo>
                  <a:lnTo>
                    <a:pt x="4010861" y="623016"/>
                  </a:lnTo>
                  <a:lnTo>
                    <a:pt x="4082483" y="630963"/>
                  </a:lnTo>
                  <a:lnTo>
                    <a:pt x="4154106" y="638821"/>
                  </a:lnTo>
                  <a:lnTo>
                    <a:pt x="4225729" y="646591"/>
                  </a:lnTo>
                  <a:lnTo>
                    <a:pt x="4297351" y="654275"/>
                  </a:lnTo>
                  <a:lnTo>
                    <a:pt x="4368974" y="661873"/>
                  </a:lnTo>
                  <a:lnTo>
                    <a:pt x="4440596" y="669386"/>
                  </a:lnTo>
                  <a:lnTo>
                    <a:pt x="4512219" y="676815"/>
                  </a:lnTo>
                  <a:lnTo>
                    <a:pt x="4583841" y="684161"/>
                  </a:lnTo>
                  <a:lnTo>
                    <a:pt x="4655464" y="691425"/>
                  </a:lnTo>
                  <a:lnTo>
                    <a:pt x="4727086" y="698608"/>
                  </a:lnTo>
                  <a:lnTo>
                    <a:pt x="4798709" y="705710"/>
                  </a:lnTo>
                  <a:lnTo>
                    <a:pt x="4870331" y="712734"/>
                  </a:lnTo>
                  <a:lnTo>
                    <a:pt x="4941954" y="719679"/>
                  </a:lnTo>
                  <a:lnTo>
                    <a:pt x="5013576" y="726546"/>
                  </a:lnTo>
                  <a:lnTo>
                    <a:pt x="5085199" y="733337"/>
                  </a:lnTo>
                  <a:lnTo>
                    <a:pt x="5156821" y="740052"/>
                  </a:lnTo>
                  <a:lnTo>
                    <a:pt x="5228444" y="746692"/>
                  </a:lnTo>
                  <a:lnTo>
                    <a:pt x="5300066" y="753258"/>
                  </a:lnTo>
                  <a:lnTo>
                    <a:pt x="5371689" y="759750"/>
                  </a:lnTo>
                  <a:lnTo>
                    <a:pt x="5443311" y="766170"/>
                  </a:lnTo>
                  <a:lnTo>
                    <a:pt x="5514934" y="772518"/>
                  </a:lnTo>
                  <a:lnTo>
                    <a:pt x="5586557" y="778796"/>
                  </a:lnTo>
                  <a:lnTo>
                    <a:pt x="5658179" y="785003"/>
                  </a:lnTo>
                  <a:lnTo>
                    <a:pt x="5729802" y="791141"/>
                  </a:lnTo>
                  <a:lnTo>
                    <a:pt x="5801424" y="797210"/>
                  </a:lnTo>
                  <a:lnTo>
                    <a:pt x="5873047" y="803212"/>
                  </a:lnTo>
                  <a:lnTo>
                    <a:pt x="5944669" y="809147"/>
                  </a:lnTo>
                  <a:lnTo>
                    <a:pt x="6016292" y="815015"/>
                  </a:lnTo>
                  <a:lnTo>
                    <a:pt x="6087914" y="820818"/>
                  </a:lnTo>
                  <a:lnTo>
                    <a:pt x="6159537" y="826556"/>
                  </a:lnTo>
                  <a:lnTo>
                    <a:pt x="6231159" y="832230"/>
                  </a:lnTo>
                  <a:lnTo>
                    <a:pt x="6302782" y="837841"/>
                  </a:lnTo>
                  <a:lnTo>
                    <a:pt x="6374404" y="843389"/>
                  </a:lnTo>
                  <a:lnTo>
                    <a:pt x="6446027" y="848875"/>
                  </a:lnTo>
                  <a:lnTo>
                    <a:pt x="6517649" y="854299"/>
                  </a:lnTo>
                  <a:lnTo>
                    <a:pt x="6589272" y="859664"/>
                  </a:lnTo>
                  <a:lnTo>
                    <a:pt x="6660894" y="864968"/>
                  </a:lnTo>
                  <a:lnTo>
                    <a:pt x="6732517" y="870213"/>
                  </a:lnTo>
                  <a:lnTo>
                    <a:pt x="6804139" y="875399"/>
                  </a:lnTo>
                  <a:lnTo>
                    <a:pt x="6875762" y="880528"/>
                  </a:lnTo>
                  <a:lnTo>
                    <a:pt x="6947385" y="885599"/>
                  </a:lnTo>
                  <a:lnTo>
                    <a:pt x="7019007" y="890614"/>
                  </a:lnTo>
                  <a:lnTo>
                    <a:pt x="7090630" y="89557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1.15 (1.09-1.21), p_Bonf = &lt;0.001 (n = 6)  |  per IQR decline (Δ = 27.5 %): 1.46 (1.26-1.68)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2026-09-28T15:20:00Z</dcterms:modified>
  <cp:category/>
</cp:coreProperties>
</file>