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0"/>
              <a:ext cx="7090630" cy="1252392"/>
            </a:xfrm>
            <a:custGeom>
              <a:avLst/>
              <a:pathLst>
                <a:path w="7090630" h="1252392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  <a:lnTo>
                    <a:pt x="7090630" y="1252392"/>
                  </a:lnTo>
                  <a:lnTo>
                    <a:pt x="7019007" y="1247007"/>
                  </a:lnTo>
                  <a:lnTo>
                    <a:pt x="6947385" y="1241539"/>
                  </a:lnTo>
                  <a:lnTo>
                    <a:pt x="6875762" y="1235986"/>
                  </a:lnTo>
                  <a:lnTo>
                    <a:pt x="6804139" y="1230345"/>
                  </a:lnTo>
                  <a:lnTo>
                    <a:pt x="6732517" y="1224617"/>
                  </a:lnTo>
                  <a:lnTo>
                    <a:pt x="6660894" y="1218800"/>
                  </a:lnTo>
                  <a:lnTo>
                    <a:pt x="6589272" y="1212892"/>
                  </a:lnTo>
                  <a:lnTo>
                    <a:pt x="6517649" y="1206891"/>
                  </a:lnTo>
                  <a:lnTo>
                    <a:pt x="6446027" y="1200797"/>
                  </a:lnTo>
                  <a:lnTo>
                    <a:pt x="6374404" y="1194608"/>
                  </a:lnTo>
                  <a:lnTo>
                    <a:pt x="6302782" y="1188323"/>
                  </a:lnTo>
                  <a:lnTo>
                    <a:pt x="6231159" y="1181940"/>
                  </a:lnTo>
                  <a:lnTo>
                    <a:pt x="6159537" y="1175457"/>
                  </a:lnTo>
                  <a:lnTo>
                    <a:pt x="6087914" y="1168872"/>
                  </a:lnTo>
                  <a:lnTo>
                    <a:pt x="6016292" y="1162186"/>
                  </a:lnTo>
                  <a:lnTo>
                    <a:pt x="5944669" y="1155394"/>
                  </a:lnTo>
                  <a:lnTo>
                    <a:pt x="5873047" y="1148497"/>
                  </a:lnTo>
                  <a:lnTo>
                    <a:pt x="5801424" y="1141493"/>
                  </a:lnTo>
                  <a:lnTo>
                    <a:pt x="5729802" y="1134379"/>
                  </a:lnTo>
                  <a:lnTo>
                    <a:pt x="5658179" y="1127154"/>
                  </a:lnTo>
                  <a:lnTo>
                    <a:pt x="5586557" y="1119817"/>
                  </a:lnTo>
                  <a:lnTo>
                    <a:pt x="5514934" y="1112365"/>
                  </a:lnTo>
                  <a:lnTo>
                    <a:pt x="5443311" y="1104797"/>
                  </a:lnTo>
                  <a:lnTo>
                    <a:pt x="5371689" y="1097111"/>
                  </a:lnTo>
                  <a:lnTo>
                    <a:pt x="5300066" y="1089305"/>
                  </a:lnTo>
                  <a:lnTo>
                    <a:pt x="5228444" y="1081377"/>
                  </a:lnTo>
                  <a:lnTo>
                    <a:pt x="5156821" y="1073326"/>
                  </a:lnTo>
                  <a:lnTo>
                    <a:pt x="5085199" y="1065149"/>
                  </a:lnTo>
                  <a:lnTo>
                    <a:pt x="5013576" y="1056845"/>
                  </a:lnTo>
                  <a:lnTo>
                    <a:pt x="4941954" y="1048411"/>
                  </a:lnTo>
                  <a:lnTo>
                    <a:pt x="4870331" y="1039846"/>
                  </a:lnTo>
                  <a:lnTo>
                    <a:pt x="4798709" y="1031147"/>
                  </a:lnTo>
                  <a:lnTo>
                    <a:pt x="4727086" y="1022312"/>
                  </a:lnTo>
                  <a:lnTo>
                    <a:pt x="4655464" y="1013340"/>
                  </a:lnTo>
                  <a:lnTo>
                    <a:pt x="4583841" y="1004227"/>
                  </a:lnTo>
                  <a:lnTo>
                    <a:pt x="4512219" y="994973"/>
                  </a:lnTo>
                  <a:lnTo>
                    <a:pt x="4440596" y="985574"/>
                  </a:lnTo>
                  <a:lnTo>
                    <a:pt x="4368974" y="976029"/>
                  </a:lnTo>
                  <a:lnTo>
                    <a:pt x="4297351" y="966334"/>
                  </a:lnTo>
                  <a:lnTo>
                    <a:pt x="4225729" y="956489"/>
                  </a:lnTo>
                  <a:lnTo>
                    <a:pt x="4154106" y="946490"/>
                  </a:lnTo>
                  <a:lnTo>
                    <a:pt x="4082483" y="936335"/>
                  </a:lnTo>
                  <a:lnTo>
                    <a:pt x="4010861" y="926022"/>
                  </a:lnTo>
                  <a:lnTo>
                    <a:pt x="3939238" y="915548"/>
                  </a:lnTo>
                  <a:lnTo>
                    <a:pt x="3867616" y="904910"/>
                  </a:lnTo>
                  <a:lnTo>
                    <a:pt x="3795993" y="894107"/>
                  </a:lnTo>
                  <a:lnTo>
                    <a:pt x="3724371" y="883135"/>
                  </a:lnTo>
                  <a:lnTo>
                    <a:pt x="3652748" y="871992"/>
                  </a:lnTo>
                  <a:lnTo>
                    <a:pt x="3581126" y="860676"/>
                  </a:lnTo>
                  <a:lnTo>
                    <a:pt x="3509503" y="849182"/>
                  </a:lnTo>
                  <a:lnTo>
                    <a:pt x="3437881" y="837510"/>
                  </a:lnTo>
                  <a:lnTo>
                    <a:pt x="3366258" y="825656"/>
                  </a:lnTo>
                  <a:lnTo>
                    <a:pt x="3294636" y="813616"/>
                  </a:lnTo>
                  <a:lnTo>
                    <a:pt x="3223013" y="801389"/>
                  </a:lnTo>
                  <a:lnTo>
                    <a:pt x="3151391" y="788972"/>
                  </a:lnTo>
                  <a:lnTo>
                    <a:pt x="3079768" y="776360"/>
                  </a:lnTo>
                  <a:lnTo>
                    <a:pt x="3008146" y="766097"/>
                  </a:lnTo>
                  <a:lnTo>
                    <a:pt x="2936523" y="760270"/>
                  </a:lnTo>
                  <a:lnTo>
                    <a:pt x="2864901" y="754401"/>
                  </a:lnTo>
                  <a:lnTo>
                    <a:pt x="2793278" y="748491"/>
                  </a:lnTo>
                  <a:lnTo>
                    <a:pt x="2721655" y="742540"/>
                  </a:lnTo>
                  <a:lnTo>
                    <a:pt x="2650033" y="736547"/>
                  </a:lnTo>
                  <a:lnTo>
                    <a:pt x="2578410" y="730513"/>
                  </a:lnTo>
                  <a:lnTo>
                    <a:pt x="2506788" y="724436"/>
                  </a:lnTo>
                  <a:lnTo>
                    <a:pt x="2435165" y="718316"/>
                  </a:lnTo>
                  <a:lnTo>
                    <a:pt x="2363543" y="712153"/>
                  </a:lnTo>
                  <a:lnTo>
                    <a:pt x="2291920" y="705947"/>
                  </a:lnTo>
                  <a:lnTo>
                    <a:pt x="2220298" y="699698"/>
                  </a:lnTo>
                  <a:lnTo>
                    <a:pt x="2148675" y="693405"/>
                  </a:lnTo>
                  <a:lnTo>
                    <a:pt x="2077053" y="687068"/>
                  </a:lnTo>
                  <a:lnTo>
                    <a:pt x="2005430" y="680686"/>
                  </a:lnTo>
                  <a:lnTo>
                    <a:pt x="1933808" y="674260"/>
                  </a:lnTo>
                  <a:lnTo>
                    <a:pt x="1862185" y="667789"/>
                  </a:lnTo>
                  <a:lnTo>
                    <a:pt x="1790563" y="661272"/>
                  </a:lnTo>
                  <a:lnTo>
                    <a:pt x="1718940" y="654710"/>
                  </a:lnTo>
                  <a:lnTo>
                    <a:pt x="1647318" y="648101"/>
                  </a:lnTo>
                  <a:lnTo>
                    <a:pt x="1575695" y="641447"/>
                  </a:lnTo>
                  <a:lnTo>
                    <a:pt x="1504073" y="634745"/>
                  </a:lnTo>
                  <a:lnTo>
                    <a:pt x="1432450" y="627997"/>
                  </a:lnTo>
                  <a:lnTo>
                    <a:pt x="1360827" y="621202"/>
                  </a:lnTo>
                  <a:lnTo>
                    <a:pt x="1289205" y="614358"/>
                  </a:lnTo>
                  <a:lnTo>
                    <a:pt x="1217582" y="607467"/>
                  </a:lnTo>
                  <a:lnTo>
                    <a:pt x="1145960" y="600528"/>
                  </a:lnTo>
                  <a:lnTo>
                    <a:pt x="1074337" y="593540"/>
                  </a:lnTo>
                  <a:lnTo>
                    <a:pt x="1002715" y="586503"/>
                  </a:lnTo>
                  <a:lnTo>
                    <a:pt x="931092" y="579416"/>
                  </a:lnTo>
                  <a:lnTo>
                    <a:pt x="859470" y="572280"/>
                  </a:lnTo>
                  <a:lnTo>
                    <a:pt x="787847" y="565094"/>
                  </a:lnTo>
                  <a:lnTo>
                    <a:pt x="716225" y="557858"/>
                  </a:lnTo>
                  <a:lnTo>
                    <a:pt x="644602" y="550571"/>
                  </a:lnTo>
                  <a:lnTo>
                    <a:pt x="572980" y="543233"/>
                  </a:lnTo>
                  <a:lnTo>
                    <a:pt x="501357" y="535843"/>
                  </a:lnTo>
                  <a:lnTo>
                    <a:pt x="429735" y="528402"/>
                  </a:lnTo>
                  <a:lnTo>
                    <a:pt x="358112" y="520908"/>
                  </a:lnTo>
                  <a:lnTo>
                    <a:pt x="286490" y="513362"/>
                  </a:lnTo>
                  <a:lnTo>
                    <a:pt x="214867" y="505763"/>
                  </a:lnTo>
                  <a:lnTo>
                    <a:pt x="143245" y="498111"/>
                  </a:lnTo>
                  <a:lnTo>
                    <a:pt x="71622" y="490405"/>
                  </a:lnTo>
                  <a:lnTo>
                    <a:pt x="0" y="482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0"/>
              <a:ext cx="7090630" cy="1039170"/>
            </a:xfrm>
            <a:custGeom>
              <a:avLst/>
              <a:pathLst>
                <a:path w="7090630" h="1039170">
                  <a:moveTo>
                    <a:pt x="0" y="0"/>
                  </a:moveTo>
                  <a:lnTo>
                    <a:pt x="71622" y="24532"/>
                  </a:lnTo>
                  <a:lnTo>
                    <a:pt x="143245" y="48689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1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9"/>
                  </a:lnTo>
                  <a:lnTo>
                    <a:pt x="716225" y="229052"/>
                  </a:lnTo>
                  <a:lnTo>
                    <a:pt x="787847" y="250068"/>
                  </a:lnTo>
                  <a:lnTo>
                    <a:pt x="859470" y="270761"/>
                  </a:lnTo>
                  <a:lnTo>
                    <a:pt x="931092" y="291136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6"/>
                  </a:lnTo>
                  <a:lnTo>
                    <a:pt x="1289205" y="388414"/>
                  </a:lnTo>
                  <a:lnTo>
                    <a:pt x="1360827" y="406982"/>
                  </a:lnTo>
                  <a:lnTo>
                    <a:pt x="1432450" y="425266"/>
                  </a:lnTo>
                  <a:lnTo>
                    <a:pt x="1504073" y="443268"/>
                  </a:lnTo>
                  <a:lnTo>
                    <a:pt x="1575695" y="460995"/>
                  </a:lnTo>
                  <a:lnTo>
                    <a:pt x="1647318" y="478449"/>
                  </a:lnTo>
                  <a:lnTo>
                    <a:pt x="1718940" y="495635"/>
                  </a:lnTo>
                  <a:lnTo>
                    <a:pt x="1790563" y="512557"/>
                  </a:lnTo>
                  <a:lnTo>
                    <a:pt x="1862185" y="529219"/>
                  </a:lnTo>
                  <a:lnTo>
                    <a:pt x="1933808" y="545625"/>
                  </a:lnTo>
                  <a:lnTo>
                    <a:pt x="2005430" y="561780"/>
                  </a:lnTo>
                  <a:lnTo>
                    <a:pt x="2077053" y="577686"/>
                  </a:lnTo>
                  <a:lnTo>
                    <a:pt x="2148675" y="593349"/>
                  </a:lnTo>
                  <a:lnTo>
                    <a:pt x="2220298" y="608770"/>
                  </a:lnTo>
                  <a:lnTo>
                    <a:pt x="2291920" y="623955"/>
                  </a:lnTo>
                  <a:lnTo>
                    <a:pt x="2363543" y="638907"/>
                  </a:lnTo>
                  <a:lnTo>
                    <a:pt x="2435165" y="653629"/>
                  </a:lnTo>
                  <a:lnTo>
                    <a:pt x="2506788" y="668125"/>
                  </a:lnTo>
                  <a:lnTo>
                    <a:pt x="2578410" y="682398"/>
                  </a:lnTo>
                  <a:lnTo>
                    <a:pt x="2650033" y="696452"/>
                  </a:lnTo>
                  <a:lnTo>
                    <a:pt x="2721655" y="710291"/>
                  </a:lnTo>
                  <a:lnTo>
                    <a:pt x="2793278" y="723917"/>
                  </a:lnTo>
                  <a:lnTo>
                    <a:pt x="2864901" y="737334"/>
                  </a:lnTo>
                  <a:lnTo>
                    <a:pt x="2936523" y="750544"/>
                  </a:lnTo>
                  <a:lnTo>
                    <a:pt x="3008146" y="763552"/>
                  </a:lnTo>
                  <a:lnTo>
                    <a:pt x="3079768" y="771884"/>
                  </a:lnTo>
                  <a:lnTo>
                    <a:pt x="3151391" y="777631"/>
                  </a:lnTo>
                  <a:lnTo>
                    <a:pt x="3223013" y="783338"/>
                  </a:lnTo>
                  <a:lnTo>
                    <a:pt x="3294636" y="789005"/>
                  </a:lnTo>
                  <a:lnTo>
                    <a:pt x="3366258" y="794633"/>
                  </a:lnTo>
                  <a:lnTo>
                    <a:pt x="3437881" y="800222"/>
                  </a:lnTo>
                  <a:lnTo>
                    <a:pt x="3509503" y="805771"/>
                  </a:lnTo>
                  <a:lnTo>
                    <a:pt x="3581126" y="811282"/>
                  </a:lnTo>
                  <a:lnTo>
                    <a:pt x="3652748" y="816755"/>
                  </a:lnTo>
                  <a:lnTo>
                    <a:pt x="3724371" y="822190"/>
                  </a:lnTo>
                  <a:lnTo>
                    <a:pt x="3795993" y="827587"/>
                  </a:lnTo>
                  <a:lnTo>
                    <a:pt x="3867616" y="832946"/>
                  </a:lnTo>
                  <a:lnTo>
                    <a:pt x="3939238" y="838268"/>
                  </a:lnTo>
                  <a:lnTo>
                    <a:pt x="4010861" y="843553"/>
                  </a:lnTo>
                  <a:lnTo>
                    <a:pt x="4082483" y="848801"/>
                  </a:lnTo>
                  <a:lnTo>
                    <a:pt x="4154106" y="854012"/>
                  </a:lnTo>
                  <a:lnTo>
                    <a:pt x="4225729" y="859188"/>
                  </a:lnTo>
                  <a:lnTo>
                    <a:pt x="4297351" y="864327"/>
                  </a:lnTo>
                  <a:lnTo>
                    <a:pt x="4368974" y="869430"/>
                  </a:lnTo>
                  <a:lnTo>
                    <a:pt x="4440596" y="874498"/>
                  </a:lnTo>
                  <a:lnTo>
                    <a:pt x="4512219" y="879531"/>
                  </a:lnTo>
                  <a:lnTo>
                    <a:pt x="4583841" y="884529"/>
                  </a:lnTo>
                  <a:lnTo>
                    <a:pt x="4655464" y="889492"/>
                  </a:lnTo>
                  <a:lnTo>
                    <a:pt x="4727086" y="894420"/>
                  </a:lnTo>
                  <a:lnTo>
                    <a:pt x="4798709" y="899314"/>
                  </a:lnTo>
                  <a:lnTo>
                    <a:pt x="4870331" y="904174"/>
                  </a:lnTo>
                  <a:lnTo>
                    <a:pt x="4941954" y="909001"/>
                  </a:lnTo>
                  <a:lnTo>
                    <a:pt x="5013576" y="913793"/>
                  </a:lnTo>
                  <a:lnTo>
                    <a:pt x="5085199" y="918553"/>
                  </a:lnTo>
                  <a:lnTo>
                    <a:pt x="5156821" y="923279"/>
                  </a:lnTo>
                  <a:lnTo>
                    <a:pt x="5228444" y="927972"/>
                  </a:lnTo>
                  <a:lnTo>
                    <a:pt x="5300066" y="932633"/>
                  </a:lnTo>
                  <a:lnTo>
                    <a:pt x="5371689" y="937261"/>
                  </a:lnTo>
                  <a:lnTo>
                    <a:pt x="5443311" y="941857"/>
                  </a:lnTo>
                  <a:lnTo>
                    <a:pt x="5514934" y="946421"/>
                  </a:lnTo>
                  <a:lnTo>
                    <a:pt x="5586557" y="950953"/>
                  </a:lnTo>
                  <a:lnTo>
                    <a:pt x="5658179" y="955454"/>
                  </a:lnTo>
                  <a:lnTo>
                    <a:pt x="5729802" y="959923"/>
                  </a:lnTo>
                  <a:lnTo>
                    <a:pt x="5801424" y="964361"/>
                  </a:lnTo>
                  <a:lnTo>
                    <a:pt x="5873047" y="968768"/>
                  </a:lnTo>
                  <a:lnTo>
                    <a:pt x="5944669" y="973145"/>
                  </a:lnTo>
                  <a:lnTo>
                    <a:pt x="6016292" y="977491"/>
                  </a:lnTo>
                  <a:lnTo>
                    <a:pt x="6087914" y="981807"/>
                  </a:lnTo>
                  <a:lnTo>
                    <a:pt x="6159537" y="986093"/>
                  </a:lnTo>
                  <a:lnTo>
                    <a:pt x="6231159" y="990349"/>
                  </a:lnTo>
                  <a:lnTo>
                    <a:pt x="6302782" y="994576"/>
                  </a:lnTo>
                  <a:lnTo>
                    <a:pt x="6374404" y="998773"/>
                  </a:lnTo>
                  <a:lnTo>
                    <a:pt x="6446027" y="1002941"/>
                  </a:lnTo>
                  <a:lnTo>
                    <a:pt x="6517649" y="1007080"/>
                  </a:lnTo>
                  <a:lnTo>
                    <a:pt x="6589272" y="1011190"/>
                  </a:lnTo>
                  <a:lnTo>
                    <a:pt x="6660894" y="1015271"/>
                  </a:lnTo>
                  <a:lnTo>
                    <a:pt x="6732517" y="1019324"/>
                  </a:lnTo>
                  <a:lnTo>
                    <a:pt x="6804139" y="1023349"/>
                  </a:lnTo>
                  <a:lnTo>
                    <a:pt x="6875762" y="1027346"/>
                  </a:lnTo>
                  <a:lnTo>
                    <a:pt x="6947385" y="1031315"/>
                  </a:lnTo>
                  <a:lnTo>
                    <a:pt x="7019007" y="1035256"/>
                  </a:lnTo>
                  <a:lnTo>
                    <a:pt x="7090630" y="1039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2"/>
                  </a:lnTo>
                  <a:lnTo>
                    <a:pt x="6947385" y="758894"/>
                  </a:lnTo>
                  <a:lnTo>
                    <a:pt x="6875762" y="753340"/>
                  </a:lnTo>
                  <a:lnTo>
                    <a:pt x="6804139" y="747700"/>
                  </a:lnTo>
                  <a:lnTo>
                    <a:pt x="6732517" y="741972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6"/>
                  </a:lnTo>
                  <a:lnTo>
                    <a:pt x="6446027" y="718152"/>
                  </a:lnTo>
                  <a:lnTo>
                    <a:pt x="6374404" y="711963"/>
                  </a:lnTo>
                  <a:lnTo>
                    <a:pt x="6302782" y="705677"/>
                  </a:lnTo>
                  <a:lnTo>
                    <a:pt x="6231159" y="699294"/>
                  </a:lnTo>
                  <a:lnTo>
                    <a:pt x="6159537" y="692811"/>
                  </a:lnTo>
                  <a:lnTo>
                    <a:pt x="6087914" y="686227"/>
                  </a:lnTo>
                  <a:lnTo>
                    <a:pt x="6016292" y="679540"/>
                  </a:lnTo>
                  <a:lnTo>
                    <a:pt x="5944669" y="672749"/>
                  </a:lnTo>
                  <a:lnTo>
                    <a:pt x="5873047" y="665852"/>
                  </a:lnTo>
                  <a:lnTo>
                    <a:pt x="5801424" y="658847"/>
                  </a:lnTo>
                  <a:lnTo>
                    <a:pt x="5729802" y="651734"/>
                  </a:lnTo>
                  <a:lnTo>
                    <a:pt x="5658179" y="644509"/>
                  </a:lnTo>
                  <a:lnTo>
                    <a:pt x="5586557" y="637171"/>
                  </a:lnTo>
                  <a:lnTo>
                    <a:pt x="5514934" y="629720"/>
                  </a:lnTo>
                  <a:lnTo>
                    <a:pt x="5443311" y="622152"/>
                  </a:lnTo>
                  <a:lnTo>
                    <a:pt x="5371689" y="614466"/>
                  </a:lnTo>
                  <a:lnTo>
                    <a:pt x="5300066" y="606660"/>
                  </a:lnTo>
                  <a:lnTo>
                    <a:pt x="5228444" y="598732"/>
                  </a:lnTo>
                  <a:lnTo>
                    <a:pt x="5156821" y="590681"/>
                  </a:lnTo>
                  <a:lnTo>
                    <a:pt x="5085199" y="582504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2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9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90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5"/>
                  </a:lnTo>
                  <a:lnTo>
                    <a:pt x="3795993" y="411461"/>
                  </a:lnTo>
                  <a:lnTo>
                    <a:pt x="3724371" y="400490"/>
                  </a:lnTo>
                  <a:lnTo>
                    <a:pt x="3652748" y="389347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4"/>
                  </a:lnTo>
                  <a:lnTo>
                    <a:pt x="3151391" y="306326"/>
                  </a:lnTo>
                  <a:lnTo>
                    <a:pt x="3079768" y="293715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3"/>
                  </a:lnTo>
                  <a:lnTo>
                    <a:pt x="2148675" y="210760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5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2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4"/>
              <a:ext cx="7090630" cy="895574"/>
            </a:xfrm>
            <a:custGeom>
              <a:avLst/>
              <a:pathLst>
                <a:path w="7090630" h="895574">
                  <a:moveTo>
                    <a:pt x="0" y="0"/>
                  </a:moveTo>
                  <a:lnTo>
                    <a:pt x="71622" y="14903"/>
                  </a:lnTo>
                  <a:lnTo>
                    <a:pt x="143245" y="29641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9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4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1"/>
                  </a:lnTo>
                  <a:lnTo>
                    <a:pt x="2077053" y="370964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9"/>
                  </a:lnTo>
                  <a:lnTo>
                    <a:pt x="2363543" y="413294"/>
                  </a:lnTo>
                  <a:lnTo>
                    <a:pt x="2435165" y="423582"/>
                  </a:lnTo>
                  <a:lnTo>
                    <a:pt x="2506788" y="433756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1"/>
                  </a:lnTo>
                  <a:lnTo>
                    <a:pt x="2793278" y="473328"/>
                  </a:lnTo>
                  <a:lnTo>
                    <a:pt x="2864901" y="482946"/>
                  </a:lnTo>
                  <a:lnTo>
                    <a:pt x="2936523" y="492457"/>
                  </a:lnTo>
                  <a:lnTo>
                    <a:pt x="3008146" y="501862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2"/>
                  </a:lnTo>
                  <a:lnTo>
                    <a:pt x="3366258" y="547333"/>
                  </a:lnTo>
                  <a:lnTo>
                    <a:pt x="3437881" y="556125"/>
                  </a:lnTo>
                  <a:lnTo>
                    <a:pt x="3509503" y="564819"/>
                  </a:lnTo>
                  <a:lnTo>
                    <a:pt x="3581126" y="573416"/>
                  </a:lnTo>
                  <a:lnTo>
                    <a:pt x="3652748" y="581916"/>
                  </a:lnTo>
                  <a:lnTo>
                    <a:pt x="3724371" y="590322"/>
                  </a:lnTo>
                  <a:lnTo>
                    <a:pt x="3795993" y="598634"/>
                  </a:lnTo>
                  <a:lnTo>
                    <a:pt x="3867616" y="606853"/>
                  </a:lnTo>
                  <a:lnTo>
                    <a:pt x="3939238" y="614980"/>
                  </a:lnTo>
                  <a:lnTo>
                    <a:pt x="4010861" y="623017"/>
                  </a:lnTo>
                  <a:lnTo>
                    <a:pt x="4082483" y="630964"/>
                  </a:lnTo>
                  <a:lnTo>
                    <a:pt x="4154106" y="638822"/>
                  </a:lnTo>
                  <a:lnTo>
                    <a:pt x="4225729" y="646592"/>
                  </a:lnTo>
                  <a:lnTo>
                    <a:pt x="4297351" y="654276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1"/>
                  </a:lnTo>
                  <a:lnTo>
                    <a:pt x="4870331" y="712735"/>
                  </a:lnTo>
                  <a:lnTo>
                    <a:pt x="4941954" y="719679"/>
                  </a:lnTo>
                  <a:lnTo>
                    <a:pt x="5013576" y="726547"/>
                  </a:lnTo>
                  <a:lnTo>
                    <a:pt x="5085199" y="733338"/>
                  </a:lnTo>
                  <a:lnTo>
                    <a:pt x="5156821" y="740053"/>
                  </a:lnTo>
                  <a:lnTo>
                    <a:pt x="5228444" y="746693"/>
                  </a:lnTo>
                  <a:lnTo>
                    <a:pt x="5300066" y="753258"/>
                  </a:lnTo>
                  <a:lnTo>
                    <a:pt x="5371689" y="759751"/>
                  </a:lnTo>
                  <a:lnTo>
                    <a:pt x="5443311" y="766171"/>
                  </a:lnTo>
                  <a:lnTo>
                    <a:pt x="5514934" y="772519"/>
                  </a:lnTo>
                  <a:lnTo>
                    <a:pt x="5586557" y="778796"/>
                  </a:lnTo>
                  <a:lnTo>
                    <a:pt x="5658179" y="785004"/>
                  </a:lnTo>
                  <a:lnTo>
                    <a:pt x="5729802" y="791142"/>
                  </a:lnTo>
                  <a:lnTo>
                    <a:pt x="5801424" y="797211"/>
                  </a:lnTo>
                  <a:lnTo>
                    <a:pt x="5873047" y="803213"/>
                  </a:lnTo>
                  <a:lnTo>
                    <a:pt x="5944669" y="809148"/>
                  </a:lnTo>
                  <a:lnTo>
                    <a:pt x="6016292" y="815016"/>
                  </a:lnTo>
                  <a:lnTo>
                    <a:pt x="6087914" y="820819"/>
                  </a:lnTo>
                  <a:lnTo>
                    <a:pt x="6159537" y="826557"/>
                  </a:lnTo>
                  <a:lnTo>
                    <a:pt x="6231159" y="832231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300"/>
                  </a:lnTo>
                  <a:lnTo>
                    <a:pt x="6589272" y="859664"/>
                  </a:lnTo>
                  <a:lnTo>
                    <a:pt x="6660894" y="864969"/>
                  </a:lnTo>
                  <a:lnTo>
                    <a:pt x="6732517" y="870214"/>
                  </a:lnTo>
                  <a:lnTo>
                    <a:pt x="6804139" y="875400"/>
                  </a:lnTo>
                  <a:lnTo>
                    <a:pt x="6875762" y="880529"/>
                  </a:lnTo>
                  <a:lnTo>
                    <a:pt x="6947385" y="885600"/>
                  </a:lnTo>
                  <a:lnTo>
                    <a:pt x="7019007" y="890615"/>
                  </a:lnTo>
                  <a:lnTo>
                    <a:pt x="7090630" y="895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(1.09-1.21), p = &lt;0.001  |  per IQR decline (Δ = 0.27): 1.46 (1.26-1.68)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2026-06-08T10:27:30Z</dcterms:modified>
  <cp:category/>
</cp:coreProperties>
</file>