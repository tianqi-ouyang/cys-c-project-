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24501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65536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68606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40658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2711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10527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82579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46325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266851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235312" y="2823740"/>
              <a:ext cx="6964104" cy="451958"/>
            </a:xfrm>
            <a:custGeom>
              <a:avLst/>
              <a:pathLst>
                <a:path w="6964104" h="451958">
                  <a:moveTo>
                    <a:pt x="0" y="0"/>
                  </a:moveTo>
                  <a:lnTo>
                    <a:pt x="70344" y="8853"/>
                  </a:lnTo>
                  <a:lnTo>
                    <a:pt x="140688" y="17570"/>
                  </a:lnTo>
                  <a:lnTo>
                    <a:pt x="211033" y="26154"/>
                  </a:lnTo>
                  <a:lnTo>
                    <a:pt x="281377" y="34605"/>
                  </a:lnTo>
                  <a:lnTo>
                    <a:pt x="351722" y="42927"/>
                  </a:lnTo>
                  <a:lnTo>
                    <a:pt x="422066" y="51122"/>
                  </a:lnTo>
                  <a:lnTo>
                    <a:pt x="492411" y="59190"/>
                  </a:lnTo>
                  <a:lnTo>
                    <a:pt x="562755" y="67134"/>
                  </a:lnTo>
                  <a:lnTo>
                    <a:pt x="633100" y="74957"/>
                  </a:lnTo>
                  <a:lnTo>
                    <a:pt x="703444" y="82659"/>
                  </a:lnTo>
                  <a:lnTo>
                    <a:pt x="773789" y="90243"/>
                  </a:lnTo>
                  <a:lnTo>
                    <a:pt x="844133" y="97711"/>
                  </a:lnTo>
                  <a:lnTo>
                    <a:pt x="914478" y="105064"/>
                  </a:lnTo>
                  <a:lnTo>
                    <a:pt x="984822" y="112304"/>
                  </a:lnTo>
                  <a:lnTo>
                    <a:pt x="1055167" y="119432"/>
                  </a:lnTo>
                  <a:lnTo>
                    <a:pt x="1125511" y="126452"/>
                  </a:lnTo>
                  <a:lnTo>
                    <a:pt x="1195856" y="133363"/>
                  </a:lnTo>
                  <a:lnTo>
                    <a:pt x="1266200" y="140169"/>
                  </a:lnTo>
                  <a:lnTo>
                    <a:pt x="1336545" y="146870"/>
                  </a:lnTo>
                  <a:lnTo>
                    <a:pt x="1406889" y="153468"/>
                  </a:lnTo>
                  <a:lnTo>
                    <a:pt x="1477234" y="159965"/>
                  </a:lnTo>
                  <a:lnTo>
                    <a:pt x="1547578" y="166362"/>
                  </a:lnTo>
                  <a:lnTo>
                    <a:pt x="1617923" y="172660"/>
                  </a:lnTo>
                  <a:lnTo>
                    <a:pt x="1688267" y="178862"/>
                  </a:lnTo>
                  <a:lnTo>
                    <a:pt x="1758612" y="184969"/>
                  </a:lnTo>
                  <a:lnTo>
                    <a:pt x="1828956" y="190982"/>
                  </a:lnTo>
                  <a:lnTo>
                    <a:pt x="1899301" y="196903"/>
                  </a:lnTo>
                  <a:lnTo>
                    <a:pt x="1969645" y="202733"/>
                  </a:lnTo>
                  <a:lnTo>
                    <a:pt x="2039990" y="208473"/>
                  </a:lnTo>
                  <a:lnTo>
                    <a:pt x="2110334" y="214125"/>
                  </a:lnTo>
                  <a:lnTo>
                    <a:pt x="2180679" y="219690"/>
                  </a:lnTo>
                  <a:lnTo>
                    <a:pt x="2251023" y="225170"/>
                  </a:lnTo>
                  <a:lnTo>
                    <a:pt x="2321368" y="230566"/>
                  </a:lnTo>
                  <a:lnTo>
                    <a:pt x="2391712" y="235879"/>
                  </a:lnTo>
                  <a:lnTo>
                    <a:pt x="2462057" y="241110"/>
                  </a:lnTo>
                  <a:lnTo>
                    <a:pt x="2532401" y="246261"/>
                  </a:lnTo>
                  <a:lnTo>
                    <a:pt x="2602746" y="251333"/>
                  </a:lnTo>
                  <a:lnTo>
                    <a:pt x="2673090" y="256327"/>
                  </a:lnTo>
                  <a:lnTo>
                    <a:pt x="2743435" y="261244"/>
                  </a:lnTo>
                  <a:lnTo>
                    <a:pt x="2813779" y="266086"/>
                  </a:lnTo>
                  <a:lnTo>
                    <a:pt x="2884124" y="270853"/>
                  </a:lnTo>
                  <a:lnTo>
                    <a:pt x="2954468" y="275547"/>
                  </a:lnTo>
                  <a:lnTo>
                    <a:pt x="3024813" y="278554"/>
                  </a:lnTo>
                  <a:lnTo>
                    <a:pt x="3095157" y="280628"/>
                  </a:lnTo>
                  <a:lnTo>
                    <a:pt x="3165502" y="282688"/>
                  </a:lnTo>
                  <a:lnTo>
                    <a:pt x="3235846" y="284733"/>
                  </a:lnTo>
                  <a:lnTo>
                    <a:pt x="3306191" y="286764"/>
                  </a:lnTo>
                  <a:lnTo>
                    <a:pt x="3376535" y="288780"/>
                  </a:lnTo>
                  <a:lnTo>
                    <a:pt x="3446880" y="290783"/>
                  </a:lnTo>
                  <a:lnTo>
                    <a:pt x="3517224" y="292772"/>
                  </a:lnTo>
                  <a:lnTo>
                    <a:pt x="3587569" y="294747"/>
                  </a:lnTo>
                  <a:lnTo>
                    <a:pt x="3657913" y="296708"/>
                  </a:lnTo>
                  <a:lnTo>
                    <a:pt x="3728257" y="298656"/>
                  </a:lnTo>
                  <a:lnTo>
                    <a:pt x="3798602" y="300590"/>
                  </a:lnTo>
                  <a:lnTo>
                    <a:pt x="3868946" y="302510"/>
                  </a:lnTo>
                  <a:lnTo>
                    <a:pt x="3939291" y="304418"/>
                  </a:lnTo>
                  <a:lnTo>
                    <a:pt x="4009635" y="306311"/>
                  </a:lnTo>
                  <a:lnTo>
                    <a:pt x="4079980" y="308192"/>
                  </a:lnTo>
                  <a:lnTo>
                    <a:pt x="4150324" y="310060"/>
                  </a:lnTo>
                  <a:lnTo>
                    <a:pt x="4220669" y="311914"/>
                  </a:lnTo>
                  <a:lnTo>
                    <a:pt x="4291013" y="313756"/>
                  </a:lnTo>
                  <a:lnTo>
                    <a:pt x="4361358" y="315585"/>
                  </a:lnTo>
                  <a:lnTo>
                    <a:pt x="4431702" y="317401"/>
                  </a:lnTo>
                  <a:lnTo>
                    <a:pt x="4502047" y="319205"/>
                  </a:lnTo>
                  <a:lnTo>
                    <a:pt x="4572391" y="320996"/>
                  </a:lnTo>
                  <a:lnTo>
                    <a:pt x="4642736" y="322774"/>
                  </a:lnTo>
                  <a:lnTo>
                    <a:pt x="4713080" y="324541"/>
                  </a:lnTo>
                  <a:lnTo>
                    <a:pt x="4783425" y="326295"/>
                  </a:lnTo>
                  <a:lnTo>
                    <a:pt x="4853769" y="328036"/>
                  </a:lnTo>
                  <a:lnTo>
                    <a:pt x="4924114" y="329766"/>
                  </a:lnTo>
                  <a:lnTo>
                    <a:pt x="4994458" y="331483"/>
                  </a:lnTo>
                  <a:lnTo>
                    <a:pt x="5064803" y="333189"/>
                  </a:lnTo>
                  <a:lnTo>
                    <a:pt x="5135147" y="334882"/>
                  </a:lnTo>
                  <a:lnTo>
                    <a:pt x="5205492" y="336564"/>
                  </a:lnTo>
                  <a:lnTo>
                    <a:pt x="5275836" y="338235"/>
                  </a:lnTo>
                  <a:lnTo>
                    <a:pt x="5346181" y="339893"/>
                  </a:lnTo>
                  <a:lnTo>
                    <a:pt x="5416525" y="341540"/>
                  </a:lnTo>
                  <a:lnTo>
                    <a:pt x="5486870" y="343176"/>
                  </a:lnTo>
                  <a:lnTo>
                    <a:pt x="5557214" y="344800"/>
                  </a:lnTo>
                  <a:lnTo>
                    <a:pt x="5627559" y="346413"/>
                  </a:lnTo>
                  <a:lnTo>
                    <a:pt x="5697903" y="348014"/>
                  </a:lnTo>
                  <a:lnTo>
                    <a:pt x="5768248" y="349605"/>
                  </a:lnTo>
                  <a:lnTo>
                    <a:pt x="5838592" y="351184"/>
                  </a:lnTo>
                  <a:lnTo>
                    <a:pt x="5908937" y="352753"/>
                  </a:lnTo>
                  <a:lnTo>
                    <a:pt x="5979281" y="354310"/>
                  </a:lnTo>
                  <a:lnTo>
                    <a:pt x="6049626" y="355857"/>
                  </a:lnTo>
                  <a:lnTo>
                    <a:pt x="6119970" y="357393"/>
                  </a:lnTo>
                  <a:lnTo>
                    <a:pt x="6190315" y="358918"/>
                  </a:lnTo>
                  <a:lnTo>
                    <a:pt x="6260659" y="360433"/>
                  </a:lnTo>
                  <a:lnTo>
                    <a:pt x="6331004" y="361937"/>
                  </a:lnTo>
                  <a:lnTo>
                    <a:pt x="6401348" y="363431"/>
                  </a:lnTo>
                  <a:lnTo>
                    <a:pt x="6471693" y="364914"/>
                  </a:lnTo>
                  <a:lnTo>
                    <a:pt x="6542037" y="366387"/>
                  </a:lnTo>
                  <a:lnTo>
                    <a:pt x="6612382" y="367849"/>
                  </a:lnTo>
                  <a:lnTo>
                    <a:pt x="6682726" y="369302"/>
                  </a:lnTo>
                  <a:lnTo>
                    <a:pt x="6753071" y="370744"/>
                  </a:lnTo>
                  <a:lnTo>
                    <a:pt x="6823415" y="372176"/>
                  </a:lnTo>
                  <a:lnTo>
                    <a:pt x="6893760" y="373599"/>
                  </a:lnTo>
                  <a:lnTo>
                    <a:pt x="6964104" y="375011"/>
                  </a:lnTo>
                  <a:lnTo>
                    <a:pt x="6964104" y="451958"/>
                  </a:lnTo>
                  <a:lnTo>
                    <a:pt x="6893760" y="450015"/>
                  </a:lnTo>
                  <a:lnTo>
                    <a:pt x="6823415" y="448041"/>
                  </a:lnTo>
                  <a:lnTo>
                    <a:pt x="6753071" y="446037"/>
                  </a:lnTo>
                  <a:lnTo>
                    <a:pt x="6682726" y="444002"/>
                  </a:lnTo>
                  <a:lnTo>
                    <a:pt x="6612382" y="441935"/>
                  </a:lnTo>
                  <a:lnTo>
                    <a:pt x="6542037" y="439835"/>
                  </a:lnTo>
                  <a:lnTo>
                    <a:pt x="6471693" y="437703"/>
                  </a:lnTo>
                  <a:lnTo>
                    <a:pt x="6401348" y="435538"/>
                  </a:lnTo>
                  <a:lnTo>
                    <a:pt x="6331004" y="433339"/>
                  </a:lnTo>
                  <a:lnTo>
                    <a:pt x="6260659" y="431105"/>
                  </a:lnTo>
                  <a:lnTo>
                    <a:pt x="6190315" y="428837"/>
                  </a:lnTo>
                  <a:lnTo>
                    <a:pt x="6119970" y="426533"/>
                  </a:lnTo>
                  <a:lnTo>
                    <a:pt x="6049626" y="424194"/>
                  </a:lnTo>
                  <a:lnTo>
                    <a:pt x="5979281" y="421818"/>
                  </a:lnTo>
                  <a:lnTo>
                    <a:pt x="5908937" y="419405"/>
                  </a:lnTo>
                  <a:lnTo>
                    <a:pt x="5838592" y="416954"/>
                  </a:lnTo>
                  <a:lnTo>
                    <a:pt x="5768248" y="414465"/>
                  </a:lnTo>
                  <a:lnTo>
                    <a:pt x="5697903" y="411937"/>
                  </a:lnTo>
                  <a:lnTo>
                    <a:pt x="5627559" y="409370"/>
                  </a:lnTo>
                  <a:lnTo>
                    <a:pt x="5557214" y="406763"/>
                  </a:lnTo>
                  <a:lnTo>
                    <a:pt x="5486870" y="404115"/>
                  </a:lnTo>
                  <a:lnTo>
                    <a:pt x="5416525" y="401426"/>
                  </a:lnTo>
                  <a:lnTo>
                    <a:pt x="5346181" y="398694"/>
                  </a:lnTo>
                  <a:lnTo>
                    <a:pt x="5275836" y="395921"/>
                  </a:lnTo>
                  <a:lnTo>
                    <a:pt x="5205492" y="393104"/>
                  </a:lnTo>
                  <a:lnTo>
                    <a:pt x="5135147" y="390243"/>
                  </a:lnTo>
                  <a:lnTo>
                    <a:pt x="5064803" y="387337"/>
                  </a:lnTo>
                  <a:lnTo>
                    <a:pt x="4994458" y="384386"/>
                  </a:lnTo>
                  <a:lnTo>
                    <a:pt x="4924114" y="381390"/>
                  </a:lnTo>
                  <a:lnTo>
                    <a:pt x="4853769" y="378346"/>
                  </a:lnTo>
                  <a:lnTo>
                    <a:pt x="4783425" y="375255"/>
                  </a:lnTo>
                  <a:lnTo>
                    <a:pt x="4713080" y="372116"/>
                  </a:lnTo>
                  <a:lnTo>
                    <a:pt x="4642736" y="368928"/>
                  </a:lnTo>
                  <a:lnTo>
                    <a:pt x="4572391" y="365690"/>
                  </a:lnTo>
                  <a:lnTo>
                    <a:pt x="4502047" y="362401"/>
                  </a:lnTo>
                  <a:lnTo>
                    <a:pt x="4431702" y="359061"/>
                  </a:lnTo>
                  <a:lnTo>
                    <a:pt x="4361358" y="355670"/>
                  </a:lnTo>
                  <a:lnTo>
                    <a:pt x="4291013" y="352225"/>
                  </a:lnTo>
                  <a:lnTo>
                    <a:pt x="4220669" y="348727"/>
                  </a:lnTo>
                  <a:lnTo>
                    <a:pt x="4150324" y="345174"/>
                  </a:lnTo>
                  <a:lnTo>
                    <a:pt x="4079980" y="341565"/>
                  </a:lnTo>
                  <a:lnTo>
                    <a:pt x="4009635" y="337900"/>
                  </a:lnTo>
                  <a:lnTo>
                    <a:pt x="3939291" y="334179"/>
                  </a:lnTo>
                  <a:lnTo>
                    <a:pt x="3868946" y="330399"/>
                  </a:lnTo>
                  <a:lnTo>
                    <a:pt x="3798602" y="326560"/>
                  </a:lnTo>
                  <a:lnTo>
                    <a:pt x="3728257" y="322661"/>
                  </a:lnTo>
                  <a:lnTo>
                    <a:pt x="3657913" y="318702"/>
                  </a:lnTo>
                  <a:lnTo>
                    <a:pt x="3587569" y="314681"/>
                  </a:lnTo>
                  <a:lnTo>
                    <a:pt x="3517224" y="310597"/>
                  </a:lnTo>
                  <a:lnTo>
                    <a:pt x="3446880" y="306449"/>
                  </a:lnTo>
                  <a:lnTo>
                    <a:pt x="3376535" y="302237"/>
                  </a:lnTo>
                  <a:lnTo>
                    <a:pt x="3306191" y="297959"/>
                  </a:lnTo>
                  <a:lnTo>
                    <a:pt x="3235846" y="293614"/>
                  </a:lnTo>
                  <a:lnTo>
                    <a:pt x="3165502" y="289202"/>
                  </a:lnTo>
                  <a:lnTo>
                    <a:pt x="3095157" y="284720"/>
                  </a:lnTo>
                  <a:lnTo>
                    <a:pt x="3024813" y="280169"/>
                  </a:lnTo>
                  <a:lnTo>
                    <a:pt x="2954468" y="276466"/>
                  </a:lnTo>
                  <a:lnTo>
                    <a:pt x="2884124" y="274363"/>
                  </a:lnTo>
                  <a:lnTo>
                    <a:pt x="2813779" y="272245"/>
                  </a:lnTo>
                  <a:lnTo>
                    <a:pt x="2743435" y="270112"/>
                  </a:lnTo>
                  <a:lnTo>
                    <a:pt x="2673090" y="267965"/>
                  </a:lnTo>
                  <a:lnTo>
                    <a:pt x="2602746" y="265802"/>
                  </a:lnTo>
                  <a:lnTo>
                    <a:pt x="2532401" y="263624"/>
                  </a:lnTo>
                  <a:lnTo>
                    <a:pt x="2462057" y="261431"/>
                  </a:lnTo>
                  <a:lnTo>
                    <a:pt x="2391712" y="259223"/>
                  </a:lnTo>
                  <a:lnTo>
                    <a:pt x="2321368" y="256999"/>
                  </a:lnTo>
                  <a:lnTo>
                    <a:pt x="2251023" y="254759"/>
                  </a:lnTo>
                  <a:lnTo>
                    <a:pt x="2180679" y="252504"/>
                  </a:lnTo>
                  <a:lnTo>
                    <a:pt x="2110334" y="250233"/>
                  </a:lnTo>
                  <a:lnTo>
                    <a:pt x="2039990" y="247946"/>
                  </a:lnTo>
                  <a:lnTo>
                    <a:pt x="1969645" y="245643"/>
                  </a:lnTo>
                  <a:lnTo>
                    <a:pt x="1899301" y="243324"/>
                  </a:lnTo>
                  <a:lnTo>
                    <a:pt x="1828956" y="240989"/>
                  </a:lnTo>
                  <a:lnTo>
                    <a:pt x="1758612" y="238637"/>
                  </a:lnTo>
                  <a:lnTo>
                    <a:pt x="1688267" y="236269"/>
                  </a:lnTo>
                  <a:lnTo>
                    <a:pt x="1617923" y="233884"/>
                  </a:lnTo>
                  <a:lnTo>
                    <a:pt x="1547578" y="231482"/>
                  </a:lnTo>
                  <a:lnTo>
                    <a:pt x="1477234" y="229064"/>
                  </a:lnTo>
                  <a:lnTo>
                    <a:pt x="1406889" y="226629"/>
                  </a:lnTo>
                  <a:lnTo>
                    <a:pt x="1336545" y="224176"/>
                  </a:lnTo>
                  <a:lnTo>
                    <a:pt x="1266200" y="221707"/>
                  </a:lnTo>
                  <a:lnTo>
                    <a:pt x="1195856" y="219220"/>
                  </a:lnTo>
                  <a:lnTo>
                    <a:pt x="1125511" y="216716"/>
                  </a:lnTo>
                  <a:lnTo>
                    <a:pt x="1055167" y="214194"/>
                  </a:lnTo>
                  <a:lnTo>
                    <a:pt x="984822" y="211654"/>
                  </a:lnTo>
                  <a:lnTo>
                    <a:pt x="914478" y="209097"/>
                  </a:lnTo>
                  <a:lnTo>
                    <a:pt x="844133" y="206522"/>
                  </a:lnTo>
                  <a:lnTo>
                    <a:pt x="773789" y="203929"/>
                  </a:lnTo>
                  <a:lnTo>
                    <a:pt x="703444" y="201317"/>
                  </a:lnTo>
                  <a:lnTo>
                    <a:pt x="633100" y="198687"/>
                  </a:lnTo>
                  <a:lnTo>
                    <a:pt x="562755" y="196039"/>
                  </a:lnTo>
                  <a:lnTo>
                    <a:pt x="492411" y="193372"/>
                  </a:lnTo>
                  <a:lnTo>
                    <a:pt x="422066" y="190687"/>
                  </a:lnTo>
                  <a:lnTo>
                    <a:pt x="351722" y="187983"/>
                  </a:lnTo>
                  <a:lnTo>
                    <a:pt x="281377" y="185260"/>
                  </a:lnTo>
                  <a:lnTo>
                    <a:pt x="211033" y="182517"/>
                  </a:lnTo>
                  <a:lnTo>
                    <a:pt x="140688" y="179756"/>
                  </a:lnTo>
                  <a:lnTo>
                    <a:pt x="70344" y="176975"/>
                  </a:lnTo>
                  <a:lnTo>
                    <a:pt x="0" y="17417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5312" y="2823740"/>
              <a:ext cx="6964104" cy="375011"/>
            </a:xfrm>
            <a:custGeom>
              <a:avLst/>
              <a:pathLst>
                <a:path w="6964104" h="375011">
                  <a:moveTo>
                    <a:pt x="0" y="0"/>
                  </a:moveTo>
                  <a:lnTo>
                    <a:pt x="70344" y="8853"/>
                  </a:lnTo>
                  <a:lnTo>
                    <a:pt x="140688" y="17570"/>
                  </a:lnTo>
                  <a:lnTo>
                    <a:pt x="211033" y="26154"/>
                  </a:lnTo>
                  <a:lnTo>
                    <a:pt x="281377" y="34605"/>
                  </a:lnTo>
                  <a:lnTo>
                    <a:pt x="351722" y="42927"/>
                  </a:lnTo>
                  <a:lnTo>
                    <a:pt x="422066" y="51122"/>
                  </a:lnTo>
                  <a:lnTo>
                    <a:pt x="492411" y="59190"/>
                  </a:lnTo>
                  <a:lnTo>
                    <a:pt x="562755" y="67134"/>
                  </a:lnTo>
                  <a:lnTo>
                    <a:pt x="633100" y="74957"/>
                  </a:lnTo>
                  <a:lnTo>
                    <a:pt x="703444" y="82659"/>
                  </a:lnTo>
                  <a:lnTo>
                    <a:pt x="773789" y="90243"/>
                  </a:lnTo>
                  <a:lnTo>
                    <a:pt x="844133" y="97711"/>
                  </a:lnTo>
                  <a:lnTo>
                    <a:pt x="914478" y="105064"/>
                  </a:lnTo>
                  <a:lnTo>
                    <a:pt x="984822" y="112304"/>
                  </a:lnTo>
                  <a:lnTo>
                    <a:pt x="1055167" y="119432"/>
                  </a:lnTo>
                  <a:lnTo>
                    <a:pt x="1125511" y="126452"/>
                  </a:lnTo>
                  <a:lnTo>
                    <a:pt x="1195856" y="133363"/>
                  </a:lnTo>
                  <a:lnTo>
                    <a:pt x="1266200" y="140169"/>
                  </a:lnTo>
                  <a:lnTo>
                    <a:pt x="1336545" y="146870"/>
                  </a:lnTo>
                  <a:lnTo>
                    <a:pt x="1406889" y="153468"/>
                  </a:lnTo>
                  <a:lnTo>
                    <a:pt x="1477234" y="159965"/>
                  </a:lnTo>
                  <a:lnTo>
                    <a:pt x="1547578" y="166362"/>
                  </a:lnTo>
                  <a:lnTo>
                    <a:pt x="1617923" y="172660"/>
                  </a:lnTo>
                  <a:lnTo>
                    <a:pt x="1688267" y="178862"/>
                  </a:lnTo>
                  <a:lnTo>
                    <a:pt x="1758612" y="184969"/>
                  </a:lnTo>
                  <a:lnTo>
                    <a:pt x="1828956" y="190982"/>
                  </a:lnTo>
                  <a:lnTo>
                    <a:pt x="1899301" y="196903"/>
                  </a:lnTo>
                  <a:lnTo>
                    <a:pt x="1969645" y="202733"/>
                  </a:lnTo>
                  <a:lnTo>
                    <a:pt x="2039990" y="208473"/>
                  </a:lnTo>
                  <a:lnTo>
                    <a:pt x="2110334" y="214125"/>
                  </a:lnTo>
                  <a:lnTo>
                    <a:pt x="2180679" y="219690"/>
                  </a:lnTo>
                  <a:lnTo>
                    <a:pt x="2251023" y="225170"/>
                  </a:lnTo>
                  <a:lnTo>
                    <a:pt x="2321368" y="230566"/>
                  </a:lnTo>
                  <a:lnTo>
                    <a:pt x="2391712" y="235879"/>
                  </a:lnTo>
                  <a:lnTo>
                    <a:pt x="2462057" y="241110"/>
                  </a:lnTo>
                  <a:lnTo>
                    <a:pt x="2532401" y="246261"/>
                  </a:lnTo>
                  <a:lnTo>
                    <a:pt x="2602746" y="251333"/>
                  </a:lnTo>
                  <a:lnTo>
                    <a:pt x="2673090" y="256327"/>
                  </a:lnTo>
                  <a:lnTo>
                    <a:pt x="2743435" y="261244"/>
                  </a:lnTo>
                  <a:lnTo>
                    <a:pt x="2813779" y="266086"/>
                  </a:lnTo>
                  <a:lnTo>
                    <a:pt x="2884124" y="270853"/>
                  </a:lnTo>
                  <a:lnTo>
                    <a:pt x="2954468" y="275547"/>
                  </a:lnTo>
                  <a:lnTo>
                    <a:pt x="3024813" y="278554"/>
                  </a:lnTo>
                  <a:lnTo>
                    <a:pt x="3095157" y="280628"/>
                  </a:lnTo>
                  <a:lnTo>
                    <a:pt x="3165502" y="282688"/>
                  </a:lnTo>
                  <a:lnTo>
                    <a:pt x="3235846" y="284733"/>
                  </a:lnTo>
                  <a:lnTo>
                    <a:pt x="3306191" y="286764"/>
                  </a:lnTo>
                  <a:lnTo>
                    <a:pt x="3376535" y="288780"/>
                  </a:lnTo>
                  <a:lnTo>
                    <a:pt x="3446880" y="290783"/>
                  </a:lnTo>
                  <a:lnTo>
                    <a:pt x="3517224" y="292772"/>
                  </a:lnTo>
                  <a:lnTo>
                    <a:pt x="3587569" y="294747"/>
                  </a:lnTo>
                  <a:lnTo>
                    <a:pt x="3657913" y="296708"/>
                  </a:lnTo>
                  <a:lnTo>
                    <a:pt x="3728257" y="298656"/>
                  </a:lnTo>
                  <a:lnTo>
                    <a:pt x="3798602" y="300590"/>
                  </a:lnTo>
                  <a:lnTo>
                    <a:pt x="3868946" y="302510"/>
                  </a:lnTo>
                  <a:lnTo>
                    <a:pt x="3939291" y="304418"/>
                  </a:lnTo>
                  <a:lnTo>
                    <a:pt x="4009635" y="306311"/>
                  </a:lnTo>
                  <a:lnTo>
                    <a:pt x="4079980" y="308192"/>
                  </a:lnTo>
                  <a:lnTo>
                    <a:pt x="4150324" y="310060"/>
                  </a:lnTo>
                  <a:lnTo>
                    <a:pt x="4220669" y="311914"/>
                  </a:lnTo>
                  <a:lnTo>
                    <a:pt x="4291013" y="313756"/>
                  </a:lnTo>
                  <a:lnTo>
                    <a:pt x="4361358" y="315585"/>
                  </a:lnTo>
                  <a:lnTo>
                    <a:pt x="4431702" y="317401"/>
                  </a:lnTo>
                  <a:lnTo>
                    <a:pt x="4502047" y="319205"/>
                  </a:lnTo>
                  <a:lnTo>
                    <a:pt x="4572391" y="320996"/>
                  </a:lnTo>
                  <a:lnTo>
                    <a:pt x="4642736" y="322774"/>
                  </a:lnTo>
                  <a:lnTo>
                    <a:pt x="4713080" y="324541"/>
                  </a:lnTo>
                  <a:lnTo>
                    <a:pt x="4783425" y="326295"/>
                  </a:lnTo>
                  <a:lnTo>
                    <a:pt x="4853769" y="328036"/>
                  </a:lnTo>
                  <a:lnTo>
                    <a:pt x="4924114" y="329766"/>
                  </a:lnTo>
                  <a:lnTo>
                    <a:pt x="4994458" y="331483"/>
                  </a:lnTo>
                  <a:lnTo>
                    <a:pt x="5064803" y="333189"/>
                  </a:lnTo>
                  <a:lnTo>
                    <a:pt x="5135147" y="334882"/>
                  </a:lnTo>
                  <a:lnTo>
                    <a:pt x="5205492" y="336564"/>
                  </a:lnTo>
                  <a:lnTo>
                    <a:pt x="5275836" y="338235"/>
                  </a:lnTo>
                  <a:lnTo>
                    <a:pt x="5346181" y="339893"/>
                  </a:lnTo>
                  <a:lnTo>
                    <a:pt x="5416525" y="341540"/>
                  </a:lnTo>
                  <a:lnTo>
                    <a:pt x="5486870" y="343176"/>
                  </a:lnTo>
                  <a:lnTo>
                    <a:pt x="5557214" y="344800"/>
                  </a:lnTo>
                  <a:lnTo>
                    <a:pt x="5627559" y="346413"/>
                  </a:lnTo>
                  <a:lnTo>
                    <a:pt x="5697903" y="348014"/>
                  </a:lnTo>
                  <a:lnTo>
                    <a:pt x="5768248" y="349605"/>
                  </a:lnTo>
                  <a:lnTo>
                    <a:pt x="5838592" y="351184"/>
                  </a:lnTo>
                  <a:lnTo>
                    <a:pt x="5908937" y="352753"/>
                  </a:lnTo>
                  <a:lnTo>
                    <a:pt x="5979281" y="354310"/>
                  </a:lnTo>
                  <a:lnTo>
                    <a:pt x="6049626" y="355857"/>
                  </a:lnTo>
                  <a:lnTo>
                    <a:pt x="6119970" y="357393"/>
                  </a:lnTo>
                  <a:lnTo>
                    <a:pt x="6190315" y="358918"/>
                  </a:lnTo>
                  <a:lnTo>
                    <a:pt x="6260659" y="360433"/>
                  </a:lnTo>
                  <a:lnTo>
                    <a:pt x="6331004" y="361937"/>
                  </a:lnTo>
                  <a:lnTo>
                    <a:pt x="6401348" y="363431"/>
                  </a:lnTo>
                  <a:lnTo>
                    <a:pt x="6471693" y="364914"/>
                  </a:lnTo>
                  <a:lnTo>
                    <a:pt x="6542037" y="366387"/>
                  </a:lnTo>
                  <a:lnTo>
                    <a:pt x="6612382" y="367849"/>
                  </a:lnTo>
                  <a:lnTo>
                    <a:pt x="6682726" y="369302"/>
                  </a:lnTo>
                  <a:lnTo>
                    <a:pt x="6753071" y="370744"/>
                  </a:lnTo>
                  <a:lnTo>
                    <a:pt x="6823415" y="372176"/>
                  </a:lnTo>
                  <a:lnTo>
                    <a:pt x="6893760" y="373599"/>
                  </a:lnTo>
                  <a:lnTo>
                    <a:pt x="6964104" y="3750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5312" y="2997915"/>
              <a:ext cx="6964104" cy="277783"/>
            </a:xfrm>
            <a:custGeom>
              <a:avLst/>
              <a:pathLst>
                <a:path w="6964104" h="277783">
                  <a:moveTo>
                    <a:pt x="6964104" y="277783"/>
                  </a:moveTo>
                  <a:lnTo>
                    <a:pt x="6893760" y="275840"/>
                  </a:lnTo>
                  <a:lnTo>
                    <a:pt x="6823415" y="273866"/>
                  </a:lnTo>
                  <a:lnTo>
                    <a:pt x="6753071" y="271862"/>
                  </a:lnTo>
                  <a:lnTo>
                    <a:pt x="6682726" y="269827"/>
                  </a:lnTo>
                  <a:lnTo>
                    <a:pt x="6612382" y="267760"/>
                  </a:lnTo>
                  <a:lnTo>
                    <a:pt x="6542037" y="265660"/>
                  </a:lnTo>
                  <a:lnTo>
                    <a:pt x="6471693" y="263528"/>
                  </a:lnTo>
                  <a:lnTo>
                    <a:pt x="6401348" y="261363"/>
                  </a:lnTo>
                  <a:lnTo>
                    <a:pt x="6331004" y="259164"/>
                  </a:lnTo>
                  <a:lnTo>
                    <a:pt x="6260659" y="256930"/>
                  </a:lnTo>
                  <a:lnTo>
                    <a:pt x="6190315" y="254662"/>
                  </a:lnTo>
                  <a:lnTo>
                    <a:pt x="6119970" y="252358"/>
                  </a:lnTo>
                  <a:lnTo>
                    <a:pt x="6049626" y="250019"/>
                  </a:lnTo>
                  <a:lnTo>
                    <a:pt x="5979281" y="247643"/>
                  </a:lnTo>
                  <a:lnTo>
                    <a:pt x="5908937" y="245230"/>
                  </a:lnTo>
                  <a:lnTo>
                    <a:pt x="5838592" y="242779"/>
                  </a:lnTo>
                  <a:lnTo>
                    <a:pt x="5768248" y="240290"/>
                  </a:lnTo>
                  <a:lnTo>
                    <a:pt x="5697903" y="237762"/>
                  </a:lnTo>
                  <a:lnTo>
                    <a:pt x="5627559" y="235195"/>
                  </a:lnTo>
                  <a:lnTo>
                    <a:pt x="5557214" y="232588"/>
                  </a:lnTo>
                  <a:lnTo>
                    <a:pt x="5486870" y="229940"/>
                  </a:lnTo>
                  <a:lnTo>
                    <a:pt x="5416525" y="227251"/>
                  </a:lnTo>
                  <a:lnTo>
                    <a:pt x="5346181" y="224519"/>
                  </a:lnTo>
                  <a:lnTo>
                    <a:pt x="5275836" y="221746"/>
                  </a:lnTo>
                  <a:lnTo>
                    <a:pt x="5205492" y="218929"/>
                  </a:lnTo>
                  <a:lnTo>
                    <a:pt x="5135147" y="216068"/>
                  </a:lnTo>
                  <a:lnTo>
                    <a:pt x="5064803" y="213162"/>
                  </a:lnTo>
                  <a:lnTo>
                    <a:pt x="4994458" y="210211"/>
                  </a:lnTo>
                  <a:lnTo>
                    <a:pt x="4924114" y="207215"/>
                  </a:lnTo>
                  <a:lnTo>
                    <a:pt x="4853769" y="204171"/>
                  </a:lnTo>
                  <a:lnTo>
                    <a:pt x="4783425" y="201080"/>
                  </a:lnTo>
                  <a:lnTo>
                    <a:pt x="4713080" y="197941"/>
                  </a:lnTo>
                  <a:lnTo>
                    <a:pt x="4642736" y="194752"/>
                  </a:lnTo>
                  <a:lnTo>
                    <a:pt x="4572391" y="191515"/>
                  </a:lnTo>
                  <a:lnTo>
                    <a:pt x="4502047" y="188226"/>
                  </a:lnTo>
                  <a:lnTo>
                    <a:pt x="4431702" y="184886"/>
                  </a:lnTo>
                  <a:lnTo>
                    <a:pt x="4361358" y="181495"/>
                  </a:lnTo>
                  <a:lnTo>
                    <a:pt x="4291013" y="178050"/>
                  </a:lnTo>
                  <a:lnTo>
                    <a:pt x="4220669" y="174551"/>
                  </a:lnTo>
                  <a:lnTo>
                    <a:pt x="4150324" y="170998"/>
                  </a:lnTo>
                  <a:lnTo>
                    <a:pt x="4079980" y="167390"/>
                  </a:lnTo>
                  <a:lnTo>
                    <a:pt x="4009635" y="163725"/>
                  </a:lnTo>
                  <a:lnTo>
                    <a:pt x="3939291" y="160004"/>
                  </a:lnTo>
                  <a:lnTo>
                    <a:pt x="3868946" y="156224"/>
                  </a:lnTo>
                  <a:lnTo>
                    <a:pt x="3798602" y="152385"/>
                  </a:lnTo>
                  <a:lnTo>
                    <a:pt x="3728257" y="148486"/>
                  </a:lnTo>
                  <a:lnTo>
                    <a:pt x="3657913" y="144527"/>
                  </a:lnTo>
                  <a:lnTo>
                    <a:pt x="3587569" y="140506"/>
                  </a:lnTo>
                  <a:lnTo>
                    <a:pt x="3517224" y="136422"/>
                  </a:lnTo>
                  <a:lnTo>
                    <a:pt x="3446880" y="132274"/>
                  </a:lnTo>
                  <a:lnTo>
                    <a:pt x="3376535" y="128062"/>
                  </a:lnTo>
                  <a:lnTo>
                    <a:pt x="3306191" y="123784"/>
                  </a:lnTo>
                  <a:lnTo>
                    <a:pt x="3235846" y="119439"/>
                  </a:lnTo>
                  <a:lnTo>
                    <a:pt x="3165502" y="115027"/>
                  </a:lnTo>
                  <a:lnTo>
                    <a:pt x="3095157" y="110545"/>
                  </a:lnTo>
                  <a:lnTo>
                    <a:pt x="3024813" y="105994"/>
                  </a:lnTo>
                  <a:lnTo>
                    <a:pt x="2954468" y="102291"/>
                  </a:lnTo>
                  <a:lnTo>
                    <a:pt x="2884124" y="100188"/>
                  </a:lnTo>
                  <a:lnTo>
                    <a:pt x="2813779" y="98070"/>
                  </a:lnTo>
                  <a:lnTo>
                    <a:pt x="2743435" y="95937"/>
                  </a:lnTo>
                  <a:lnTo>
                    <a:pt x="2673090" y="93789"/>
                  </a:lnTo>
                  <a:lnTo>
                    <a:pt x="2602746" y="91627"/>
                  </a:lnTo>
                  <a:lnTo>
                    <a:pt x="2532401" y="89449"/>
                  </a:lnTo>
                  <a:lnTo>
                    <a:pt x="2462057" y="87256"/>
                  </a:lnTo>
                  <a:lnTo>
                    <a:pt x="2391712" y="85047"/>
                  </a:lnTo>
                  <a:lnTo>
                    <a:pt x="2321368" y="82824"/>
                  </a:lnTo>
                  <a:lnTo>
                    <a:pt x="2251023" y="80584"/>
                  </a:lnTo>
                  <a:lnTo>
                    <a:pt x="2180679" y="78329"/>
                  </a:lnTo>
                  <a:lnTo>
                    <a:pt x="2110334" y="76058"/>
                  </a:lnTo>
                  <a:lnTo>
                    <a:pt x="2039990" y="73771"/>
                  </a:lnTo>
                  <a:lnTo>
                    <a:pt x="1969645" y="71468"/>
                  </a:lnTo>
                  <a:lnTo>
                    <a:pt x="1899301" y="69149"/>
                  </a:lnTo>
                  <a:lnTo>
                    <a:pt x="1828956" y="66813"/>
                  </a:lnTo>
                  <a:lnTo>
                    <a:pt x="1758612" y="64462"/>
                  </a:lnTo>
                  <a:lnTo>
                    <a:pt x="1688267" y="62094"/>
                  </a:lnTo>
                  <a:lnTo>
                    <a:pt x="1617923" y="59709"/>
                  </a:lnTo>
                  <a:lnTo>
                    <a:pt x="1547578" y="57307"/>
                  </a:lnTo>
                  <a:lnTo>
                    <a:pt x="1477234" y="54889"/>
                  </a:lnTo>
                  <a:lnTo>
                    <a:pt x="1406889" y="52454"/>
                  </a:lnTo>
                  <a:lnTo>
                    <a:pt x="1336545" y="50001"/>
                  </a:lnTo>
                  <a:lnTo>
                    <a:pt x="1266200" y="47532"/>
                  </a:lnTo>
                  <a:lnTo>
                    <a:pt x="1195856" y="45045"/>
                  </a:lnTo>
                  <a:lnTo>
                    <a:pt x="1125511" y="42541"/>
                  </a:lnTo>
                  <a:lnTo>
                    <a:pt x="1055167" y="40019"/>
                  </a:lnTo>
                  <a:lnTo>
                    <a:pt x="984822" y="37479"/>
                  </a:lnTo>
                  <a:lnTo>
                    <a:pt x="914478" y="34922"/>
                  </a:lnTo>
                  <a:lnTo>
                    <a:pt x="844133" y="32347"/>
                  </a:lnTo>
                  <a:lnTo>
                    <a:pt x="773789" y="29753"/>
                  </a:lnTo>
                  <a:lnTo>
                    <a:pt x="703444" y="27142"/>
                  </a:lnTo>
                  <a:lnTo>
                    <a:pt x="633100" y="24512"/>
                  </a:lnTo>
                  <a:lnTo>
                    <a:pt x="562755" y="21864"/>
                  </a:lnTo>
                  <a:lnTo>
                    <a:pt x="492411" y="19197"/>
                  </a:lnTo>
                  <a:lnTo>
                    <a:pt x="422066" y="16512"/>
                  </a:lnTo>
                  <a:lnTo>
                    <a:pt x="351722" y="13808"/>
                  </a:lnTo>
                  <a:lnTo>
                    <a:pt x="281377" y="11084"/>
                  </a:lnTo>
                  <a:lnTo>
                    <a:pt x="211033" y="8342"/>
                  </a:lnTo>
                  <a:lnTo>
                    <a:pt x="140688" y="5581"/>
                  </a:lnTo>
                  <a:lnTo>
                    <a:pt x="70344" y="28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5312" y="2918638"/>
              <a:ext cx="6964104" cy="323191"/>
            </a:xfrm>
            <a:custGeom>
              <a:avLst/>
              <a:pathLst>
                <a:path w="6964104" h="323191">
                  <a:moveTo>
                    <a:pt x="0" y="0"/>
                  </a:moveTo>
                  <a:lnTo>
                    <a:pt x="70344" y="5378"/>
                  </a:lnTo>
                  <a:lnTo>
                    <a:pt x="140688" y="10696"/>
                  </a:lnTo>
                  <a:lnTo>
                    <a:pt x="211033" y="15955"/>
                  </a:lnTo>
                  <a:lnTo>
                    <a:pt x="281377" y="21155"/>
                  </a:lnTo>
                  <a:lnTo>
                    <a:pt x="351722" y="26298"/>
                  </a:lnTo>
                  <a:lnTo>
                    <a:pt x="422066" y="31382"/>
                  </a:lnTo>
                  <a:lnTo>
                    <a:pt x="492411" y="36410"/>
                  </a:lnTo>
                  <a:lnTo>
                    <a:pt x="562755" y="41382"/>
                  </a:lnTo>
                  <a:lnTo>
                    <a:pt x="633100" y="46298"/>
                  </a:lnTo>
                  <a:lnTo>
                    <a:pt x="703444" y="51160"/>
                  </a:lnTo>
                  <a:lnTo>
                    <a:pt x="773789" y="55967"/>
                  </a:lnTo>
                  <a:lnTo>
                    <a:pt x="844133" y="60720"/>
                  </a:lnTo>
                  <a:lnTo>
                    <a:pt x="914478" y="65421"/>
                  </a:lnTo>
                  <a:lnTo>
                    <a:pt x="984822" y="70069"/>
                  </a:lnTo>
                  <a:lnTo>
                    <a:pt x="1055167" y="74664"/>
                  </a:lnTo>
                  <a:lnTo>
                    <a:pt x="1125511" y="79209"/>
                  </a:lnTo>
                  <a:lnTo>
                    <a:pt x="1195856" y="83703"/>
                  </a:lnTo>
                  <a:lnTo>
                    <a:pt x="1266200" y="88147"/>
                  </a:lnTo>
                  <a:lnTo>
                    <a:pt x="1336545" y="92541"/>
                  </a:lnTo>
                  <a:lnTo>
                    <a:pt x="1406889" y="96886"/>
                  </a:lnTo>
                  <a:lnTo>
                    <a:pt x="1477234" y="101182"/>
                  </a:lnTo>
                  <a:lnTo>
                    <a:pt x="1547578" y="105431"/>
                  </a:lnTo>
                  <a:lnTo>
                    <a:pt x="1617923" y="109632"/>
                  </a:lnTo>
                  <a:lnTo>
                    <a:pt x="1688267" y="113786"/>
                  </a:lnTo>
                  <a:lnTo>
                    <a:pt x="1758612" y="117894"/>
                  </a:lnTo>
                  <a:lnTo>
                    <a:pt x="1828956" y="121956"/>
                  </a:lnTo>
                  <a:lnTo>
                    <a:pt x="1899301" y="125973"/>
                  </a:lnTo>
                  <a:lnTo>
                    <a:pt x="1969645" y="129944"/>
                  </a:lnTo>
                  <a:lnTo>
                    <a:pt x="2039990" y="133872"/>
                  </a:lnTo>
                  <a:lnTo>
                    <a:pt x="2110334" y="137755"/>
                  </a:lnTo>
                  <a:lnTo>
                    <a:pt x="2180679" y="141595"/>
                  </a:lnTo>
                  <a:lnTo>
                    <a:pt x="2251023" y="145393"/>
                  </a:lnTo>
                  <a:lnTo>
                    <a:pt x="2321368" y="149147"/>
                  </a:lnTo>
                  <a:lnTo>
                    <a:pt x="2391712" y="152860"/>
                  </a:lnTo>
                  <a:lnTo>
                    <a:pt x="2462057" y="156532"/>
                  </a:lnTo>
                  <a:lnTo>
                    <a:pt x="2532401" y="160162"/>
                  </a:lnTo>
                  <a:lnTo>
                    <a:pt x="2602746" y="163752"/>
                  </a:lnTo>
                  <a:lnTo>
                    <a:pt x="2673090" y="167302"/>
                  </a:lnTo>
                  <a:lnTo>
                    <a:pt x="2743435" y="170812"/>
                  </a:lnTo>
                  <a:lnTo>
                    <a:pt x="2813779" y="174283"/>
                  </a:lnTo>
                  <a:lnTo>
                    <a:pt x="2884124" y="177716"/>
                  </a:lnTo>
                  <a:lnTo>
                    <a:pt x="2954468" y="181110"/>
                  </a:lnTo>
                  <a:lnTo>
                    <a:pt x="3024813" y="184466"/>
                  </a:lnTo>
                  <a:lnTo>
                    <a:pt x="3095157" y="187784"/>
                  </a:lnTo>
                  <a:lnTo>
                    <a:pt x="3165502" y="191066"/>
                  </a:lnTo>
                  <a:lnTo>
                    <a:pt x="3235846" y="194310"/>
                  </a:lnTo>
                  <a:lnTo>
                    <a:pt x="3306191" y="197519"/>
                  </a:lnTo>
                  <a:lnTo>
                    <a:pt x="3376535" y="200692"/>
                  </a:lnTo>
                  <a:lnTo>
                    <a:pt x="3446880" y="203829"/>
                  </a:lnTo>
                  <a:lnTo>
                    <a:pt x="3517224" y="206932"/>
                  </a:lnTo>
                  <a:lnTo>
                    <a:pt x="3587569" y="209999"/>
                  </a:lnTo>
                  <a:lnTo>
                    <a:pt x="3657913" y="213033"/>
                  </a:lnTo>
                  <a:lnTo>
                    <a:pt x="3728257" y="216032"/>
                  </a:lnTo>
                  <a:lnTo>
                    <a:pt x="3798602" y="218998"/>
                  </a:lnTo>
                  <a:lnTo>
                    <a:pt x="3868946" y="221931"/>
                  </a:lnTo>
                  <a:lnTo>
                    <a:pt x="3939291" y="224832"/>
                  </a:lnTo>
                  <a:lnTo>
                    <a:pt x="4009635" y="227699"/>
                  </a:lnTo>
                  <a:lnTo>
                    <a:pt x="4079980" y="230535"/>
                  </a:lnTo>
                  <a:lnTo>
                    <a:pt x="4150324" y="233339"/>
                  </a:lnTo>
                  <a:lnTo>
                    <a:pt x="4220669" y="236112"/>
                  </a:lnTo>
                  <a:lnTo>
                    <a:pt x="4291013" y="238854"/>
                  </a:lnTo>
                  <a:lnTo>
                    <a:pt x="4361358" y="241565"/>
                  </a:lnTo>
                  <a:lnTo>
                    <a:pt x="4431702" y="244246"/>
                  </a:lnTo>
                  <a:lnTo>
                    <a:pt x="4502047" y="246897"/>
                  </a:lnTo>
                  <a:lnTo>
                    <a:pt x="4572391" y="249519"/>
                  </a:lnTo>
                  <a:lnTo>
                    <a:pt x="4642736" y="252111"/>
                  </a:lnTo>
                  <a:lnTo>
                    <a:pt x="4713080" y="254674"/>
                  </a:lnTo>
                  <a:lnTo>
                    <a:pt x="4783425" y="257209"/>
                  </a:lnTo>
                  <a:lnTo>
                    <a:pt x="4853769" y="259715"/>
                  </a:lnTo>
                  <a:lnTo>
                    <a:pt x="4924114" y="262193"/>
                  </a:lnTo>
                  <a:lnTo>
                    <a:pt x="4994458" y="264644"/>
                  </a:lnTo>
                  <a:lnTo>
                    <a:pt x="5064803" y="267067"/>
                  </a:lnTo>
                  <a:lnTo>
                    <a:pt x="5135147" y="269463"/>
                  </a:lnTo>
                  <a:lnTo>
                    <a:pt x="5205492" y="271833"/>
                  </a:lnTo>
                  <a:lnTo>
                    <a:pt x="5275836" y="274176"/>
                  </a:lnTo>
                  <a:lnTo>
                    <a:pt x="5346181" y="276492"/>
                  </a:lnTo>
                  <a:lnTo>
                    <a:pt x="5416525" y="278783"/>
                  </a:lnTo>
                  <a:lnTo>
                    <a:pt x="5486870" y="281049"/>
                  </a:lnTo>
                  <a:lnTo>
                    <a:pt x="5557214" y="283289"/>
                  </a:lnTo>
                  <a:lnTo>
                    <a:pt x="5627559" y="285504"/>
                  </a:lnTo>
                  <a:lnTo>
                    <a:pt x="5697903" y="287694"/>
                  </a:lnTo>
                  <a:lnTo>
                    <a:pt x="5768248" y="289860"/>
                  </a:lnTo>
                  <a:lnTo>
                    <a:pt x="5838592" y="292002"/>
                  </a:lnTo>
                  <a:lnTo>
                    <a:pt x="5908937" y="294119"/>
                  </a:lnTo>
                  <a:lnTo>
                    <a:pt x="5979281" y="296214"/>
                  </a:lnTo>
                  <a:lnTo>
                    <a:pt x="6049626" y="298284"/>
                  </a:lnTo>
                  <a:lnTo>
                    <a:pt x="6119970" y="300332"/>
                  </a:lnTo>
                  <a:lnTo>
                    <a:pt x="6190315" y="302357"/>
                  </a:lnTo>
                  <a:lnTo>
                    <a:pt x="6260659" y="304359"/>
                  </a:lnTo>
                  <a:lnTo>
                    <a:pt x="6331004" y="306339"/>
                  </a:lnTo>
                  <a:lnTo>
                    <a:pt x="6401348" y="308296"/>
                  </a:lnTo>
                  <a:lnTo>
                    <a:pt x="6471693" y="310232"/>
                  </a:lnTo>
                  <a:lnTo>
                    <a:pt x="6542037" y="312146"/>
                  </a:lnTo>
                  <a:lnTo>
                    <a:pt x="6612382" y="314039"/>
                  </a:lnTo>
                  <a:lnTo>
                    <a:pt x="6682726" y="315911"/>
                  </a:lnTo>
                  <a:lnTo>
                    <a:pt x="6753071" y="317762"/>
                  </a:lnTo>
                  <a:lnTo>
                    <a:pt x="6823415" y="319592"/>
                  </a:lnTo>
                  <a:lnTo>
                    <a:pt x="6893760" y="321401"/>
                  </a:lnTo>
                  <a:lnTo>
                    <a:pt x="6964104" y="3231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1510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04679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409191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24485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745012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515235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204672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561815" y="3662467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87106" y="1966152"/>
              <a:ext cx="70266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1.15 (1.09-1.21), p_Bonf = &lt;0.001 (n = 6)  |  per IQR decline (Δ = 27.5 %): 1.46 (1.26-1.68)  |  IQR: [-29.1, -1.6] 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87106" y="1739378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(Sensitivity)</a:t>
              </a:r>
            </a:p>
          </p:txBody>
        </p:sp>
        <p:sp>
          <p:nvSpPr>
            <p:cNvPr id="44" name="pl44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167514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253540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339566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425593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51161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597645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683672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69698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24501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210527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96553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38257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468606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554632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640658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726685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812711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1235312" y="5017133"/>
              <a:ext cx="6964104" cy="451958"/>
            </a:xfrm>
            <a:custGeom>
              <a:avLst/>
              <a:pathLst>
                <a:path w="6964104" h="451958">
                  <a:moveTo>
                    <a:pt x="0" y="0"/>
                  </a:moveTo>
                  <a:lnTo>
                    <a:pt x="70344" y="8853"/>
                  </a:lnTo>
                  <a:lnTo>
                    <a:pt x="140688" y="17570"/>
                  </a:lnTo>
                  <a:lnTo>
                    <a:pt x="211033" y="26154"/>
                  </a:lnTo>
                  <a:lnTo>
                    <a:pt x="281377" y="34605"/>
                  </a:lnTo>
                  <a:lnTo>
                    <a:pt x="351722" y="42927"/>
                  </a:lnTo>
                  <a:lnTo>
                    <a:pt x="422066" y="51122"/>
                  </a:lnTo>
                  <a:lnTo>
                    <a:pt x="492411" y="59190"/>
                  </a:lnTo>
                  <a:lnTo>
                    <a:pt x="562755" y="67134"/>
                  </a:lnTo>
                  <a:lnTo>
                    <a:pt x="633100" y="74957"/>
                  </a:lnTo>
                  <a:lnTo>
                    <a:pt x="703444" y="82659"/>
                  </a:lnTo>
                  <a:lnTo>
                    <a:pt x="773789" y="90243"/>
                  </a:lnTo>
                  <a:lnTo>
                    <a:pt x="844133" y="97711"/>
                  </a:lnTo>
                  <a:lnTo>
                    <a:pt x="914478" y="105064"/>
                  </a:lnTo>
                  <a:lnTo>
                    <a:pt x="984822" y="112304"/>
                  </a:lnTo>
                  <a:lnTo>
                    <a:pt x="1055167" y="119432"/>
                  </a:lnTo>
                  <a:lnTo>
                    <a:pt x="1125511" y="126452"/>
                  </a:lnTo>
                  <a:lnTo>
                    <a:pt x="1195856" y="133363"/>
                  </a:lnTo>
                  <a:lnTo>
                    <a:pt x="1266200" y="140169"/>
                  </a:lnTo>
                  <a:lnTo>
                    <a:pt x="1336545" y="146870"/>
                  </a:lnTo>
                  <a:lnTo>
                    <a:pt x="1406889" y="153468"/>
                  </a:lnTo>
                  <a:lnTo>
                    <a:pt x="1477234" y="159965"/>
                  </a:lnTo>
                  <a:lnTo>
                    <a:pt x="1547578" y="166362"/>
                  </a:lnTo>
                  <a:lnTo>
                    <a:pt x="1617923" y="172660"/>
                  </a:lnTo>
                  <a:lnTo>
                    <a:pt x="1688267" y="178862"/>
                  </a:lnTo>
                  <a:lnTo>
                    <a:pt x="1758612" y="184969"/>
                  </a:lnTo>
                  <a:lnTo>
                    <a:pt x="1828956" y="190982"/>
                  </a:lnTo>
                  <a:lnTo>
                    <a:pt x="1899301" y="196903"/>
                  </a:lnTo>
                  <a:lnTo>
                    <a:pt x="1969645" y="202733"/>
                  </a:lnTo>
                  <a:lnTo>
                    <a:pt x="2039990" y="208473"/>
                  </a:lnTo>
                  <a:lnTo>
                    <a:pt x="2110334" y="214125"/>
                  </a:lnTo>
                  <a:lnTo>
                    <a:pt x="2180679" y="219690"/>
                  </a:lnTo>
                  <a:lnTo>
                    <a:pt x="2251023" y="225170"/>
                  </a:lnTo>
                  <a:lnTo>
                    <a:pt x="2321368" y="230566"/>
                  </a:lnTo>
                  <a:lnTo>
                    <a:pt x="2391712" y="235879"/>
                  </a:lnTo>
                  <a:lnTo>
                    <a:pt x="2462057" y="241110"/>
                  </a:lnTo>
                  <a:lnTo>
                    <a:pt x="2532401" y="246261"/>
                  </a:lnTo>
                  <a:lnTo>
                    <a:pt x="2602746" y="251333"/>
                  </a:lnTo>
                  <a:lnTo>
                    <a:pt x="2673090" y="256327"/>
                  </a:lnTo>
                  <a:lnTo>
                    <a:pt x="2743435" y="261244"/>
                  </a:lnTo>
                  <a:lnTo>
                    <a:pt x="2813779" y="266086"/>
                  </a:lnTo>
                  <a:lnTo>
                    <a:pt x="2884124" y="270853"/>
                  </a:lnTo>
                  <a:lnTo>
                    <a:pt x="2954468" y="275547"/>
                  </a:lnTo>
                  <a:lnTo>
                    <a:pt x="3024813" y="278554"/>
                  </a:lnTo>
                  <a:lnTo>
                    <a:pt x="3095157" y="280628"/>
                  </a:lnTo>
                  <a:lnTo>
                    <a:pt x="3165502" y="282688"/>
                  </a:lnTo>
                  <a:lnTo>
                    <a:pt x="3235846" y="284733"/>
                  </a:lnTo>
                  <a:lnTo>
                    <a:pt x="3306191" y="286764"/>
                  </a:lnTo>
                  <a:lnTo>
                    <a:pt x="3376535" y="288780"/>
                  </a:lnTo>
                  <a:lnTo>
                    <a:pt x="3446880" y="290783"/>
                  </a:lnTo>
                  <a:lnTo>
                    <a:pt x="3517224" y="292772"/>
                  </a:lnTo>
                  <a:lnTo>
                    <a:pt x="3587569" y="294747"/>
                  </a:lnTo>
                  <a:lnTo>
                    <a:pt x="3657913" y="296708"/>
                  </a:lnTo>
                  <a:lnTo>
                    <a:pt x="3728257" y="298656"/>
                  </a:lnTo>
                  <a:lnTo>
                    <a:pt x="3798602" y="300590"/>
                  </a:lnTo>
                  <a:lnTo>
                    <a:pt x="3868946" y="302510"/>
                  </a:lnTo>
                  <a:lnTo>
                    <a:pt x="3939291" y="304418"/>
                  </a:lnTo>
                  <a:lnTo>
                    <a:pt x="4009635" y="306311"/>
                  </a:lnTo>
                  <a:lnTo>
                    <a:pt x="4079980" y="308192"/>
                  </a:lnTo>
                  <a:lnTo>
                    <a:pt x="4150324" y="310060"/>
                  </a:lnTo>
                  <a:lnTo>
                    <a:pt x="4220669" y="311914"/>
                  </a:lnTo>
                  <a:lnTo>
                    <a:pt x="4291013" y="313756"/>
                  </a:lnTo>
                  <a:lnTo>
                    <a:pt x="4361358" y="315585"/>
                  </a:lnTo>
                  <a:lnTo>
                    <a:pt x="4431702" y="317401"/>
                  </a:lnTo>
                  <a:lnTo>
                    <a:pt x="4502047" y="319205"/>
                  </a:lnTo>
                  <a:lnTo>
                    <a:pt x="4572391" y="320996"/>
                  </a:lnTo>
                  <a:lnTo>
                    <a:pt x="4642736" y="322774"/>
                  </a:lnTo>
                  <a:lnTo>
                    <a:pt x="4713080" y="324541"/>
                  </a:lnTo>
                  <a:lnTo>
                    <a:pt x="4783425" y="326295"/>
                  </a:lnTo>
                  <a:lnTo>
                    <a:pt x="4853769" y="328036"/>
                  </a:lnTo>
                  <a:lnTo>
                    <a:pt x="4924114" y="329766"/>
                  </a:lnTo>
                  <a:lnTo>
                    <a:pt x="4994458" y="331483"/>
                  </a:lnTo>
                  <a:lnTo>
                    <a:pt x="5064803" y="333189"/>
                  </a:lnTo>
                  <a:lnTo>
                    <a:pt x="5135147" y="334882"/>
                  </a:lnTo>
                  <a:lnTo>
                    <a:pt x="5205492" y="336564"/>
                  </a:lnTo>
                  <a:lnTo>
                    <a:pt x="5275836" y="338235"/>
                  </a:lnTo>
                  <a:lnTo>
                    <a:pt x="5346181" y="339893"/>
                  </a:lnTo>
                  <a:lnTo>
                    <a:pt x="5416525" y="341540"/>
                  </a:lnTo>
                  <a:lnTo>
                    <a:pt x="5486870" y="343176"/>
                  </a:lnTo>
                  <a:lnTo>
                    <a:pt x="5557214" y="344800"/>
                  </a:lnTo>
                  <a:lnTo>
                    <a:pt x="5627559" y="346413"/>
                  </a:lnTo>
                  <a:lnTo>
                    <a:pt x="5697903" y="348014"/>
                  </a:lnTo>
                  <a:lnTo>
                    <a:pt x="5768248" y="349605"/>
                  </a:lnTo>
                  <a:lnTo>
                    <a:pt x="5838592" y="351184"/>
                  </a:lnTo>
                  <a:lnTo>
                    <a:pt x="5908937" y="352753"/>
                  </a:lnTo>
                  <a:lnTo>
                    <a:pt x="5979281" y="354310"/>
                  </a:lnTo>
                  <a:lnTo>
                    <a:pt x="6049626" y="355857"/>
                  </a:lnTo>
                  <a:lnTo>
                    <a:pt x="6119970" y="357393"/>
                  </a:lnTo>
                  <a:lnTo>
                    <a:pt x="6190315" y="358918"/>
                  </a:lnTo>
                  <a:lnTo>
                    <a:pt x="6260659" y="360433"/>
                  </a:lnTo>
                  <a:lnTo>
                    <a:pt x="6331004" y="361937"/>
                  </a:lnTo>
                  <a:lnTo>
                    <a:pt x="6401348" y="363431"/>
                  </a:lnTo>
                  <a:lnTo>
                    <a:pt x="6471693" y="364914"/>
                  </a:lnTo>
                  <a:lnTo>
                    <a:pt x="6542037" y="366387"/>
                  </a:lnTo>
                  <a:lnTo>
                    <a:pt x="6612382" y="367849"/>
                  </a:lnTo>
                  <a:lnTo>
                    <a:pt x="6682726" y="369302"/>
                  </a:lnTo>
                  <a:lnTo>
                    <a:pt x="6753071" y="370744"/>
                  </a:lnTo>
                  <a:lnTo>
                    <a:pt x="6823415" y="372176"/>
                  </a:lnTo>
                  <a:lnTo>
                    <a:pt x="6893760" y="373599"/>
                  </a:lnTo>
                  <a:lnTo>
                    <a:pt x="6964104" y="375011"/>
                  </a:lnTo>
                  <a:lnTo>
                    <a:pt x="6964104" y="451958"/>
                  </a:lnTo>
                  <a:lnTo>
                    <a:pt x="6893760" y="450015"/>
                  </a:lnTo>
                  <a:lnTo>
                    <a:pt x="6823415" y="448041"/>
                  </a:lnTo>
                  <a:lnTo>
                    <a:pt x="6753071" y="446037"/>
                  </a:lnTo>
                  <a:lnTo>
                    <a:pt x="6682726" y="444002"/>
                  </a:lnTo>
                  <a:lnTo>
                    <a:pt x="6612382" y="441935"/>
                  </a:lnTo>
                  <a:lnTo>
                    <a:pt x="6542037" y="439835"/>
                  </a:lnTo>
                  <a:lnTo>
                    <a:pt x="6471693" y="437703"/>
                  </a:lnTo>
                  <a:lnTo>
                    <a:pt x="6401348" y="435538"/>
                  </a:lnTo>
                  <a:lnTo>
                    <a:pt x="6331004" y="433339"/>
                  </a:lnTo>
                  <a:lnTo>
                    <a:pt x="6260659" y="431105"/>
                  </a:lnTo>
                  <a:lnTo>
                    <a:pt x="6190315" y="428837"/>
                  </a:lnTo>
                  <a:lnTo>
                    <a:pt x="6119970" y="426533"/>
                  </a:lnTo>
                  <a:lnTo>
                    <a:pt x="6049626" y="424194"/>
                  </a:lnTo>
                  <a:lnTo>
                    <a:pt x="5979281" y="421818"/>
                  </a:lnTo>
                  <a:lnTo>
                    <a:pt x="5908937" y="419405"/>
                  </a:lnTo>
                  <a:lnTo>
                    <a:pt x="5838592" y="416954"/>
                  </a:lnTo>
                  <a:lnTo>
                    <a:pt x="5768248" y="414465"/>
                  </a:lnTo>
                  <a:lnTo>
                    <a:pt x="5697903" y="411937"/>
                  </a:lnTo>
                  <a:lnTo>
                    <a:pt x="5627559" y="409370"/>
                  </a:lnTo>
                  <a:lnTo>
                    <a:pt x="5557214" y="406763"/>
                  </a:lnTo>
                  <a:lnTo>
                    <a:pt x="5486870" y="404115"/>
                  </a:lnTo>
                  <a:lnTo>
                    <a:pt x="5416525" y="401426"/>
                  </a:lnTo>
                  <a:lnTo>
                    <a:pt x="5346181" y="398694"/>
                  </a:lnTo>
                  <a:lnTo>
                    <a:pt x="5275836" y="395921"/>
                  </a:lnTo>
                  <a:lnTo>
                    <a:pt x="5205492" y="393104"/>
                  </a:lnTo>
                  <a:lnTo>
                    <a:pt x="5135147" y="390243"/>
                  </a:lnTo>
                  <a:lnTo>
                    <a:pt x="5064803" y="387337"/>
                  </a:lnTo>
                  <a:lnTo>
                    <a:pt x="4994458" y="384386"/>
                  </a:lnTo>
                  <a:lnTo>
                    <a:pt x="4924114" y="381390"/>
                  </a:lnTo>
                  <a:lnTo>
                    <a:pt x="4853769" y="378346"/>
                  </a:lnTo>
                  <a:lnTo>
                    <a:pt x="4783425" y="375255"/>
                  </a:lnTo>
                  <a:lnTo>
                    <a:pt x="4713080" y="372116"/>
                  </a:lnTo>
                  <a:lnTo>
                    <a:pt x="4642736" y="368928"/>
                  </a:lnTo>
                  <a:lnTo>
                    <a:pt x="4572391" y="365690"/>
                  </a:lnTo>
                  <a:lnTo>
                    <a:pt x="4502047" y="362401"/>
                  </a:lnTo>
                  <a:lnTo>
                    <a:pt x="4431702" y="359061"/>
                  </a:lnTo>
                  <a:lnTo>
                    <a:pt x="4361358" y="355670"/>
                  </a:lnTo>
                  <a:lnTo>
                    <a:pt x="4291013" y="352225"/>
                  </a:lnTo>
                  <a:lnTo>
                    <a:pt x="4220669" y="348727"/>
                  </a:lnTo>
                  <a:lnTo>
                    <a:pt x="4150324" y="345174"/>
                  </a:lnTo>
                  <a:lnTo>
                    <a:pt x="4079980" y="341565"/>
                  </a:lnTo>
                  <a:lnTo>
                    <a:pt x="4009635" y="337900"/>
                  </a:lnTo>
                  <a:lnTo>
                    <a:pt x="3939291" y="334179"/>
                  </a:lnTo>
                  <a:lnTo>
                    <a:pt x="3868946" y="330399"/>
                  </a:lnTo>
                  <a:lnTo>
                    <a:pt x="3798602" y="326560"/>
                  </a:lnTo>
                  <a:lnTo>
                    <a:pt x="3728257" y="322661"/>
                  </a:lnTo>
                  <a:lnTo>
                    <a:pt x="3657913" y="318702"/>
                  </a:lnTo>
                  <a:lnTo>
                    <a:pt x="3587569" y="314681"/>
                  </a:lnTo>
                  <a:lnTo>
                    <a:pt x="3517224" y="310597"/>
                  </a:lnTo>
                  <a:lnTo>
                    <a:pt x="3446880" y="306449"/>
                  </a:lnTo>
                  <a:lnTo>
                    <a:pt x="3376535" y="302237"/>
                  </a:lnTo>
                  <a:lnTo>
                    <a:pt x="3306191" y="297959"/>
                  </a:lnTo>
                  <a:lnTo>
                    <a:pt x="3235846" y="293614"/>
                  </a:lnTo>
                  <a:lnTo>
                    <a:pt x="3165502" y="289202"/>
                  </a:lnTo>
                  <a:lnTo>
                    <a:pt x="3095157" y="284720"/>
                  </a:lnTo>
                  <a:lnTo>
                    <a:pt x="3024813" y="280169"/>
                  </a:lnTo>
                  <a:lnTo>
                    <a:pt x="2954468" y="276466"/>
                  </a:lnTo>
                  <a:lnTo>
                    <a:pt x="2884124" y="274363"/>
                  </a:lnTo>
                  <a:lnTo>
                    <a:pt x="2813779" y="272245"/>
                  </a:lnTo>
                  <a:lnTo>
                    <a:pt x="2743435" y="270112"/>
                  </a:lnTo>
                  <a:lnTo>
                    <a:pt x="2673090" y="267965"/>
                  </a:lnTo>
                  <a:lnTo>
                    <a:pt x="2602746" y="265802"/>
                  </a:lnTo>
                  <a:lnTo>
                    <a:pt x="2532401" y="263624"/>
                  </a:lnTo>
                  <a:lnTo>
                    <a:pt x="2462057" y="261431"/>
                  </a:lnTo>
                  <a:lnTo>
                    <a:pt x="2391712" y="259223"/>
                  </a:lnTo>
                  <a:lnTo>
                    <a:pt x="2321368" y="256999"/>
                  </a:lnTo>
                  <a:lnTo>
                    <a:pt x="2251023" y="254759"/>
                  </a:lnTo>
                  <a:lnTo>
                    <a:pt x="2180679" y="252504"/>
                  </a:lnTo>
                  <a:lnTo>
                    <a:pt x="2110334" y="250233"/>
                  </a:lnTo>
                  <a:lnTo>
                    <a:pt x="2039990" y="247946"/>
                  </a:lnTo>
                  <a:lnTo>
                    <a:pt x="1969645" y="245643"/>
                  </a:lnTo>
                  <a:lnTo>
                    <a:pt x="1899301" y="243324"/>
                  </a:lnTo>
                  <a:lnTo>
                    <a:pt x="1828956" y="240989"/>
                  </a:lnTo>
                  <a:lnTo>
                    <a:pt x="1758612" y="238637"/>
                  </a:lnTo>
                  <a:lnTo>
                    <a:pt x="1688267" y="236269"/>
                  </a:lnTo>
                  <a:lnTo>
                    <a:pt x="1617923" y="233884"/>
                  </a:lnTo>
                  <a:lnTo>
                    <a:pt x="1547578" y="231482"/>
                  </a:lnTo>
                  <a:lnTo>
                    <a:pt x="1477234" y="229064"/>
                  </a:lnTo>
                  <a:lnTo>
                    <a:pt x="1406889" y="226629"/>
                  </a:lnTo>
                  <a:lnTo>
                    <a:pt x="1336545" y="224176"/>
                  </a:lnTo>
                  <a:lnTo>
                    <a:pt x="1266200" y="221707"/>
                  </a:lnTo>
                  <a:lnTo>
                    <a:pt x="1195856" y="219220"/>
                  </a:lnTo>
                  <a:lnTo>
                    <a:pt x="1125511" y="216716"/>
                  </a:lnTo>
                  <a:lnTo>
                    <a:pt x="1055167" y="214194"/>
                  </a:lnTo>
                  <a:lnTo>
                    <a:pt x="984822" y="211654"/>
                  </a:lnTo>
                  <a:lnTo>
                    <a:pt x="914478" y="209097"/>
                  </a:lnTo>
                  <a:lnTo>
                    <a:pt x="844133" y="206522"/>
                  </a:lnTo>
                  <a:lnTo>
                    <a:pt x="773789" y="203929"/>
                  </a:lnTo>
                  <a:lnTo>
                    <a:pt x="703444" y="201317"/>
                  </a:lnTo>
                  <a:lnTo>
                    <a:pt x="633100" y="198687"/>
                  </a:lnTo>
                  <a:lnTo>
                    <a:pt x="562755" y="196039"/>
                  </a:lnTo>
                  <a:lnTo>
                    <a:pt x="492411" y="193372"/>
                  </a:lnTo>
                  <a:lnTo>
                    <a:pt x="422066" y="190687"/>
                  </a:lnTo>
                  <a:lnTo>
                    <a:pt x="351722" y="187983"/>
                  </a:lnTo>
                  <a:lnTo>
                    <a:pt x="281377" y="185260"/>
                  </a:lnTo>
                  <a:lnTo>
                    <a:pt x="211033" y="182517"/>
                  </a:lnTo>
                  <a:lnTo>
                    <a:pt x="140688" y="179756"/>
                  </a:lnTo>
                  <a:lnTo>
                    <a:pt x="70344" y="176975"/>
                  </a:lnTo>
                  <a:lnTo>
                    <a:pt x="0" y="17417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1235312" y="5017133"/>
              <a:ext cx="6964104" cy="375011"/>
            </a:xfrm>
            <a:custGeom>
              <a:avLst/>
              <a:pathLst>
                <a:path w="6964104" h="375011">
                  <a:moveTo>
                    <a:pt x="0" y="0"/>
                  </a:moveTo>
                  <a:lnTo>
                    <a:pt x="70344" y="8853"/>
                  </a:lnTo>
                  <a:lnTo>
                    <a:pt x="140688" y="17570"/>
                  </a:lnTo>
                  <a:lnTo>
                    <a:pt x="211033" y="26154"/>
                  </a:lnTo>
                  <a:lnTo>
                    <a:pt x="281377" y="34605"/>
                  </a:lnTo>
                  <a:lnTo>
                    <a:pt x="351722" y="42927"/>
                  </a:lnTo>
                  <a:lnTo>
                    <a:pt x="422066" y="51122"/>
                  </a:lnTo>
                  <a:lnTo>
                    <a:pt x="492411" y="59190"/>
                  </a:lnTo>
                  <a:lnTo>
                    <a:pt x="562755" y="67134"/>
                  </a:lnTo>
                  <a:lnTo>
                    <a:pt x="633100" y="74957"/>
                  </a:lnTo>
                  <a:lnTo>
                    <a:pt x="703444" y="82659"/>
                  </a:lnTo>
                  <a:lnTo>
                    <a:pt x="773789" y="90243"/>
                  </a:lnTo>
                  <a:lnTo>
                    <a:pt x="844133" y="97711"/>
                  </a:lnTo>
                  <a:lnTo>
                    <a:pt x="914478" y="105064"/>
                  </a:lnTo>
                  <a:lnTo>
                    <a:pt x="984822" y="112304"/>
                  </a:lnTo>
                  <a:lnTo>
                    <a:pt x="1055167" y="119432"/>
                  </a:lnTo>
                  <a:lnTo>
                    <a:pt x="1125511" y="126452"/>
                  </a:lnTo>
                  <a:lnTo>
                    <a:pt x="1195856" y="133363"/>
                  </a:lnTo>
                  <a:lnTo>
                    <a:pt x="1266200" y="140169"/>
                  </a:lnTo>
                  <a:lnTo>
                    <a:pt x="1336545" y="146870"/>
                  </a:lnTo>
                  <a:lnTo>
                    <a:pt x="1406889" y="153468"/>
                  </a:lnTo>
                  <a:lnTo>
                    <a:pt x="1477234" y="159965"/>
                  </a:lnTo>
                  <a:lnTo>
                    <a:pt x="1547578" y="166362"/>
                  </a:lnTo>
                  <a:lnTo>
                    <a:pt x="1617923" y="172660"/>
                  </a:lnTo>
                  <a:lnTo>
                    <a:pt x="1688267" y="178862"/>
                  </a:lnTo>
                  <a:lnTo>
                    <a:pt x="1758612" y="184969"/>
                  </a:lnTo>
                  <a:lnTo>
                    <a:pt x="1828956" y="190982"/>
                  </a:lnTo>
                  <a:lnTo>
                    <a:pt x="1899301" y="196903"/>
                  </a:lnTo>
                  <a:lnTo>
                    <a:pt x="1969645" y="202733"/>
                  </a:lnTo>
                  <a:lnTo>
                    <a:pt x="2039990" y="208473"/>
                  </a:lnTo>
                  <a:lnTo>
                    <a:pt x="2110334" y="214125"/>
                  </a:lnTo>
                  <a:lnTo>
                    <a:pt x="2180679" y="219690"/>
                  </a:lnTo>
                  <a:lnTo>
                    <a:pt x="2251023" y="225170"/>
                  </a:lnTo>
                  <a:lnTo>
                    <a:pt x="2321368" y="230566"/>
                  </a:lnTo>
                  <a:lnTo>
                    <a:pt x="2391712" y="235879"/>
                  </a:lnTo>
                  <a:lnTo>
                    <a:pt x="2462057" y="241110"/>
                  </a:lnTo>
                  <a:lnTo>
                    <a:pt x="2532401" y="246261"/>
                  </a:lnTo>
                  <a:lnTo>
                    <a:pt x="2602746" y="251333"/>
                  </a:lnTo>
                  <a:lnTo>
                    <a:pt x="2673090" y="256327"/>
                  </a:lnTo>
                  <a:lnTo>
                    <a:pt x="2743435" y="261244"/>
                  </a:lnTo>
                  <a:lnTo>
                    <a:pt x="2813779" y="266086"/>
                  </a:lnTo>
                  <a:lnTo>
                    <a:pt x="2884124" y="270853"/>
                  </a:lnTo>
                  <a:lnTo>
                    <a:pt x="2954468" y="275547"/>
                  </a:lnTo>
                  <a:lnTo>
                    <a:pt x="3024813" y="278554"/>
                  </a:lnTo>
                  <a:lnTo>
                    <a:pt x="3095157" y="280628"/>
                  </a:lnTo>
                  <a:lnTo>
                    <a:pt x="3165502" y="282688"/>
                  </a:lnTo>
                  <a:lnTo>
                    <a:pt x="3235846" y="284733"/>
                  </a:lnTo>
                  <a:lnTo>
                    <a:pt x="3306191" y="286764"/>
                  </a:lnTo>
                  <a:lnTo>
                    <a:pt x="3376535" y="288780"/>
                  </a:lnTo>
                  <a:lnTo>
                    <a:pt x="3446880" y="290783"/>
                  </a:lnTo>
                  <a:lnTo>
                    <a:pt x="3517224" y="292772"/>
                  </a:lnTo>
                  <a:lnTo>
                    <a:pt x="3587569" y="294747"/>
                  </a:lnTo>
                  <a:lnTo>
                    <a:pt x="3657913" y="296708"/>
                  </a:lnTo>
                  <a:lnTo>
                    <a:pt x="3728257" y="298656"/>
                  </a:lnTo>
                  <a:lnTo>
                    <a:pt x="3798602" y="300590"/>
                  </a:lnTo>
                  <a:lnTo>
                    <a:pt x="3868946" y="302510"/>
                  </a:lnTo>
                  <a:lnTo>
                    <a:pt x="3939291" y="304418"/>
                  </a:lnTo>
                  <a:lnTo>
                    <a:pt x="4009635" y="306311"/>
                  </a:lnTo>
                  <a:lnTo>
                    <a:pt x="4079980" y="308192"/>
                  </a:lnTo>
                  <a:lnTo>
                    <a:pt x="4150324" y="310060"/>
                  </a:lnTo>
                  <a:lnTo>
                    <a:pt x="4220669" y="311914"/>
                  </a:lnTo>
                  <a:lnTo>
                    <a:pt x="4291013" y="313756"/>
                  </a:lnTo>
                  <a:lnTo>
                    <a:pt x="4361358" y="315585"/>
                  </a:lnTo>
                  <a:lnTo>
                    <a:pt x="4431702" y="317401"/>
                  </a:lnTo>
                  <a:lnTo>
                    <a:pt x="4502047" y="319205"/>
                  </a:lnTo>
                  <a:lnTo>
                    <a:pt x="4572391" y="320996"/>
                  </a:lnTo>
                  <a:lnTo>
                    <a:pt x="4642736" y="322774"/>
                  </a:lnTo>
                  <a:lnTo>
                    <a:pt x="4713080" y="324541"/>
                  </a:lnTo>
                  <a:lnTo>
                    <a:pt x="4783425" y="326295"/>
                  </a:lnTo>
                  <a:lnTo>
                    <a:pt x="4853769" y="328036"/>
                  </a:lnTo>
                  <a:lnTo>
                    <a:pt x="4924114" y="329766"/>
                  </a:lnTo>
                  <a:lnTo>
                    <a:pt x="4994458" y="331483"/>
                  </a:lnTo>
                  <a:lnTo>
                    <a:pt x="5064803" y="333189"/>
                  </a:lnTo>
                  <a:lnTo>
                    <a:pt x="5135147" y="334882"/>
                  </a:lnTo>
                  <a:lnTo>
                    <a:pt x="5205492" y="336564"/>
                  </a:lnTo>
                  <a:lnTo>
                    <a:pt x="5275836" y="338235"/>
                  </a:lnTo>
                  <a:lnTo>
                    <a:pt x="5346181" y="339893"/>
                  </a:lnTo>
                  <a:lnTo>
                    <a:pt x="5416525" y="341540"/>
                  </a:lnTo>
                  <a:lnTo>
                    <a:pt x="5486870" y="343176"/>
                  </a:lnTo>
                  <a:lnTo>
                    <a:pt x="5557214" y="344800"/>
                  </a:lnTo>
                  <a:lnTo>
                    <a:pt x="5627559" y="346413"/>
                  </a:lnTo>
                  <a:lnTo>
                    <a:pt x="5697903" y="348014"/>
                  </a:lnTo>
                  <a:lnTo>
                    <a:pt x="5768248" y="349605"/>
                  </a:lnTo>
                  <a:lnTo>
                    <a:pt x="5838592" y="351184"/>
                  </a:lnTo>
                  <a:lnTo>
                    <a:pt x="5908937" y="352753"/>
                  </a:lnTo>
                  <a:lnTo>
                    <a:pt x="5979281" y="354310"/>
                  </a:lnTo>
                  <a:lnTo>
                    <a:pt x="6049626" y="355857"/>
                  </a:lnTo>
                  <a:lnTo>
                    <a:pt x="6119970" y="357393"/>
                  </a:lnTo>
                  <a:lnTo>
                    <a:pt x="6190315" y="358918"/>
                  </a:lnTo>
                  <a:lnTo>
                    <a:pt x="6260659" y="360433"/>
                  </a:lnTo>
                  <a:lnTo>
                    <a:pt x="6331004" y="361937"/>
                  </a:lnTo>
                  <a:lnTo>
                    <a:pt x="6401348" y="363431"/>
                  </a:lnTo>
                  <a:lnTo>
                    <a:pt x="6471693" y="364914"/>
                  </a:lnTo>
                  <a:lnTo>
                    <a:pt x="6542037" y="366387"/>
                  </a:lnTo>
                  <a:lnTo>
                    <a:pt x="6612382" y="367849"/>
                  </a:lnTo>
                  <a:lnTo>
                    <a:pt x="6682726" y="369302"/>
                  </a:lnTo>
                  <a:lnTo>
                    <a:pt x="6753071" y="370744"/>
                  </a:lnTo>
                  <a:lnTo>
                    <a:pt x="6823415" y="372176"/>
                  </a:lnTo>
                  <a:lnTo>
                    <a:pt x="6893760" y="373599"/>
                  </a:lnTo>
                  <a:lnTo>
                    <a:pt x="6964104" y="3750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1235312" y="5191308"/>
              <a:ext cx="6964104" cy="277783"/>
            </a:xfrm>
            <a:custGeom>
              <a:avLst/>
              <a:pathLst>
                <a:path w="6964104" h="277783">
                  <a:moveTo>
                    <a:pt x="6964104" y="277783"/>
                  </a:moveTo>
                  <a:lnTo>
                    <a:pt x="6893760" y="275840"/>
                  </a:lnTo>
                  <a:lnTo>
                    <a:pt x="6823415" y="273866"/>
                  </a:lnTo>
                  <a:lnTo>
                    <a:pt x="6753071" y="271862"/>
                  </a:lnTo>
                  <a:lnTo>
                    <a:pt x="6682726" y="269827"/>
                  </a:lnTo>
                  <a:lnTo>
                    <a:pt x="6612382" y="267760"/>
                  </a:lnTo>
                  <a:lnTo>
                    <a:pt x="6542037" y="265660"/>
                  </a:lnTo>
                  <a:lnTo>
                    <a:pt x="6471693" y="263528"/>
                  </a:lnTo>
                  <a:lnTo>
                    <a:pt x="6401348" y="261363"/>
                  </a:lnTo>
                  <a:lnTo>
                    <a:pt x="6331004" y="259164"/>
                  </a:lnTo>
                  <a:lnTo>
                    <a:pt x="6260659" y="256930"/>
                  </a:lnTo>
                  <a:lnTo>
                    <a:pt x="6190315" y="254662"/>
                  </a:lnTo>
                  <a:lnTo>
                    <a:pt x="6119970" y="252358"/>
                  </a:lnTo>
                  <a:lnTo>
                    <a:pt x="6049626" y="250019"/>
                  </a:lnTo>
                  <a:lnTo>
                    <a:pt x="5979281" y="247643"/>
                  </a:lnTo>
                  <a:lnTo>
                    <a:pt x="5908937" y="245230"/>
                  </a:lnTo>
                  <a:lnTo>
                    <a:pt x="5838592" y="242779"/>
                  </a:lnTo>
                  <a:lnTo>
                    <a:pt x="5768248" y="240290"/>
                  </a:lnTo>
                  <a:lnTo>
                    <a:pt x="5697903" y="237762"/>
                  </a:lnTo>
                  <a:lnTo>
                    <a:pt x="5627559" y="235195"/>
                  </a:lnTo>
                  <a:lnTo>
                    <a:pt x="5557214" y="232588"/>
                  </a:lnTo>
                  <a:lnTo>
                    <a:pt x="5486870" y="229940"/>
                  </a:lnTo>
                  <a:lnTo>
                    <a:pt x="5416525" y="227251"/>
                  </a:lnTo>
                  <a:lnTo>
                    <a:pt x="5346181" y="224519"/>
                  </a:lnTo>
                  <a:lnTo>
                    <a:pt x="5275836" y="221746"/>
                  </a:lnTo>
                  <a:lnTo>
                    <a:pt x="5205492" y="218929"/>
                  </a:lnTo>
                  <a:lnTo>
                    <a:pt x="5135147" y="216068"/>
                  </a:lnTo>
                  <a:lnTo>
                    <a:pt x="5064803" y="213162"/>
                  </a:lnTo>
                  <a:lnTo>
                    <a:pt x="4994458" y="210211"/>
                  </a:lnTo>
                  <a:lnTo>
                    <a:pt x="4924114" y="207215"/>
                  </a:lnTo>
                  <a:lnTo>
                    <a:pt x="4853769" y="204171"/>
                  </a:lnTo>
                  <a:lnTo>
                    <a:pt x="4783425" y="201080"/>
                  </a:lnTo>
                  <a:lnTo>
                    <a:pt x="4713080" y="197941"/>
                  </a:lnTo>
                  <a:lnTo>
                    <a:pt x="4642736" y="194752"/>
                  </a:lnTo>
                  <a:lnTo>
                    <a:pt x="4572391" y="191515"/>
                  </a:lnTo>
                  <a:lnTo>
                    <a:pt x="4502047" y="188226"/>
                  </a:lnTo>
                  <a:lnTo>
                    <a:pt x="4431702" y="184886"/>
                  </a:lnTo>
                  <a:lnTo>
                    <a:pt x="4361358" y="181495"/>
                  </a:lnTo>
                  <a:lnTo>
                    <a:pt x="4291013" y="178050"/>
                  </a:lnTo>
                  <a:lnTo>
                    <a:pt x="4220669" y="174551"/>
                  </a:lnTo>
                  <a:lnTo>
                    <a:pt x="4150324" y="170998"/>
                  </a:lnTo>
                  <a:lnTo>
                    <a:pt x="4079980" y="167390"/>
                  </a:lnTo>
                  <a:lnTo>
                    <a:pt x="4009635" y="163725"/>
                  </a:lnTo>
                  <a:lnTo>
                    <a:pt x="3939291" y="160004"/>
                  </a:lnTo>
                  <a:lnTo>
                    <a:pt x="3868946" y="156224"/>
                  </a:lnTo>
                  <a:lnTo>
                    <a:pt x="3798602" y="152385"/>
                  </a:lnTo>
                  <a:lnTo>
                    <a:pt x="3728257" y="148486"/>
                  </a:lnTo>
                  <a:lnTo>
                    <a:pt x="3657913" y="144527"/>
                  </a:lnTo>
                  <a:lnTo>
                    <a:pt x="3587569" y="140506"/>
                  </a:lnTo>
                  <a:lnTo>
                    <a:pt x="3517224" y="136422"/>
                  </a:lnTo>
                  <a:lnTo>
                    <a:pt x="3446880" y="132274"/>
                  </a:lnTo>
                  <a:lnTo>
                    <a:pt x="3376535" y="128062"/>
                  </a:lnTo>
                  <a:lnTo>
                    <a:pt x="3306191" y="123784"/>
                  </a:lnTo>
                  <a:lnTo>
                    <a:pt x="3235846" y="119439"/>
                  </a:lnTo>
                  <a:lnTo>
                    <a:pt x="3165502" y="115027"/>
                  </a:lnTo>
                  <a:lnTo>
                    <a:pt x="3095157" y="110545"/>
                  </a:lnTo>
                  <a:lnTo>
                    <a:pt x="3024813" y="105994"/>
                  </a:lnTo>
                  <a:lnTo>
                    <a:pt x="2954468" y="102291"/>
                  </a:lnTo>
                  <a:lnTo>
                    <a:pt x="2884124" y="100188"/>
                  </a:lnTo>
                  <a:lnTo>
                    <a:pt x="2813779" y="98070"/>
                  </a:lnTo>
                  <a:lnTo>
                    <a:pt x="2743435" y="95937"/>
                  </a:lnTo>
                  <a:lnTo>
                    <a:pt x="2673090" y="93789"/>
                  </a:lnTo>
                  <a:lnTo>
                    <a:pt x="2602746" y="91627"/>
                  </a:lnTo>
                  <a:lnTo>
                    <a:pt x="2532401" y="89449"/>
                  </a:lnTo>
                  <a:lnTo>
                    <a:pt x="2462057" y="87256"/>
                  </a:lnTo>
                  <a:lnTo>
                    <a:pt x="2391712" y="85047"/>
                  </a:lnTo>
                  <a:lnTo>
                    <a:pt x="2321368" y="82824"/>
                  </a:lnTo>
                  <a:lnTo>
                    <a:pt x="2251023" y="80584"/>
                  </a:lnTo>
                  <a:lnTo>
                    <a:pt x="2180679" y="78329"/>
                  </a:lnTo>
                  <a:lnTo>
                    <a:pt x="2110334" y="76058"/>
                  </a:lnTo>
                  <a:lnTo>
                    <a:pt x="2039990" y="73771"/>
                  </a:lnTo>
                  <a:lnTo>
                    <a:pt x="1969645" y="71468"/>
                  </a:lnTo>
                  <a:lnTo>
                    <a:pt x="1899301" y="69149"/>
                  </a:lnTo>
                  <a:lnTo>
                    <a:pt x="1828956" y="66813"/>
                  </a:lnTo>
                  <a:lnTo>
                    <a:pt x="1758612" y="64462"/>
                  </a:lnTo>
                  <a:lnTo>
                    <a:pt x="1688267" y="62094"/>
                  </a:lnTo>
                  <a:lnTo>
                    <a:pt x="1617923" y="59709"/>
                  </a:lnTo>
                  <a:lnTo>
                    <a:pt x="1547578" y="57307"/>
                  </a:lnTo>
                  <a:lnTo>
                    <a:pt x="1477234" y="54889"/>
                  </a:lnTo>
                  <a:lnTo>
                    <a:pt x="1406889" y="52454"/>
                  </a:lnTo>
                  <a:lnTo>
                    <a:pt x="1336545" y="50001"/>
                  </a:lnTo>
                  <a:lnTo>
                    <a:pt x="1266200" y="47532"/>
                  </a:lnTo>
                  <a:lnTo>
                    <a:pt x="1195856" y="45045"/>
                  </a:lnTo>
                  <a:lnTo>
                    <a:pt x="1125511" y="42541"/>
                  </a:lnTo>
                  <a:lnTo>
                    <a:pt x="1055167" y="40019"/>
                  </a:lnTo>
                  <a:lnTo>
                    <a:pt x="984822" y="37479"/>
                  </a:lnTo>
                  <a:lnTo>
                    <a:pt x="914478" y="34922"/>
                  </a:lnTo>
                  <a:lnTo>
                    <a:pt x="844133" y="32347"/>
                  </a:lnTo>
                  <a:lnTo>
                    <a:pt x="773789" y="29753"/>
                  </a:lnTo>
                  <a:lnTo>
                    <a:pt x="703444" y="27142"/>
                  </a:lnTo>
                  <a:lnTo>
                    <a:pt x="633100" y="24512"/>
                  </a:lnTo>
                  <a:lnTo>
                    <a:pt x="562755" y="21864"/>
                  </a:lnTo>
                  <a:lnTo>
                    <a:pt x="492411" y="19197"/>
                  </a:lnTo>
                  <a:lnTo>
                    <a:pt x="422066" y="16512"/>
                  </a:lnTo>
                  <a:lnTo>
                    <a:pt x="351722" y="13808"/>
                  </a:lnTo>
                  <a:lnTo>
                    <a:pt x="281377" y="11084"/>
                  </a:lnTo>
                  <a:lnTo>
                    <a:pt x="211033" y="8342"/>
                  </a:lnTo>
                  <a:lnTo>
                    <a:pt x="140688" y="5581"/>
                  </a:lnTo>
                  <a:lnTo>
                    <a:pt x="70344" y="28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1235312" y="5112030"/>
              <a:ext cx="6964104" cy="323191"/>
            </a:xfrm>
            <a:custGeom>
              <a:avLst/>
              <a:pathLst>
                <a:path w="6964104" h="323191">
                  <a:moveTo>
                    <a:pt x="0" y="0"/>
                  </a:moveTo>
                  <a:lnTo>
                    <a:pt x="70344" y="5378"/>
                  </a:lnTo>
                  <a:lnTo>
                    <a:pt x="140688" y="10696"/>
                  </a:lnTo>
                  <a:lnTo>
                    <a:pt x="211033" y="15955"/>
                  </a:lnTo>
                  <a:lnTo>
                    <a:pt x="281377" y="21155"/>
                  </a:lnTo>
                  <a:lnTo>
                    <a:pt x="351722" y="26298"/>
                  </a:lnTo>
                  <a:lnTo>
                    <a:pt x="422066" y="31382"/>
                  </a:lnTo>
                  <a:lnTo>
                    <a:pt x="492411" y="36410"/>
                  </a:lnTo>
                  <a:lnTo>
                    <a:pt x="562755" y="41382"/>
                  </a:lnTo>
                  <a:lnTo>
                    <a:pt x="633100" y="46298"/>
                  </a:lnTo>
                  <a:lnTo>
                    <a:pt x="703444" y="51160"/>
                  </a:lnTo>
                  <a:lnTo>
                    <a:pt x="773789" y="55967"/>
                  </a:lnTo>
                  <a:lnTo>
                    <a:pt x="844133" y="60720"/>
                  </a:lnTo>
                  <a:lnTo>
                    <a:pt x="914478" y="65421"/>
                  </a:lnTo>
                  <a:lnTo>
                    <a:pt x="984822" y="70069"/>
                  </a:lnTo>
                  <a:lnTo>
                    <a:pt x="1055167" y="74664"/>
                  </a:lnTo>
                  <a:lnTo>
                    <a:pt x="1125511" y="79209"/>
                  </a:lnTo>
                  <a:lnTo>
                    <a:pt x="1195856" y="83703"/>
                  </a:lnTo>
                  <a:lnTo>
                    <a:pt x="1266200" y="88147"/>
                  </a:lnTo>
                  <a:lnTo>
                    <a:pt x="1336545" y="92541"/>
                  </a:lnTo>
                  <a:lnTo>
                    <a:pt x="1406889" y="96886"/>
                  </a:lnTo>
                  <a:lnTo>
                    <a:pt x="1477234" y="101182"/>
                  </a:lnTo>
                  <a:lnTo>
                    <a:pt x="1547578" y="105431"/>
                  </a:lnTo>
                  <a:lnTo>
                    <a:pt x="1617923" y="109632"/>
                  </a:lnTo>
                  <a:lnTo>
                    <a:pt x="1688267" y="113786"/>
                  </a:lnTo>
                  <a:lnTo>
                    <a:pt x="1758612" y="117894"/>
                  </a:lnTo>
                  <a:lnTo>
                    <a:pt x="1828956" y="121956"/>
                  </a:lnTo>
                  <a:lnTo>
                    <a:pt x="1899301" y="125973"/>
                  </a:lnTo>
                  <a:lnTo>
                    <a:pt x="1969645" y="129944"/>
                  </a:lnTo>
                  <a:lnTo>
                    <a:pt x="2039990" y="133872"/>
                  </a:lnTo>
                  <a:lnTo>
                    <a:pt x="2110334" y="137755"/>
                  </a:lnTo>
                  <a:lnTo>
                    <a:pt x="2180679" y="141595"/>
                  </a:lnTo>
                  <a:lnTo>
                    <a:pt x="2251023" y="145393"/>
                  </a:lnTo>
                  <a:lnTo>
                    <a:pt x="2321368" y="149147"/>
                  </a:lnTo>
                  <a:lnTo>
                    <a:pt x="2391712" y="152860"/>
                  </a:lnTo>
                  <a:lnTo>
                    <a:pt x="2462057" y="156532"/>
                  </a:lnTo>
                  <a:lnTo>
                    <a:pt x="2532401" y="160162"/>
                  </a:lnTo>
                  <a:lnTo>
                    <a:pt x="2602746" y="163752"/>
                  </a:lnTo>
                  <a:lnTo>
                    <a:pt x="2673090" y="167302"/>
                  </a:lnTo>
                  <a:lnTo>
                    <a:pt x="2743435" y="170812"/>
                  </a:lnTo>
                  <a:lnTo>
                    <a:pt x="2813779" y="174283"/>
                  </a:lnTo>
                  <a:lnTo>
                    <a:pt x="2884124" y="177716"/>
                  </a:lnTo>
                  <a:lnTo>
                    <a:pt x="2954468" y="181110"/>
                  </a:lnTo>
                  <a:lnTo>
                    <a:pt x="3024813" y="184466"/>
                  </a:lnTo>
                  <a:lnTo>
                    <a:pt x="3095157" y="187784"/>
                  </a:lnTo>
                  <a:lnTo>
                    <a:pt x="3165502" y="191066"/>
                  </a:lnTo>
                  <a:lnTo>
                    <a:pt x="3235846" y="194310"/>
                  </a:lnTo>
                  <a:lnTo>
                    <a:pt x="3306191" y="197519"/>
                  </a:lnTo>
                  <a:lnTo>
                    <a:pt x="3376535" y="200692"/>
                  </a:lnTo>
                  <a:lnTo>
                    <a:pt x="3446880" y="203829"/>
                  </a:lnTo>
                  <a:lnTo>
                    <a:pt x="3517224" y="206932"/>
                  </a:lnTo>
                  <a:lnTo>
                    <a:pt x="3587569" y="209999"/>
                  </a:lnTo>
                  <a:lnTo>
                    <a:pt x="3657913" y="213033"/>
                  </a:lnTo>
                  <a:lnTo>
                    <a:pt x="3728257" y="216032"/>
                  </a:lnTo>
                  <a:lnTo>
                    <a:pt x="3798602" y="218998"/>
                  </a:lnTo>
                  <a:lnTo>
                    <a:pt x="3868946" y="221931"/>
                  </a:lnTo>
                  <a:lnTo>
                    <a:pt x="3939291" y="224832"/>
                  </a:lnTo>
                  <a:lnTo>
                    <a:pt x="4009635" y="227699"/>
                  </a:lnTo>
                  <a:lnTo>
                    <a:pt x="4079980" y="230535"/>
                  </a:lnTo>
                  <a:lnTo>
                    <a:pt x="4150324" y="233339"/>
                  </a:lnTo>
                  <a:lnTo>
                    <a:pt x="4220669" y="236112"/>
                  </a:lnTo>
                  <a:lnTo>
                    <a:pt x="4291013" y="238854"/>
                  </a:lnTo>
                  <a:lnTo>
                    <a:pt x="4361358" y="241565"/>
                  </a:lnTo>
                  <a:lnTo>
                    <a:pt x="4431702" y="244246"/>
                  </a:lnTo>
                  <a:lnTo>
                    <a:pt x="4502047" y="246897"/>
                  </a:lnTo>
                  <a:lnTo>
                    <a:pt x="4572391" y="249519"/>
                  </a:lnTo>
                  <a:lnTo>
                    <a:pt x="4642736" y="252111"/>
                  </a:lnTo>
                  <a:lnTo>
                    <a:pt x="4713080" y="254674"/>
                  </a:lnTo>
                  <a:lnTo>
                    <a:pt x="4783425" y="257209"/>
                  </a:lnTo>
                  <a:lnTo>
                    <a:pt x="4853769" y="259715"/>
                  </a:lnTo>
                  <a:lnTo>
                    <a:pt x="4924114" y="262193"/>
                  </a:lnTo>
                  <a:lnTo>
                    <a:pt x="4994458" y="264644"/>
                  </a:lnTo>
                  <a:lnTo>
                    <a:pt x="5064803" y="267067"/>
                  </a:lnTo>
                  <a:lnTo>
                    <a:pt x="5135147" y="269463"/>
                  </a:lnTo>
                  <a:lnTo>
                    <a:pt x="5205492" y="271833"/>
                  </a:lnTo>
                  <a:lnTo>
                    <a:pt x="5275836" y="274176"/>
                  </a:lnTo>
                  <a:lnTo>
                    <a:pt x="5346181" y="276492"/>
                  </a:lnTo>
                  <a:lnTo>
                    <a:pt x="5416525" y="278783"/>
                  </a:lnTo>
                  <a:lnTo>
                    <a:pt x="5486870" y="281049"/>
                  </a:lnTo>
                  <a:lnTo>
                    <a:pt x="5557214" y="283289"/>
                  </a:lnTo>
                  <a:lnTo>
                    <a:pt x="5627559" y="285504"/>
                  </a:lnTo>
                  <a:lnTo>
                    <a:pt x="5697903" y="287694"/>
                  </a:lnTo>
                  <a:lnTo>
                    <a:pt x="5768248" y="289860"/>
                  </a:lnTo>
                  <a:lnTo>
                    <a:pt x="5838592" y="292002"/>
                  </a:lnTo>
                  <a:lnTo>
                    <a:pt x="5908937" y="294119"/>
                  </a:lnTo>
                  <a:lnTo>
                    <a:pt x="5979281" y="296214"/>
                  </a:lnTo>
                  <a:lnTo>
                    <a:pt x="6049626" y="298284"/>
                  </a:lnTo>
                  <a:lnTo>
                    <a:pt x="6119970" y="300332"/>
                  </a:lnTo>
                  <a:lnTo>
                    <a:pt x="6190315" y="302357"/>
                  </a:lnTo>
                  <a:lnTo>
                    <a:pt x="6260659" y="304359"/>
                  </a:lnTo>
                  <a:lnTo>
                    <a:pt x="6331004" y="306339"/>
                  </a:lnTo>
                  <a:lnTo>
                    <a:pt x="6401348" y="308296"/>
                  </a:lnTo>
                  <a:lnTo>
                    <a:pt x="6471693" y="310232"/>
                  </a:lnTo>
                  <a:lnTo>
                    <a:pt x="6542037" y="312146"/>
                  </a:lnTo>
                  <a:lnTo>
                    <a:pt x="6612382" y="314039"/>
                  </a:lnTo>
                  <a:lnTo>
                    <a:pt x="6682726" y="315911"/>
                  </a:lnTo>
                  <a:lnTo>
                    <a:pt x="6753071" y="317762"/>
                  </a:lnTo>
                  <a:lnTo>
                    <a:pt x="6823415" y="319592"/>
                  </a:lnTo>
                  <a:lnTo>
                    <a:pt x="6893760" y="321401"/>
                  </a:lnTo>
                  <a:lnTo>
                    <a:pt x="6964104" y="3231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421510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30467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540919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8" name="tx78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116422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202448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2884749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374501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460527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5515235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634440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7204672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8064935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1561815" y="5855859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93" name="tx93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887106" y="4159544"/>
              <a:ext cx="70266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1.15 (1.09-1.21), p_Bonf = &lt;0.001 (n = 6)  |  per IQR decline (Δ = 27.5 %): 1.46 (1.26-1.68)  |  IQR: [-29.1, -1.6] %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887106" y="3932770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2026-07-22T07:54:43Z</dcterms:modified>
  <cp:category/>
</cp:coreProperties>
</file>