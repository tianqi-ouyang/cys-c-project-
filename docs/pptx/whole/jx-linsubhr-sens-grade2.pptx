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59600"/>
              <a:ext cx="7090630" cy="1252392"/>
            </a:xfrm>
            <a:custGeom>
              <a:avLst/>
              <a:pathLst>
                <a:path w="7090630" h="1252392">
                  <a:moveTo>
                    <a:pt x="0" y="0"/>
                  </a:moveTo>
                  <a:lnTo>
                    <a:pt x="71622" y="24532"/>
                  </a:lnTo>
                  <a:lnTo>
                    <a:pt x="143245" y="48689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1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9"/>
                  </a:lnTo>
                  <a:lnTo>
                    <a:pt x="716225" y="229052"/>
                  </a:lnTo>
                  <a:lnTo>
                    <a:pt x="787847" y="250068"/>
                  </a:lnTo>
                  <a:lnTo>
                    <a:pt x="859470" y="270761"/>
                  </a:lnTo>
                  <a:lnTo>
                    <a:pt x="931092" y="291136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6"/>
                  </a:lnTo>
                  <a:lnTo>
                    <a:pt x="1289205" y="388414"/>
                  </a:lnTo>
                  <a:lnTo>
                    <a:pt x="1360827" y="406982"/>
                  </a:lnTo>
                  <a:lnTo>
                    <a:pt x="1432450" y="425266"/>
                  </a:lnTo>
                  <a:lnTo>
                    <a:pt x="1504073" y="443268"/>
                  </a:lnTo>
                  <a:lnTo>
                    <a:pt x="1575695" y="460995"/>
                  </a:lnTo>
                  <a:lnTo>
                    <a:pt x="1647318" y="478449"/>
                  </a:lnTo>
                  <a:lnTo>
                    <a:pt x="1718940" y="495635"/>
                  </a:lnTo>
                  <a:lnTo>
                    <a:pt x="1790563" y="512557"/>
                  </a:lnTo>
                  <a:lnTo>
                    <a:pt x="1862185" y="529219"/>
                  </a:lnTo>
                  <a:lnTo>
                    <a:pt x="1933808" y="545625"/>
                  </a:lnTo>
                  <a:lnTo>
                    <a:pt x="2005430" y="561780"/>
                  </a:lnTo>
                  <a:lnTo>
                    <a:pt x="2077053" y="577686"/>
                  </a:lnTo>
                  <a:lnTo>
                    <a:pt x="2148675" y="593349"/>
                  </a:lnTo>
                  <a:lnTo>
                    <a:pt x="2220298" y="608770"/>
                  </a:lnTo>
                  <a:lnTo>
                    <a:pt x="2291920" y="623955"/>
                  </a:lnTo>
                  <a:lnTo>
                    <a:pt x="2363543" y="638907"/>
                  </a:lnTo>
                  <a:lnTo>
                    <a:pt x="2435165" y="653629"/>
                  </a:lnTo>
                  <a:lnTo>
                    <a:pt x="2506788" y="668125"/>
                  </a:lnTo>
                  <a:lnTo>
                    <a:pt x="2578410" y="682398"/>
                  </a:lnTo>
                  <a:lnTo>
                    <a:pt x="2650033" y="696452"/>
                  </a:lnTo>
                  <a:lnTo>
                    <a:pt x="2721655" y="710291"/>
                  </a:lnTo>
                  <a:lnTo>
                    <a:pt x="2793278" y="723917"/>
                  </a:lnTo>
                  <a:lnTo>
                    <a:pt x="2864901" y="737334"/>
                  </a:lnTo>
                  <a:lnTo>
                    <a:pt x="2936523" y="750544"/>
                  </a:lnTo>
                  <a:lnTo>
                    <a:pt x="3008146" y="763552"/>
                  </a:lnTo>
                  <a:lnTo>
                    <a:pt x="3079768" y="771884"/>
                  </a:lnTo>
                  <a:lnTo>
                    <a:pt x="3151391" y="777631"/>
                  </a:lnTo>
                  <a:lnTo>
                    <a:pt x="3223013" y="783338"/>
                  </a:lnTo>
                  <a:lnTo>
                    <a:pt x="3294636" y="789005"/>
                  </a:lnTo>
                  <a:lnTo>
                    <a:pt x="3366258" y="794633"/>
                  </a:lnTo>
                  <a:lnTo>
                    <a:pt x="3437881" y="800222"/>
                  </a:lnTo>
                  <a:lnTo>
                    <a:pt x="3509503" y="805771"/>
                  </a:lnTo>
                  <a:lnTo>
                    <a:pt x="3581126" y="811282"/>
                  </a:lnTo>
                  <a:lnTo>
                    <a:pt x="3652748" y="816755"/>
                  </a:lnTo>
                  <a:lnTo>
                    <a:pt x="3724371" y="822190"/>
                  </a:lnTo>
                  <a:lnTo>
                    <a:pt x="3795993" y="827587"/>
                  </a:lnTo>
                  <a:lnTo>
                    <a:pt x="3867616" y="832946"/>
                  </a:lnTo>
                  <a:lnTo>
                    <a:pt x="3939238" y="838268"/>
                  </a:lnTo>
                  <a:lnTo>
                    <a:pt x="4010861" y="843553"/>
                  </a:lnTo>
                  <a:lnTo>
                    <a:pt x="4082483" y="848801"/>
                  </a:lnTo>
                  <a:lnTo>
                    <a:pt x="4154106" y="854012"/>
                  </a:lnTo>
                  <a:lnTo>
                    <a:pt x="4225729" y="859188"/>
                  </a:lnTo>
                  <a:lnTo>
                    <a:pt x="4297351" y="864327"/>
                  </a:lnTo>
                  <a:lnTo>
                    <a:pt x="4368974" y="869430"/>
                  </a:lnTo>
                  <a:lnTo>
                    <a:pt x="4440596" y="874498"/>
                  </a:lnTo>
                  <a:lnTo>
                    <a:pt x="4512219" y="879531"/>
                  </a:lnTo>
                  <a:lnTo>
                    <a:pt x="4583841" y="884529"/>
                  </a:lnTo>
                  <a:lnTo>
                    <a:pt x="4655464" y="889492"/>
                  </a:lnTo>
                  <a:lnTo>
                    <a:pt x="4727086" y="894420"/>
                  </a:lnTo>
                  <a:lnTo>
                    <a:pt x="4798709" y="899314"/>
                  </a:lnTo>
                  <a:lnTo>
                    <a:pt x="4870331" y="904174"/>
                  </a:lnTo>
                  <a:lnTo>
                    <a:pt x="4941954" y="909001"/>
                  </a:lnTo>
                  <a:lnTo>
                    <a:pt x="5013576" y="913793"/>
                  </a:lnTo>
                  <a:lnTo>
                    <a:pt x="5085199" y="918553"/>
                  </a:lnTo>
                  <a:lnTo>
                    <a:pt x="5156821" y="923279"/>
                  </a:lnTo>
                  <a:lnTo>
                    <a:pt x="5228444" y="927972"/>
                  </a:lnTo>
                  <a:lnTo>
                    <a:pt x="5300066" y="932633"/>
                  </a:lnTo>
                  <a:lnTo>
                    <a:pt x="5371689" y="937261"/>
                  </a:lnTo>
                  <a:lnTo>
                    <a:pt x="5443311" y="941857"/>
                  </a:lnTo>
                  <a:lnTo>
                    <a:pt x="5514934" y="946421"/>
                  </a:lnTo>
                  <a:lnTo>
                    <a:pt x="5586557" y="950953"/>
                  </a:lnTo>
                  <a:lnTo>
                    <a:pt x="5658179" y="955454"/>
                  </a:lnTo>
                  <a:lnTo>
                    <a:pt x="5729802" y="959923"/>
                  </a:lnTo>
                  <a:lnTo>
                    <a:pt x="5801424" y="964361"/>
                  </a:lnTo>
                  <a:lnTo>
                    <a:pt x="5873047" y="968768"/>
                  </a:lnTo>
                  <a:lnTo>
                    <a:pt x="5944669" y="973145"/>
                  </a:lnTo>
                  <a:lnTo>
                    <a:pt x="6016292" y="977491"/>
                  </a:lnTo>
                  <a:lnTo>
                    <a:pt x="6087914" y="981807"/>
                  </a:lnTo>
                  <a:lnTo>
                    <a:pt x="6159537" y="986093"/>
                  </a:lnTo>
                  <a:lnTo>
                    <a:pt x="6231159" y="990349"/>
                  </a:lnTo>
                  <a:lnTo>
                    <a:pt x="6302782" y="994576"/>
                  </a:lnTo>
                  <a:lnTo>
                    <a:pt x="6374404" y="998773"/>
                  </a:lnTo>
                  <a:lnTo>
                    <a:pt x="6446027" y="1002941"/>
                  </a:lnTo>
                  <a:lnTo>
                    <a:pt x="6517649" y="1007080"/>
                  </a:lnTo>
                  <a:lnTo>
                    <a:pt x="6589272" y="1011190"/>
                  </a:lnTo>
                  <a:lnTo>
                    <a:pt x="6660894" y="1015271"/>
                  </a:lnTo>
                  <a:lnTo>
                    <a:pt x="6732517" y="1019324"/>
                  </a:lnTo>
                  <a:lnTo>
                    <a:pt x="6804139" y="1023349"/>
                  </a:lnTo>
                  <a:lnTo>
                    <a:pt x="6875762" y="1027346"/>
                  </a:lnTo>
                  <a:lnTo>
                    <a:pt x="6947385" y="1031315"/>
                  </a:lnTo>
                  <a:lnTo>
                    <a:pt x="7019007" y="1035256"/>
                  </a:lnTo>
                  <a:lnTo>
                    <a:pt x="7090630" y="1039170"/>
                  </a:lnTo>
                  <a:lnTo>
                    <a:pt x="7090630" y="1252392"/>
                  </a:lnTo>
                  <a:lnTo>
                    <a:pt x="7019007" y="1247007"/>
                  </a:lnTo>
                  <a:lnTo>
                    <a:pt x="6947385" y="1241539"/>
                  </a:lnTo>
                  <a:lnTo>
                    <a:pt x="6875762" y="1235986"/>
                  </a:lnTo>
                  <a:lnTo>
                    <a:pt x="6804139" y="1230345"/>
                  </a:lnTo>
                  <a:lnTo>
                    <a:pt x="6732517" y="1224617"/>
                  </a:lnTo>
                  <a:lnTo>
                    <a:pt x="6660894" y="1218800"/>
                  </a:lnTo>
                  <a:lnTo>
                    <a:pt x="6589272" y="1212892"/>
                  </a:lnTo>
                  <a:lnTo>
                    <a:pt x="6517649" y="1206891"/>
                  </a:lnTo>
                  <a:lnTo>
                    <a:pt x="6446027" y="1200797"/>
                  </a:lnTo>
                  <a:lnTo>
                    <a:pt x="6374404" y="1194608"/>
                  </a:lnTo>
                  <a:lnTo>
                    <a:pt x="6302782" y="1188323"/>
                  </a:lnTo>
                  <a:lnTo>
                    <a:pt x="6231159" y="1181940"/>
                  </a:lnTo>
                  <a:lnTo>
                    <a:pt x="6159537" y="1175457"/>
                  </a:lnTo>
                  <a:lnTo>
                    <a:pt x="6087914" y="1168872"/>
                  </a:lnTo>
                  <a:lnTo>
                    <a:pt x="6016292" y="1162186"/>
                  </a:lnTo>
                  <a:lnTo>
                    <a:pt x="5944669" y="1155394"/>
                  </a:lnTo>
                  <a:lnTo>
                    <a:pt x="5873047" y="1148497"/>
                  </a:lnTo>
                  <a:lnTo>
                    <a:pt x="5801424" y="1141493"/>
                  </a:lnTo>
                  <a:lnTo>
                    <a:pt x="5729802" y="1134379"/>
                  </a:lnTo>
                  <a:lnTo>
                    <a:pt x="5658179" y="1127154"/>
                  </a:lnTo>
                  <a:lnTo>
                    <a:pt x="5586557" y="1119817"/>
                  </a:lnTo>
                  <a:lnTo>
                    <a:pt x="5514934" y="1112365"/>
                  </a:lnTo>
                  <a:lnTo>
                    <a:pt x="5443311" y="1104797"/>
                  </a:lnTo>
                  <a:lnTo>
                    <a:pt x="5371689" y="1097111"/>
                  </a:lnTo>
                  <a:lnTo>
                    <a:pt x="5300066" y="1089305"/>
                  </a:lnTo>
                  <a:lnTo>
                    <a:pt x="5228444" y="1081377"/>
                  </a:lnTo>
                  <a:lnTo>
                    <a:pt x="5156821" y="1073326"/>
                  </a:lnTo>
                  <a:lnTo>
                    <a:pt x="5085199" y="1065149"/>
                  </a:lnTo>
                  <a:lnTo>
                    <a:pt x="5013576" y="1056845"/>
                  </a:lnTo>
                  <a:lnTo>
                    <a:pt x="4941954" y="1048411"/>
                  </a:lnTo>
                  <a:lnTo>
                    <a:pt x="4870331" y="1039846"/>
                  </a:lnTo>
                  <a:lnTo>
                    <a:pt x="4798709" y="1031147"/>
                  </a:lnTo>
                  <a:lnTo>
                    <a:pt x="4727086" y="1022312"/>
                  </a:lnTo>
                  <a:lnTo>
                    <a:pt x="4655464" y="1013340"/>
                  </a:lnTo>
                  <a:lnTo>
                    <a:pt x="4583841" y="1004227"/>
                  </a:lnTo>
                  <a:lnTo>
                    <a:pt x="4512219" y="994973"/>
                  </a:lnTo>
                  <a:lnTo>
                    <a:pt x="4440596" y="985574"/>
                  </a:lnTo>
                  <a:lnTo>
                    <a:pt x="4368974" y="976029"/>
                  </a:lnTo>
                  <a:lnTo>
                    <a:pt x="4297351" y="966334"/>
                  </a:lnTo>
                  <a:lnTo>
                    <a:pt x="4225729" y="956489"/>
                  </a:lnTo>
                  <a:lnTo>
                    <a:pt x="4154106" y="946490"/>
                  </a:lnTo>
                  <a:lnTo>
                    <a:pt x="4082483" y="936335"/>
                  </a:lnTo>
                  <a:lnTo>
                    <a:pt x="4010861" y="926022"/>
                  </a:lnTo>
                  <a:lnTo>
                    <a:pt x="3939238" y="915548"/>
                  </a:lnTo>
                  <a:lnTo>
                    <a:pt x="3867616" y="904910"/>
                  </a:lnTo>
                  <a:lnTo>
                    <a:pt x="3795993" y="894107"/>
                  </a:lnTo>
                  <a:lnTo>
                    <a:pt x="3724371" y="883135"/>
                  </a:lnTo>
                  <a:lnTo>
                    <a:pt x="3652748" y="871992"/>
                  </a:lnTo>
                  <a:lnTo>
                    <a:pt x="3581126" y="860676"/>
                  </a:lnTo>
                  <a:lnTo>
                    <a:pt x="3509503" y="849182"/>
                  </a:lnTo>
                  <a:lnTo>
                    <a:pt x="3437881" y="837510"/>
                  </a:lnTo>
                  <a:lnTo>
                    <a:pt x="3366258" y="825656"/>
                  </a:lnTo>
                  <a:lnTo>
                    <a:pt x="3294636" y="813616"/>
                  </a:lnTo>
                  <a:lnTo>
                    <a:pt x="3223013" y="801389"/>
                  </a:lnTo>
                  <a:lnTo>
                    <a:pt x="3151391" y="788972"/>
                  </a:lnTo>
                  <a:lnTo>
                    <a:pt x="3079768" y="776360"/>
                  </a:lnTo>
                  <a:lnTo>
                    <a:pt x="3008146" y="766097"/>
                  </a:lnTo>
                  <a:lnTo>
                    <a:pt x="2936523" y="760270"/>
                  </a:lnTo>
                  <a:lnTo>
                    <a:pt x="2864901" y="754401"/>
                  </a:lnTo>
                  <a:lnTo>
                    <a:pt x="2793278" y="748491"/>
                  </a:lnTo>
                  <a:lnTo>
                    <a:pt x="2721655" y="742540"/>
                  </a:lnTo>
                  <a:lnTo>
                    <a:pt x="2650033" y="736547"/>
                  </a:lnTo>
                  <a:lnTo>
                    <a:pt x="2578410" y="730513"/>
                  </a:lnTo>
                  <a:lnTo>
                    <a:pt x="2506788" y="724436"/>
                  </a:lnTo>
                  <a:lnTo>
                    <a:pt x="2435165" y="718316"/>
                  </a:lnTo>
                  <a:lnTo>
                    <a:pt x="2363543" y="712153"/>
                  </a:lnTo>
                  <a:lnTo>
                    <a:pt x="2291920" y="705947"/>
                  </a:lnTo>
                  <a:lnTo>
                    <a:pt x="2220298" y="699698"/>
                  </a:lnTo>
                  <a:lnTo>
                    <a:pt x="2148675" y="693405"/>
                  </a:lnTo>
                  <a:lnTo>
                    <a:pt x="2077053" y="687068"/>
                  </a:lnTo>
                  <a:lnTo>
                    <a:pt x="2005430" y="680686"/>
                  </a:lnTo>
                  <a:lnTo>
                    <a:pt x="1933808" y="674260"/>
                  </a:lnTo>
                  <a:lnTo>
                    <a:pt x="1862185" y="667789"/>
                  </a:lnTo>
                  <a:lnTo>
                    <a:pt x="1790563" y="661272"/>
                  </a:lnTo>
                  <a:lnTo>
                    <a:pt x="1718940" y="654710"/>
                  </a:lnTo>
                  <a:lnTo>
                    <a:pt x="1647318" y="648101"/>
                  </a:lnTo>
                  <a:lnTo>
                    <a:pt x="1575695" y="641447"/>
                  </a:lnTo>
                  <a:lnTo>
                    <a:pt x="1504073" y="634745"/>
                  </a:lnTo>
                  <a:lnTo>
                    <a:pt x="1432450" y="627997"/>
                  </a:lnTo>
                  <a:lnTo>
                    <a:pt x="1360827" y="621202"/>
                  </a:lnTo>
                  <a:lnTo>
                    <a:pt x="1289205" y="614358"/>
                  </a:lnTo>
                  <a:lnTo>
                    <a:pt x="1217582" y="607467"/>
                  </a:lnTo>
                  <a:lnTo>
                    <a:pt x="1145960" y="600528"/>
                  </a:lnTo>
                  <a:lnTo>
                    <a:pt x="1074337" y="593540"/>
                  </a:lnTo>
                  <a:lnTo>
                    <a:pt x="1002715" y="586503"/>
                  </a:lnTo>
                  <a:lnTo>
                    <a:pt x="931092" y="579416"/>
                  </a:lnTo>
                  <a:lnTo>
                    <a:pt x="859470" y="572280"/>
                  </a:lnTo>
                  <a:lnTo>
                    <a:pt x="787847" y="565094"/>
                  </a:lnTo>
                  <a:lnTo>
                    <a:pt x="716225" y="557858"/>
                  </a:lnTo>
                  <a:lnTo>
                    <a:pt x="644602" y="550571"/>
                  </a:lnTo>
                  <a:lnTo>
                    <a:pt x="572980" y="543233"/>
                  </a:lnTo>
                  <a:lnTo>
                    <a:pt x="501357" y="535843"/>
                  </a:lnTo>
                  <a:lnTo>
                    <a:pt x="429735" y="528402"/>
                  </a:lnTo>
                  <a:lnTo>
                    <a:pt x="358112" y="520908"/>
                  </a:lnTo>
                  <a:lnTo>
                    <a:pt x="286490" y="513362"/>
                  </a:lnTo>
                  <a:lnTo>
                    <a:pt x="214867" y="505763"/>
                  </a:lnTo>
                  <a:lnTo>
                    <a:pt x="143245" y="498111"/>
                  </a:lnTo>
                  <a:lnTo>
                    <a:pt x="71622" y="490405"/>
                  </a:lnTo>
                  <a:lnTo>
                    <a:pt x="0" y="4826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59600"/>
              <a:ext cx="7090630" cy="1039170"/>
            </a:xfrm>
            <a:custGeom>
              <a:avLst/>
              <a:pathLst>
                <a:path w="7090630" h="1039170">
                  <a:moveTo>
                    <a:pt x="0" y="0"/>
                  </a:moveTo>
                  <a:lnTo>
                    <a:pt x="71622" y="24532"/>
                  </a:lnTo>
                  <a:lnTo>
                    <a:pt x="143245" y="48689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1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9"/>
                  </a:lnTo>
                  <a:lnTo>
                    <a:pt x="716225" y="229052"/>
                  </a:lnTo>
                  <a:lnTo>
                    <a:pt x="787847" y="250068"/>
                  </a:lnTo>
                  <a:lnTo>
                    <a:pt x="859470" y="270761"/>
                  </a:lnTo>
                  <a:lnTo>
                    <a:pt x="931092" y="291136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6"/>
                  </a:lnTo>
                  <a:lnTo>
                    <a:pt x="1289205" y="388414"/>
                  </a:lnTo>
                  <a:lnTo>
                    <a:pt x="1360827" y="406982"/>
                  </a:lnTo>
                  <a:lnTo>
                    <a:pt x="1432450" y="425266"/>
                  </a:lnTo>
                  <a:lnTo>
                    <a:pt x="1504073" y="443268"/>
                  </a:lnTo>
                  <a:lnTo>
                    <a:pt x="1575695" y="460995"/>
                  </a:lnTo>
                  <a:lnTo>
                    <a:pt x="1647318" y="478449"/>
                  </a:lnTo>
                  <a:lnTo>
                    <a:pt x="1718940" y="495635"/>
                  </a:lnTo>
                  <a:lnTo>
                    <a:pt x="1790563" y="512557"/>
                  </a:lnTo>
                  <a:lnTo>
                    <a:pt x="1862185" y="529219"/>
                  </a:lnTo>
                  <a:lnTo>
                    <a:pt x="1933808" y="545625"/>
                  </a:lnTo>
                  <a:lnTo>
                    <a:pt x="2005430" y="561780"/>
                  </a:lnTo>
                  <a:lnTo>
                    <a:pt x="2077053" y="577686"/>
                  </a:lnTo>
                  <a:lnTo>
                    <a:pt x="2148675" y="593349"/>
                  </a:lnTo>
                  <a:lnTo>
                    <a:pt x="2220298" y="608770"/>
                  </a:lnTo>
                  <a:lnTo>
                    <a:pt x="2291920" y="623955"/>
                  </a:lnTo>
                  <a:lnTo>
                    <a:pt x="2363543" y="638907"/>
                  </a:lnTo>
                  <a:lnTo>
                    <a:pt x="2435165" y="653629"/>
                  </a:lnTo>
                  <a:lnTo>
                    <a:pt x="2506788" y="668125"/>
                  </a:lnTo>
                  <a:lnTo>
                    <a:pt x="2578410" y="682398"/>
                  </a:lnTo>
                  <a:lnTo>
                    <a:pt x="2650033" y="696452"/>
                  </a:lnTo>
                  <a:lnTo>
                    <a:pt x="2721655" y="710291"/>
                  </a:lnTo>
                  <a:lnTo>
                    <a:pt x="2793278" y="723917"/>
                  </a:lnTo>
                  <a:lnTo>
                    <a:pt x="2864901" y="737334"/>
                  </a:lnTo>
                  <a:lnTo>
                    <a:pt x="2936523" y="750544"/>
                  </a:lnTo>
                  <a:lnTo>
                    <a:pt x="3008146" y="763552"/>
                  </a:lnTo>
                  <a:lnTo>
                    <a:pt x="3079768" y="771884"/>
                  </a:lnTo>
                  <a:lnTo>
                    <a:pt x="3151391" y="777631"/>
                  </a:lnTo>
                  <a:lnTo>
                    <a:pt x="3223013" y="783338"/>
                  </a:lnTo>
                  <a:lnTo>
                    <a:pt x="3294636" y="789005"/>
                  </a:lnTo>
                  <a:lnTo>
                    <a:pt x="3366258" y="794633"/>
                  </a:lnTo>
                  <a:lnTo>
                    <a:pt x="3437881" y="800222"/>
                  </a:lnTo>
                  <a:lnTo>
                    <a:pt x="3509503" y="805771"/>
                  </a:lnTo>
                  <a:lnTo>
                    <a:pt x="3581126" y="811282"/>
                  </a:lnTo>
                  <a:lnTo>
                    <a:pt x="3652748" y="816755"/>
                  </a:lnTo>
                  <a:lnTo>
                    <a:pt x="3724371" y="822190"/>
                  </a:lnTo>
                  <a:lnTo>
                    <a:pt x="3795993" y="827587"/>
                  </a:lnTo>
                  <a:lnTo>
                    <a:pt x="3867616" y="832946"/>
                  </a:lnTo>
                  <a:lnTo>
                    <a:pt x="3939238" y="838268"/>
                  </a:lnTo>
                  <a:lnTo>
                    <a:pt x="4010861" y="843553"/>
                  </a:lnTo>
                  <a:lnTo>
                    <a:pt x="4082483" y="848801"/>
                  </a:lnTo>
                  <a:lnTo>
                    <a:pt x="4154106" y="854012"/>
                  </a:lnTo>
                  <a:lnTo>
                    <a:pt x="4225729" y="859188"/>
                  </a:lnTo>
                  <a:lnTo>
                    <a:pt x="4297351" y="864327"/>
                  </a:lnTo>
                  <a:lnTo>
                    <a:pt x="4368974" y="869430"/>
                  </a:lnTo>
                  <a:lnTo>
                    <a:pt x="4440596" y="874498"/>
                  </a:lnTo>
                  <a:lnTo>
                    <a:pt x="4512219" y="879531"/>
                  </a:lnTo>
                  <a:lnTo>
                    <a:pt x="4583841" y="884529"/>
                  </a:lnTo>
                  <a:lnTo>
                    <a:pt x="4655464" y="889492"/>
                  </a:lnTo>
                  <a:lnTo>
                    <a:pt x="4727086" y="894420"/>
                  </a:lnTo>
                  <a:lnTo>
                    <a:pt x="4798709" y="899314"/>
                  </a:lnTo>
                  <a:lnTo>
                    <a:pt x="4870331" y="904174"/>
                  </a:lnTo>
                  <a:lnTo>
                    <a:pt x="4941954" y="909001"/>
                  </a:lnTo>
                  <a:lnTo>
                    <a:pt x="5013576" y="913793"/>
                  </a:lnTo>
                  <a:lnTo>
                    <a:pt x="5085199" y="918553"/>
                  </a:lnTo>
                  <a:lnTo>
                    <a:pt x="5156821" y="923279"/>
                  </a:lnTo>
                  <a:lnTo>
                    <a:pt x="5228444" y="927972"/>
                  </a:lnTo>
                  <a:lnTo>
                    <a:pt x="5300066" y="932633"/>
                  </a:lnTo>
                  <a:lnTo>
                    <a:pt x="5371689" y="937261"/>
                  </a:lnTo>
                  <a:lnTo>
                    <a:pt x="5443311" y="941857"/>
                  </a:lnTo>
                  <a:lnTo>
                    <a:pt x="5514934" y="946421"/>
                  </a:lnTo>
                  <a:lnTo>
                    <a:pt x="5586557" y="950953"/>
                  </a:lnTo>
                  <a:lnTo>
                    <a:pt x="5658179" y="955454"/>
                  </a:lnTo>
                  <a:lnTo>
                    <a:pt x="5729802" y="959923"/>
                  </a:lnTo>
                  <a:lnTo>
                    <a:pt x="5801424" y="964361"/>
                  </a:lnTo>
                  <a:lnTo>
                    <a:pt x="5873047" y="968768"/>
                  </a:lnTo>
                  <a:lnTo>
                    <a:pt x="5944669" y="973145"/>
                  </a:lnTo>
                  <a:lnTo>
                    <a:pt x="6016292" y="977491"/>
                  </a:lnTo>
                  <a:lnTo>
                    <a:pt x="6087914" y="981807"/>
                  </a:lnTo>
                  <a:lnTo>
                    <a:pt x="6159537" y="986093"/>
                  </a:lnTo>
                  <a:lnTo>
                    <a:pt x="6231159" y="990349"/>
                  </a:lnTo>
                  <a:lnTo>
                    <a:pt x="6302782" y="994576"/>
                  </a:lnTo>
                  <a:lnTo>
                    <a:pt x="6374404" y="998773"/>
                  </a:lnTo>
                  <a:lnTo>
                    <a:pt x="6446027" y="1002941"/>
                  </a:lnTo>
                  <a:lnTo>
                    <a:pt x="6517649" y="1007080"/>
                  </a:lnTo>
                  <a:lnTo>
                    <a:pt x="6589272" y="1011190"/>
                  </a:lnTo>
                  <a:lnTo>
                    <a:pt x="6660894" y="1015271"/>
                  </a:lnTo>
                  <a:lnTo>
                    <a:pt x="6732517" y="1019324"/>
                  </a:lnTo>
                  <a:lnTo>
                    <a:pt x="6804139" y="1023349"/>
                  </a:lnTo>
                  <a:lnTo>
                    <a:pt x="6875762" y="1027346"/>
                  </a:lnTo>
                  <a:lnTo>
                    <a:pt x="6947385" y="1031315"/>
                  </a:lnTo>
                  <a:lnTo>
                    <a:pt x="7019007" y="1035256"/>
                  </a:lnTo>
                  <a:lnTo>
                    <a:pt x="7090630" y="10391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2246"/>
              <a:ext cx="7090630" cy="769746"/>
            </a:xfrm>
            <a:custGeom>
              <a:avLst/>
              <a:pathLst>
                <a:path w="7090630" h="769746">
                  <a:moveTo>
                    <a:pt x="7090630" y="769746"/>
                  </a:moveTo>
                  <a:lnTo>
                    <a:pt x="7019007" y="764362"/>
                  </a:lnTo>
                  <a:lnTo>
                    <a:pt x="6947385" y="758894"/>
                  </a:lnTo>
                  <a:lnTo>
                    <a:pt x="6875762" y="753340"/>
                  </a:lnTo>
                  <a:lnTo>
                    <a:pt x="6804139" y="747700"/>
                  </a:lnTo>
                  <a:lnTo>
                    <a:pt x="6732517" y="741972"/>
                  </a:lnTo>
                  <a:lnTo>
                    <a:pt x="6660894" y="736154"/>
                  </a:lnTo>
                  <a:lnTo>
                    <a:pt x="6589272" y="730246"/>
                  </a:lnTo>
                  <a:lnTo>
                    <a:pt x="6517649" y="724246"/>
                  </a:lnTo>
                  <a:lnTo>
                    <a:pt x="6446027" y="718152"/>
                  </a:lnTo>
                  <a:lnTo>
                    <a:pt x="6374404" y="711963"/>
                  </a:lnTo>
                  <a:lnTo>
                    <a:pt x="6302782" y="705677"/>
                  </a:lnTo>
                  <a:lnTo>
                    <a:pt x="6231159" y="699294"/>
                  </a:lnTo>
                  <a:lnTo>
                    <a:pt x="6159537" y="692811"/>
                  </a:lnTo>
                  <a:lnTo>
                    <a:pt x="6087914" y="686227"/>
                  </a:lnTo>
                  <a:lnTo>
                    <a:pt x="6016292" y="679540"/>
                  </a:lnTo>
                  <a:lnTo>
                    <a:pt x="5944669" y="672749"/>
                  </a:lnTo>
                  <a:lnTo>
                    <a:pt x="5873047" y="665852"/>
                  </a:lnTo>
                  <a:lnTo>
                    <a:pt x="5801424" y="658847"/>
                  </a:lnTo>
                  <a:lnTo>
                    <a:pt x="5729802" y="651734"/>
                  </a:lnTo>
                  <a:lnTo>
                    <a:pt x="5658179" y="644509"/>
                  </a:lnTo>
                  <a:lnTo>
                    <a:pt x="5586557" y="637171"/>
                  </a:lnTo>
                  <a:lnTo>
                    <a:pt x="5514934" y="629720"/>
                  </a:lnTo>
                  <a:lnTo>
                    <a:pt x="5443311" y="622152"/>
                  </a:lnTo>
                  <a:lnTo>
                    <a:pt x="5371689" y="614466"/>
                  </a:lnTo>
                  <a:lnTo>
                    <a:pt x="5300066" y="606660"/>
                  </a:lnTo>
                  <a:lnTo>
                    <a:pt x="5228444" y="598732"/>
                  </a:lnTo>
                  <a:lnTo>
                    <a:pt x="5156821" y="590681"/>
                  </a:lnTo>
                  <a:lnTo>
                    <a:pt x="5085199" y="582504"/>
                  </a:lnTo>
                  <a:lnTo>
                    <a:pt x="5013576" y="574199"/>
                  </a:lnTo>
                  <a:lnTo>
                    <a:pt x="4941954" y="565765"/>
                  </a:lnTo>
                  <a:lnTo>
                    <a:pt x="4870331" y="557200"/>
                  </a:lnTo>
                  <a:lnTo>
                    <a:pt x="4798709" y="548501"/>
                  </a:lnTo>
                  <a:lnTo>
                    <a:pt x="4727086" y="539666"/>
                  </a:lnTo>
                  <a:lnTo>
                    <a:pt x="4655464" y="530694"/>
                  </a:lnTo>
                  <a:lnTo>
                    <a:pt x="4583841" y="521582"/>
                  </a:lnTo>
                  <a:lnTo>
                    <a:pt x="4512219" y="512327"/>
                  </a:lnTo>
                  <a:lnTo>
                    <a:pt x="4440596" y="502928"/>
                  </a:lnTo>
                  <a:lnTo>
                    <a:pt x="4368974" y="493383"/>
                  </a:lnTo>
                  <a:lnTo>
                    <a:pt x="4297351" y="483689"/>
                  </a:lnTo>
                  <a:lnTo>
                    <a:pt x="4225729" y="473843"/>
                  </a:lnTo>
                  <a:lnTo>
                    <a:pt x="4154106" y="463844"/>
                  </a:lnTo>
                  <a:lnTo>
                    <a:pt x="4082483" y="453690"/>
                  </a:lnTo>
                  <a:lnTo>
                    <a:pt x="4010861" y="443376"/>
                  </a:lnTo>
                  <a:lnTo>
                    <a:pt x="3939238" y="432902"/>
                  </a:lnTo>
                  <a:lnTo>
                    <a:pt x="3867616" y="422265"/>
                  </a:lnTo>
                  <a:lnTo>
                    <a:pt x="3795993" y="411461"/>
                  </a:lnTo>
                  <a:lnTo>
                    <a:pt x="3724371" y="400490"/>
                  </a:lnTo>
                  <a:lnTo>
                    <a:pt x="3652748" y="389347"/>
                  </a:lnTo>
                  <a:lnTo>
                    <a:pt x="3581126" y="378030"/>
                  </a:lnTo>
                  <a:lnTo>
                    <a:pt x="3509503" y="366537"/>
                  </a:lnTo>
                  <a:lnTo>
                    <a:pt x="3437881" y="354864"/>
                  </a:lnTo>
                  <a:lnTo>
                    <a:pt x="3366258" y="343010"/>
                  </a:lnTo>
                  <a:lnTo>
                    <a:pt x="3294636" y="330971"/>
                  </a:lnTo>
                  <a:lnTo>
                    <a:pt x="3223013" y="318744"/>
                  </a:lnTo>
                  <a:lnTo>
                    <a:pt x="3151391" y="306326"/>
                  </a:lnTo>
                  <a:lnTo>
                    <a:pt x="3079768" y="293715"/>
                  </a:lnTo>
                  <a:lnTo>
                    <a:pt x="3008146" y="283452"/>
                  </a:lnTo>
                  <a:lnTo>
                    <a:pt x="2936523" y="277624"/>
                  </a:lnTo>
                  <a:lnTo>
                    <a:pt x="2864901" y="271755"/>
                  </a:lnTo>
                  <a:lnTo>
                    <a:pt x="2793278" y="265846"/>
                  </a:lnTo>
                  <a:lnTo>
                    <a:pt x="2721655" y="259895"/>
                  </a:lnTo>
                  <a:lnTo>
                    <a:pt x="2650033" y="253902"/>
                  </a:lnTo>
                  <a:lnTo>
                    <a:pt x="2578410" y="247867"/>
                  </a:lnTo>
                  <a:lnTo>
                    <a:pt x="2506788" y="241790"/>
                  </a:lnTo>
                  <a:lnTo>
                    <a:pt x="2435165" y="235670"/>
                  </a:lnTo>
                  <a:lnTo>
                    <a:pt x="2363543" y="229508"/>
                  </a:lnTo>
                  <a:lnTo>
                    <a:pt x="2291920" y="223302"/>
                  </a:lnTo>
                  <a:lnTo>
                    <a:pt x="2220298" y="217053"/>
                  </a:lnTo>
                  <a:lnTo>
                    <a:pt x="2148675" y="210760"/>
                  </a:lnTo>
                  <a:lnTo>
                    <a:pt x="2077053" y="204422"/>
                  </a:lnTo>
                  <a:lnTo>
                    <a:pt x="2005430" y="198041"/>
                  </a:lnTo>
                  <a:lnTo>
                    <a:pt x="1933808" y="191615"/>
                  </a:lnTo>
                  <a:lnTo>
                    <a:pt x="1862185" y="185143"/>
                  </a:lnTo>
                  <a:lnTo>
                    <a:pt x="1790563" y="178626"/>
                  </a:lnTo>
                  <a:lnTo>
                    <a:pt x="1718940" y="172064"/>
                  </a:lnTo>
                  <a:lnTo>
                    <a:pt x="1647318" y="165456"/>
                  </a:lnTo>
                  <a:lnTo>
                    <a:pt x="1575695" y="158801"/>
                  </a:lnTo>
                  <a:lnTo>
                    <a:pt x="1504073" y="152100"/>
                  </a:lnTo>
                  <a:lnTo>
                    <a:pt x="1432450" y="145352"/>
                  </a:lnTo>
                  <a:lnTo>
                    <a:pt x="1360827" y="138556"/>
                  </a:lnTo>
                  <a:lnTo>
                    <a:pt x="1289205" y="131713"/>
                  </a:lnTo>
                  <a:lnTo>
                    <a:pt x="1217582" y="124822"/>
                  </a:lnTo>
                  <a:lnTo>
                    <a:pt x="1145960" y="117882"/>
                  </a:lnTo>
                  <a:lnTo>
                    <a:pt x="1074337" y="110894"/>
                  </a:lnTo>
                  <a:lnTo>
                    <a:pt x="1002715" y="103857"/>
                  </a:lnTo>
                  <a:lnTo>
                    <a:pt x="931092" y="96771"/>
                  </a:lnTo>
                  <a:lnTo>
                    <a:pt x="859470" y="89635"/>
                  </a:lnTo>
                  <a:lnTo>
                    <a:pt x="787847" y="82449"/>
                  </a:lnTo>
                  <a:lnTo>
                    <a:pt x="716225" y="75212"/>
                  </a:lnTo>
                  <a:lnTo>
                    <a:pt x="644602" y="67925"/>
                  </a:lnTo>
                  <a:lnTo>
                    <a:pt x="572980" y="60587"/>
                  </a:lnTo>
                  <a:lnTo>
                    <a:pt x="501357" y="53197"/>
                  </a:lnTo>
                  <a:lnTo>
                    <a:pt x="429735" y="45756"/>
                  </a:lnTo>
                  <a:lnTo>
                    <a:pt x="358112" y="38262"/>
                  </a:lnTo>
                  <a:lnTo>
                    <a:pt x="286490" y="30716"/>
                  </a:lnTo>
                  <a:lnTo>
                    <a:pt x="214867" y="23117"/>
                  </a:lnTo>
                  <a:lnTo>
                    <a:pt x="143245" y="15465"/>
                  </a:lnTo>
                  <a:lnTo>
                    <a:pt x="71622" y="7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22564"/>
              <a:ext cx="7090630" cy="895574"/>
            </a:xfrm>
            <a:custGeom>
              <a:avLst/>
              <a:pathLst>
                <a:path w="7090630" h="895574">
                  <a:moveTo>
                    <a:pt x="0" y="0"/>
                  </a:moveTo>
                  <a:lnTo>
                    <a:pt x="71622" y="14903"/>
                  </a:lnTo>
                  <a:lnTo>
                    <a:pt x="143245" y="29641"/>
                  </a:lnTo>
                  <a:lnTo>
                    <a:pt x="214867" y="44213"/>
                  </a:lnTo>
                  <a:lnTo>
                    <a:pt x="286490" y="58623"/>
                  </a:lnTo>
                  <a:lnTo>
                    <a:pt x="358112" y="72872"/>
                  </a:lnTo>
                  <a:lnTo>
                    <a:pt x="429735" y="86962"/>
                  </a:lnTo>
                  <a:lnTo>
                    <a:pt x="501357" y="100895"/>
                  </a:lnTo>
                  <a:lnTo>
                    <a:pt x="572980" y="114672"/>
                  </a:lnTo>
                  <a:lnTo>
                    <a:pt x="644602" y="128295"/>
                  </a:lnTo>
                  <a:lnTo>
                    <a:pt x="716225" y="141766"/>
                  </a:lnTo>
                  <a:lnTo>
                    <a:pt x="787847" y="155087"/>
                  </a:lnTo>
                  <a:lnTo>
                    <a:pt x="859470" y="168259"/>
                  </a:lnTo>
                  <a:lnTo>
                    <a:pt x="931092" y="181284"/>
                  </a:lnTo>
                  <a:lnTo>
                    <a:pt x="1002715" y="194163"/>
                  </a:lnTo>
                  <a:lnTo>
                    <a:pt x="1074337" y="206899"/>
                  </a:lnTo>
                  <a:lnTo>
                    <a:pt x="1145960" y="219492"/>
                  </a:lnTo>
                  <a:lnTo>
                    <a:pt x="1217582" y="231945"/>
                  </a:lnTo>
                  <a:lnTo>
                    <a:pt x="1289205" y="244259"/>
                  </a:lnTo>
                  <a:lnTo>
                    <a:pt x="1360827" y="256435"/>
                  </a:lnTo>
                  <a:lnTo>
                    <a:pt x="1432450" y="268475"/>
                  </a:lnTo>
                  <a:lnTo>
                    <a:pt x="1504073" y="280381"/>
                  </a:lnTo>
                  <a:lnTo>
                    <a:pt x="1575695" y="292154"/>
                  </a:lnTo>
                  <a:lnTo>
                    <a:pt x="1647318" y="303795"/>
                  </a:lnTo>
                  <a:lnTo>
                    <a:pt x="1718940" y="315306"/>
                  </a:lnTo>
                  <a:lnTo>
                    <a:pt x="1790563" y="326689"/>
                  </a:lnTo>
                  <a:lnTo>
                    <a:pt x="1862185" y="337945"/>
                  </a:lnTo>
                  <a:lnTo>
                    <a:pt x="1933808" y="349075"/>
                  </a:lnTo>
                  <a:lnTo>
                    <a:pt x="2005430" y="360081"/>
                  </a:lnTo>
                  <a:lnTo>
                    <a:pt x="2077053" y="370964"/>
                  </a:lnTo>
                  <a:lnTo>
                    <a:pt x="2148675" y="381725"/>
                  </a:lnTo>
                  <a:lnTo>
                    <a:pt x="2220298" y="392366"/>
                  </a:lnTo>
                  <a:lnTo>
                    <a:pt x="2291920" y="402889"/>
                  </a:lnTo>
                  <a:lnTo>
                    <a:pt x="2363543" y="413294"/>
                  </a:lnTo>
                  <a:lnTo>
                    <a:pt x="2435165" y="423582"/>
                  </a:lnTo>
                  <a:lnTo>
                    <a:pt x="2506788" y="433756"/>
                  </a:lnTo>
                  <a:lnTo>
                    <a:pt x="2578410" y="443816"/>
                  </a:lnTo>
                  <a:lnTo>
                    <a:pt x="2650033" y="453764"/>
                  </a:lnTo>
                  <a:lnTo>
                    <a:pt x="2721655" y="463601"/>
                  </a:lnTo>
                  <a:lnTo>
                    <a:pt x="2793278" y="473328"/>
                  </a:lnTo>
                  <a:lnTo>
                    <a:pt x="2864901" y="482946"/>
                  </a:lnTo>
                  <a:lnTo>
                    <a:pt x="2936523" y="492457"/>
                  </a:lnTo>
                  <a:lnTo>
                    <a:pt x="3008146" y="501862"/>
                  </a:lnTo>
                  <a:lnTo>
                    <a:pt x="3079768" y="511161"/>
                  </a:lnTo>
                  <a:lnTo>
                    <a:pt x="3151391" y="520357"/>
                  </a:lnTo>
                  <a:lnTo>
                    <a:pt x="3223013" y="529450"/>
                  </a:lnTo>
                  <a:lnTo>
                    <a:pt x="3294636" y="538442"/>
                  </a:lnTo>
                  <a:lnTo>
                    <a:pt x="3366258" y="547333"/>
                  </a:lnTo>
                  <a:lnTo>
                    <a:pt x="3437881" y="556125"/>
                  </a:lnTo>
                  <a:lnTo>
                    <a:pt x="3509503" y="564819"/>
                  </a:lnTo>
                  <a:lnTo>
                    <a:pt x="3581126" y="573416"/>
                  </a:lnTo>
                  <a:lnTo>
                    <a:pt x="3652748" y="581916"/>
                  </a:lnTo>
                  <a:lnTo>
                    <a:pt x="3724371" y="590322"/>
                  </a:lnTo>
                  <a:lnTo>
                    <a:pt x="3795993" y="598634"/>
                  </a:lnTo>
                  <a:lnTo>
                    <a:pt x="3867616" y="606853"/>
                  </a:lnTo>
                  <a:lnTo>
                    <a:pt x="3939238" y="614980"/>
                  </a:lnTo>
                  <a:lnTo>
                    <a:pt x="4010861" y="623017"/>
                  </a:lnTo>
                  <a:lnTo>
                    <a:pt x="4082483" y="630964"/>
                  </a:lnTo>
                  <a:lnTo>
                    <a:pt x="4154106" y="638822"/>
                  </a:lnTo>
                  <a:lnTo>
                    <a:pt x="4225729" y="646592"/>
                  </a:lnTo>
                  <a:lnTo>
                    <a:pt x="4297351" y="654276"/>
                  </a:lnTo>
                  <a:lnTo>
                    <a:pt x="4368974" y="661873"/>
                  </a:lnTo>
                  <a:lnTo>
                    <a:pt x="4440596" y="669386"/>
                  </a:lnTo>
                  <a:lnTo>
                    <a:pt x="4512219" y="676815"/>
                  </a:lnTo>
                  <a:lnTo>
                    <a:pt x="4583841" y="684161"/>
                  </a:lnTo>
                  <a:lnTo>
                    <a:pt x="4655464" y="691425"/>
                  </a:lnTo>
                  <a:lnTo>
                    <a:pt x="4727086" y="698608"/>
                  </a:lnTo>
                  <a:lnTo>
                    <a:pt x="4798709" y="705711"/>
                  </a:lnTo>
                  <a:lnTo>
                    <a:pt x="4870331" y="712735"/>
                  </a:lnTo>
                  <a:lnTo>
                    <a:pt x="4941954" y="719679"/>
                  </a:lnTo>
                  <a:lnTo>
                    <a:pt x="5013576" y="726547"/>
                  </a:lnTo>
                  <a:lnTo>
                    <a:pt x="5085199" y="733338"/>
                  </a:lnTo>
                  <a:lnTo>
                    <a:pt x="5156821" y="740053"/>
                  </a:lnTo>
                  <a:lnTo>
                    <a:pt x="5228444" y="746693"/>
                  </a:lnTo>
                  <a:lnTo>
                    <a:pt x="5300066" y="753258"/>
                  </a:lnTo>
                  <a:lnTo>
                    <a:pt x="5371689" y="759751"/>
                  </a:lnTo>
                  <a:lnTo>
                    <a:pt x="5443311" y="766171"/>
                  </a:lnTo>
                  <a:lnTo>
                    <a:pt x="5514934" y="772519"/>
                  </a:lnTo>
                  <a:lnTo>
                    <a:pt x="5586557" y="778796"/>
                  </a:lnTo>
                  <a:lnTo>
                    <a:pt x="5658179" y="785004"/>
                  </a:lnTo>
                  <a:lnTo>
                    <a:pt x="5729802" y="791142"/>
                  </a:lnTo>
                  <a:lnTo>
                    <a:pt x="5801424" y="797211"/>
                  </a:lnTo>
                  <a:lnTo>
                    <a:pt x="5873047" y="803213"/>
                  </a:lnTo>
                  <a:lnTo>
                    <a:pt x="5944669" y="809148"/>
                  </a:lnTo>
                  <a:lnTo>
                    <a:pt x="6016292" y="815016"/>
                  </a:lnTo>
                  <a:lnTo>
                    <a:pt x="6087914" y="820819"/>
                  </a:lnTo>
                  <a:lnTo>
                    <a:pt x="6159537" y="826557"/>
                  </a:lnTo>
                  <a:lnTo>
                    <a:pt x="6231159" y="832231"/>
                  </a:lnTo>
                  <a:lnTo>
                    <a:pt x="6302782" y="837841"/>
                  </a:lnTo>
                  <a:lnTo>
                    <a:pt x="6374404" y="843389"/>
                  </a:lnTo>
                  <a:lnTo>
                    <a:pt x="6446027" y="848875"/>
                  </a:lnTo>
                  <a:lnTo>
                    <a:pt x="6517649" y="854300"/>
                  </a:lnTo>
                  <a:lnTo>
                    <a:pt x="6589272" y="859664"/>
                  </a:lnTo>
                  <a:lnTo>
                    <a:pt x="6660894" y="864969"/>
                  </a:lnTo>
                  <a:lnTo>
                    <a:pt x="6732517" y="870214"/>
                  </a:lnTo>
                  <a:lnTo>
                    <a:pt x="6804139" y="875400"/>
                  </a:lnTo>
                  <a:lnTo>
                    <a:pt x="6875762" y="880529"/>
                  </a:lnTo>
                  <a:lnTo>
                    <a:pt x="6947385" y="885600"/>
                  </a:lnTo>
                  <a:lnTo>
                    <a:pt x="7019007" y="890615"/>
                  </a:lnTo>
                  <a:lnTo>
                    <a:pt x="7090630" y="8955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1.15 (1.09-1.21), p_Bonf = &lt;0.001 (n = 6)  |  per IQR decline (Δ = 0.27): 1.46 (1.26-1.68)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2026-07-03T17:21:21Z</dcterms:modified>
  <cp:category/>
</cp:coreProperties>
</file>