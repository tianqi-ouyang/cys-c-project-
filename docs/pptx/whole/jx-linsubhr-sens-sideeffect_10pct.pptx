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(1.08-1.32), p_Bonf = 0.004 (n = 6)  |  per IQR decline (Δ = 27.5 %): 1.62 (1.22-2.14)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2026-07-22T14:07:32Z</dcterms:modified>
  <cp:category/>
</cp:coreProperties>
</file>