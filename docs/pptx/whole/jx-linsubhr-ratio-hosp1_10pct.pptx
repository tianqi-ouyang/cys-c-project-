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50541"/>
            </a:xfrm>
            <a:custGeom>
              <a:avLst/>
              <a:pathLst>
                <a:path w="7090630" h="3350541">
                  <a:moveTo>
                    <a:pt x="533100" y="0"/>
                  </a:moveTo>
                  <a:lnTo>
                    <a:pt x="572980" y="69002"/>
                  </a:lnTo>
                  <a:lnTo>
                    <a:pt x="644602" y="188586"/>
                  </a:lnTo>
                  <a:lnTo>
                    <a:pt x="716225" y="303983"/>
                  </a:lnTo>
                  <a:lnTo>
                    <a:pt x="787847" y="415338"/>
                  </a:lnTo>
                  <a:lnTo>
                    <a:pt x="859470" y="522794"/>
                  </a:lnTo>
                  <a:lnTo>
                    <a:pt x="931092" y="626487"/>
                  </a:lnTo>
                  <a:lnTo>
                    <a:pt x="1002715" y="726548"/>
                  </a:lnTo>
                  <a:lnTo>
                    <a:pt x="1074337" y="823106"/>
                  </a:lnTo>
                  <a:lnTo>
                    <a:pt x="1145960" y="916281"/>
                  </a:lnTo>
                  <a:lnTo>
                    <a:pt x="1217582" y="1006194"/>
                  </a:lnTo>
                  <a:lnTo>
                    <a:pt x="1289205" y="1092958"/>
                  </a:lnTo>
                  <a:lnTo>
                    <a:pt x="1360827" y="1176684"/>
                  </a:lnTo>
                  <a:lnTo>
                    <a:pt x="1432450" y="1257477"/>
                  </a:lnTo>
                  <a:lnTo>
                    <a:pt x="1504073" y="1335441"/>
                  </a:lnTo>
                  <a:lnTo>
                    <a:pt x="1575695" y="1410675"/>
                  </a:lnTo>
                  <a:lnTo>
                    <a:pt x="1647318" y="1483274"/>
                  </a:lnTo>
                  <a:lnTo>
                    <a:pt x="1718940" y="1553331"/>
                  </a:lnTo>
                  <a:lnTo>
                    <a:pt x="1790563" y="1620934"/>
                  </a:lnTo>
                  <a:lnTo>
                    <a:pt x="1862185" y="1686170"/>
                  </a:lnTo>
                  <a:lnTo>
                    <a:pt x="1933808" y="1749121"/>
                  </a:lnTo>
                  <a:lnTo>
                    <a:pt x="2005430" y="1809868"/>
                  </a:lnTo>
                  <a:lnTo>
                    <a:pt x="2077053" y="1868487"/>
                  </a:lnTo>
                  <a:lnTo>
                    <a:pt x="2148675" y="1925054"/>
                  </a:lnTo>
                  <a:lnTo>
                    <a:pt x="2220298" y="1979639"/>
                  </a:lnTo>
                  <a:lnTo>
                    <a:pt x="2291920" y="2032313"/>
                  </a:lnTo>
                  <a:lnTo>
                    <a:pt x="2363543" y="2083142"/>
                  </a:lnTo>
                  <a:lnTo>
                    <a:pt x="2435165" y="2132192"/>
                  </a:lnTo>
                  <a:lnTo>
                    <a:pt x="2506788" y="2179523"/>
                  </a:lnTo>
                  <a:lnTo>
                    <a:pt x="2578410" y="2225197"/>
                  </a:lnTo>
                  <a:lnTo>
                    <a:pt x="2650033" y="2269272"/>
                  </a:lnTo>
                  <a:lnTo>
                    <a:pt x="2721655" y="2311803"/>
                  </a:lnTo>
                  <a:lnTo>
                    <a:pt x="2793278" y="2352844"/>
                  </a:lnTo>
                  <a:lnTo>
                    <a:pt x="2864901" y="2392448"/>
                  </a:lnTo>
                  <a:lnTo>
                    <a:pt x="2936523" y="2430666"/>
                  </a:lnTo>
                  <a:lnTo>
                    <a:pt x="3008146" y="2467545"/>
                  </a:lnTo>
                  <a:lnTo>
                    <a:pt x="3079768" y="2503132"/>
                  </a:lnTo>
                  <a:lnTo>
                    <a:pt x="3151391" y="2537473"/>
                  </a:lnTo>
                  <a:lnTo>
                    <a:pt x="3223013" y="2570612"/>
                  </a:lnTo>
                  <a:lnTo>
                    <a:pt x="3294636" y="2602590"/>
                  </a:lnTo>
                  <a:lnTo>
                    <a:pt x="3366258" y="2633448"/>
                  </a:lnTo>
                  <a:lnTo>
                    <a:pt x="3437881" y="2653625"/>
                  </a:lnTo>
                  <a:lnTo>
                    <a:pt x="3509503" y="2651459"/>
                  </a:lnTo>
                  <a:lnTo>
                    <a:pt x="3581126" y="2649287"/>
                  </a:lnTo>
                  <a:lnTo>
                    <a:pt x="3652748" y="2647110"/>
                  </a:lnTo>
                  <a:lnTo>
                    <a:pt x="3724371" y="2644927"/>
                  </a:lnTo>
                  <a:lnTo>
                    <a:pt x="3795993" y="2642738"/>
                  </a:lnTo>
                  <a:lnTo>
                    <a:pt x="3867616" y="2640543"/>
                  </a:lnTo>
                  <a:lnTo>
                    <a:pt x="3939238" y="2638343"/>
                  </a:lnTo>
                  <a:lnTo>
                    <a:pt x="4010861" y="2636137"/>
                  </a:lnTo>
                  <a:lnTo>
                    <a:pt x="4082483" y="2633925"/>
                  </a:lnTo>
                  <a:lnTo>
                    <a:pt x="4154106" y="2631707"/>
                  </a:lnTo>
                  <a:lnTo>
                    <a:pt x="4225729" y="2629484"/>
                  </a:lnTo>
                  <a:lnTo>
                    <a:pt x="4297351" y="2627255"/>
                  </a:lnTo>
                  <a:lnTo>
                    <a:pt x="4368974" y="2625020"/>
                  </a:lnTo>
                  <a:lnTo>
                    <a:pt x="4440596" y="2622779"/>
                  </a:lnTo>
                  <a:lnTo>
                    <a:pt x="4512219" y="2620532"/>
                  </a:lnTo>
                  <a:lnTo>
                    <a:pt x="4583841" y="2618279"/>
                  </a:lnTo>
                  <a:lnTo>
                    <a:pt x="4655464" y="2616021"/>
                  </a:lnTo>
                  <a:lnTo>
                    <a:pt x="4727086" y="2613757"/>
                  </a:lnTo>
                  <a:lnTo>
                    <a:pt x="4798709" y="2611486"/>
                  </a:lnTo>
                  <a:lnTo>
                    <a:pt x="4870331" y="2609210"/>
                  </a:lnTo>
                  <a:lnTo>
                    <a:pt x="4941954" y="2606928"/>
                  </a:lnTo>
                  <a:lnTo>
                    <a:pt x="5013576" y="2604640"/>
                  </a:lnTo>
                  <a:lnTo>
                    <a:pt x="5085199" y="2602346"/>
                  </a:lnTo>
                  <a:lnTo>
                    <a:pt x="5156821" y="2600046"/>
                  </a:lnTo>
                  <a:lnTo>
                    <a:pt x="5228444" y="2597740"/>
                  </a:lnTo>
                  <a:lnTo>
                    <a:pt x="5300066" y="2595428"/>
                  </a:lnTo>
                  <a:lnTo>
                    <a:pt x="5371689" y="2593110"/>
                  </a:lnTo>
                  <a:lnTo>
                    <a:pt x="5443311" y="2590786"/>
                  </a:lnTo>
                  <a:lnTo>
                    <a:pt x="5514934" y="2588456"/>
                  </a:lnTo>
                  <a:lnTo>
                    <a:pt x="5586557" y="2586119"/>
                  </a:lnTo>
                  <a:lnTo>
                    <a:pt x="5658179" y="2583777"/>
                  </a:lnTo>
                  <a:lnTo>
                    <a:pt x="5729802" y="2581429"/>
                  </a:lnTo>
                  <a:lnTo>
                    <a:pt x="5801424" y="2579074"/>
                  </a:lnTo>
                  <a:lnTo>
                    <a:pt x="5873047" y="2576713"/>
                  </a:lnTo>
                  <a:lnTo>
                    <a:pt x="5944669" y="2574346"/>
                  </a:lnTo>
                  <a:lnTo>
                    <a:pt x="6016292" y="2571973"/>
                  </a:lnTo>
                  <a:lnTo>
                    <a:pt x="6087914" y="2569594"/>
                  </a:lnTo>
                  <a:lnTo>
                    <a:pt x="6159537" y="2567209"/>
                  </a:lnTo>
                  <a:lnTo>
                    <a:pt x="6231159" y="2564817"/>
                  </a:lnTo>
                  <a:lnTo>
                    <a:pt x="6302782" y="2562419"/>
                  </a:lnTo>
                  <a:lnTo>
                    <a:pt x="6374404" y="2560015"/>
                  </a:lnTo>
                  <a:lnTo>
                    <a:pt x="6446027" y="2557604"/>
                  </a:lnTo>
                  <a:lnTo>
                    <a:pt x="6517649" y="2555187"/>
                  </a:lnTo>
                  <a:lnTo>
                    <a:pt x="6589272" y="2552764"/>
                  </a:lnTo>
                  <a:lnTo>
                    <a:pt x="6660894" y="2550335"/>
                  </a:lnTo>
                  <a:lnTo>
                    <a:pt x="6732517" y="2547899"/>
                  </a:lnTo>
                  <a:lnTo>
                    <a:pt x="6804139" y="2545457"/>
                  </a:lnTo>
                  <a:lnTo>
                    <a:pt x="6875762" y="2543009"/>
                  </a:lnTo>
                  <a:lnTo>
                    <a:pt x="6947385" y="2540554"/>
                  </a:lnTo>
                  <a:lnTo>
                    <a:pt x="7019007" y="2538093"/>
                  </a:lnTo>
                  <a:lnTo>
                    <a:pt x="7090630" y="2535625"/>
                  </a:lnTo>
                  <a:lnTo>
                    <a:pt x="7090630" y="3350541"/>
                  </a:lnTo>
                  <a:lnTo>
                    <a:pt x="7019007" y="3345707"/>
                  </a:lnTo>
                  <a:lnTo>
                    <a:pt x="6947385" y="3340697"/>
                  </a:lnTo>
                  <a:lnTo>
                    <a:pt x="6875762" y="3335506"/>
                  </a:lnTo>
                  <a:lnTo>
                    <a:pt x="6804139" y="3330126"/>
                  </a:lnTo>
                  <a:lnTo>
                    <a:pt x="6732517" y="3324551"/>
                  </a:lnTo>
                  <a:lnTo>
                    <a:pt x="6660894" y="3318774"/>
                  </a:lnTo>
                  <a:lnTo>
                    <a:pt x="6589272" y="3312787"/>
                  </a:lnTo>
                  <a:lnTo>
                    <a:pt x="6517649" y="3306582"/>
                  </a:lnTo>
                  <a:lnTo>
                    <a:pt x="6446027" y="3300153"/>
                  </a:lnTo>
                  <a:lnTo>
                    <a:pt x="6374404" y="3293490"/>
                  </a:lnTo>
                  <a:lnTo>
                    <a:pt x="6302782" y="3286585"/>
                  </a:lnTo>
                  <a:lnTo>
                    <a:pt x="6231159" y="3279430"/>
                  </a:lnTo>
                  <a:lnTo>
                    <a:pt x="6159537" y="3272015"/>
                  </a:lnTo>
                  <a:lnTo>
                    <a:pt x="6087914" y="3264331"/>
                  </a:lnTo>
                  <a:lnTo>
                    <a:pt x="6016292" y="3256369"/>
                  </a:lnTo>
                  <a:lnTo>
                    <a:pt x="5944669" y="3248117"/>
                  </a:lnTo>
                  <a:lnTo>
                    <a:pt x="5873047" y="3239566"/>
                  </a:lnTo>
                  <a:lnTo>
                    <a:pt x="5801424" y="3230704"/>
                  </a:lnTo>
                  <a:lnTo>
                    <a:pt x="5729802" y="3221521"/>
                  </a:lnTo>
                  <a:lnTo>
                    <a:pt x="5658179" y="3212005"/>
                  </a:lnTo>
                  <a:lnTo>
                    <a:pt x="5586557" y="3202143"/>
                  </a:lnTo>
                  <a:lnTo>
                    <a:pt x="5514934" y="3191923"/>
                  </a:lnTo>
                  <a:lnTo>
                    <a:pt x="5443311" y="3181333"/>
                  </a:lnTo>
                  <a:lnTo>
                    <a:pt x="5371689" y="3170358"/>
                  </a:lnTo>
                  <a:lnTo>
                    <a:pt x="5300066" y="3158985"/>
                  </a:lnTo>
                  <a:lnTo>
                    <a:pt x="5228444" y="3147199"/>
                  </a:lnTo>
                  <a:lnTo>
                    <a:pt x="5156821" y="3134985"/>
                  </a:lnTo>
                  <a:lnTo>
                    <a:pt x="5085199" y="3122328"/>
                  </a:lnTo>
                  <a:lnTo>
                    <a:pt x="5013576" y="3109212"/>
                  </a:lnTo>
                  <a:lnTo>
                    <a:pt x="4941954" y="3095620"/>
                  </a:lnTo>
                  <a:lnTo>
                    <a:pt x="4870331" y="3081534"/>
                  </a:lnTo>
                  <a:lnTo>
                    <a:pt x="4798709" y="3066937"/>
                  </a:lnTo>
                  <a:lnTo>
                    <a:pt x="4727086" y="3051811"/>
                  </a:lnTo>
                  <a:lnTo>
                    <a:pt x="4655464" y="3036136"/>
                  </a:lnTo>
                  <a:lnTo>
                    <a:pt x="4583841" y="3019891"/>
                  </a:lnTo>
                  <a:lnTo>
                    <a:pt x="4512219" y="3003058"/>
                  </a:lnTo>
                  <a:lnTo>
                    <a:pt x="4440596" y="2985613"/>
                  </a:lnTo>
                  <a:lnTo>
                    <a:pt x="4368974" y="2967535"/>
                  </a:lnTo>
                  <a:lnTo>
                    <a:pt x="4297351" y="2948802"/>
                  </a:lnTo>
                  <a:lnTo>
                    <a:pt x="4225729" y="2929388"/>
                  </a:lnTo>
                  <a:lnTo>
                    <a:pt x="4154106" y="2909270"/>
                  </a:lnTo>
                  <a:lnTo>
                    <a:pt x="4082483" y="2888421"/>
                  </a:lnTo>
                  <a:lnTo>
                    <a:pt x="4010861" y="2866816"/>
                  </a:lnTo>
                  <a:lnTo>
                    <a:pt x="3939238" y="2844427"/>
                  </a:lnTo>
                  <a:lnTo>
                    <a:pt x="3867616" y="2821226"/>
                  </a:lnTo>
                  <a:lnTo>
                    <a:pt x="3795993" y="2797182"/>
                  </a:lnTo>
                  <a:lnTo>
                    <a:pt x="3724371" y="2772266"/>
                  </a:lnTo>
                  <a:lnTo>
                    <a:pt x="3652748" y="2746446"/>
                  </a:lnTo>
                  <a:lnTo>
                    <a:pt x="3581126" y="2719689"/>
                  </a:lnTo>
                  <a:lnTo>
                    <a:pt x="3509503" y="2691960"/>
                  </a:lnTo>
                  <a:lnTo>
                    <a:pt x="3437881" y="2663226"/>
                  </a:lnTo>
                  <a:lnTo>
                    <a:pt x="3366258" y="2655786"/>
                  </a:lnTo>
                  <a:lnTo>
                    <a:pt x="3294636" y="2657941"/>
                  </a:lnTo>
                  <a:lnTo>
                    <a:pt x="3223013" y="2660090"/>
                  </a:lnTo>
                  <a:lnTo>
                    <a:pt x="3151391" y="2662234"/>
                  </a:lnTo>
                  <a:lnTo>
                    <a:pt x="3079768" y="2664372"/>
                  </a:lnTo>
                  <a:lnTo>
                    <a:pt x="3008146" y="2666505"/>
                  </a:lnTo>
                  <a:lnTo>
                    <a:pt x="2936523" y="2668632"/>
                  </a:lnTo>
                  <a:lnTo>
                    <a:pt x="2864901" y="2670753"/>
                  </a:lnTo>
                  <a:lnTo>
                    <a:pt x="2793278" y="2672869"/>
                  </a:lnTo>
                  <a:lnTo>
                    <a:pt x="2721655" y="2674980"/>
                  </a:lnTo>
                  <a:lnTo>
                    <a:pt x="2650033" y="2677085"/>
                  </a:lnTo>
                  <a:lnTo>
                    <a:pt x="2578410" y="2679184"/>
                  </a:lnTo>
                  <a:lnTo>
                    <a:pt x="2506788" y="2681278"/>
                  </a:lnTo>
                  <a:lnTo>
                    <a:pt x="2435165" y="2683367"/>
                  </a:lnTo>
                  <a:lnTo>
                    <a:pt x="2363543" y="2685450"/>
                  </a:lnTo>
                  <a:lnTo>
                    <a:pt x="2291920" y="2687528"/>
                  </a:lnTo>
                  <a:lnTo>
                    <a:pt x="2220298" y="2689600"/>
                  </a:lnTo>
                  <a:lnTo>
                    <a:pt x="2148675" y="2691667"/>
                  </a:lnTo>
                  <a:lnTo>
                    <a:pt x="2077053" y="2693728"/>
                  </a:lnTo>
                  <a:lnTo>
                    <a:pt x="2005430" y="2695785"/>
                  </a:lnTo>
                  <a:lnTo>
                    <a:pt x="1933808" y="2697835"/>
                  </a:lnTo>
                  <a:lnTo>
                    <a:pt x="1862185" y="2699881"/>
                  </a:lnTo>
                  <a:lnTo>
                    <a:pt x="1790563" y="2701921"/>
                  </a:lnTo>
                  <a:lnTo>
                    <a:pt x="1718940" y="2703956"/>
                  </a:lnTo>
                  <a:lnTo>
                    <a:pt x="1647318" y="2705986"/>
                  </a:lnTo>
                  <a:lnTo>
                    <a:pt x="1575695" y="2708010"/>
                  </a:lnTo>
                  <a:lnTo>
                    <a:pt x="1504073" y="2710029"/>
                  </a:lnTo>
                  <a:lnTo>
                    <a:pt x="1432450" y="2712043"/>
                  </a:lnTo>
                  <a:lnTo>
                    <a:pt x="1360827" y="2714051"/>
                  </a:lnTo>
                  <a:lnTo>
                    <a:pt x="1289205" y="2716054"/>
                  </a:lnTo>
                  <a:lnTo>
                    <a:pt x="1217582" y="2718052"/>
                  </a:lnTo>
                  <a:lnTo>
                    <a:pt x="1145960" y="2720045"/>
                  </a:lnTo>
                  <a:lnTo>
                    <a:pt x="1074337" y="2722033"/>
                  </a:lnTo>
                  <a:lnTo>
                    <a:pt x="1002715" y="2724016"/>
                  </a:lnTo>
                  <a:lnTo>
                    <a:pt x="931092" y="2725993"/>
                  </a:lnTo>
                  <a:lnTo>
                    <a:pt x="859470" y="2727965"/>
                  </a:lnTo>
                  <a:lnTo>
                    <a:pt x="787847" y="2729932"/>
                  </a:lnTo>
                  <a:lnTo>
                    <a:pt x="716225" y="2731894"/>
                  </a:lnTo>
                  <a:lnTo>
                    <a:pt x="644602" y="2733851"/>
                  </a:lnTo>
                  <a:lnTo>
                    <a:pt x="572980" y="2735803"/>
                  </a:lnTo>
                  <a:lnTo>
                    <a:pt x="501357" y="2737749"/>
                  </a:lnTo>
                  <a:lnTo>
                    <a:pt x="429735" y="2739691"/>
                  </a:lnTo>
                  <a:lnTo>
                    <a:pt x="358112" y="2741628"/>
                  </a:lnTo>
                  <a:lnTo>
                    <a:pt x="286490" y="2743559"/>
                  </a:lnTo>
                  <a:lnTo>
                    <a:pt x="214867" y="2745486"/>
                  </a:lnTo>
                  <a:lnTo>
                    <a:pt x="143245" y="2747407"/>
                  </a:lnTo>
                  <a:lnTo>
                    <a:pt x="71622" y="2749324"/>
                  </a:lnTo>
                  <a:lnTo>
                    <a:pt x="0" y="275123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705149" y="2073503"/>
              <a:ext cx="6557529" cy="2653625"/>
            </a:xfrm>
            <a:custGeom>
              <a:avLst/>
              <a:pathLst>
                <a:path w="6557529" h="2653625">
                  <a:moveTo>
                    <a:pt x="0" y="0"/>
                  </a:moveTo>
                  <a:lnTo>
                    <a:pt x="39879" y="69002"/>
                  </a:lnTo>
                  <a:lnTo>
                    <a:pt x="111502" y="188586"/>
                  </a:lnTo>
                  <a:lnTo>
                    <a:pt x="183125" y="303983"/>
                  </a:lnTo>
                  <a:lnTo>
                    <a:pt x="254747" y="415338"/>
                  </a:lnTo>
                  <a:lnTo>
                    <a:pt x="326370" y="522794"/>
                  </a:lnTo>
                  <a:lnTo>
                    <a:pt x="397992" y="626487"/>
                  </a:lnTo>
                  <a:lnTo>
                    <a:pt x="469615" y="726548"/>
                  </a:lnTo>
                  <a:lnTo>
                    <a:pt x="541237" y="823106"/>
                  </a:lnTo>
                  <a:lnTo>
                    <a:pt x="612860" y="916281"/>
                  </a:lnTo>
                  <a:lnTo>
                    <a:pt x="684482" y="1006194"/>
                  </a:lnTo>
                  <a:lnTo>
                    <a:pt x="756105" y="1092958"/>
                  </a:lnTo>
                  <a:lnTo>
                    <a:pt x="827727" y="1176684"/>
                  </a:lnTo>
                  <a:lnTo>
                    <a:pt x="899350" y="1257477"/>
                  </a:lnTo>
                  <a:lnTo>
                    <a:pt x="970972" y="1335441"/>
                  </a:lnTo>
                  <a:lnTo>
                    <a:pt x="1042595" y="1410675"/>
                  </a:lnTo>
                  <a:lnTo>
                    <a:pt x="1114217" y="1483274"/>
                  </a:lnTo>
                  <a:lnTo>
                    <a:pt x="1185840" y="1553331"/>
                  </a:lnTo>
                  <a:lnTo>
                    <a:pt x="1257462" y="1620934"/>
                  </a:lnTo>
                  <a:lnTo>
                    <a:pt x="1329085" y="1686170"/>
                  </a:lnTo>
                  <a:lnTo>
                    <a:pt x="1400707" y="1749121"/>
                  </a:lnTo>
                  <a:lnTo>
                    <a:pt x="1472330" y="1809868"/>
                  </a:lnTo>
                  <a:lnTo>
                    <a:pt x="1543953" y="1868487"/>
                  </a:lnTo>
                  <a:lnTo>
                    <a:pt x="1615575" y="1925054"/>
                  </a:lnTo>
                  <a:lnTo>
                    <a:pt x="1687198" y="1979639"/>
                  </a:lnTo>
                  <a:lnTo>
                    <a:pt x="1758820" y="2032313"/>
                  </a:lnTo>
                  <a:lnTo>
                    <a:pt x="1830443" y="2083142"/>
                  </a:lnTo>
                  <a:lnTo>
                    <a:pt x="1902065" y="2132192"/>
                  </a:lnTo>
                  <a:lnTo>
                    <a:pt x="1973688" y="2179523"/>
                  </a:lnTo>
                  <a:lnTo>
                    <a:pt x="2045310" y="2225197"/>
                  </a:lnTo>
                  <a:lnTo>
                    <a:pt x="2116933" y="2269272"/>
                  </a:lnTo>
                  <a:lnTo>
                    <a:pt x="2188555" y="2311803"/>
                  </a:lnTo>
                  <a:lnTo>
                    <a:pt x="2260178" y="2352844"/>
                  </a:lnTo>
                  <a:lnTo>
                    <a:pt x="2331800" y="2392448"/>
                  </a:lnTo>
                  <a:lnTo>
                    <a:pt x="2403423" y="2430666"/>
                  </a:lnTo>
                  <a:lnTo>
                    <a:pt x="2475045" y="2467545"/>
                  </a:lnTo>
                  <a:lnTo>
                    <a:pt x="2546668" y="2503132"/>
                  </a:lnTo>
                  <a:lnTo>
                    <a:pt x="2618290" y="2537473"/>
                  </a:lnTo>
                  <a:lnTo>
                    <a:pt x="2689913" y="2570612"/>
                  </a:lnTo>
                  <a:lnTo>
                    <a:pt x="2761535" y="2602590"/>
                  </a:lnTo>
                  <a:lnTo>
                    <a:pt x="2833158" y="2633448"/>
                  </a:lnTo>
                  <a:lnTo>
                    <a:pt x="2904781" y="2653625"/>
                  </a:lnTo>
                  <a:lnTo>
                    <a:pt x="2976403" y="2651459"/>
                  </a:lnTo>
                  <a:lnTo>
                    <a:pt x="3048026" y="2649287"/>
                  </a:lnTo>
                  <a:lnTo>
                    <a:pt x="3119648" y="2647110"/>
                  </a:lnTo>
                  <a:lnTo>
                    <a:pt x="3191271" y="2644927"/>
                  </a:lnTo>
                  <a:lnTo>
                    <a:pt x="3262893" y="2642738"/>
                  </a:lnTo>
                  <a:lnTo>
                    <a:pt x="3334516" y="2640543"/>
                  </a:lnTo>
                  <a:lnTo>
                    <a:pt x="3406138" y="2638343"/>
                  </a:lnTo>
                  <a:lnTo>
                    <a:pt x="3477761" y="2636137"/>
                  </a:lnTo>
                  <a:lnTo>
                    <a:pt x="3549383" y="2633925"/>
                  </a:lnTo>
                  <a:lnTo>
                    <a:pt x="3621006" y="2631707"/>
                  </a:lnTo>
                  <a:lnTo>
                    <a:pt x="3692628" y="2629484"/>
                  </a:lnTo>
                  <a:lnTo>
                    <a:pt x="3764251" y="2627255"/>
                  </a:lnTo>
                  <a:lnTo>
                    <a:pt x="3835873" y="2625020"/>
                  </a:lnTo>
                  <a:lnTo>
                    <a:pt x="3907496" y="2622779"/>
                  </a:lnTo>
                  <a:lnTo>
                    <a:pt x="3979118" y="2620532"/>
                  </a:lnTo>
                  <a:lnTo>
                    <a:pt x="4050741" y="2618279"/>
                  </a:lnTo>
                  <a:lnTo>
                    <a:pt x="4122363" y="2616021"/>
                  </a:lnTo>
                  <a:lnTo>
                    <a:pt x="4193986" y="2613757"/>
                  </a:lnTo>
                  <a:lnTo>
                    <a:pt x="4265609" y="2611486"/>
                  </a:lnTo>
                  <a:lnTo>
                    <a:pt x="4337231" y="2609210"/>
                  </a:lnTo>
                  <a:lnTo>
                    <a:pt x="4408854" y="2606928"/>
                  </a:lnTo>
                  <a:lnTo>
                    <a:pt x="4480476" y="2604640"/>
                  </a:lnTo>
                  <a:lnTo>
                    <a:pt x="4552099" y="2602346"/>
                  </a:lnTo>
                  <a:lnTo>
                    <a:pt x="4623721" y="2600046"/>
                  </a:lnTo>
                  <a:lnTo>
                    <a:pt x="4695344" y="2597740"/>
                  </a:lnTo>
                  <a:lnTo>
                    <a:pt x="4766966" y="2595428"/>
                  </a:lnTo>
                  <a:lnTo>
                    <a:pt x="4838589" y="2593110"/>
                  </a:lnTo>
                  <a:lnTo>
                    <a:pt x="4910211" y="2590786"/>
                  </a:lnTo>
                  <a:lnTo>
                    <a:pt x="4981834" y="2588456"/>
                  </a:lnTo>
                  <a:lnTo>
                    <a:pt x="5053456" y="2586119"/>
                  </a:lnTo>
                  <a:lnTo>
                    <a:pt x="5125079" y="2583777"/>
                  </a:lnTo>
                  <a:lnTo>
                    <a:pt x="5196701" y="2581429"/>
                  </a:lnTo>
                  <a:lnTo>
                    <a:pt x="5268324" y="2579074"/>
                  </a:lnTo>
                  <a:lnTo>
                    <a:pt x="5339946" y="2576713"/>
                  </a:lnTo>
                  <a:lnTo>
                    <a:pt x="5411569" y="2574346"/>
                  </a:lnTo>
                  <a:lnTo>
                    <a:pt x="5483191" y="2571973"/>
                  </a:lnTo>
                  <a:lnTo>
                    <a:pt x="5554814" y="2569594"/>
                  </a:lnTo>
                  <a:lnTo>
                    <a:pt x="5626437" y="2567209"/>
                  </a:lnTo>
                  <a:lnTo>
                    <a:pt x="5698059" y="2564817"/>
                  </a:lnTo>
                  <a:lnTo>
                    <a:pt x="5769682" y="2562419"/>
                  </a:lnTo>
                  <a:lnTo>
                    <a:pt x="5841304" y="2560015"/>
                  </a:lnTo>
                  <a:lnTo>
                    <a:pt x="5912927" y="2557604"/>
                  </a:lnTo>
                  <a:lnTo>
                    <a:pt x="5984549" y="2555187"/>
                  </a:lnTo>
                  <a:lnTo>
                    <a:pt x="6056172" y="2552764"/>
                  </a:lnTo>
                  <a:lnTo>
                    <a:pt x="6127794" y="2550335"/>
                  </a:lnTo>
                  <a:lnTo>
                    <a:pt x="6199417" y="2547899"/>
                  </a:lnTo>
                  <a:lnTo>
                    <a:pt x="6271039" y="2545457"/>
                  </a:lnTo>
                  <a:lnTo>
                    <a:pt x="6342662" y="2543009"/>
                  </a:lnTo>
                  <a:lnTo>
                    <a:pt x="6414284" y="2540554"/>
                  </a:lnTo>
                  <a:lnTo>
                    <a:pt x="6485907" y="2538093"/>
                  </a:lnTo>
                  <a:lnTo>
                    <a:pt x="6557529" y="25356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29289"/>
              <a:ext cx="7090630" cy="694755"/>
            </a:xfrm>
            <a:custGeom>
              <a:avLst/>
              <a:pathLst>
                <a:path w="7090630" h="694755">
                  <a:moveTo>
                    <a:pt x="7090630" y="694755"/>
                  </a:moveTo>
                  <a:lnTo>
                    <a:pt x="7019007" y="689920"/>
                  </a:lnTo>
                  <a:lnTo>
                    <a:pt x="6947385" y="684911"/>
                  </a:lnTo>
                  <a:lnTo>
                    <a:pt x="6875762" y="679719"/>
                  </a:lnTo>
                  <a:lnTo>
                    <a:pt x="6804139" y="674340"/>
                  </a:lnTo>
                  <a:lnTo>
                    <a:pt x="6732517" y="668765"/>
                  </a:lnTo>
                  <a:lnTo>
                    <a:pt x="6660894" y="662987"/>
                  </a:lnTo>
                  <a:lnTo>
                    <a:pt x="6589272" y="657000"/>
                  </a:lnTo>
                  <a:lnTo>
                    <a:pt x="6517649" y="650796"/>
                  </a:lnTo>
                  <a:lnTo>
                    <a:pt x="6446027" y="644366"/>
                  </a:lnTo>
                  <a:lnTo>
                    <a:pt x="6374404" y="637704"/>
                  </a:lnTo>
                  <a:lnTo>
                    <a:pt x="6302782" y="630799"/>
                  </a:lnTo>
                  <a:lnTo>
                    <a:pt x="6231159" y="623644"/>
                  </a:lnTo>
                  <a:lnTo>
                    <a:pt x="6159537" y="616229"/>
                  </a:lnTo>
                  <a:lnTo>
                    <a:pt x="6087914" y="608545"/>
                  </a:lnTo>
                  <a:lnTo>
                    <a:pt x="6016292" y="600582"/>
                  </a:lnTo>
                  <a:lnTo>
                    <a:pt x="5944669" y="592331"/>
                  </a:lnTo>
                  <a:lnTo>
                    <a:pt x="5873047" y="583779"/>
                  </a:lnTo>
                  <a:lnTo>
                    <a:pt x="5801424" y="574918"/>
                  </a:lnTo>
                  <a:lnTo>
                    <a:pt x="5729802" y="565735"/>
                  </a:lnTo>
                  <a:lnTo>
                    <a:pt x="5658179" y="556218"/>
                  </a:lnTo>
                  <a:lnTo>
                    <a:pt x="5586557" y="546357"/>
                  </a:lnTo>
                  <a:lnTo>
                    <a:pt x="5514934" y="536137"/>
                  </a:lnTo>
                  <a:lnTo>
                    <a:pt x="5443311" y="525546"/>
                  </a:lnTo>
                  <a:lnTo>
                    <a:pt x="5371689" y="514571"/>
                  </a:lnTo>
                  <a:lnTo>
                    <a:pt x="5300066" y="503198"/>
                  </a:lnTo>
                  <a:lnTo>
                    <a:pt x="5228444" y="491412"/>
                  </a:lnTo>
                  <a:lnTo>
                    <a:pt x="5156821" y="479199"/>
                  </a:lnTo>
                  <a:lnTo>
                    <a:pt x="5085199" y="466542"/>
                  </a:lnTo>
                  <a:lnTo>
                    <a:pt x="5013576" y="453426"/>
                  </a:lnTo>
                  <a:lnTo>
                    <a:pt x="4941954" y="439833"/>
                  </a:lnTo>
                  <a:lnTo>
                    <a:pt x="4870331" y="425748"/>
                  </a:lnTo>
                  <a:lnTo>
                    <a:pt x="4798709" y="411151"/>
                  </a:lnTo>
                  <a:lnTo>
                    <a:pt x="4727086" y="396025"/>
                  </a:lnTo>
                  <a:lnTo>
                    <a:pt x="4655464" y="380349"/>
                  </a:lnTo>
                  <a:lnTo>
                    <a:pt x="4583841" y="364105"/>
                  </a:lnTo>
                  <a:lnTo>
                    <a:pt x="4512219" y="347271"/>
                  </a:lnTo>
                  <a:lnTo>
                    <a:pt x="4440596" y="329827"/>
                  </a:lnTo>
                  <a:lnTo>
                    <a:pt x="4368974" y="311749"/>
                  </a:lnTo>
                  <a:lnTo>
                    <a:pt x="4297351" y="293015"/>
                  </a:lnTo>
                  <a:lnTo>
                    <a:pt x="4225729" y="273602"/>
                  </a:lnTo>
                  <a:lnTo>
                    <a:pt x="4154106" y="253483"/>
                  </a:lnTo>
                  <a:lnTo>
                    <a:pt x="4082483" y="232635"/>
                  </a:lnTo>
                  <a:lnTo>
                    <a:pt x="4010861" y="211030"/>
                  </a:lnTo>
                  <a:lnTo>
                    <a:pt x="3939238" y="188641"/>
                  </a:lnTo>
                  <a:lnTo>
                    <a:pt x="3867616" y="165440"/>
                  </a:lnTo>
                  <a:lnTo>
                    <a:pt x="3795993" y="141396"/>
                  </a:lnTo>
                  <a:lnTo>
                    <a:pt x="3724371" y="116480"/>
                  </a:lnTo>
                  <a:lnTo>
                    <a:pt x="3652748" y="90660"/>
                  </a:lnTo>
                  <a:lnTo>
                    <a:pt x="3581126" y="63902"/>
                  </a:lnTo>
                  <a:lnTo>
                    <a:pt x="3509503" y="36174"/>
                  </a:lnTo>
                  <a:lnTo>
                    <a:pt x="3437881" y="7439"/>
                  </a:lnTo>
                  <a:lnTo>
                    <a:pt x="3366258" y="0"/>
                  </a:lnTo>
                  <a:lnTo>
                    <a:pt x="3294636" y="2154"/>
                  </a:lnTo>
                  <a:lnTo>
                    <a:pt x="3223013" y="4304"/>
                  </a:lnTo>
                  <a:lnTo>
                    <a:pt x="3151391" y="6448"/>
                  </a:lnTo>
                  <a:lnTo>
                    <a:pt x="3079768" y="8586"/>
                  </a:lnTo>
                  <a:lnTo>
                    <a:pt x="3008146" y="10718"/>
                  </a:lnTo>
                  <a:lnTo>
                    <a:pt x="2936523" y="12845"/>
                  </a:lnTo>
                  <a:lnTo>
                    <a:pt x="2864901" y="14967"/>
                  </a:lnTo>
                  <a:lnTo>
                    <a:pt x="2793278" y="17083"/>
                  </a:lnTo>
                  <a:lnTo>
                    <a:pt x="2721655" y="19193"/>
                  </a:lnTo>
                  <a:lnTo>
                    <a:pt x="2650033" y="21298"/>
                  </a:lnTo>
                  <a:lnTo>
                    <a:pt x="2578410" y="23398"/>
                  </a:lnTo>
                  <a:lnTo>
                    <a:pt x="2506788" y="25492"/>
                  </a:lnTo>
                  <a:lnTo>
                    <a:pt x="2435165" y="27580"/>
                  </a:lnTo>
                  <a:lnTo>
                    <a:pt x="2363543" y="29664"/>
                  </a:lnTo>
                  <a:lnTo>
                    <a:pt x="2291920" y="31741"/>
                  </a:lnTo>
                  <a:lnTo>
                    <a:pt x="2220298" y="33814"/>
                  </a:lnTo>
                  <a:lnTo>
                    <a:pt x="2148675" y="35881"/>
                  </a:lnTo>
                  <a:lnTo>
                    <a:pt x="2077053" y="37942"/>
                  </a:lnTo>
                  <a:lnTo>
                    <a:pt x="2005430" y="39998"/>
                  </a:lnTo>
                  <a:lnTo>
                    <a:pt x="1933808" y="42049"/>
                  </a:lnTo>
                  <a:lnTo>
                    <a:pt x="1862185" y="44095"/>
                  </a:lnTo>
                  <a:lnTo>
                    <a:pt x="1790563" y="46135"/>
                  </a:lnTo>
                  <a:lnTo>
                    <a:pt x="1718940" y="48170"/>
                  </a:lnTo>
                  <a:lnTo>
                    <a:pt x="1647318" y="50199"/>
                  </a:lnTo>
                  <a:lnTo>
                    <a:pt x="1575695" y="52223"/>
                  </a:lnTo>
                  <a:lnTo>
                    <a:pt x="1504073" y="54242"/>
                  </a:lnTo>
                  <a:lnTo>
                    <a:pt x="1432450" y="56256"/>
                  </a:lnTo>
                  <a:lnTo>
                    <a:pt x="1360827" y="58265"/>
                  </a:lnTo>
                  <a:lnTo>
                    <a:pt x="1289205" y="60268"/>
                  </a:lnTo>
                  <a:lnTo>
                    <a:pt x="1217582" y="62266"/>
                  </a:lnTo>
                  <a:lnTo>
                    <a:pt x="1145960" y="64259"/>
                  </a:lnTo>
                  <a:lnTo>
                    <a:pt x="1074337" y="66247"/>
                  </a:lnTo>
                  <a:lnTo>
                    <a:pt x="1002715" y="68229"/>
                  </a:lnTo>
                  <a:lnTo>
                    <a:pt x="931092" y="70207"/>
                  </a:lnTo>
                  <a:lnTo>
                    <a:pt x="859470" y="72179"/>
                  </a:lnTo>
                  <a:lnTo>
                    <a:pt x="787847" y="74146"/>
                  </a:lnTo>
                  <a:lnTo>
                    <a:pt x="716225" y="76108"/>
                  </a:lnTo>
                  <a:lnTo>
                    <a:pt x="644602" y="78065"/>
                  </a:lnTo>
                  <a:lnTo>
                    <a:pt x="572980" y="80016"/>
                  </a:lnTo>
                  <a:lnTo>
                    <a:pt x="501357" y="81963"/>
                  </a:lnTo>
                  <a:lnTo>
                    <a:pt x="429735" y="83905"/>
                  </a:lnTo>
                  <a:lnTo>
                    <a:pt x="358112" y="85841"/>
                  </a:lnTo>
                  <a:lnTo>
                    <a:pt x="286490" y="87773"/>
                  </a:lnTo>
                  <a:lnTo>
                    <a:pt x="214867" y="89699"/>
                  </a:lnTo>
                  <a:lnTo>
                    <a:pt x="143245" y="91621"/>
                  </a:lnTo>
                  <a:lnTo>
                    <a:pt x="71622" y="93537"/>
                  </a:lnTo>
                  <a:lnTo>
                    <a:pt x="0" y="954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733298"/>
              <a:ext cx="7090630" cy="1468570"/>
            </a:xfrm>
            <a:custGeom>
              <a:avLst/>
              <a:pathLst>
                <a:path w="7090630" h="1468570">
                  <a:moveTo>
                    <a:pt x="0" y="0"/>
                  </a:moveTo>
                  <a:lnTo>
                    <a:pt x="71622" y="29885"/>
                  </a:lnTo>
                  <a:lnTo>
                    <a:pt x="143245" y="59281"/>
                  </a:lnTo>
                  <a:lnTo>
                    <a:pt x="214867" y="88196"/>
                  </a:lnTo>
                  <a:lnTo>
                    <a:pt x="286490" y="116637"/>
                  </a:lnTo>
                  <a:lnTo>
                    <a:pt x="358112" y="144611"/>
                  </a:lnTo>
                  <a:lnTo>
                    <a:pt x="429735" y="172128"/>
                  </a:lnTo>
                  <a:lnTo>
                    <a:pt x="501357" y="199193"/>
                  </a:lnTo>
                  <a:lnTo>
                    <a:pt x="572980" y="225815"/>
                  </a:lnTo>
                  <a:lnTo>
                    <a:pt x="644602" y="252001"/>
                  </a:lnTo>
                  <a:lnTo>
                    <a:pt x="716225" y="277758"/>
                  </a:lnTo>
                  <a:lnTo>
                    <a:pt x="787847" y="303092"/>
                  </a:lnTo>
                  <a:lnTo>
                    <a:pt x="859470" y="328012"/>
                  </a:lnTo>
                  <a:lnTo>
                    <a:pt x="931092" y="352523"/>
                  </a:lnTo>
                  <a:lnTo>
                    <a:pt x="1002715" y="376633"/>
                  </a:lnTo>
                  <a:lnTo>
                    <a:pt x="1074337" y="400347"/>
                  </a:lnTo>
                  <a:lnTo>
                    <a:pt x="1145960" y="423673"/>
                  </a:lnTo>
                  <a:lnTo>
                    <a:pt x="1217582" y="446617"/>
                  </a:lnTo>
                  <a:lnTo>
                    <a:pt x="1289205" y="469185"/>
                  </a:lnTo>
                  <a:lnTo>
                    <a:pt x="1360827" y="491383"/>
                  </a:lnTo>
                  <a:lnTo>
                    <a:pt x="1432450" y="513218"/>
                  </a:lnTo>
                  <a:lnTo>
                    <a:pt x="1504073" y="534694"/>
                  </a:lnTo>
                  <a:lnTo>
                    <a:pt x="1575695" y="555819"/>
                  </a:lnTo>
                  <a:lnTo>
                    <a:pt x="1647318" y="576598"/>
                  </a:lnTo>
                  <a:lnTo>
                    <a:pt x="1718940" y="597036"/>
                  </a:lnTo>
                  <a:lnTo>
                    <a:pt x="1790563" y="617139"/>
                  </a:lnTo>
                  <a:lnTo>
                    <a:pt x="1862185" y="636913"/>
                  </a:lnTo>
                  <a:lnTo>
                    <a:pt x="1933808" y="656363"/>
                  </a:lnTo>
                  <a:lnTo>
                    <a:pt x="2005430" y="675494"/>
                  </a:lnTo>
                  <a:lnTo>
                    <a:pt x="2077053" y="694312"/>
                  </a:lnTo>
                  <a:lnTo>
                    <a:pt x="2148675" y="712821"/>
                  </a:lnTo>
                  <a:lnTo>
                    <a:pt x="2220298" y="731027"/>
                  </a:lnTo>
                  <a:lnTo>
                    <a:pt x="2291920" y="748935"/>
                  </a:lnTo>
                  <a:lnTo>
                    <a:pt x="2363543" y="766549"/>
                  </a:lnTo>
                  <a:lnTo>
                    <a:pt x="2435165" y="783875"/>
                  </a:lnTo>
                  <a:lnTo>
                    <a:pt x="2506788" y="800917"/>
                  </a:lnTo>
                  <a:lnTo>
                    <a:pt x="2578410" y="817680"/>
                  </a:lnTo>
                  <a:lnTo>
                    <a:pt x="2650033" y="834167"/>
                  </a:lnTo>
                  <a:lnTo>
                    <a:pt x="2721655" y="850385"/>
                  </a:lnTo>
                  <a:lnTo>
                    <a:pt x="2793278" y="866337"/>
                  </a:lnTo>
                  <a:lnTo>
                    <a:pt x="2864901" y="882028"/>
                  </a:lnTo>
                  <a:lnTo>
                    <a:pt x="2936523" y="897462"/>
                  </a:lnTo>
                  <a:lnTo>
                    <a:pt x="3008146" y="912642"/>
                  </a:lnTo>
                  <a:lnTo>
                    <a:pt x="3079768" y="927574"/>
                  </a:lnTo>
                  <a:lnTo>
                    <a:pt x="3151391" y="942262"/>
                  </a:lnTo>
                  <a:lnTo>
                    <a:pt x="3223013" y="956708"/>
                  </a:lnTo>
                  <a:lnTo>
                    <a:pt x="3294636" y="970918"/>
                  </a:lnTo>
                  <a:lnTo>
                    <a:pt x="3366258" y="984895"/>
                  </a:lnTo>
                  <a:lnTo>
                    <a:pt x="3437881" y="998643"/>
                  </a:lnTo>
                  <a:lnTo>
                    <a:pt x="3509503" y="1012166"/>
                  </a:lnTo>
                  <a:lnTo>
                    <a:pt x="3581126" y="1025468"/>
                  </a:lnTo>
                  <a:lnTo>
                    <a:pt x="3652748" y="1038551"/>
                  </a:lnTo>
                  <a:lnTo>
                    <a:pt x="3724371" y="1051420"/>
                  </a:lnTo>
                  <a:lnTo>
                    <a:pt x="3795993" y="1064078"/>
                  </a:lnTo>
                  <a:lnTo>
                    <a:pt x="3867616" y="1076529"/>
                  </a:lnTo>
                  <a:lnTo>
                    <a:pt x="3939238" y="1088775"/>
                  </a:lnTo>
                  <a:lnTo>
                    <a:pt x="4010861" y="1100821"/>
                  </a:lnTo>
                  <a:lnTo>
                    <a:pt x="4082483" y="1112670"/>
                  </a:lnTo>
                  <a:lnTo>
                    <a:pt x="4154106" y="1124324"/>
                  </a:lnTo>
                  <a:lnTo>
                    <a:pt x="4225729" y="1135788"/>
                  </a:lnTo>
                  <a:lnTo>
                    <a:pt x="4297351" y="1147064"/>
                  </a:lnTo>
                  <a:lnTo>
                    <a:pt x="4368974" y="1158155"/>
                  </a:lnTo>
                  <a:lnTo>
                    <a:pt x="4440596" y="1169064"/>
                  </a:lnTo>
                  <a:lnTo>
                    <a:pt x="4512219" y="1179794"/>
                  </a:lnTo>
                  <a:lnTo>
                    <a:pt x="4583841" y="1190349"/>
                  </a:lnTo>
                  <a:lnTo>
                    <a:pt x="4655464" y="1200731"/>
                  </a:lnTo>
                  <a:lnTo>
                    <a:pt x="4727086" y="1210942"/>
                  </a:lnTo>
                  <a:lnTo>
                    <a:pt x="4798709" y="1220986"/>
                  </a:lnTo>
                  <a:lnTo>
                    <a:pt x="4870331" y="1230866"/>
                  </a:lnTo>
                  <a:lnTo>
                    <a:pt x="4941954" y="1240584"/>
                  </a:lnTo>
                  <a:lnTo>
                    <a:pt x="5013576" y="1250142"/>
                  </a:lnTo>
                  <a:lnTo>
                    <a:pt x="5085199" y="1259544"/>
                  </a:lnTo>
                  <a:lnTo>
                    <a:pt x="5156821" y="1268792"/>
                  </a:lnTo>
                  <a:lnTo>
                    <a:pt x="5228444" y="1277889"/>
                  </a:lnTo>
                  <a:lnTo>
                    <a:pt x="5300066" y="1286836"/>
                  </a:lnTo>
                  <a:lnTo>
                    <a:pt x="5371689" y="1295637"/>
                  </a:lnTo>
                  <a:lnTo>
                    <a:pt x="5443311" y="1304293"/>
                  </a:lnTo>
                  <a:lnTo>
                    <a:pt x="5514934" y="1312808"/>
                  </a:lnTo>
                  <a:lnTo>
                    <a:pt x="5586557" y="1321183"/>
                  </a:lnTo>
                  <a:lnTo>
                    <a:pt x="5658179" y="1329421"/>
                  </a:lnTo>
                  <a:lnTo>
                    <a:pt x="5729802" y="1337524"/>
                  </a:lnTo>
                  <a:lnTo>
                    <a:pt x="5801424" y="1345494"/>
                  </a:lnTo>
                  <a:lnTo>
                    <a:pt x="5873047" y="1353334"/>
                  </a:lnTo>
                  <a:lnTo>
                    <a:pt x="5944669" y="1361045"/>
                  </a:lnTo>
                  <a:lnTo>
                    <a:pt x="6016292" y="1368630"/>
                  </a:lnTo>
                  <a:lnTo>
                    <a:pt x="6087914" y="1376090"/>
                  </a:lnTo>
                  <a:lnTo>
                    <a:pt x="6159537" y="1383429"/>
                  </a:lnTo>
                  <a:lnTo>
                    <a:pt x="6231159" y="1390647"/>
                  </a:lnTo>
                  <a:lnTo>
                    <a:pt x="6302782" y="1397747"/>
                  </a:lnTo>
                  <a:lnTo>
                    <a:pt x="6374404" y="1404730"/>
                  </a:lnTo>
                  <a:lnTo>
                    <a:pt x="6446027" y="1411599"/>
                  </a:lnTo>
                  <a:lnTo>
                    <a:pt x="6517649" y="1418355"/>
                  </a:lnTo>
                  <a:lnTo>
                    <a:pt x="6589272" y="1425001"/>
                  </a:lnTo>
                  <a:lnTo>
                    <a:pt x="6660894" y="1431538"/>
                  </a:lnTo>
                  <a:lnTo>
                    <a:pt x="6732517" y="1437968"/>
                  </a:lnTo>
                  <a:lnTo>
                    <a:pt x="6804139" y="1444292"/>
                  </a:lnTo>
                  <a:lnTo>
                    <a:pt x="6875762" y="1450513"/>
                  </a:lnTo>
                  <a:lnTo>
                    <a:pt x="6947385" y="1456632"/>
                  </a:lnTo>
                  <a:lnTo>
                    <a:pt x="7019007" y="1462650"/>
                  </a:lnTo>
                  <a:lnTo>
                    <a:pt x="7090630" y="146857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(0.97-1.53), p = 0.090  |  per IQR decline (Δ = 29.3 %): 1.79 (0.91-3.50)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49915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Nausea/Vomiting/GI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2026-09-28T15:19:49Z</dcterms:modified>
  <cp:category/>
</cp:coreProperties>
</file>