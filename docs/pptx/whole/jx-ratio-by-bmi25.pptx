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2164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5540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8916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2292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8522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22282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56042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89802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1846"/>
                  </a:moveTo>
                  <a:lnTo>
                    <a:pt x="11148" y="2665801"/>
                  </a:lnTo>
                  <a:lnTo>
                    <a:pt x="22296" y="2659494"/>
                  </a:lnTo>
                  <a:lnTo>
                    <a:pt x="33444" y="2652928"/>
                  </a:lnTo>
                  <a:lnTo>
                    <a:pt x="44592" y="2646135"/>
                  </a:lnTo>
                  <a:lnTo>
                    <a:pt x="55740" y="2639113"/>
                  </a:lnTo>
                  <a:lnTo>
                    <a:pt x="66889" y="2631862"/>
                  </a:lnTo>
                  <a:lnTo>
                    <a:pt x="78037" y="2624308"/>
                  </a:lnTo>
                  <a:lnTo>
                    <a:pt x="89185" y="2616512"/>
                  </a:lnTo>
                  <a:lnTo>
                    <a:pt x="100333" y="2608491"/>
                  </a:lnTo>
                  <a:lnTo>
                    <a:pt x="111481" y="2600247"/>
                  </a:lnTo>
                  <a:lnTo>
                    <a:pt x="122629" y="2591775"/>
                  </a:lnTo>
                  <a:lnTo>
                    <a:pt x="133778" y="2583031"/>
                  </a:lnTo>
                  <a:lnTo>
                    <a:pt x="144926" y="2574094"/>
                  </a:lnTo>
                  <a:lnTo>
                    <a:pt x="156074" y="2564976"/>
                  </a:lnTo>
                  <a:lnTo>
                    <a:pt x="167222" y="2555687"/>
                  </a:lnTo>
                  <a:lnTo>
                    <a:pt x="178370" y="2546221"/>
                  </a:lnTo>
                  <a:lnTo>
                    <a:pt x="189518" y="2536601"/>
                  </a:lnTo>
                  <a:lnTo>
                    <a:pt x="200667" y="2526877"/>
                  </a:lnTo>
                  <a:lnTo>
                    <a:pt x="211815" y="2517069"/>
                  </a:lnTo>
                  <a:lnTo>
                    <a:pt x="222963" y="2507196"/>
                  </a:lnTo>
                  <a:lnTo>
                    <a:pt x="234111" y="2497280"/>
                  </a:lnTo>
                  <a:lnTo>
                    <a:pt x="245259" y="2487366"/>
                  </a:lnTo>
                  <a:lnTo>
                    <a:pt x="256407" y="2477481"/>
                  </a:lnTo>
                  <a:lnTo>
                    <a:pt x="267556" y="2467649"/>
                  </a:lnTo>
                  <a:lnTo>
                    <a:pt x="278704" y="2457895"/>
                  </a:lnTo>
                  <a:lnTo>
                    <a:pt x="289852" y="2448295"/>
                  </a:lnTo>
                  <a:lnTo>
                    <a:pt x="301000" y="2438846"/>
                  </a:lnTo>
                  <a:lnTo>
                    <a:pt x="312148" y="2429567"/>
                  </a:lnTo>
                  <a:lnTo>
                    <a:pt x="323296" y="2420479"/>
                  </a:lnTo>
                  <a:lnTo>
                    <a:pt x="334445" y="2411632"/>
                  </a:lnTo>
                  <a:lnTo>
                    <a:pt x="345593" y="2403086"/>
                  </a:lnTo>
                  <a:lnTo>
                    <a:pt x="356741" y="2394799"/>
                  </a:lnTo>
                  <a:lnTo>
                    <a:pt x="367889" y="2386783"/>
                  </a:lnTo>
                  <a:lnTo>
                    <a:pt x="379037" y="2379046"/>
                  </a:lnTo>
                  <a:lnTo>
                    <a:pt x="390185" y="2371664"/>
                  </a:lnTo>
                  <a:lnTo>
                    <a:pt x="401334" y="2364613"/>
                  </a:lnTo>
                  <a:lnTo>
                    <a:pt x="412482" y="2357848"/>
                  </a:lnTo>
                  <a:lnTo>
                    <a:pt x="423630" y="2351364"/>
                  </a:lnTo>
                  <a:lnTo>
                    <a:pt x="434778" y="2345153"/>
                  </a:lnTo>
                  <a:lnTo>
                    <a:pt x="445926" y="2339282"/>
                  </a:lnTo>
                  <a:lnTo>
                    <a:pt x="457075" y="2333643"/>
                  </a:lnTo>
                  <a:lnTo>
                    <a:pt x="468223" y="2328209"/>
                  </a:lnTo>
                  <a:lnTo>
                    <a:pt x="479371" y="2322955"/>
                  </a:lnTo>
                  <a:lnTo>
                    <a:pt x="490519" y="2317865"/>
                  </a:lnTo>
                  <a:lnTo>
                    <a:pt x="501667" y="2312909"/>
                  </a:lnTo>
                  <a:lnTo>
                    <a:pt x="512815" y="2308011"/>
                  </a:lnTo>
                  <a:lnTo>
                    <a:pt x="523964" y="2303133"/>
                  </a:lnTo>
                  <a:lnTo>
                    <a:pt x="535112" y="2298242"/>
                  </a:lnTo>
                  <a:lnTo>
                    <a:pt x="546260" y="2293276"/>
                  </a:lnTo>
                  <a:lnTo>
                    <a:pt x="557408" y="2288163"/>
                  </a:lnTo>
                  <a:lnTo>
                    <a:pt x="568556" y="2282875"/>
                  </a:lnTo>
                  <a:lnTo>
                    <a:pt x="579704" y="2277373"/>
                  </a:lnTo>
                  <a:lnTo>
                    <a:pt x="590853" y="2271619"/>
                  </a:lnTo>
                  <a:lnTo>
                    <a:pt x="602001" y="2265463"/>
                  </a:lnTo>
                  <a:lnTo>
                    <a:pt x="613149" y="2258914"/>
                  </a:lnTo>
                  <a:lnTo>
                    <a:pt x="624297" y="2251960"/>
                  </a:lnTo>
                  <a:lnTo>
                    <a:pt x="635445" y="2244569"/>
                  </a:lnTo>
                  <a:lnTo>
                    <a:pt x="646593" y="2236690"/>
                  </a:lnTo>
                  <a:lnTo>
                    <a:pt x="657742" y="2228126"/>
                  </a:lnTo>
                  <a:lnTo>
                    <a:pt x="668890" y="2219012"/>
                  </a:lnTo>
                  <a:lnTo>
                    <a:pt x="680038" y="2209329"/>
                  </a:lnTo>
                  <a:lnTo>
                    <a:pt x="691186" y="2199061"/>
                  </a:lnTo>
                  <a:lnTo>
                    <a:pt x="702334" y="2188100"/>
                  </a:lnTo>
                  <a:lnTo>
                    <a:pt x="713482" y="2176384"/>
                  </a:lnTo>
                  <a:lnTo>
                    <a:pt x="724631" y="2164044"/>
                  </a:lnTo>
                  <a:lnTo>
                    <a:pt x="735779" y="2151082"/>
                  </a:lnTo>
                  <a:lnTo>
                    <a:pt x="746927" y="2137500"/>
                  </a:lnTo>
                  <a:lnTo>
                    <a:pt x="758075" y="2123150"/>
                  </a:lnTo>
                  <a:lnTo>
                    <a:pt x="769223" y="2108139"/>
                  </a:lnTo>
                  <a:lnTo>
                    <a:pt x="780371" y="2092554"/>
                  </a:lnTo>
                  <a:lnTo>
                    <a:pt x="791520" y="2076413"/>
                  </a:lnTo>
                  <a:lnTo>
                    <a:pt x="802668" y="2059736"/>
                  </a:lnTo>
                  <a:lnTo>
                    <a:pt x="813816" y="2042378"/>
                  </a:lnTo>
                  <a:lnTo>
                    <a:pt x="824964" y="2024564"/>
                  </a:lnTo>
                  <a:lnTo>
                    <a:pt x="836112" y="2006322"/>
                  </a:lnTo>
                  <a:lnTo>
                    <a:pt x="847261" y="1987685"/>
                  </a:lnTo>
                  <a:lnTo>
                    <a:pt x="858409" y="1968648"/>
                  </a:lnTo>
                  <a:lnTo>
                    <a:pt x="869557" y="1949219"/>
                  </a:lnTo>
                  <a:lnTo>
                    <a:pt x="880705" y="1929523"/>
                  </a:lnTo>
                  <a:lnTo>
                    <a:pt x="891853" y="1909591"/>
                  </a:lnTo>
                  <a:lnTo>
                    <a:pt x="903001" y="1889452"/>
                  </a:lnTo>
                  <a:lnTo>
                    <a:pt x="914150" y="1869110"/>
                  </a:lnTo>
                  <a:lnTo>
                    <a:pt x="925298" y="1848619"/>
                  </a:lnTo>
                  <a:lnTo>
                    <a:pt x="936446" y="1828027"/>
                  </a:lnTo>
                  <a:lnTo>
                    <a:pt x="947594" y="1807353"/>
                  </a:lnTo>
                  <a:lnTo>
                    <a:pt x="958742" y="1786613"/>
                  </a:lnTo>
                  <a:lnTo>
                    <a:pt x="969890" y="1765810"/>
                  </a:lnTo>
                  <a:lnTo>
                    <a:pt x="981039" y="1744967"/>
                  </a:lnTo>
                  <a:lnTo>
                    <a:pt x="992187" y="1724086"/>
                  </a:lnTo>
                  <a:lnTo>
                    <a:pt x="1003335" y="1703162"/>
                  </a:lnTo>
                  <a:lnTo>
                    <a:pt x="1014483" y="1682185"/>
                  </a:lnTo>
                  <a:lnTo>
                    <a:pt x="1025631" y="1661114"/>
                  </a:lnTo>
                  <a:lnTo>
                    <a:pt x="1036779" y="1639939"/>
                  </a:lnTo>
                  <a:lnTo>
                    <a:pt x="1047928" y="1618635"/>
                  </a:lnTo>
                  <a:lnTo>
                    <a:pt x="1059076" y="1597171"/>
                  </a:lnTo>
                  <a:lnTo>
                    <a:pt x="1070224" y="1575469"/>
                  </a:lnTo>
                  <a:lnTo>
                    <a:pt x="1081372" y="1553451"/>
                  </a:lnTo>
                  <a:lnTo>
                    <a:pt x="1092520" y="1531109"/>
                  </a:lnTo>
                  <a:lnTo>
                    <a:pt x="1103668" y="1508398"/>
                  </a:lnTo>
                  <a:lnTo>
                    <a:pt x="1114817" y="1485269"/>
                  </a:lnTo>
                  <a:lnTo>
                    <a:pt x="1125965" y="1461510"/>
                  </a:lnTo>
                  <a:lnTo>
                    <a:pt x="1137113" y="1437127"/>
                  </a:lnTo>
                  <a:lnTo>
                    <a:pt x="1148261" y="1412112"/>
                  </a:lnTo>
                  <a:lnTo>
                    <a:pt x="1159409" y="1386414"/>
                  </a:lnTo>
                  <a:lnTo>
                    <a:pt x="1170557" y="1359967"/>
                  </a:lnTo>
                  <a:lnTo>
                    <a:pt x="1181706" y="1332430"/>
                  </a:lnTo>
                  <a:lnTo>
                    <a:pt x="1192854" y="1304020"/>
                  </a:lnTo>
                  <a:lnTo>
                    <a:pt x="1204002" y="1274703"/>
                  </a:lnTo>
                  <a:lnTo>
                    <a:pt x="1215150" y="1244448"/>
                  </a:lnTo>
                  <a:lnTo>
                    <a:pt x="1226298" y="1213097"/>
                  </a:lnTo>
                  <a:lnTo>
                    <a:pt x="1237447" y="1180508"/>
                  </a:lnTo>
                  <a:lnTo>
                    <a:pt x="1248595" y="1146914"/>
                  </a:lnTo>
                  <a:lnTo>
                    <a:pt x="1259743" y="1112318"/>
                  </a:lnTo>
                  <a:lnTo>
                    <a:pt x="1270891" y="1076729"/>
                  </a:lnTo>
                  <a:lnTo>
                    <a:pt x="1282039" y="1039942"/>
                  </a:lnTo>
                  <a:lnTo>
                    <a:pt x="1293187" y="1002118"/>
                  </a:lnTo>
                  <a:lnTo>
                    <a:pt x="1304336" y="963434"/>
                  </a:lnTo>
                  <a:lnTo>
                    <a:pt x="1315484" y="923943"/>
                  </a:lnTo>
                  <a:lnTo>
                    <a:pt x="1326632" y="883707"/>
                  </a:lnTo>
                  <a:lnTo>
                    <a:pt x="1337780" y="842617"/>
                  </a:lnTo>
                  <a:lnTo>
                    <a:pt x="1348928" y="801019"/>
                  </a:lnTo>
                  <a:lnTo>
                    <a:pt x="1360076" y="759025"/>
                  </a:lnTo>
                  <a:lnTo>
                    <a:pt x="1371225" y="716735"/>
                  </a:lnTo>
                  <a:lnTo>
                    <a:pt x="1382373" y="674258"/>
                  </a:lnTo>
                  <a:lnTo>
                    <a:pt x="1393521" y="631795"/>
                  </a:lnTo>
                  <a:lnTo>
                    <a:pt x="1404669" y="589521"/>
                  </a:lnTo>
                  <a:lnTo>
                    <a:pt x="1415817" y="547564"/>
                  </a:lnTo>
                  <a:lnTo>
                    <a:pt x="1426965" y="506053"/>
                  </a:lnTo>
                  <a:lnTo>
                    <a:pt x="1438114" y="465277"/>
                  </a:lnTo>
                  <a:lnTo>
                    <a:pt x="1449262" y="425467"/>
                  </a:lnTo>
                  <a:lnTo>
                    <a:pt x="1460410" y="386643"/>
                  </a:lnTo>
                  <a:lnTo>
                    <a:pt x="1471558" y="348930"/>
                  </a:lnTo>
                  <a:lnTo>
                    <a:pt x="1482706" y="312450"/>
                  </a:lnTo>
                  <a:lnTo>
                    <a:pt x="1493854" y="277805"/>
                  </a:lnTo>
                  <a:lnTo>
                    <a:pt x="1505003" y="244837"/>
                  </a:lnTo>
                  <a:lnTo>
                    <a:pt x="1516151" y="213550"/>
                  </a:lnTo>
                  <a:lnTo>
                    <a:pt x="1527299" y="184032"/>
                  </a:lnTo>
                  <a:lnTo>
                    <a:pt x="1538447" y="156452"/>
                  </a:lnTo>
                  <a:lnTo>
                    <a:pt x="1549595" y="131473"/>
                  </a:lnTo>
                  <a:lnTo>
                    <a:pt x="1560743" y="108532"/>
                  </a:lnTo>
                  <a:lnTo>
                    <a:pt x="1571892" y="87663"/>
                  </a:lnTo>
                  <a:lnTo>
                    <a:pt x="1583040" y="68893"/>
                  </a:lnTo>
                  <a:lnTo>
                    <a:pt x="1594188" y="52566"/>
                  </a:lnTo>
                  <a:lnTo>
                    <a:pt x="1605336" y="38805"/>
                  </a:lnTo>
                  <a:lnTo>
                    <a:pt x="1616484" y="27127"/>
                  </a:lnTo>
                  <a:lnTo>
                    <a:pt x="1627633" y="17495"/>
                  </a:lnTo>
                  <a:lnTo>
                    <a:pt x="1638781" y="9868"/>
                  </a:lnTo>
                  <a:lnTo>
                    <a:pt x="1649929" y="4671"/>
                  </a:lnTo>
                  <a:lnTo>
                    <a:pt x="1661077" y="1480"/>
                  </a:lnTo>
                  <a:lnTo>
                    <a:pt x="1672225" y="0"/>
                  </a:lnTo>
                  <a:lnTo>
                    <a:pt x="1683373" y="138"/>
                  </a:lnTo>
                  <a:lnTo>
                    <a:pt x="1694522" y="1802"/>
                  </a:lnTo>
                  <a:lnTo>
                    <a:pt x="1705670" y="5312"/>
                  </a:lnTo>
                  <a:lnTo>
                    <a:pt x="1716818" y="9991"/>
                  </a:lnTo>
                  <a:lnTo>
                    <a:pt x="1727966" y="15719"/>
                  </a:lnTo>
                  <a:lnTo>
                    <a:pt x="1739114" y="22373"/>
                  </a:lnTo>
                  <a:lnTo>
                    <a:pt x="1750262" y="29897"/>
                  </a:lnTo>
                  <a:lnTo>
                    <a:pt x="1761411" y="38158"/>
                  </a:lnTo>
                  <a:lnTo>
                    <a:pt x="1772559" y="46833"/>
                  </a:lnTo>
                  <a:lnTo>
                    <a:pt x="1783707" y="55804"/>
                  </a:lnTo>
                  <a:lnTo>
                    <a:pt x="1794855" y="64955"/>
                  </a:lnTo>
                  <a:lnTo>
                    <a:pt x="1806003" y="74141"/>
                  </a:lnTo>
                  <a:lnTo>
                    <a:pt x="1817151" y="83172"/>
                  </a:lnTo>
                  <a:lnTo>
                    <a:pt x="1828300" y="91951"/>
                  </a:lnTo>
                  <a:lnTo>
                    <a:pt x="1839448" y="100392"/>
                  </a:lnTo>
                  <a:lnTo>
                    <a:pt x="1850596" y="108411"/>
                  </a:lnTo>
                  <a:lnTo>
                    <a:pt x="1861744" y="115726"/>
                  </a:lnTo>
                  <a:lnTo>
                    <a:pt x="1872892" y="122390"/>
                  </a:lnTo>
                  <a:lnTo>
                    <a:pt x="1884040" y="128381"/>
                  </a:lnTo>
                  <a:lnTo>
                    <a:pt x="1895189" y="133657"/>
                  </a:lnTo>
                  <a:lnTo>
                    <a:pt x="1906337" y="138129"/>
                  </a:lnTo>
                  <a:lnTo>
                    <a:pt x="1917485" y="141578"/>
                  </a:lnTo>
                  <a:lnTo>
                    <a:pt x="1928633" y="144226"/>
                  </a:lnTo>
                  <a:lnTo>
                    <a:pt x="1939781" y="146074"/>
                  </a:lnTo>
                  <a:lnTo>
                    <a:pt x="1950929" y="147127"/>
                  </a:lnTo>
                  <a:lnTo>
                    <a:pt x="1962078" y="147261"/>
                  </a:lnTo>
                  <a:lnTo>
                    <a:pt x="1973226" y="146505"/>
                  </a:lnTo>
                  <a:lnTo>
                    <a:pt x="1984374" y="145042"/>
                  </a:lnTo>
                  <a:lnTo>
                    <a:pt x="1995522" y="142904"/>
                  </a:lnTo>
                  <a:lnTo>
                    <a:pt x="2006670" y="140130"/>
                  </a:lnTo>
                  <a:lnTo>
                    <a:pt x="2017818" y="136615"/>
                  </a:lnTo>
                  <a:lnTo>
                    <a:pt x="2028967" y="132558"/>
                  </a:lnTo>
                  <a:lnTo>
                    <a:pt x="2040115" y="128056"/>
                  </a:lnTo>
                  <a:lnTo>
                    <a:pt x="2051263" y="123162"/>
                  </a:lnTo>
                  <a:lnTo>
                    <a:pt x="2062411" y="117921"/>
                  </a:lnTo>
                  <a:lnTo>
                    <a:pt x="2073559" y="112344"/>
                  </a:lnTo>
                  <a:lnTo>
                    <a:pt x="2084708" y="106601"/>
                  </a:lnTo>
                  <a:lnTo>
                    <a:pt x="2095856" y="100748"/>
                  </a:lnTo>
                  <a:lnTo>
                    <a:pt x="2107004" y="94842"/>
                  </a:lnTo>
                  <a:lnTo>
                    <a:pt x="2118152" y="88953"/>
                  </a:lnTo>
                  <a:lnTo>
                    <a:pt x="2129300" y="83188"/>
                  </a:lnTo>
                  <a:lnTo>
                    <a:pt x="2140448" y="77600"/>
                  </a:lnTo>
                  <a:lnTo>
                    <a:pt x="2151597" y="72241"/>
                  </a:lnTo>
                  <a:lnTo>
                    <a:pt x="2162745" y="67165"/>
                  </a:lnTo>
                  <a:lnTo>
                    <a:pt x="2173893" y="62530"/>
                  </a:lnTo>
                  <a:lnTo>
                    <a:pt x="2185041" y="58385"/>
                  </a:lnTo>
                  <a:lnTo>
                    <a:pt x="2196189" y="54735"/>
                  </a:lnTo>
                  <a:lnTo>
                    <a:pt x="2207337" y="51627"/>
                  </a:lnTo>
                  <a:lnTo>
                    <a:pt x="2218486" y="49110"/>
                  </a:lnTo>
                  <a:lnTo>
                    <a:pt x="2229634" y="47490"/>
                  </a:lnTo>
                  <a:lnTo>
                    <a:pt x="2240782" y="46613"/>
                  </a:lnTo>
                  <a:lnTo>
                    <a:pt x="2251930" y="46511"/>
                  </a:lnTo>
                  <a:lnTo>
                    <a:pt x="2263078" y="47225"/>
                  </a:lnTo>
                  <a:lnTo>
                    <a:pt x="2274226" y="48881"/>
                  </a:lnTo>
                  <a:lnTo>
                    <a:pt x="2285375" y="51708"/>
                  </a:lnTo>
                  <a:lnTo>
                    <a:pt x="2296523" y="55500"/>
                  </a:lnTo>
                  <a:lnTo>
                    <a:pt x="2307671" y="60287"/>
                  </a:lnTo>
                  <a:lnTo>
                    <a:pt x="2318819" y="66095"/>
                  </a:lnTo>
                  <a:lnTo>
                    <a:pt x="2329967" y="73171"/>
                  </a:lnTo>
                  <a:lnTo>
                    <a:pt x="2341115" y="81512"/>
                  </a:lnTo>
                  <a:lnTo>
                    <a:pt x="2352264" y="90954"/>
                  </a:lnTo>
                  <a:lnTo>
                    <a:pt x="2363412" y="101506"/>
                  </a:lnTo>
                  <a:lnTo>
                    <a:pt x="2374560" y="113174"/>
                  </a:lnTo>
                  <a:lnTo>
                    <a:pt x="2385708" y="126308"/>
                  </a:lnTo>
                  <a:lnTo>
                    <a:pt x="2396856" y="140613"/>
                  </a:lnTo>
                  <a:lnTo>
                    <a:pt x="2408004" y="156011"/>
                  </a:lnTo>
                  <a:lnTo>
                    <a:pt x="2419153" y="172485"/>
                  </a:lnTo>
                  <a:lnTo>
                    <a:pt x="2430301" y="190065"/>
                  </a:lnTo>
                  <a:lnTo>
                    <a:pt x="2441449" y="208976"/>
                  </a:lnTo>
                  <a:lnTo>
                    <a:pt x="2452597" y="228843"/>
                  </a:lnTo>
                  <a:lnTo>
                    <a:pt x="2463745" y="249626"/>
                  </a:lnTo>
                  <a:lnTo>
                    <a:pt x="2474894" y="271281"/>
                  </a:lnTo>
                  <a:lnTo>
                    <a:pt x="2486042" y="293879"/>
                  </a:lnTo>
                  <a:lnTo>
                    <a:pt x="2497190" y="317357"/>
                  </a:lnTo>
                  <a:lnTo>
                    <a:pt x="2508338" y="341486"/>
                  </a:lnTo>
                  <a:lnTo>
                    <a:pt x="2519486" y="366206"/>
                  </a:lnTo>
                  <a:lnTo>
                    <a:pt x="2530634" y="391453"/>
                  </a:lnTo>
                  <a:lnTo>
                    <a:pt x="2541783" y="417252"/>
                  </a:lnTo>
                  <a:lnTo>
                    <a:pt x="2552931" y="443414"/>
                  </a:lnTo>
                  <a:lnTo>
                    <a:pt x="2564079" y="469825"/>
                  </a:lnTo>
                  <a:lnTo>
                    <a:pt x="2575227" y="496420"/>
                  </a:lnTo>
                  <a:lnTo>
                    <a:pt x="2586375" y="523129"/>
                  </a:lnTo>
                  <a:lnTo>
                    <a:pt x="2597523" y="549849"/>
                  </a:lnTo>
                  <a:lnTo>
                    <a:pt x="2608672" y="576476"/>
                  </a:lnTo>
                  <a:lnTo>
                    <a:pt x="2619820" y="602947"/>
                  </a:lnTo>
                  <a:lnTo>
                    <a:pt x="2630968" y="629204"/>
                  </a:lnTo>
                  <a:lnTo>
                    <a:pt x="2642116" y="655144"/>
                  </a:lnTo>
                  <a:lnTo>
                    <a:pt x="2653264" y="680626"/>
                  </a:lnTo>
                  <a:lnTo>
                    <a:pt x="2664412" y="705676"/>
                  </a:lnTo>
                  <a:lnTo>
                    <a:pt x="2675561" y="730252"/>
                  </a:lnTo>
                  <a:lnTo>
                    <a:pt x="2686709" y="754315"/>
                  </a:lnTo>
                  <a:lnTo>
                    <a:pt x="2697857" y="777693"/>
                  </a:lnTo>
                  <a:lnTo>
                    <a:pt x="2709005" y="800387"/>
                  </a:lnTo>
                  <a:lnTo>
                    <a:pt x="2720153" y="822458"/>
                  </a:lnTo>
                  <a:lnTo>
                    <a:pt x="2731301" y="843894"/>
                  </a:lnTo>
                  <a:lnTo>
                    <a:pt x="2742450" y="864685"/>
                  </a:lnTo>
                  <a:lnTo>
                    <a:pt x="2753598" y="884610"/>
                  </a:lnTo>
                  <a:lnTo>
                    <a:pt x="2764746" y="903876"/>
                  </a:lnTo>
                  <a:lnTo>
                    <a:pt x="2775894" y="922518"/>
                  </a:lnTo>
                  <a:lnTo>
                    <a:pt x="2787042" y="940556"/>
                  </a:lnTo>
                  <a:lnTo>
                    <a:pt x="2798190" y="957969"/>
                  </a:lnTo>
                  <a:lnTo>
                    <a:pt x="2809339" y="974693"/>
                  </a:lnTo>
                  <a:lnTo>
                    <a:pt x="2820487" y="990938"/>
                  </a:lnTo>
                  <a:lnTo>
                    <a:pt x="2831635" y="1006745"/>
                  </a:lnTo>
                  <a:lnTo>
                    <a:pt x="2842783" y="1022160"/>
                  </a:lnTo>
                  <a:lnTo>
                    <a:pt x="2853931" y="1037183"/>
                  </a:lnTo>
                  <a:lnTo>
                    <a:pt x="2865080" y="1051915"/>
                  </a:lnTo>
                  <a:lnTo>
                    <a:pt x="2876228" y="1066473"/>
                  </a:lnTo>
                  <a:lnTo>
                    <a:pt x="2887376" y="1080915"/>
                  </a:lnTo>
                  <a:lnTo>
                    <a:pt x="2898524" y="1095300"/>
                  </a:lnTo>
                  <a:lnTo>
                    <a:pt x="2909672" y="1109725"/>
                  </a:lnTo>
                  <a:lnTo>
                    <a:pt x="2920820" y="1124283"/>
                  </a:lnTo>
                  <a:lnTo>
                    <a:pt x="2931969" y="1139031"/>
                  </a:lnTo>
                  <a:lnTo>
                    <a:pt x="2943117" y="1154024"/>
                  </a:lnTo>
                  <a:lnTo>
                    <a:pt x="2954265" y="1169331"/>
                  </a:lnTo>
                  <a:lnTo>
                    <a:pt x="2965413" y="1185152"/>
                  </a:lnTo>
                  <a:lnTo>
                    <a:pt x="2976561" y="1201426"/>
                  </a:lnTo>
                  <a:lnTo>
                    <a:pt x="2987709" y="1218195"/>
                  </a:lnTo>
                  <a:lnTo>
                    <a:pt x="2998858" y="1235494"/>
                  </a:lnTo>
                  <a:lnTo>
                    <a:pt x="3010006" y="1253443"/>
                  </a:lnTo>
                  <a:lnTo>
                    <a:pt x="3021154" y="1272138"/>
                  </a:lnTo>
                  <a:lnTo>
                    <a:pt x="3032302" y="1291462"/>
                  </a:lnTo>
                  <a:lnTo>
                    <a:pt x="3043450" y="1311424"/>
                  </a:lnTo>
                  <a:lnTo>
                    <a:pt x="3054598" y="1332027"/>
                  </a:lnTo>
                  <a:lnTo>
                    <a:pt x="3065747" y="1353431"/>
                  </a:lnTo>
                  <a:lnTo>
                    <a:pt x="3076895" y="1375529"/>
                  </a:lnTo>
                  <a:lnTo>
                    <a:pt x="3088043" y="1398226"/>
                  </a:lnTo>
                  <a:lnTo>
                    <a:pt x="3099191" y="1421496"/>
                  </a:lnTo>
                  <a:lnTo>
                    <a:pt x="3110339" y="1445314"/>
                  </a:lnTo>
                  <a:lnTo>
                    <a:pt x="3121487" y="1469802"/>
                  </a:lnTo>
                  <a:lnTo>
                    <a:pt x="3132636" y="1494723"/>
                  </a:lnTo>
                  <a:lnTo>
                    <a:pt x="3143784" y="1520026"/>
                  </a:lnTo>
                  <a:lnTo>
                    <a:pt x="3154932" y="1545664"/>
                  </a:lnTo>
                  <a:lnTo>
                    <a:pt x="3166080" y="1571608"/>
                  </a:lnTo>
                  <a:lnTo>
                    <a:pt x="3177228" y="1597801"/>
                  </a:lnTo>
                  <a:lnTo>
                    <a:pt x="3188376" y="1624113"/>
                  </a:lnTo>
                  <a:lnTo>
                    <a:pt x="3199525" y="1650490"/>
                  </a:lnTo>
                  <a:lnTo>
                    <a:pt x="3210673" y="1676880"/>
                  </a:lnTo>
                  <a:lnTo>
                    <a:pt x="3221821" y="1703200"/>
                  </a:lnTo>
                  <a:lnTo>
                    <a:pt x="3232969" y="1729358"/>
                  </a:lnTo>
                  <a:lnTo>
                    <a:pt x="3244117" y="1755318"/>
                  </a:lnTo>
                  <a:lnTo>
                    <a:pt x="3255266" y="1781033"/>
                  </a:lnTo>
                  <a:lnTo>
                    <a:pt x="3266414" y="1806460"/>
                  </a:lnTo>
                  <a:lnTo>
                    <a:pt x="3277562" y="1831426"/>
                  </a:lnTo>
                  <a:lnTo>
                    <a:pt x="3288710" y="1855967"/>
                  </a:lnTo>
                  <a:lnTo>
                    <a:pt x="3299858" y="1880069"/>
                  </a:lnTo>
                  <a:lnTo>
                    <a:pt x="3311006" y="1903706"/>
                  </a:lnTo>
                  <a:lnTo>
                    <a:pt x="3322155" y="1926821"/>
                  </a:lnTo>
                  <a:lnTo>
                    <a:pt x="3333303" y="1949246"/>
                  </a:lnTo>
                  <a:lnTo>
                    <a:pt x="3344451" y="1971124"/>
                  </a:lnTo>
                  <a:lnTo>
                    <a:pt x="3355599" y="1992442"/>
                  </a:lnTo>
                  <a:lnTo>
                    <a:pt x="3366747" y="2013193"/>
                  </a:lnTo>
                  <a:lnTo>
                    <a:pt x="3377895" y="2033273"/>
                  </a:lnTo>
                  <a:lnTo>
                    <a:pt x="3389044" y="2052657"/>
                  </a:lnTo>
                  <a:lnTo>
                    <a:pt x="3400192" y="2071465"/>
                  </a:lnTo>
                  <a:lnTo>
                    <a:pt x="3411340" y="2089701"/>
                  </a:lnTo>
                  <a:lnTo>
                    <a:pt x="3422488" y="2107371"/>
                  </a:lnTo>
                  <a:lnTo>
                    <a:pt x="3433636" y="2124331"/>
                  </a:lnTo>
                  <a:lnTo>
                    <a:pt x="3444784" y="2140701"/>
                  </a:lnTo>
                  <a:lnTo>
                    <a:pt x="3455933" y="2156545"/>
                  </a:lnTo>
                  <a:lnTo>
                    <a:pt x="3467081" y="2171875"/>
                  </a:lnTo>
                  <a:lnTo>
                    <a:pt x="3478229" y="2186696"/>
                  </a:lnTo>
                  <a:lnTo>
                    <a:pt x="3489377" y="2200870"/>
                  </a:lnTo>
                  <a:lnTo>
                    <a:pt x="3500525" y="2214588"/>
                  </a:lnTo>
                  <a:lnTo>
                    <a:pt x="3511673" y="2227867"/>
                  </a:lnTo>
                  <a:lnTo>
                    <a:pt x="3522822" y="2240721"/>
                  </a:lnTo>
                  <a:lnTo>
                    <a:pt x="3533970" y="2253119"/>
                  </a:lnTo>
                  <a:lnTo>
                    <a:pt x="3545118" y="2265042"/>
                  </a:lnTo>
                  <a:lnTo>
                    <a:pt x="3556266" y="2276604"/>
                  </a:lnTo>
                  <a:lnTo>
                    <a:pt x="3567414" y="2287821"/>
                  </a:lnTo>
                  <a:lnTo>
                    <a:pt x="3578562" y="2298708"/>
                  </a:lnTo>
                  <a:lnTo>
                    <a:pt x="3589711" y="2309211"/>
                  </a:lnTo>
                  <a:lnTo>
                    <a:pt x="3600859" y="2319386"/>
                  </a:lnTo>
                  <a:lnTo>
                    <a:pt x="3612007" y="2329289"/>
                  </a:lnTo>
                  <a:lnTo>
                    <a:pt x="3623155" y="2338931"/>
                  </a:lnTo>
                  <a:lnTo>
                    <a:pt x="3634303" y="2348327"/>
                  </a:lnTo>
                  <a:lnTo>
                    <a:pt x="3645452" y="2357415"/>
                  </a:lnTo>
                  <a:lnTo>
                    <a:pt x="3656600" y="2366285"/>
                  </a:lnTo>
                  <a:lnTo>
                    <a:pt x="3667748" y="2374954"/>
                  </a:lnTo>
                  <a:lnTo>
                    <a:pt x="3678896" y="2383433"/>
                  </a:lnTo>
                  <a:lnTo>
                    <a:pt x="3690044" y="2391716"/>
                  </a:lnTo>
                  <a:lnTo>
                    <a:pt x="3701192" y="2399784"/>
                  </a:lnTo>
                  <a:lnTo>
                    <a:pt x="3712341" y="2407697"/>
                  </a:lnTo>
                  <a:lnTo>
                    <a:pt x="3723489" y="2415462"/>
                  </a:lnTo>
                  <a:lnTo>
                    <a:pt x="3734637" y="2423086"/>
                  </a:lnTo>
                  <a:lnTo>
                    <a:pt x="3745785" y="2430550"/>
                  </a:lnTo>
                  <a:lnTo>
                    <a:pt x="3756933" y="2437868"/>
                  </a:lnTo>
                  <a:lnTo>
                    <a:pt x="3768081" y="2445068"/>
                  </a:lnTo>
                  <a:lnTo>
                    <a:pt x="3779230" y="2452154"/>
                  </a:lnTo>
                  <a:lnTo>
                    <a:pt x="3790378" y="2459130"/>
                  </a:lnTo>
                  <a:lnTo>
                    <a:pt x="3801526" y="2465972"/>
                  </a:lnTo>
                  <a:lnTo>
                    <a:pt x="3812674" y="2472707"/>
                  </a:lnTo>
                  <a:lnTo>
                    <a:pt x="3823822" y="2479346"/>
                  </a:lnTo>
                  <a:lnTo>
                    <a:pt x="3834970" y="2485891"/>
                  </a:lnTo>
                  <a:lnTo>
                    <a:pt x="3846119" y="2492341"/>
                  </a:lnTo>
                  <a:lnTo>
                    <a:pt x="3857267" y="2498675"/>
                  </a:lnTo>
                  <a:lnTo>
                    <a:pt x="3868415" y="2504922"/>
                  </a:lnTo>
                  <a:lnTo>
                    <a:pt x="3879563" y="2511086"/>
                  </a:lnTo>
                  <a:lnTo>
                    <a:pt x="3890711" y="2517167"/>
                  </a:lnTo>
                  <a:lnTo>
                    <a:pt x="3901859" y="2523155"/>
                  </a:lnTo>
                  <a:lnTo>
                    <a:pt x="3913008" y="2529046"/>
                  </a:lnTo>
                  <a:lnTo>
                    <a:pt x="3924156" y="2534859"/>
                  </a:lnTo>
                  <a:lnTo>
                    <a:pt x="3935304" y="2540594"/>
                  </a:lnTo>
                  <a:lnTo>
                    <a:pt x="3946452" y="2546254"/>
                  </a:lnTo>
                  <a:lnTo>
                    <a:pt x="3957600" y="2551820"/>
                  </a:lnTo>
                  <a:lnTo>
                    <a:pt x="3968748" y="2557304"/>
                  </a:lnTo>
                  <a:lnTo>
                    <a:pt x="3979897" y="2562715"/>
                  </a:lnTo>
                  <a:lnTo>
                    <a:pt x="3991045" y="2568055"/>
                  </a:lnTo>
                  <a:lnTo>
                    <a:pt x="4002193" y="2573323"/>
                  </a:lnTo>
                  <a:lnTo>
                    <a:pt x="4013341" y="2578497"/>
                  </a:lnTo>
                  <a:lnTo>
                    <a:pt x="4024489" y="2583601"/>
                  </a:lnTo>
                  <a:lnTo>
                    <a:pt x="4035637" y="2588638"/>
                  </a:lnTo>
                  <a:lnTo>
                    <a:pt x="4046786" y="2593608"/>
                  </a:lnTo>
                  <a:lnTo>
                    <a:pt x="4057934" y="2598504"/>
                  </a:lnTo>
                  <a:lnTo>
                    <a:pt x="4069082" y="2603318"/>
                  </a:lnTo>
                  <a:lnTo>
                    <a:pt x="4080230" y="2608067"/>
                  </a:lnTo>
                  <a:lnTo>
                    <a:pt x="4091378" y="2612751"/>
                  </a:lnTo>
                  <a:lnTo>
                    <a:pt x="4102527" y="2617372"/>
                  </a:lnTo>
                  <a:lnTo>
                    <a:pt x="4113675" y="2621915"/>
                  </a:lnTo>
                  <a:lnTo>
                    <a:pt x="4124823" y="2626385"/>
                  </a:lnTo>
                  <a:lnTo>
                    <a:pt x="4135971" y="2630792"/>
                  </a:lnTo>
                  <a:lnTo>
                    <a:pt x="4147119" y="2635135"/>
                  </a:lnTo>
                  <a:lnTo>
                    <a:pt x="4158267" y="2639416"/>
                  </a:lnTo>
                  <a:lnTo>
                    <a:pt x="4169416" y="2643612"/>
                  </a:lnTo>
                  <a:lnTo>
                    <a:pt x="4180564" y="2647742"/>
                  </a:lnTo>
                  <a:lnTo>
                    <a:pt x="4191712" y="2651807"/>
                  </a:lnTo>
                  <a:lnTo>
                    <a:pt x="4202860" y="2655807"/>
                  </a:lnTo>
                  <a:lnTo>
                    <a:pt x="4214008" y="2659739"/>
                  </a:lnTo>
                  <a:lnTo>
                    <a:pt x="4225156" y="2663585"/>
                  </a:lnTo>
                  <a:lnTo>
                    <a:pt x="4236305" y="2667365"/>
                  </a:lnTo>
                  <a:lnTo>
                    <a:pt x="4247453" y="2671078"/>
                  </a:lnTo>
                  <a:lnTo>
                    <a:pt x="4258601" y="2674724"/>
                  </a:lnTo>
                  <a:lnTo>
                    <a:pt x="4269749" y="2678291"/>
                  </a:lnTo>
                  <a:lnTo>
                    <a:pt x="4280897" y="2681778"/>
                  </a:lnTo>
                  <a:lnTo>
                    <a:pt x="4292045" y="2685196"/>
                  </a:lnTo>
                  <a:lnTo>
                    <a:pt x="4303194" y="2688547"/>
                  </a:lnTo>
                  <a:lnTo>
                    <a:pt x="4314342" y="2691830"/>
                  </a:lnTo>
                  <a:lnTo>
                    <a:pt x="4325490" y="2695027"/>
                  </a:lnTo>
                  <a:lnTo>
                    <a:pt x="4336638" y="2698150"/>
                  </a:lnTo>
                  <a:lnTo>
                    <a:pt x="4347786" y="2701208"/>
                  </a:lnTo>
                  <a:lnTo>
                    <a:pt x="4358934" y="2704199"/>
                  </a:lnTo>
                  <a:lnTo>
                    <a:pt x="4370083" y="2707123"/>
                  </a:lnTo>
                  <a:lnTo>
                    <a:pt x="4381231" y="2709961"/>
                  </a:lnTo>
                  <a:lnTo>
                    <a:pt x="4392379" y="2712736"/>
                  </a:lnTo>
                  <a:lnTo>
                    <a:pt x="4403527" y="2715449"/>
                  </a:lnTo>
                  <a:lnTo>
                    <a:pt x="4414675" y="2718100"/>
                  </a:lnTo>
                  <a:lnTo>
                    <a:pt x="4425823" y="2720683"/>
                  </a:lnTo>
                  <a:lnTo>
                    <a:pt x="4436972" y="2723194"/>
                  </a:lnTo>
                  <a:lnTo>
                    <a:pt x="4448120" y="2725647"/>
                  </a:lnTo>
                  <a:lnTo>
                    <a:pt x="4459268" y="2728043"/>
                  </a:lnTo>
                  <a:lnTo>
                    <a:pt x="4470416" y="2730383"/>
                  </a:lnTo>
                  <a:lnTo>
                    <a:pt x="4481564" y="2732655"/>
                  </a:lnTo>
                  <a:lnTo>
                    <a:pt x="4492713" y="2734866"/>
                  </a:lnTo>
                  <a:lnTo>
                    <a:pt x="4503861" y="2737024"/>
                  </a:lnTo>
                  <a:lnTo>
                    <a:pt x="4515009" y="2739128"/>
                  </a:lnTo>
                  <a:lnTo>
                    <a:pt x="4526157" y="2741179"/>
                  </a:lnTo>
                  <a:lnTo>
                    <a:pt x="4537305" y="2743160"/>
                  </a:lnTo>
                  <a:lnTo>
                    <a:pt x="4548453" y="2745087"/>
                  </a:lnTo>
                  <a:lnTo>
                    <a:pt x="4559602" y="2746961"/>
                  </a:lnTo>
                  <a:lnTo>
                    <a:pt x="4570750" y="2748783"/>
                  </a:lnTo>
                  <a:lnTo>
                    <a:pt x="4581898" y="2750546"/>
                  </a:lnTo>
                  <a:lnTo>
                    <a:pt x="4593046" y="2752242"/>
                  </a:lnTo>
                  <a:lnTo>
                    <a:pt x="4604194" y="2753883"/>
                  </a:lnTo>
                  <a:lnTo>
                    <a:pt x="4615342" y="2755470"/>
                  </a:lnTo>
                  <a:lnTo>
                    <a:pt x="4626491" y="2757002"/>
                  </a:lnTo>
                  <a:lnTo>
                    <a:pt x="4637639" y="2758468"/>
                  </a:lnTo>
                  <a:lnTo>
                    <a:pt x="4648787" y="2759869"/>
                  </a:lnTo>
                  <a:lnTo>
                    <a:pt x="4659935" y="2761214"/>
                  </a:lnTo>
                  <a:lnTo>
                    <a:pt x="4671083" y="2762503"/>
                  </a:lnTo>
                  <a:lnTo>
                    <a:pt x="4682231" y="2763735"/>
                  </a:lnTo>
                  <a:lnTo>
                    <a:pt x="4693380" y="2764894"/>
                  </a:lnTo>
                  <a:lnTo>
                    <a:pt x="4704528" y="2765994"/>
                  </a:lnTo>
                  <a:lnTo>
                    <a:pt x="4715676" y="2767039"/>
                  </a:lnTo>
                  <a:lnTo>
                    <a:pt x="4726824" y="2768028"/>
                  </a:lnTo>
                  <a:lnTo>
                    <a:pt x="4737972" y="2768961"/>
                  </a:lnTo>
                  <a:lnTo>
                    <a:pt x="4749120" y="2769823"/>
                  </a:lnTo>
                  <a:lnTo>
                    <a:pt x="4760269" y="2770634"/>
                  </a:lnTo>
                  <a:lnTo>
                    <a:pt x="4771417" y="2771394"/>
                  </a:lnTo>
                  <a:lnTo>
                    <a:pt x="4782565" y="2772104"/>
                  </a:lnTo>
                  <a:lnTo>
                    <a:pt x="4793713" y="2772759"/>
                  </a:lnTo>
                  <a:lnTo>
                    <a:pt x="4804861" y="2773358"/>
                  </a:lnTo>
                  <a:lnTo>
                    <a:pt x="4816009" y="2773913"/>
                  </a:lnTo>
                  <a:lnTo>
                    <a:pt x="4827158" y="2774427"/>
                  </a:lnTo>
                  <a:lnTo>
                    <a:pt x="4838306" y="2774899"/>
                  </a:lnTo>
                  <a:lnTo>
                    <a:pt x="4849454" y="2775324"/>
                  </a:lnTo>
                  <a:lnTo>
                    <a:pt x="4860602" y="2775709"/>
                  </a:lnTo>
                  <a:lnTo>
                    <a:pt x="4871750" y="2776061"/>
                  </a:lnTo>
                  <a:lnTo>
                    <a:pt x="4882899" y="2776381"/>
                  </a:lnTo>
                  <a:lnTo>
                    <a:pt x="4894047" y="2776671"/>
                  </a:lnTo>
                  <a:lnTo>
                    <a:pt x="4905195" y="2776924"/>
                  </a:lnTo>
                  <a:lnTo>
                    <a:pt x="4916343" y="2777152"/>
                  </a:lnTo>
                  <a:lnTo>
                    <a:pt x="4927491" y="2777358"/>
                  </a:lnTo>
                  <a:lnTo>
                    <a:pt x="4938639" y="2777541"/>
                  </a:lnTo>
                  <a:lnTo>
                    <a:pt x="4949788" y="2777703"/>
                  </a:lnTo>
                  <a:lnTo>
                    <a:pt x="4960936" y="2777843"/>
                  </a:lnTo>
                  <a:lnTo>
                    <a:pt x="4972084" y="2777968"/>
                  </a:lnTo>
                  <a:lnTo>
                    <a:pt x="4983232" y="2778078"/>
                  </a:lnTo>
                  <a:lnTo>
                    <a:pt x="4994380" y="2778175"/>
                  </a:lnTo>
                  <a:lnTo>
                    <a:pt x="5005528" y="2778257"/>
                  </a:lnTo>
                  <a:lnTo>
                    <a:pt x="5016677" y="2778328"/>
                  </a:lnTo>
                  <a:lnTo>
                    <a:pt x="5027825" y="2778391"/>
                  </a:lnTo>
                  <a:lnTo>
                    <a:pt x="5038973" y="2778445"/>
                  </a:lnTo>
                  <a:lnTo>
                    <a:pt x="5050121" y="2778491"/>
                  </a:lnTo>
                  <a:lnTo>
                    <a:pt x="5061269" y="2778530"/>
                  </a:lnTo>
                  <a:lnTo>
                    <a:pt x="5072417" y="2778563"/>
                  </a:lnTo>
                  <a:lnTo>
                    <a:pt x="5083566" y="2778592"/>
                  </a:lnTo>
                  <a:lnTo>
                    <a:pt x="5094714" y="2778616"/>
                  </a:lnTo>
                  <a:lnTo>
                    <a:pt x="5105862" y="2778637"/>
                  </a:lnTo>
                  <a:lnTo>
                    <a:pt x="5117010" y="2778653"/>
                  </a:lnTo>
                  <a:lnTo>
                    <a:pt x="5128158" y="2778667"/>
                  </a:lnTo>
                  <a:lnTo>
                    <a:pt x="5139306" y="2778679"/>
                  </a:lnTo>
                  <a:lnTo>
                    <a:pt x="5150455" y="2778690"/>
                  </a:lnTo>
                  <a:lnTo>
                    <a:pt x="5161603" y="2778698"/>
                  </a:lnTo>
                  <a:lnTo>
                    <a:pt x="5172751" y="2778704"/>
                  </a:lnTo>
                  <a:lnTo>
                    <a:pt x="5183899" y="2778710"/>
                  </a:lnTo>
                  <a:lnTo>
                    <a:pt x="5195047" y="2778715"/>
                  </a:lnTo>
                  <a:lnTo>
                    <a:pt x="5206195" y="2778718"/>
                  </a:lnTo>
                  <a:lnTo>
                    <a:pt x="5217344" y="2778721"/>
                  </a:lnTo>
                  <a:lnTo>
                    <a:pt x="5228492" y="2778724"/>
                  </a:lnTo>
                  <a:lnTo>
                    <a:pt x="5239640" y="2778726"/>
                  </a:lnTo>
                  <a:lnTo>
                    <a:pt x="5250788" y="2778727"/>
                  </a:lnTo>
                  <a:lnTo>
                    <a:pt x="5261936" y="2778729"/>
                  </a:lnTo>
                  <a:lnTo>
                    <a:pt x="5273085" y="2778730"/>
                  </a:lnTo>
                  <a:lnTo>
                    <a:pt x="5284233" y="2778731"/>
                  </a:lnTo>
                  <a:lnTo>
                    <a:pt x="5295381" y="2778731"/>
                  </a:lnTo>
                  <a:lnTo>
                    <a:pt x="5306529" y="2778732"/>
                  </a:lnTo>
                  <a:lnTo>
                    <a:pt x="5317677" y="2778732"/>
                  </a:lnTo>
                  <a:lnTo>
                    <a:pt x="5328825" y="2778732"/>
                  </a:lnTo>
                  <a:lnTo>
                    <a:pt x="5339974" y="2778733"/>
                  </a:lnTo>
                  <a:lnTo>
                    <a:pt x="5351122" y="2778733"/>
                  </a:lnTo>
                  <a:lnTo>
                    <a:pt x="5362270" y="2778733"/>
                  </a:lnTo>
                  <a:lnTo>
                    <a:pt x="5373418" y="2778733"/>
                  </a:lnTo>
                  <a:lnTo>
                    <a:pt x="5384566" y="2778733"/>
                  </a:lnTo>
                  <a:lnTo>
                    <a:pt x="5395714" y="2778733"/>
                  </a:lnTo>
                  <a:lnTo>
                    <a:pt x="5406863" y="2778733"/>
                  </a:lnTo>
                  <a:lnTo>
                    <a:pt x="5418011" y="2778733"/>
                  </a:lnTo>
                  <a:lnTo>
                    <a:pt x="5429159" y="2778733"/>
                  </a:lnTo>
                  <a:lnTo>
                    <a:pt x="5440307" y="2778733"/>
                  </a:lnTo>
                  <a:lnTo>
                    <a:pt x="5451455" y="2778733"/>
                  </a:lnTo>
                  <a:lnTo>
                    <a:pt x="5462603" y="2778733"/>
                  </a:lnTo>
                  <a:lnTo>
                    <a:pt x="5473752" y="2778733"/>
                  </a:lnTo>
                  <a:lnTo>
                    <a:pt x="5484900" y="2778733"/>
                  </a:lnTo>
                  <a:lnTo>
                    <a:pt x="5496048" y="2778733"/>
                  </a:lnTo>
                  <a:lnTo>
                    <a:pt x="5507196" y="2778734"/>
                  </a:lnTo>
                  <a:lnTo>
                    <a:pt x="5518344" y="2778734"/>
                  </a:lnTo>
                  <a:lnTo>
                    <a:pt x="5529492" y="2778734"/>
                  </a:lnTo>
                  <a:lnTo>
                    <a:pt x="5540641" y="2778734"/>
                  </a:lnTo>
                  <a:lnTo>
                    <a:pt x="5551789" y="2778734"/>
                  </a:lnTo>
                  <a:lnTo>
                    <a:pt x="5562937" y="2778734"/>
                  </a:lnTo>
                  <a:lnTo>
                    <a:pt x="5574085" y="2778734"/>
                  </a:lnTo>
                  <a:lnTo>
                    <a:pt x="5585233" y="2778734"/>
                  </a:lnTo>
                  <a:lnTo>
                    <a:pt x="5596381" y="2778734"/>
                  </a:lnTo>
                  <a:lnTo>
                    <a:pt x="5607530" y="2778734"/>
                  </a:lnTo>
                  <a:lnTo>
                    <a:pt x="5618678" y="2778734"/>
                  </a:lnTo>
                  <a:lnTo>
                    <a:pt x="5629826" y="2778734"/>
                  </a:lnTo>
                  <a:lnTo>
                    <a:pt x="5640974" y="2778734"/>
                  </a:lnTo>
                  <a:lnTo>
                    <a:pt x="5652122" y="2778734"/>
                  </a:lnTo>
                  <a:lnTo>
                    <a:pt x="5663270" y="2778734"/>
                  </a:lnTo>
                  <a:lnTo>
                    <a:pt x="5674419" y="2778734"/>
                  </a:lnTo>
                  <a:lnTo>
                    <a:pt x="5685567" y="2778734"/>
                  </a:lnTo>
                  <a:lnTo>
                    <a:pt x="5696715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902938"/>
              <a:ext cx="5696715" cy="2644687"/>
            </a:xfrm>
            <a:custGeom>
              <a:avLst/>
              <a:pathLst>
                <a:path w="5696715" h="2644687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  <a:lnTo>
                    <a:pt x="5696715" y="2644687"/>
                  </a:lnTo>
                  <a:lnTo>
                    <a:pt x="5685567" y="2644687"/>
                  </a:lnTo>
                  <a:lnTo>
                    <a:pt x="5674419" y="2644687"/>
                  </a:lnTo>
                  <a:lnTo>
                    <a:pt x="5663270" y="2644687"/>
                  </a:lnTo>
                  <a:lnTo>
                    <a:pt x="5652122" y="2644687"/>
                  </a:lnTo>
                  <a:lnTo>
                    <a:pt x="5640974" y="2644687"/>
                  </a:lnTo>
                  <a:lnTo>
                    <a:pt x="5629826" y="2644687"/>
                  </a:lnTo>
                  <a:lnTo>
                    <a:pt x="5618678" y="2644687"/>
                  </a:lnTo>
                  <a:lnTo>
                    <a:pt x="5607530" y="2644687"/>
                  </a:lnTo>
                  <a:lnTo>
                    <a:pt x="5596381" y="2644687"/>
                  </a:lnTo>
                  <a:lnTo>
                    <a:pt x="5585233" y="2644687"/>
                  </a:lnTo>
                  <a:lnTo>
                    <a:pt x="5574085" y="2644687"/>
                  </a:lnTo>
                  <a:lnTo>
                    <a:pt x="5562937" y="2644687"/>
                  </a:lnTo>
                  <a:lnTo>
                    <a:pt x="5551789" y="2644687"/>
                  </a:lnTo>
                  <a:lnTo>
                    <a:pt x="5540641" y="2644687"/>
                  </a:lnTo>
                  <a:lnTo>
                    <a:pt x="5529492" y="2644687"/>
                  </a:lnTo>
                  <a:lnTo>
                    <a:pt x="5518344" y="2644687"/>
                  </a:lnTo>
                  <a:lnTo>
                    <a:pt x="5507196" y="2644687"/>
                  </a:lnTo>
                  <a:lnTo>
                    <a:pt x="5496048" y="2644687"/>
                  </a:lnTo>
                  <a:lnTo>
                    <a:pt x="5484900" y="2644687"/>
                  </a:lnTo>
                  <a:lnTo>
                    <a:pt x="5473752" y="2644687"/>
                  </a:lnTo>
                  <a:lnTo>
                    <a:pt x="5462603" y="2644687"/>
                  </a:lnTo>
                  <a:lnTo>
                    <a:pt x="5451455" y="2644687"/>
                  </a:lnTo>
                  <a:lnTo>
                    <a:pt x="5440307" y="2644687"/>
                  </a:lnTo>
                  <a:lnTo>
                    <a:pt x="5429159" y="2644687"/>
                  </a:lnTo>
                  <a:lnTo>
                    <a:pt x="5418011" y="2644687"/>
                  </a:lnTo>
                  <a:lnTo>
                    <a:pt x="5406863" y="2644687"/>
                  </a:lnTo>
                  <a:lnTo>
                    <a:pt x="5395714" y="2644687"/>
                  </a:lnTo>
                  <a:lnTo>
                    <a:pt x="5384566" y="2644687"/>
                  </a:lnTo>
                  <a:lnTo>
                    <a:pt x="5373418" y="2644687"/>
                  </a:lnTo>
                  <a:lnTo>
                    <a:pt x="5362270" y="2644687"/>
                  </a:lnTo>
                  <a:lnTo>
                    <a:pt x="5351122" y="2644687"/>
                  </a:lnTo>
                  <a:lnTo>
                    <a:pt x="5339974" y="2644687"/>
                  </a:lnTo>
                  <a:lnTo>
                    <a:pt x="5328825" y="2644687"/>
                  </a:lnTo>
                  <a:lnTo>
                    <a:pt x="5317677" y="2644687"/>
                  </a:lnTo>
                  <a:lnTo>
                    <a:pt x="5306529" y="2644687"/>
                  </a:lnTo>
                  <a:lnTo>
                    <a:pt x="5295381" y="2644687"/>
                  </a:lnTo>
                  <a:lnTo>
                    <a:pt x="5284233" y="2644687"/>
                  </a:lnTo>
                  <a:lnTo>
                    <a:pt x="5273085" y="2644687"/>
                  </a:lnTo>
                  <a:lnTo>
                    <a:pt x="5261936" y="2644687"/>
                  </a:lnTo>
                  <a:lnTo>
                    <a:pt x="5250788" y="2644687"/>
                  </a:lnTo>
                  <a:lnTo>
                    <a:pt x="5239640" y="2644687"/>
                  </a:lnTo>
                  <a:lnTo>
                    <a:pt x="5228492" y="2644687"/>
                  </a:lnTo>
                  <a:lnTo>
                    <a:pt x="5217344" y="2644687"/>
                  </a:lnTo>
                  <a:lnTo>
                    <a:pt x="5206195" y="2644687"/>
                  </a:lnTo>
                  <a:lnTo>
                    <a:pt x="5195047" y="2644687"/>
                  </a:lnTo>
                  <a:lnTo>
                    <a:pt x="5183899" y="2644687"/>
                  </a:lnTo>
                  <a:lnTo>
                    <a:pt x="5172751" y="2644687"/>
                  </a:lnTo>
                  <a:lnTo>
                    <a:pt x="5161603" y="2644687"/>
                  </a:lnTo>
                  <a:lnTo>
                    <a:pt x="5150455" y="2644687"/>
                  </a:lnTo>
                  <a:lnTo>
                    <a:pt x="5139306" y="2644687"/>
                  </a:lnTo>
                  <a:lnTo>
                    <a:pt x="5128158" y="2644687"/>
                  </a:lnTo>
                  <a:lnTo>
                    <a:pt x="5117010" y="2644687"/>
                  </a:lnTo>
                  <a:lnTo>
                    <a:pt x="5105862" y="2644687"/>
                  </a:lnTo>
                  <a:lnTo>
                    <a:pt x="5094714" y="2644687"/>
                  </a:lnTo>
                  <a:lnTo>
                    <a:pt x="5083566" y="2644687"/>
                  </a:lnTo>
                  <a:lnTo>
                    <a:pt x="5072417" y="2644687"/>
                  </a:lnTo>
                  <a:lnTo>
                    <a:pt x="5061269" y="2644687"/>
                  </a:lnTo>
                  <a:lnTo>
                    <a:pt x="5050121" y="2644687"/>
                  </a:lnTo>
                  <a:lnTo>
                    <a:pt x="5038973" y="2644687"/>
                  </a:lnTo>
                  <a:lnTo>
                    <a:pt x="5027825" y="2644687"/>
                  </a:lnTo>
                  <a:lnTo>
                    <a:pt x="5016677" y="2644687"/>
                  </a:lnTo>
                  <a:lnTo>
                    <a:pt x="5005528" y="2644687"/>
                  </a:lnTo>
                  <a:lnTo>
                    <a:pt x="4994380" y="2644687"/>
                  </a:lnTo>
                  <a:lnTo>
                    <a:pt x="4983232" y="2644687"/>
                  </a:lnTo>
                  <a:lnTo>
                    <a:pt x="4972084" y="2644687"/>
                  </a:lnTo>
                  <a:lnTo>
                    <a:pt x="4960936" y="2644687"/>
                  </a:lnTo>
                  <a:lnTo>
                    <a:pt x="4949788" y="2644687"/>
                  </a:lnTo>
                  <a:lnTo>
                    <a:pt x="4938639" y="2644687"/>
                  </a:lnTo>
                  <a:lnTo>
                    <a:pt x="4927491" y="2644687"/>
                  </a:lnTo>
                  <a:lnTo>
                    <a:pt x="4916343" y="2644687"/>
                  </a:lnTo>
                  <a:lnTo>
                    <a:pt x="4905195" y="2644687"/>
                  </a:lnTo>
                  <a:lnTo>
                    <a:pt x="4894047" y="2644687"/>
                  </a:lnTo>
                  <a:lnTo>
                    <a:pt x="4882899" y="2644687"/>
                  </a:lnTo>
                  <a:lnTo>
                    <a:pt x="4871750" y="2644687"/>
                  </a:lnTo>
                  <a:lnTo>
                    <a:pt x="4860602" y="2644687"/>
                  </a:lnTo>
                  <a:lnTo>
                    <a:pt x="4849454" y="2644687"/>
                  </a:lnTo>
                  <a:lnTo>
                    <a:pt x="4838306" y="2644687"/>
                  </a:lnTo>
                  <a:lnTo>
                    <a:pt x="4827158" y="2644687"/>
                  </a:lnTo>
                  <a:lnTo>
                    <a:pt x="4816009" y="2644687"/>
                  </a:lnTo>
                  <a:lnTo>
                    <a:pt x="4804861" y="2644687"/>
                  </a:lnTo>
                  <a:lnTo>
                    <a:pt x="4793713" y="2644687"/>
                  </a:lnTo>
                  <a:lnTo>
                    <a:pt x="4782565" y="2644687"/>
                  </a:lnTo>
                  <a:lnTo>
                    <a:pt x="4771417" y="2644687"/>
                  </a:lnTo>
                  <a:lnTo>
                    <a:pt x="4760269" y="2644687"/>
                  </a:lnTo>
                  <a:lnTo>
                    <a:pt x="4749120" y="2644687"/>
                  </a:lnTo>
                  <a:lnTo>
                    <a:pt x="4737972" y="2644687"/>
                  </a:lnTo>
                  <a:lnTo>
                    <a:pt x="4726824" y="2644687"/>
                  </a:lnTo>
                  <a:lnTo>
                    <a:pt x="4715676" y="2644687"/>
                  </a:lnTo>
                  <a:lnTo>
                    <a:pt x="4704528" y="2644687"/>
                  </a:lnTo>
                  <a:lnTo>
                    <a:pt x="4693380" y="2644687"/>
                  </a:lnTo>
                  <a:lnTo>
                    <a:pt x="4682231" y="2644687"/>
                  </a:lnTo>
                  <a:lnTo>
                    <a:pt x="4671083" y="2644687"/>
                  </a:lnTo>
                  <a:lnTo>
                    <a:pt x="4659935" y="2644687"/>
                  </a:lnTo>
                  <a:lnTo>
                    <a:pt x="4648787" y="2644687"/>
                  </a:lnTo>
                  <a:lnTo>
                    <a:pt x="4637639" y="2644687"/>
                  </a:lnTo>
                  <a:lnTo>
                    <a:pt x="4626491" y="2644687"/>
                  </a:lnTo>
                  <a:lnTo>
                    <a:pt x="4615342" y="2644687"/>
                  </a:lnTo>
                  <a:lnTo>
                    <a:pt x="4604194" y="2644687"/>
                  </a:lnTo>
                  <a:lnTo>
                    <a:pt x="4593046" y="2644687"/>
                  </a:lnTo>
                  <a:lnTo>
                    <a:pt x="4581898" y="2644687"/>
                  </a:lnTo>
                  <a:lnTo>
                    <a:pt x="4570750" y="2644687"/>
                  </a:lnTo>
                  <a:lnTo>
                    <a:pt x="4559602" y="2644687"/>
                  </a:lnTo>
                  <a:lnTo>
                    <a:pt x="4548453" y="2644687"/>
                  </a:lnTo>
                  <a:lnTo>
                    <a:pt x="4537305" y="2644687"/>
                  </a:lnTo>
                  <a:lnTo>
                    <a:pt x="4526157" y="2644687"/>
                  </a:lnTo>
                  <a:lnTo>
                    <a:pt x="4515009" y="2644687"/>
                  </a:lnTo>
                  <a:lnTo>
                    <a:pt x="4503861" y="2644687"/>
                  </a:lnTo>
                  <a:lnTo>
                    <a:pt x="4492713" y="2644687"/>
                  </a:lnTo>
                  <a:lnTo>
                    <a:pt x="4481564" y="2644687"/>
                  </a:lnTo>
                  <a:lnTo>
                    <a:pt x="4470416" y="2644687"/>
                  </a:lnTo>
                  <a:lnTo>
                    <a:pt x="4459268" y="2644687"/>
                  </a:lnTo>
                  <a:lnTo>
                    <a:pt x="4448120" y="2644687"/>
                  </a:lnTo>
                  <a:lnTo>
                    <a:pt x="4436972" y="2644687"/>
                  </a:lnTo>
                  <a:lnTo>
                    <a:pt x="4425823" y="2644687"/>
                  </a:lnTo>
                  <a:lnTo>
                    <a:pt x="4414675" y="2644687"/>
                  </a:lnTo>
                  <a:lnTo>
                    <a:pt x="4403527" y="2644687"/>
                  </a:lnTo>
                  <a:lnTo>
                    <a:pt x="4392379" y="2644687"/>
                  </a:lnTo>
                  <a:lnTo>
                    <a:pt x="4381231" y="2644687"/>
                  </a:lnTo>
                  <a:lnTo>
                    <a:pt x="4370083" y="2644687"/>
                  </a:lnTo>
                  <a:lnTo>
                    <a:pt x="4358934" y="2644687"/>
                  </a:lnTo>
                  <a:lnTo>
                    <a:pt x="4347786" y="2644687"/>
                  </a:lnTo>
                  <a:lnTo>
                    <a:pt x="4336638" y="2644687"/>
                  </a:lnTo>
                  <a:lnTo>
                    <a:pt x="4325490" y="2644687"/>
                  </a:lnTo>
                  <a:lnTo>
                    <a:pt x="4314342" y="2644687"/>
                  </a:lnTo>
                  <a:lnTo>
                    <a:pt x="4303194" y="2644687"/>
                  </a:lnTo>
                  <a:lnTo>
                    <a:pt x="4292045" y="2644687"/>
                  </a:lnTo>
                  <a:lnTo>
                    <a:pt x="4280897" y="2644687"/>
                  </a:lnTo>
                  <a:lnTo>
                    <a:pt x="4269749" y="2644687"/>
                  </a:lnTo>
                  <a:lnTo>
                    <a:pt x="4258601" y="2644687"/>
                  </a:lnTo>
                  <a:lnTo>
                    <a:pt x="4247453" y="2644687"/>
                  </a:lnTo>
                  <a:lnTo>
                    <a:pt x="4236305" y="2644687"/>
                  </a:lnTo>
                  <a:lnTo>
                    <a:pt x="4225156" y="2644687"/>
                  </a:lnTo>
                  <a:lnTo>
                    <a:pt x="4214008" y="2644687"/>
                  </a:lnTo>
                  <a:lnTo>
                    <a:pt x="4202860" y="2644687"/>
                  </a:lnTo>
                  <a:lnTo>
                    <a:pt x="4191712" y="2644687"/>
                  </a:lnTo>
                  <a:lnTo>
                    <a:pt x="4180564" y="2644687"/>
                  </a:lnTo>
                  <a:lnTo>
                    <a:pt x="4169416" y="2644687"/>
                  </a:lnTo>
                  <a:lnTo>
                    <a:pt x="4158267" y="2644687"/>
                  </a:lnTo>
                  <a:lnTo>
                    <a:pt x="4147119" y="2644687"/>
                  </a:lnTo>
                  <a:lnTo>
                    <a:pt x="4135971" y="2644687"/>
                  </a:lnTo>
                  <a:lnTo>
                    <a:pt x="4124823" y="2644687"/>
                  </a:lnTo>
                  <a:lnTo>
                    <a:pt x="4113675" y="2644687"/>
                  </a:lnTo>
                  <a:lnTo>
                    <a:pt x="4102527" y="2644687"/>
                  </a:lnTo>
                  <a:lnTo>
                    <a:pt x="4091378" y="2644687"/>
                  </a:lnTo>
                  <a:lnTo>
                    <a:pt x="4080230" y="2644687"/>
                  </a:lnTo>
                  <a:lnTo>
                    <a:pt x="4069082" y="2644687"/>
                  </a:lnTo>
                  <a:lnTo>
                    <a:pt x="4057934" y="2644687"/>
                  </a:lnTo>
                  <a:lnTo>
                    <a:pt x="4046786" y="2644687"/>
                  </a:lnTo>
                  <a:lnTo>
                    <a:pt x="4035637" y="2644687"/>
                  </a:lnTo>
                  <a:lnTo>
                    <a:pt x="4024489" y="2644687"/>
                  </a:lnTo>
                  <a:lnTo>
                    <a:pt x="4013341" y="2644687"/>
                  </a:lnTo>
                  <a:lnTo>
                    <a:pt x="4002193" y="2644687"/>
                  </a:lnTo>
                  <a:lnTo>
                    <a:pt x="3991045" y="2644687"/>
                  </a:lnTo>
                  <a:lnTo>
                    <a:pt x="3979897" y="2644687"/>
                  </a:lnTo>
                  <a:lnTo>
                    <a:pt x="3968748" y="2644687"/>
                  </a:lnTo>
                  <a:lnTo>
                    <a:pt x="3957600" y="2644687"/>
                  </a:lnTo>
                  <a:lnTo>
                    <a:pt x="3946452" y="2644687"/>
                  </a:lnTo>
                  <a:lnTo>
                    <a:pt x="3935304" y="2644687"/>
                  </a:lnTo>
                  <a:lnTo>
                    <a:pt x="3924156" y="2644687"/>
                  </a:lnTo>
                  <a:lnTo>
                    <a:pt x="3913008" y="2644687"/>
                  </a:lnTo>
                  <a:lnTo>
                    <a:pt x="3901859" y="2644687"/>
                  </a:lnTo>
                  <a:lnTo>
                    <a:pt x="3890711" y="2644687"/>
                  </a:lnTo>
                  <a:lnTo>
                    <a:pt x="3879563" y="2644687"/>
                  </a:lnTo>
                  <a:lnTo>
                    <a:pt x="3868415" y="2644687"/>
                  </a:lnTo>
                  <a:lnTo>
                    <a:pt x="3857267" y="2644687"/>
                  </a:lnTo>
                  <a:lnTo>
                    <a:pt x="3846119" y="2644687"/>
                  </a:lnTo>
                  <a:lnTo>
                    <a:pt x="3834970" y="2644687"/>
                  </a:lnTo>
                  <a:lnTo>
                    <a:pt x="3823822" y="2644687"/>
                  </a:lnTo>
                  <a:lnTo>
                    <a:pt x="3812674" y="2644687"/>
                  </a:lnTo>
                  <a:lnTo>
                    <a:pt x="3801526" y="2644687"/>
                  </a:lnTo>
                  <a:lnTo>
                    <a:pt x="3790378" y="2644687"/>
                  </a:lnTo>
                  <a:lnTo>
                    <a:pt x="3779230" y="2644687"/>
                  </a:lnTo>
                  <a:lnTo>
                    <a:pt x="3768081" y="2644687"/>
                  </a:lnTo>
                  <a:lnTo>
                    <a:pt x="3756933" y="2644687"/>
                  </a:lnTo>
                  <a:lnTo>
                    <a:pt x="3745785" y="2644687"/>
                  </a:lnTo>
                  <a:lnTo>
                    <a:pt x="3734637" y="2644687"/>
                  </a:lnTo>
                  <a:lnTo>
                    <a:pt x="3723489" y="2644687"/>
                  </a:lnTo>
                  <a:lnTo>
                    <a:pt x="3712341" y="2644687"/>
                  </a:lnTo>
                  <a:lnTo>
                    <a:pt x="3701192" y="2644687"/>
                  </a:lnTo>
                  <a:lnTo>
                    <a:pt x="3690044" y="2644687"/>
                  </a:lnTo>
                  <a:lnTo>
                    <a:pt x="3678896" y="2644687"/>
                  </a:lnTo>
                  <a:lnTo>
                    <a:pt x="3667748" y="2644687"/>
                  </a:lnTo>
                  <a:lnTo>
                    <a:pt x="3656600" y="2644687"/>
                  </a:lnTo>
                  <a:lnTo>
                    <a:pt x="3645452" y="2644687"/>
                  </a:lnTo>
                  <a:lnTo>
                    <a:pt x="3634303" y="2644687"/>
                  </a:lnTo>
                  <a:lnTo>
                    <a:pt x="3623155" y="2644687"/>
                  </a:lnTo>
                  <a:lnTo>
                    <a:pt x="3612007" y="2644687"/>
                  </a:lnTo>
                  <a:lnTo>
                    <a:pt x="3600859" y="2644687"/>
                  </a:lnTo>
                  <a:lnTo>
                    <a:pt x="3589711" y="2644687"/>
                  </a:lnTo>
                  <a:lnTo>
                    <a:pt x="3578562" y="2644687"/>
                  </a:lnTo>
                  <a:lnTo>
                    <a:pt x="3567414" y="2644687"/>
                  </a:lnTo>
                  <a:lnTo>
                    <a:pt x="3556266" y="2644687"/>
                  </a:lnTo>
                  <a:lnTo>
                    <a:pt x="3545118" y="2644687"/>
                  </a:lnTo>
                  <a:lnTo>
                    <a:pt x="3533970" y="2644687"/>
                  </a:lnTo>
                  <a:lnTo>
                    <a:pt x="3522822" y="2644687"/>
                  </a:lnTo>
                  <a:lnTo>
                    <a:pt x="3511673" y="2644687"/>
                  </a:lnTo>
                  <a:lnTo>
                    <a:pt x="3500525" y="2644687"/>
                  </a:lnTo>
                  <a:lnTo>
                    <a:pt x="3489377" y="2644687"/>
                  </a:lnTo>
                  <a:lnTo>
                    <a:pt x="3478229" y="2644687"/>
                  </a:lnTo>
                  <a:lnTo>
                    <a:pt x="3467081" y="2644687"/>
                  </a:lnTo>
                  <a:lnTo>
                    <a:pt x="3455933" y="2644687"/>
                  </a:lnTo>
                  <a:lnTo>
                    <a:pt x="3444784" y="2644687"/>
                  </a:lnTo>
                  <a:lnTo>
                    <a:pt x="3433636" y="2644687"/>
                  </a:lnTo>
                  <a:lnTo>
                    <a:pt x="3422488" y="2644687"/>
                  </a:lnTo>
                  <a:lnTo>
                    <a:pt x="3411340" y="2644687"/>
                  </a:lnTo>
                  <a:lnTo>
                    <a:pt x="3400192" y="2644687"/>
                  </a:lnTo>
                  <a:lnTo>
                    <a:pt x="3389044" y="2644687"/>
                  </a:lnTo>
                  <a:lnTo>
                    <a:pt x="3377895" y="2644687"/>
                  </a:lnTo>
                  <a:lnTo>
                    <a:pt x="3366747" y="2644687"/>
                  </a:lnTo>
                  <a:lnTo>
                    <a:pt x="3355599" y="2644687"/>
                  </a:lnTo>
                  <a:lnTo>
                    <a:pt x="3344451" y="2644687"/>
                  </a:lnTo>
                  <a:lnTo>
                    <a:pt x="3333303" y="2644687"/>
                  </a:lnTo>
                  <a:lnTo>
                    <a:pt x="3322155" y="2644687"/>
                  </a:lnTo>
                  <a:lnTo>
                    <a:pt x="3311006" y="2644687"/>
                  </a:lnTo>
                  <a:lnTo>
                    <a:pt x="3299858" y="2644687"/>
                  </a:lnTo>
                  <a:lnTo>
                    <a:pt x="3288710" y="2644687"/>
                  </a:lnTo>
                  <a:lnTo>
                    <a:pt x="3277562" y="2644687"/>
                  </a:lnTo>
                  <a:lnTo>
                    <a:pt x="3266414" y="2644687"/>
                  </a:lnTo>
                  <a:lnTo>
                    <a:pt x="3255266" y="2644687"/>
                  </a:lnTo>
                  <a:lnTo>
                    <a:pt x="3244117" y="2644687"/>
                  </a:lnTo>
                  <a:lnTo>
                    <a:pt x="3232969" y="2644687"/>
                  </a:lnTo>
                  <a:lnTo>
                    <a:pt x="3221821" y="2644687"/>
                  </a:lnTo>
                  <a:lnTo>
                    <a:pt x="3210673" y="2644687"/>
                  </a:lnTo>
                  <a:lnTo>
                    <a:pt x="3199525" y="2644687"/>
                  </a:lnTo>
                  <a:lnTo>
                    <a:pt x="3188376" y="2644687"/>
                  </a:lnTo>
                  <a:lnTo>
                    <a:pt x="3177228" y="2644687"/>
                  </a:lnTo>
                  <a:lnTo>
                    <a:pt x="3166080" y="2644687"/>
                  </a:lnTo>
                  <a:lnTo>
                    <a:pt x="3154932" y="2644687"/>
                  </a:lnTo>
                  <a:lnTo>
                    <a:pt x="3143784" y="2644687"/>
                  </a:lnTo>
                  <a:lnTo>
                    <a:pt x="3132636" y="2644687"/>
                  </a:lnTo>
                  <a:lnTo>
                    <a:pt x="3121487" y="2644687"/>
                  </a:lnTo>
                  <a:lnTo>
                    <a:pt x="3110339" y="2644687"/>
                  </a:lnTo>
                  <a:lnTo>
                    <a:pt x="3099191" y="2644687"/>
                  </a:lnTo>
                  <a:lnTo>
                    <a:pt x="3088043" y="2644687"/>
                  </a:lnTo>
                  <a:lnTo>
                    <a:pt x="3076895" y="2644687"/>
                  </a:lnTo>
                  <a:lnTo>
                    <a:pt x="3065747" y="2644687"/>
                  </a:lnTo>
                  <a:lnTo>
                    <a:pt x="3054598" y="2644687"/>
                  </a:lnTo>
                  <a:lnTo>
                    <a:pt x="3043450" y="2644687"/>
                  </a:lnTo>
                  <a:lnTo>
                    <a:pt x="3032302" y="2644687"/>
                  </a:lnTo>
                  <a:lnTo>
                    <a:pt x="3021154" y="2644687"/>
                  </a:lnTo>
                  <a:lnTo>
                    <a:pt x="3010006" y="2644687"/>
                  </a:lnTo>
                  <a:lnTo>
                    <a:pt x="2998858" y="2644687"/>
                  </a:lnTo>
                  <a:lnTo>
                    <a:pt x="2987709" y="2644687"/>
                  </a:lnTo>
                  <a:lnTo>
                    <a:pt x="2976561" y="2644687"/>
                  </a:lnTo>
                  <a:lnTo>
                    <a:pt x="2965413" y="2644687"/>
                  </a:lnTo>
                  <a:lnTo>
                    <a:pt x="2954265" y="2644687"/>
                  </a:lnTo>
                  <a:lnTo>
                    <a:pt x="2943117" y="2644687"/>
                  </a:lnTo>
                  <a:lnTo>
                    <a:pt x="2931969" y="2644687"/>
                  </a:lnTo>
                  <a:lnTo>
                    <a:pt x="2920820" y="2644687"/>
                  </a:lnTo>
                  <a:lnTo>
                    <a:pt x="2909672" y="2644687"/>
                  </a:lnTo>
                  <a:lnTo>
                    <a:pt x="2898524" y="2644687"/>
                  </a:lnTo>
                  <a:lnTo>
                    <a:pt x="2887376" y="2644687"/>
                  </a:lnTo>
                  <a:lnTo>
                    <a:pt x="2876228" y="2644687"/>
                  </a:lnTo>
                  <a:lnTo>
                    <a:pt x="2865080" y="2644687"/>
                  </a:lnTo>
                  <a:lnTo>
                    <a:pt x="2853931" y="2644687"/>
                  </a:lnTo>
                  <a:lnTo>
                    <a:pt x="2842783" y="2644687"/>
                  </a:lnTo>
                  <a:lnTo>
                    <a:pt x="2831635" y="2644687"/>
                  </a:lnTo>
                  <a:lnTo>
                    <a:pt x="2820487" y="2644687"/>
                  </a:lnTo>
                  <a:lnTo>
                    <a:pt x="2809339" y="2644687"/>
                  </a:lnTo>
                  <a:lnTo>
                    <a:pt x="2798190" y="2644687"/>
                  </a:lnTo>
                  <a:lnTo>
                    <a:pt x="2787042" y="2644687"/>
                  </a:lnTo>
                  <a:lnTo>
                    <a:pt x="2775894" y="2644687"/>
                  </a:lnTo>
                  <a:lnTo>
                    <a:pt x="2764746" y="2644687"/>
                  </a:lnTo>
                  <a:lnTo>
                    <a:pt x="2753598" y="2644687"/>
                  </a:lnTo>
                  <a:lnTo>
                    <a:pt x="2742450" y="2644687"/>
                  </a:lnTo>
                  <a:lnTo>
                    <a:pt x="2731301" y="2644687"/>
                  </a:lnTo>
                  <a:lnTo>
                    <a:pt x="2720153" y="2644687"/>
                  </a:lnTo>
                  <a:lnTo>
                    <a:pt x="2709005" y="2644687"/>
                  </a:lnTo>
                  <a:lnTo>
                    <a:pt x="2697857" y="2644687"/>
                  </a:lnTo>
                  <a:lnTo>
                    <a:pt x="2686709" y="2644687"/>
                  </a:lnTo>
                  <a:lnTo>
                    <a:pt x="2675561" y="2644687"/>
                  </a:lnTo>
                  <a:lnTo>
                    <a:pt x="2664412" y="2644687"/>
                  </a:lnTo>
                  <a:lnTo>
                    <a:pt x="2653264" y="2644687"/>
                  </a:lnTo>
                  <a:lnTo>
                    <a:pt x="2642116" y="2644687"/>
                  </a:lnTo>
                  <a:lnTo>
                    <a:pt x="2630968" y="2644687"/>
                  </a:lnTo>
                  <a:lnTo>
                    <a:pt x="2619820" y="2644687"/>
                  </a:lnTo>
                  <a:lnTo>
                    <a:pt x="2608672" y="2644687"/>
                  </a:lnTo>
                  <a:lnTo>
                    <a:pt x="2597523" y="2644687"/>
                  </a:lnTo>
                  <a:lnTo>
                    <a:pt x="2586375" y="2644687"/>
                  </a:lnTo>
                  <a:lnTo>
                    <a:pt x="2575227" y="2644687"/>
                  </a:lnTo>
                  <a:lnTo>
                    <a:pt x="2564079" y="2644687"/>
                  </a:lnTo>
                  <a:lnTo>
                    <a:pt x="2552931" y="2644687"/>
                  </a:lnTo>
                  <a:lnTo>
                    <a:pt x="2541783" y="2644687"/>
                  </a:lnTo>
                  <a:lnTo>
                    <a:pt x="2530634" y="2644687"/>
                  </a:lnTo>
                  <a:lnTo>
                    <a:pt x="2519486" y="2644687"/>
                  </a:lnTo>
                  <a:lnTo>
                    <a:pt x="2508338" y="2644687"/>
                  </a:lnTo>
                  <a:lnTo>
                    <a:pt x="2497190" y="2644687"/>
                  </a:lnTo>
                  <a:lnTo>
                    <a:pt x="2486042" y="2644687"/>
                  </a:lnTo>
                  <a:lnTo>
                    <a:pt x="2474894" y="2644687"/>
                  </a:lnTo>
                  <a:lnTo>
                    <a:pt x="2463745" y="2644687"/>
                  </a:lnTo>
                  <a:lnTo>
                    <a:pt x="2452597" y="2644687"/>
                  </a:lnTo>
                  <a:lnTo>
                    <a:pt x="2441449" y="2644687"/>
                  </a:lnTo>
                  <a:lnTo>
                    <a:pt x="2430301" y="2644687"/>
                  </a:lnTo>
                  <a:lnTo>
                    <a:pt x="2419153" y="2644687"/>
                  </a:lnTo>
                  <a:lnTo>
                    <a:pt x="2408004" y="2644687"/>
                  </a:lnTo>
                  <a:lnTo>
                    <a:pt x="2396856" y="2644687"/>
                  </a:lnTo>
                  <a:lnTo>
                    <a:pt x="2385708" y="2644687"/>
                  </a:lnTo>
                  <a:lnTo>
                    <a:pt x="2374560" y="2644687"/>
                  </a:lnTo>
                  <a:lnTo>
                    <a:pt x="2363412" y="2644687"/>
                  </a:lnTo>
                  <a:lnTo>
                    <a:pt x="2352264" y="2644687"/>
                  </a:lnTo>
                  <a:lnTo>
                    <a:pt x="2341115" y="2644687"/>
                  </a:lnTo>
                  <a:lnTo>
                    <a:pt x="2329967" y="2644687"/>
                  </a:lnTo>
                  <a:lnTo>
                    <a:pt x="2318819" y="2644687"/>
                  </a:lnTo>
                  <a:lnTo>
                    <a:pt x="2307671" y="2644687"/>
                  </a:lnTo>
                  <a:lnTo>
                    <a:pt x="2296523" y="2644687"/>
                  </a:lnTo>
                  <a:lnTo>
                    <a:pt x="2285375" y="2644687"/>
                  </a:lnTo>
                  <a:lnTo>
                    <a:pt x="2274226" y="2644687"/>
                  </a:lnTo>
                  <a:lnTo>
                    <a:pt x="2263078" y="2644687"/>
                  </a:lnTo>
                  <a:lnTo>
                    <a:pt x="2251930" y="2644687"/>
                  </a:lnTo>
                  <a:lnTo>
                    <a:pt x="2240782" y="2644687"/>
                  </a:lnTo>
                  <a:lnTo>
                    <a:pt x="2229634" y="2644687"/>
                  </a:lnTo>
                  <a:lnTo>
                    <a:pt x="2218486" y="2644687"/>
                  </a:lnTo>
                  <a:lnTo>
                    <a:pt x="2207337" y="2644687"/>
                  </a:lnTo>
                  <a:lnTo>
                    <a:pt x="2196189" y="2644687"/>
                  </a:lnTo>
                  <a:lnTo>
                    <a:pt x="2185041" y="2644687"/>
                  </a:lnTo>
                  <a:lnTo>
                    <a:pt x="2173893" y="2644687"/>
                  </a:lnTo>
                  <a:lnTo>
                    <a:pt x="2162745" y="2644687"/>
                  </a:lnTo>
                  <a:lnTo>
                    <a:pt x="2151597" y="2644687"/>
                  </a:lnTo>
                  <a:lnTo>
                    <a:pt x="2140448" y="2644687"/>
                  </a:lnTo>
                  <a:lnTo>
                    <a:pt x="2129300" y="2644687"/>
                  </a:lnTo>
                  <a:lnTo>
                    <a:pt x="2118152" y="2644687"/>
                  </a:lnTo>
                  <a:lnTo>
                    <a:pt x="2107004" y="2644687"/>
                  </a:lnTo>
                  <a:lnTo>
                    <a:pt x="2095856" y="2644687"/>
                  </a:lnTo>
                  <a:lnTo>
                    <a:pt x="2084708" y="2644687"/>
                  </a:lnTo>
                  <a:lnTo>
                    <a:pt x="2073559" y="2644687"/>
                  </a:lnTo>
                  <a:lnTo>
                    <a:pt x="2062411" y="2644687"/>
                  </a:lnTo>
                  <a:lnTo>
                    <a:pt x="2051263" y="2644687"/>
                  </a:lnTo>
                  <a:lnTo>
                    <a:pt x="2040115" y="2644687"/>
                  </a:lnTo>
                  <a:lnTo>
                    <a:pt x="2028967" y="2644687"/>
                  </a:lnTo>
                  <a:lnTo>
                    <a:pt x="2017818" y="2644687"/>
                  </a:lnTo>
                  <a:lnTo>
                    <a:pt x="2006670" y="2644687"/>
                  </a:lnTo>
                  <a:lnTo>
                    <a:pt x="1995522" y="2644687"/>
                  </a:lnTo>
                  <a:lnTo>
                    <a:pt x="1984374" y="2644687"/>
                  </a:lnTo>
                  <a:lnTo>
                    <a:pt x="1973226" y="2644687"/>
                  </a:lnTo>
                  <a:lnTo>
                    <a:pt x="1962078" y="2644687"/>
                  </a:lnTo>
                  <a:lnTo>
                    <a:pt x="1950929" y="2644687"/>
                  </a:lnTo>
                  <a:lnTo>
                    <a:pt x="1939781" y="2644687"/>
                  </a:lnTo>
                  <a:lnTo>
                    <a:pt x="1928633" y="2644687"/>
                  </a:lnTo>
                  <a:lnTo>
                    <a:pt x="1917485" y="2644687"/>
                  </a:lnTo>
                  <a:lnTo>
                    <a:pt x="1906337" y="2644687"/>
                  </a:lnTo>
                  <a:lnTo>
                    <a:pt x="1895189" y="2644687"/>
                  </a:lnTo>
                  <a:lnTo>
                    <a:pt x="1884040" y="2644687"/>
                  </a:lnTo>
                  <a:lnTo>
                    <a:pt x="1872892" y="2644687"/>
                  </a:lnTo>
                  <a:lnTo>
                    <a:pt x="1861744" y="2644687"/>
                  </a:lnTo>
                  <a:lnTo>
                    <a:pt x="1850596" y="2644687"/>
                  </a:lnTo>
                  <a:lnTo>
                    <a:pt x="1839448" y="2644687"/>
                  </a:lnTo>
                  <a:lnTo>
                    <a:pt x="1828300" y="2644687"/>
                  </a:lnTo>
                  <a:lnTo>
                    <a:pt x="1817151" y="2644687"/>
                  </a:lnTo>
                  <a:lnTo>
                    <a:pt x="1806003" y="2644687"/>
                  </a:lnTo>
                  <a:lnTo>
                    <a:pt x="1794855" y="2644687"/>
                  </a:lnTo>
                  <a:lnTo>
                    <a:pt x="1783707" y="2644687"/>
                  </a:lnTo>
                  <a:lnTo>
                    <a:pt x="1772559" y="2644687"/>
                  </a:lnTo>
                  <a:lnTo>
                    <a:pt x="1761411" y="2644687"/>
                  </a:lnTo>
                  <a:lnTo>
                    <a:pt x="1750262" y="2644687"/>
                  </a:lnTo>
                  <a:lnTo>
                    <a:pt x="1739114" y="2644687"/>
                  </a:lnTo>
                  <a:lnTo>
                    <a:pt x="1727966" y="2644687"/>
                  </a:lnTo>
                  <a:lnTo>
                    <a:pt x="1716818" y="2644687"/>
                  </a:lnTo>
                  <a:lnTo>
                    <a:pt x="1705670" y="2644687"/>
                  </a:lnTo>
                  <a:lnTo>
                    <a:pt x="1694522" y="2644687"/>
                  </a:lnTo>
                  <a:lnTo>
                    <a:pt x="1683373" y="2644687"/>
                  </a:lnTo>
                  <a:lnTo>
                    <a:pt x="1672225" y="2644687"/>
                  </a:lnTo>
                  <a:lnTo>
                    <a:pt x="1661077" y="2644687"/>
                  </a:lnTo>
                  <a:lnTo>
                    <a:pt x="1649929" y="2644687"/>
                  </a:lnTo>
                  <a:lnTo>
                    <a:pt x="1638781" y="2644687"/>
                  </a:lnTo>
                  <a:lnTo>
                    <a:pt x="1627633" y="2644687"/>
                  </a:lnTo>
                  <a:lnTo>
                    <a:pt x="1616484" y="2644687"/>
                  </a:lnTo>
                  <a:lnTo>
                    <a:pt x="1605336" y="2644687"/>
                  </a:lnTo>
                  <a:lnTo>
                    <a:pt x="1594188" y="2644687"/>
                  </a:lnTo>
                  <a:lnTo>
                    <a:pt x="1583040" y="2644687"/>
                  </a:lnTo>
                  <a:lnTo>
                    <a:pt x="1571892" y="2644687"/>
                  </a:lnTo>
                  <a:lnTo>
                    <a:pt x="1560743" y="2644687"/>
                  </a:lnTo>
                  <a:lnTo>
                    <a:pt x="1549595" y="2644687"/>
                  </a:lnTo>
                  <a:lnTo>
                    <a:pt x="1538447" y="2644687"/>
                  </a:lnTo>
                  <a:lnTo>
                    <a:pt x="1527299" y="2644687"/>
                  </a:lnTo>
                  <a:lnTo>
                    <a:pt x="1516151" y="2644687"/>
                  </a:lnTo>
                  <a:lnTo>
                    <a:pt x="1505003" y="2644687"/>
                  </a:lnTo>
                  <a:lnTo>
                    <a:pt x="1493854" y="2644687"/>
                  </a:lnTo>
                  <a:lnTo>
                    <a:pt x="1482706" y="2644687"/>
                  </a:lnTo>
                  <a:lnTo>
                    <a:pt x="1471558" y="2644687"/>
                  </a:lnTo>
                  <a:lnTo>
                    <a:pt x="1460410" y="2644687"/>
                  </a:lnTo>
                  <a:lnTo>
                    <a:pt x="1449262" y="2644687"/>
                  </a:lnTo>
                  <a:lnTo>
                    <a:pt x="1438114" y="2644687"/>
                  </a:lnTo>
                  <a:lnTo>
                    <a:pt x="1426965" y="2644687"/>
                  </a:lnTo>
                  <a:lnTo>
                    <a:pt x="1415817" y="2644687"/>
                  </a:lnTo>
                  <a:lnTo>
                    <a:pt x="1404669" y="2644687"/>
                  </a:lnTo>
                  <a:lnTo>
                    <a:pt x="1393521" y="2644687"/>
                  </a:lnTo>
                  <a:lnTo>
                    <a:pt x="1382373" y="2644687"/>
                  </a:lnTo>
                  <a:lnTo>
                    <a:pt x="1371225" y="2644687"/>
                  </a:lnTo>
                  <a:lnTo>
                    <a:pt x="1360076" y="2644687"/>
                  </a:lnTo>
                  <a:lnTo>
                    <a:pt x="1348928" y="2644687"/>
                  </a:lnTo>
                  <a:lnTo>
                    <a:pt x="1337780" y="2644687"/>
                  </a:lnTo>
                  <a:lnTo>
                    <a:pt x="1326632" y="2644687"/>
                  </a:lnTo>
                  <a:lnTo>
                    <a:pt x="1315484" y="2644687"/>
                  </a:lnTo>
                  <a:lnTo>
                    <a:pt x="1304336" y="2644687"/>
                  </a:lnTo>
                  <a:lnTo>
                    <a:pt x="1293187" y="2644687"/>
                  </a:lnTo>
                  <a:lnTo>
                    <a:pt x="1282039" y="2644687"/>
                  </a:lnTo>
                  <a:lnTo>
                    <a:pt x="1270891" y="2644687"/>
                  </a:lnTo>
                  <a:lnTo>
                    <a:pt x="1259743" y="2644687"/>
                  </a:lnTo>
                  <a:lnTo>
                    <a:pt x="1248595" y="2644687"/>
                  </a:lnTo>
                  <a:lnTo>
                    <a:pt x="1237447" y="2644687"/>
                  </a:lnTo>
                  <a:lnTo>
                    <a:pt x="1226298" y="2644687"/>
                  </a:lnTo>
                  <a:lnTo>
                    <a:pt x="1215150" y="2644687"/>
                  </a:lnTo>
                  <a:lnTo>
                    <a:pt x="1204002" y="2644687"/>
                  </a:lnTo>
                  <a:lnTo>
                    <a:pt x="1192854" y="2644687"/>
                  </a:lnTo>
                  <a:lnTo>
                    <a:pt x="1181706" y="2644687"/>
                  </a:lnTo>
                  <a:lnTo>
                    <a:pt x="1170557" y="2644687"/>
                  </a:lnTo>
                  <a:lnTo>
                    <a:pt x="1159409" y="2644687"/>
                  </a:lnTo>
                  <a:lnTo>
                    <a:pt x="1148261" y="2644687"/>
                  </a:lnTo>
                  <a:lnTo>
                    <a:pt x="1137113" y="2644687"/>
                  </a:lnTo>
                  <a:lnTo>
                    <a:pt x="1125965" y="2644687"/>
                  </a:lnTo>
                  <a:lnTo>
                    <a:pt x="1114817" y="2644687"/>
                  </a:lnTo>
                  <a:lnTo>
                    <a:pt x="1103668" y="2644687"/>
                  </a:lnTo>
                  <a:lnTo>
                    <a:pt x="1092520" y="2644687"/>
                  </a:lnTo>
                  <a:lnTo>
                    <a:pt x="1081372" y="2644687"/>
                  </a:lnTo>
                  <a:lnTo>
                    <a:pt x="1070224" y="2644687"/>
                  </a:lnTo>
                  <a:lnTo>
                    <a:pt x="1059076" y="2644687"/>
                  </a:lnTo>
                  <a:lnTo>
                    <a:pt x="1047928" y="2644687"/>
                  </a:lnTo>
                  <a:lnTo>
                    <a:pt x="1036779" y="2644687"/>
                  </a:lnTo>
                  <a:lnTo>
                    <a:pt x="1025631" y="2644687"/>
                  </a:lnTo>
                  <a:lnTo>
                    <a:pt x="1014483" y="2644687"/>
                  </a:lnTo>
                  <a:lnTo>
                    <a:pt x="1003335" y="2644687"/>
                  </a:lnTo>
                  <a:lnTo>
                    <a:pt x="992187" y="2644687"/>
                  </a:lnTo>
                  <a:lnTo>
                    <a:pt x="981039" y="2644687"/>
                  </a:lnTo>
                  <a:lnTo>
                    <a:pt x="969890" y="2644687"/>
                  </a:lnTo>
                  <a:lnTo>
                    <a:pt x="958742" y="2644687"/>
                  </a:lnTo>
                  <a:lnTo>
                    <a:pt x="947594" y="2644687"/>
                  </a:lnTo>
                  <a:lnTo>
                    <a:pt x="936446" y="2644687"/>
                  </a:lnTo>
                  <a:lnTo>
                    <a:pt x="925298" y="2644687"/>
                  </a:lnTo>
                  <a:lnTo>
                    <a:pt x="914150" y="2644687"/>
                  </a:lnTo>
                  <a:lnTo>
                    <a:pt x="903001" y="2644687"/>
                  </a:lnTo>
                  <a:lnTo>
                    <a:pt x="891853" y="2644687"/>
                  </a:lnTo>
                  <a:lnTo>
                    <a:pt x="880705" y="2644687"/>
                  </a:lnTo>
                  <a:lnTo>
                    <a:pt x="869557" y="2644687"/>
                  </a:lnTo>
                  <a:lnTo>
                    <a:pt x="858409" y="2644687"/>
                  </a:lnTo>
                  <a:lnTo>
                    <a:pt x="847261" y="2644687"/>
                  </a:lnTo>
                  <a:lnTo>
                    <a:pt x="836112" y="2644687"/>
                  </a:lnTo>
                  <a:lnTo>
                    <a:pt x="824964" y="2644687"/>
                  </a:lnTo>
                  <a:lnTo>
                    <a:pt x="813816" y="2644687"/>
                  </a:lnTo>
                  <a:lnTo>
                    <a:pt x="802668" y="2644687"/>
                  </a:lnTo>
                  <a:lnTo>
                    <a:pt x="791520" y="2644687"/>
                  </a:lnTo>
                  <a:lnTo>
                    <a:pt x="780371" y="2644687"/>
                  </a:lnTo>
                  <a:lnTo>
                    <a:pt x="769223" y="2644687"/>
                  </a:lnTo>
                  <a:lnTo>
                    <a:pt x="758075" y="2644687"/>
                  </a:lnTo>
                  <a:lnTo>
                    <a:pt x="746927" y="2644687"/>
                  </a:lnTo>
                  <a:lnTo>
                    <a:pt x="735779" y="2644687"/>
                  </a:lnTo>
                  <a:lnTo>
                    <a:pt x="724631" y="2644687"/>
                  </a:lnTo>
                  <a:lnTo>
                    <a:pt x="713482" y="2644687"/>
                  </a:lnTo>
                  <a:lnTo>
                    <a:pt x="702334" y="2644687"/>
                  </a:lnTo>
                  <a:lnTo>
                    <a:pt x="691186" y="2644687"/>
                  </a:lnTo>
                  <a:lnTo>
                    <a:pt x="680038" y="2644687"/>
                  </a:lnTo>
                  <a:lnTo>
                    <a:pt x="668890" y="2644687"/>
                  </a:lnTo>
                  <a:lnTo>
                    <a:pt x="657742" y="2644687"/>
                  </a:lnTo>
                  <a:lnTo>
                    <a:pt x="646593" y="2644687"/>
                  </a:lnTo>
                  <a:lnTo>
                    <a:pt x="635445" y="2644687"/>
                  </a:lnTo>
                  <a:lnTo>
                    <a:pt x="624297" y="2644687"/>
                  </a:lnTo>
                  <a:lnTo>
                    <a:pt x="613149" y="2644687"/>
                  </a:lnTo>
                  <a:lnTo>
                    <a:pt x="602001" y="2644687"/>
                  </a:lnTo>
                  <a:lnTo>
                    <a:pt x="590853" y="2644687"/>
                  </a:lnTo>
                  <a:lnTo>
                    <a:pt x="579704" y="2644687"/>
                  </a:lnTo>
                  <a:lnTo>
                    <a:pt x="568556" y="2644687"/>
                  </a:lnTo>
                  <a:lnTo>
                    <a:pt x="557408" y="2644687"/>
                  </a:lnTo>
                  <a:lnTo>
                    <a:pt x="546260" y="2644687"/>
                  </a:lnTo>
                  <a:lnTo>
                    <a:pt x="535112" y="2644687"/>
                  </a:lnTo>
                  <a:lnTo>
                    <a:pt x="523964" y="2644687"/>
                  </a:lnTo>
                  <a:lnTo>
                    <a:pt x="512815" y="2644687"/>
                  </a:lnTo>
                  <a:lnTo>
                    <a:pt x="501667" y="2644687"/>
                  </a:lnTo>
                  <a:lnTo>
                    <a:pt x="490519" y="2644687"/>
                  </a:lnTo>
                  <a:lnTo>
                    <a:pt x="479371" y="2644687"/>
                  </a:lnTo>
                  <a:lnTo>
                    <a:pt x="468223" y="2644687"/>
                  </a:lnTo>
                  <a:lnTo>
                    <a:pt x="457075" y="2644687"/>
                  </a:lnTo>
                  <a:lnTo>
                    <a:pt x="445926" y="2644687"/>
                  </a:lnTo>
                  <a:lnTo>
                    <a:pt x="434778" y="2644687"/>
                  </a:lnTo>
                  <a:lnTo>
                    <a:pt x="423630" y="2644687"/>
                  </a:lnTo>
                  <a:lnTo>
                    <a:pt x="412482" y="2644687"/>
                  </a:lnTo>
                  <a:lnTo>
                    <a:pt x="401334" y="2644687"/>
                  </a:lnTo>
                  <a:lnTo>
                    <a:pt x="390185" y="2644687"/>
                  </a:lnTo>
                  <a:lnTo>
                    <a:pt x="379037" y="2644687"/>
                  </a:lnTo>
                  <a:lnTo>
                    <a:pt x="367889" y="2644687"/>
                  </a:lnTo>
                  <a:lnTo>
                    <a:pt x="356741" y="2644687"/>
                  </a:lnTo>
                  <a:lnTo>
                    <a:pt x="345593" y="2644687"/>
                  </a:lnTo>
                  <a:lnTo>
                    <a:pt x="334445" y="2644687"/>
                  </a:lnTo>
                  <a:lnTo>
                    <a:pt x="323296" y="2644687"/>
                  </a:lnTo>
                  <a:lnTo>
                    <a:pt x="312148" y="2644687"/>
                  </a:lnTo>
                  <a:lnTo>
                    <a:pt x="301000" y="2644687"/>
                  </a:lnTo>
                  <a:lnTo>
                    <a:pt x="289852" y="2644687"/>
                  </a:lnTo>
                  <a:lnTo>
                    <a:pt x="278704" y="2644687"/>
                  </a:lnTo>
                  <a:lnTo>
                    <a:pt x="267556" y="2644687"/>
                  </a:lnTo>
                  <a:lnTo>
                    <a:pt x="256407" y="2644687"/>
                  </a:lnTo>
                  <a:lnTo>
                    <a:pt x="245259" y="2644687"/>
                  </a:lnTo>
                  <a:lnTo>
                    <a:pt x="234111" y="2644687"/>
                  </a:lnTo>
                  <a:lnTo>
                    <a:pt x="222963" y="2644687"/>
                  </a:lnTo>
                  <a:lnTo>
                    <a:pt x="211815" y="2644687"/>
                  </a:lnTo>
                  <a:lnTo>
                    <a:pt x="200667" y="2644687"/>
                  </a:lnTo>
                  <a:lnTo>
                    <a:pt x="189518" y="2644687"/>
                  </a:lnTo>
                  <a:lnTo>
                    <a:pt x="178370" y="2644687"/>
                  </a:lnTo>
                  <a:lnTo>
                    <a:pt x="167222" y="2644687"/>
                  </a:lnTo>
                  <a:lnTo>
                    <a:pt x="156074" y="2644687"/>
                  </a:lnTo>
                  <a:lnTo>
                    <a:pt x="144926" y="2644687"/>
                  </a:lnTo>
                  <a:lnTo>
                    <a:pt x="133778" y="2644687"/>
                  </a:lnTo>
                  <a:lnTo>
                    <a:pt x="122629" y="2644687"/>
                  </a:lnTo>
                  <a:lnTo>
                    <a:pt x="111481" y="2644687"/>
                  </a:lnTo>
                  <a:lnTo>
                    <a:pt x="100333" y="2644687"/>
                  </a:lnTo>
                  <a:lnTo>
                    <a:pt x="89185" y="2644687"/>
                  </a:lnTo>
                  <a:lnTo>
                    <a:pt x="78037" y="2644687"/>
                  </a:lnTo>
                  <a:lnTo>
                    <a:pt x="66889" y="2644687"/>
                  </a:lnTo>
                  <a:lnTo>
                    <a:pt x="55740" y="2644687"/>
                  </a:lnTo>
                  <a:lnTo>
                    <a:pt x="44592" y="2644687"/>
                  </a:lnTo>
                  <a:lnTo>
                    <a:pt x="33444" y="2644687"/>
                  </a:lnTo>
                  <a:lnTo>
                    <a:pt x="22296" y="2644687"/>
                  </a:lnTo>
                  <a:lnTo>
                    <a:pt x="11148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902938"/>
              <a:ext cx="5696715" cy="2635076"/>
            </a:xfrm>
            <a:custGeom>
              <a:avLst/>
              <a:pathLst>
                <a:path w="5696715" h="2635076">
                  <a:moveTo>
                    <a:pt x="0" y="2635076"/>
                  </a:moveTo>
                  <a:lnTo>
                    <a:pt x="11148" y="2634388"/>
                  </a:lnTo>
                  <a:lnTo>
                    <a:pt x="22296" y="2633668"/>
                  </a:lnTo>
                  <a:lnTo>
                    <a:pt x="33444" y="2632927"/>
                  </a:lnTo>
                  <a:lnTo>
                    <a:pt x="44592" y="2632164"/>
                  </a:lnTo>
                  <a:lnTo>
                    <a:pt x="55740" y="2631376"/>
                  </a:lnTo>
                  <a:lnTo>
                    <a:pt x="66889" y="2630565"/>
                  </a:lnTo>
                  <a:lnTo>
                    <a:pt x="78037" y="2629737"/>
                  </a:lnTo>
                  <a:lnTo>
                    <a:pt x="89185" y="2628894"/>
                  </a:lnTo>
                  <a:lnTo>
                    <a:pt x="100333" y="2628035"/>
                  </a:lnTo>
                  <a:lnTo>
                    <a:pt x="111481" y="2627162"/>
                  </a:lnTo>
                  <a:lnTo>
                    <a:pt x="122629" y="2626281"/>
                  </a:lnTo>
                  <a:lnTo>
                    <a:pt x="133778" y="2625393"/>
                  </a:lnTo>
                  <a:lnTo>
                    <a:pt x="144926" y="2624500"/>
                  </a:lnTo>
                  <a:lnTo>
                    <a:pt x="156074" y="2623606"/>
                  </a:lnTo>
                  <a:lnTo>
                    <a:pt x="167222" y="2622713"/>
                  </a:lnTo>
                  <a:lnTo>
                    <a:pt x="178370" y="2621823"/>
                  </a:lnTo>
                  <a:lnTo>
                    <a:pt x="189518" y="2620939"/>
                  </a:lnTo>
                  <a:lnTo>
                    <a:pt x="200667" y="2620066"/>
                  </a:lnTo>
                  <a:lnTo>
                    <a:pt x="211815" y="2619203"/>
                  </a:lnTo>
                  <a:lnTo>
                    <a:pt x="222963" y="2618353"/>
                  </a:lnTo>
                  <a:lnTo>
                    <a:pt x="234111" y="2617519"/>
                  </a:lnTo>
                  <a:lnTo>
                    <a:pt x="245259" y="2616705"/>
                  </a:lnTo>
                  <a:lnTo>
                    <a:pt x="256407" y="2615908"/>
                  </a:lnTo>
                  <a:lnTo>
                    <a:pt x="267556" y="2615129"/>
                  </a:lnTo>
                  <a:lnTo>
                    <a:pt x="278704" y="2614373"/>
                  </a:lnTo>
                  <a:lnTo>
                    <a:pt x="289852" y="2613641"/>
                  </a:lnTo>
                  <a:lnTo>
                    <a:pt x="301000" y="2612928"/>
                  </a:lnTo>
                  <a:lnTo>
                    <a:pt x="312148" y="2612234"/>
                  </a:lnTo>
                  <a:lnTo>
                    <a:pt x="323296" y="2611563"/>
                  </a:lnTo>
                  <a:lnTo>
                    <a:pt x="334445" y="2610912"/>
                  </a:lnTo>
                  <a:lnTo>
                    <a:pt x="345593" y="2610277"/>
                  </a:lnTo>
                  <a:lnTo>
                    <a:pt x="356741" y="2609655"/>
                  </a:lnTo>
                  <a:lnTo>
                    <a:pt x="367889" y="2609047"/>
                  </a:lnTo>
                  <a:lnTo>
                    <a:pt x="379037" y="2608449"/>
                  </a:lnTo>
                  <a:lnTo>
                    <a:pt x="390185" y="2607854"/>
                  </a:lnTo>
                  <a:lnTo>
                    <a:pt x="401334" y="2607261"/>
                  </a:lnTo>
                  <a:lnTo>
                    <a:pt x="412482" y="2606665"/>
                  </a:lnTo>
                  <a:lnTo>
                    <a:pt x="423630" y="2606059"/>
                  </a:lnTo>
                  <a:lnTo>
                    <a:pt x="434778" y="2605439"/>
                  </a:lnTo>
                  <a:lnTo>
                    <a:pt x="445926" y="2604802"/>
                  </a:lnTo>
                  <a:lnTo>
                    <a:pt x="457075" y="2604136"/>
                  </a:lnTo>
                  <a:lnTo>
                    <a:pt x="468223" y="2603433"/>
                  </a:lnTo>
                  <a:lnTo>
                    <a:pt x="479371" y="2602694"/>
                  </a:lnTo>
                  <a:lnTo>
                    <a:pt x="490519" y="2601914"/>
                  </a:lnTo>
                  <a:lnTo>
                    <a:pt x="501667" y="2601074"/>
                  </a:lnTo>
                  <a:lnTo>
                    <a:pt x="512815" y="2600165"/>
                  </a:lnTo>
                  <a:lnTo>
                    <a:pt x="523964" y="2599193"/>
                  </a:lnTo>
                  <a:lnTo>
                    <a:pt x="535112" y="2598154"/>
                  </a:lnTo>
                  <a:lnTo>
                    <a:pt x="546260" y="2597018"/>
                  </a:lnTo>
                  <a:lnTo>
                    <a:pt x="557408" y="2595780"/>
                  </a:lnTo>
                  <a:lnTo>
                    <a:pt x="568556" y="2594451"/>
                  </a:lnTo>
                  <a:lnTo>
                    <a:pt x="579704" y="2593027"/>
                  </a:lnTo>
                  <a:lnTo>
                    <a:pt x="590853" y="2591470"/>
                  </a:lnTo>
                  <a:lnTo>
                    <a:pt x="602001" y="2589777"/>
                  </a:lnTo>
                  <a:lnTo>
                    <a:pt x="613149" y="2587966"/>
                  </a:lnTo>
                  <a:lnTo>
                    <a:pt x="624297" y="2586033"/>
                  </a:lnTo>
                  <a:lnTo>
                    <a:pt x="635445" y="2583931"/>
                  </a:lnTo>
                  <a:lnTo>
                    <a:pt x="646593" y="2581664"/>
                  </a:lnTo>
                  <a:lnTo>
                    <a:pt x="657742" y="2579254"/>
                  </a:lnTo>
                  <a:lnTo>
                    <a:pt x="668890" y="2576698"/>
                  </a:lnTo>
                  <a:lnTo>
                    <a:pt x="680038" y="2573941"/>
                  </a:lnTo>
                  <a:lnTo>
                    <a:pt x="691186" y="2570996"/>
                  </a:lnTo>
                  <a:lnTo>
                    <a:pt x="702334" y="2567887"/>
                  </a:lnTo>
                  <a:lnTo>
                    <a:pt x="713482" y="2564613"/>
                  </a:lnTo>
                  <a:lnTo>
                    <a:pt x="724631" y="2561114"/>
                  </a:lnTo>
                  <a:lnTo>
                    <a:pt x="735779" y="2557410"/>
                  </a:lnTo>
                  <a:lnTo>
                    <a:pt x="746927" y="2553528"/>
                  </a:lnTo>
                  <a:lnTo>
                    <a:pt x="758075" y="2549469"/>
                  </a:lnTo>
                  <a:lnTo>
                    <a:pt x="769223" y="2545169"/>
                  </a:lnTo>
                  <a:lnTo>
                    <a:pt x="780371" y="2540655"/>
                  </a:lnTo>
                  <a:lnTo>
                    <a:pt x="791520" y="2535960"/>
                  </a:lnTo>
                  <a:lnTo>
                    <a:pt x="802668" y="2531082"/>
                  </a:lnTo>
                  <a:lnTo>
                    <a:pt x="813816" y="2525961"/>
                  </a:lnTo>
                  <a:lnTo>
                    <a:pt x="824964" y="2520630"/>
                  </a:lnTo>
                  <a:lnTo>
                    <a:pt x="836112" y="2515121"/>
                  </a:lnTo>
                  <a:lnTo>
                    <a:pt x="847261" y="2509435"/>
                  </a:lnTo>
                  <a:lnTo>
                    <a:pt x="858409" y="2503516"/>
                  </a:lnTo>
                  <a:lnTo>
                    <a:pt x="869557" y="2497403"/>
                  </a:lnTo>
                  <a:lnTo>
                    <a:pt x="880705" y="2491126"/>
                  </a:lnTo>
                  <a:lnTo>
                    <a:pt x="891853" y="2484689"/>
                  </a:lnTo>
                  <a:lnTo>
                    <a:pt x="903001" y="2478044"/>
                  </a:lnTo>
                  <a:lnTo>
                    <a:pt x="914150" y="2471232"/>
                  </a:lnTo>
                  <a:lnTo>
                    <a:pt x="925298" y="2464281"/>
                  </a:lnTo>
                  <a:lnTo>
                    <a:pt x="936446" y="2457196"/>
                  </a:lnTo>
                  <a:lnTo>
                    <a:pt x="947594" y="2449939"/>
                  </a:lnTo>
                  <a:lnTo>
                    <a:pt x="958742" y="2442553"/>
                  </a:lnTo>
                  <a:lnTo>
                    <a:pt x="969890" y="2435061"/>
                  </a:lnTo>
                  <a:lnTo>
                    <a:pt x="981039" y="2427467"/>
                  </a:lnTo>
                  <a:lnTo>
                    <a:pt x="992187" y="2419749"/>
                  </a:lnTo>
                  <a:lnTo>
                    <a:pt x="1003335" y="2411943"/>
                  </a:lnTo>
                  <a:lnTo>
                    <a:pt x="1014483" y="2404065"/>
                  </a:lnTo>
                  <a:lnTo>
                    <a:pt x="1025631" y="2396122"/>
                  </a:lnTo>
                  <a:lnTo>
                    <a:pt x="1036779" y="2388102"/>
                  </a:lnTo>
                  <a:lnTo>
                    <a:pt x="1047928" y="2380031"/>
                  </a:lnTo>
                  <a:lnTo>
                    <a:pt x="1059076" y="2371922"/>
                  </a:lnTo>
                  <a:lnTo>
                    <a:pt x="1070224" y="2363778"/>
                  </a:lnTo>
                  <a:lnTo>
                    <a:pt x="1081372" y="2355596"/>
                  </a:lnTo>
                  <a:lnTo>
                    <a:pt x="1092520" y="2347392"/>
                  </a:lnTo>
                  <a:lnTo>
                    <a:pt x="1103668" y="2339170"/>
                  </a:lnTo>
                  <a:lnTo>
                    <a:pt x="1114817" y="2330933"/>
                  </a:lnTo>
                  <a:lnTo>
                    <a:pt x="1125965" y="2322677"/>
                  </a:lnTo>
                  <a:lnTo>
                    <a:pt x="1137113" y="2314407"/>
                  </a:lnTo>
                  <a:lnTo>
                    <a:pt x="1148261" y="2306124"/>
                  </a:lnTo>
                  <a:lnTo>
                    <a:pt x="1159409" y="2297826"/>
                  </a:lnTo>
                  <a:lnTo>
                    <a:pt x="1170557" y="2289500"/>
                  </a:lnTo>
                  <a:lnTo>
                    <a:pt x="1181706" y="2281145"/>
                  </a:lnTo>
                  <a:lnTo>
                    <a:pt x="1192854" y="2272758"/>
                  </a:lnTo>
                  <a:lnTo>
                    <a:pt x="1204002" y="2264333"/>
                  </a:lnTo>
                  <a:lnTo>
                    <a:pt x="1215150" y="2255837"/>
                  </a:lnTo>
                  <a:lnTo>
                    <a:pt x="1226298" y="2247271"/>
                  </a:lnTo>
                  <a:lnTo>
                    <a:pt x="1237447" y="2238630"/>
                  </a:lnTo>
                  <a:lnTo>
                    <a:pt x="1248595" y="2229905"/>
                  </a:lnTo>
                  <a:lnTo>
                    <a:pt x="1259743" y="2221032"/>
                  </a:lnTo>
                  <a:lnTo>
                    <a:pt x="1270891" y="2212026"/>
                  </a:lnTo>
                  <a:lnTo>
                    <a:pt x="1282039" y="2202882"/>
                  </a:lnTo>
                  <a:lnTo>
                    <a:pt x="1293187" y="2193589"/>
                  </a:lnTo>
                  <a:lnTo>
                    <a:pt x="1304336" y="2184045"/>
                  </a:lnTo>
                  <a:lnTo>
                    <a:pt x="1315484" y="2174290"/>
                  </a:lnTo>
                  <a:lnTo>
                    <a:pt x="1326632" y="2164322"/>
                  </a:lnTo>
                  <a:lnTo>
                    <a:pt x="1337780" y="2154127"/>
                  </a:lnTo>
                  <a:lnTo>
                    <a:pt x="1348928" y="2143568"/>
                  </a:lnTo>
                  <a:lnTo>
                    <a:pt x="1360076" y="2132716"/>
                  </a:lnTo>
                  <a:lnTo>
                    <a:pt x="1371225" y="2121574"/>
                  </a:lnTo>
                  <a:lnTo>
                    <a:pt x="1382373" y="2110129"/>
                  </a:lnTo>
                  <a:lnTo>
                    <a:pt x="1393521" y="2098210"/>
                  </a:lnTo>
                  <a:lnTo>
                    <a:pt x="1404669" y="2085928"/>
                  </a:lnTo>
                  <a:lnTo>
                    <a:pt x="1415817" y="2073290"/>
                  </a:lnTo>
                  <a:lnTo>
                    <a:pt x="1426965" y="2060285"/>
                  </a:lnTo>
                  <a:lnTo>
                    <a:pt x="1438114" y="2046719"/>
                  </a:lnTo>
                  <a:lnTo>
                    <a:pt x="1449262" y="2032743"/>
                  </a:lnTo>
                  <a:lnTo>
                    <a:pt x="1460410" y="2018365"/>
                  </a:lnTo>
                  <a:lnTo>
                    <a:pt x="1471558" y="2003581"/>
                  </a:lnTo>
                  <a:lnTo>
                    <a:pt x="1482706" y="1988186"/>
                  </a:lnTo>
                  <a:lnTo>
                    <a:pt x="1493854" y="1972364"/>
                  </a:lnTo>
                  <a:lnTo>
                    <a:pt x="1505003" y="1956125"/>
                  </a:lnTo>
                  <a:lnTo>
                    <a:pt x="1516151" y="1939471"/>
                  </a:lnTo>
                  <a:lnTo>
                    <a:pt x="1527299" y="1922204"/>
                  </a:lnTo>
                  <a:lnTo>
                    <a:pt x="1538447" y="1904525"/>
                  </a:lnTo>
                  <a:lnTo>
                    <a:pt x="1549595" y="1886446"/>
                  </a:lnTo>
                  <a:lnTo>
                    <a:pt x="1560743" y="1867974"/>
                  </a:lnTo>
                  <a:lnTo>
                    <a:pt x="1571892" y="1848935"/>
                  </a:lnTo>
                  <a:lnTo>
                    <a:pt x="1583040" y="1829529"/>
                  </a:lnTo>
                  <a:lnTo>
                    <a:pt x="1594188" y="1809771"/>
                  </a:lnTo>
                  <a:lnTo>
                    <a:pt x="1605336" y="1789669"/>
                  </a:lnTo>
                  <a:lnTo>
                    <a:pt x="1616484" y="1769084"/>
                  </a:lnTo>
                  <a:lnTo>
                    <a:pt x="1627633" y="1748202"/>
                  </a:lnTo>
                  <a:lnTo>
                    <a:pt x="1638781" y="1727033"/>
                  </a:lnTo>
                  <a:lnTo>
                    <a:pt x="1649929" y="1705590"/>
                  </a:lnTo>
                  <a:lnTo>
                    <a:pt x="1661077" y="1683776"/>
                  </a:lnTo>
                  <a:lnTo>
                    <a:pt x="1672225" y="1661741"/>
                  </a:lnTo>
                  <a:lnTo>
                    <a:pt x="1683373" y="1639498"/>
                  </a:lnTo>
                  <a:lnTo>
                    <a:pt x="1694522" y="1617055"/>
                  </a:lnTo>
                  <a:lnTo>
                    <a:pt x="1705670" y="1594360"/>
                  </a:lnTo>
                  <a:lnTo>
                    <a:pt x="1716818" y="1571520"/>
                  </a:lnTo>
                  <a:lnTo>
                    <a:pt x="1727966" y="1548545"/>
                  </a:lnTo>
                  <a:lnTo>
                    <a:pt x="1739114" y="1525444"/>
                  </a:lnTo>
                  <a:lnTo>
                    <a:pt x="1750262" y="1502195"/>
                  </a:lnTo>
                  <a:lnTo>
                    <a:pt x="1761411" y="1478865"/>
                  </a:lnTo>
                  <a:lnTo>
                    <a:pt x="1772559" y="1455461"/>
                  </a:lnTo>
                  <a:lnTo>
                    <a:pt x="1783707" y="1431992"/>
                  </a:lnTo>
                  <a:lnTo>
                    <a:pt x="1794855" y="1408453"/>
                  </a:lnTo>
                  <a:lnTo>
                    <a:pt x="1806003" y="1384878"/>
                  </a:lnTo>
                  <a:lnTo>
                    <a:pt x="1817151" y="1361273"/>
                  </a:lnTo>
                  <a:lnTo>
                    <a:pt x="1828300" y="1337644"/>
                  </a:lnTo>
                  <a:lnTo>
                    <a:pt x="1839448" y="1313992"/>
                  </a:lnTo>
                  <a:lnTo>
                    <a:pt x="1850596" y="1290331"/>
                  </a:lnTo>
                  <a:lnTo>
                    <a:pt x="1861744" y="1266665"/>
                  </a:lnTo>
                  <a:lnTo>
                    <a:pt x="1872892" y="1242996"/>
                  </a:lnTo>
                  <a:lnTo>
                    <a:pt x="1884040" y="1219329"/>
                  </a:lnTo>
                  <a:lnTo>
                    <a:pt x="1895189" y="1195665"/>
                  </a:lnTo>
                  <a:lnTo>
                    <a:pt x="1906337" y="1172007"/>
                  </a:lnTo>
                  <a:lnTo>
                    <a:pt x="1917485" y="1148357"/>
                  </a:lnTo>
                  <a:lnTo>
                    <a:pt x="1928633" y="1124721"/>
                  </a:lnTo>
                  <a:lnTo>
                    <a:pt x="1939781" y="1101097"/>
                  </a:lnTo>
                  <a:lnTo>
                    <a:pt x="1950929" y="1077488"/>
                  </a:lnTo>
                  <a:lnTo>
                    <a:pt x="1962078" y="1053898"/>
                  </a:lnTo>
                  <a:lnTo>
                    <a:pt x="1973226" y="1030341"/>
                  </a:lnTo>
                  <a:lnTo>
                    <a:pt x="1984374" y="1006813"/>
                  </a:lnTo>
                  <a:lnTo>
                    <a:pt x="1995522" y="983321"/>
                  </a:lnTo>
                  <a:lnTo>
                    <a:pt x="2006670" y="959873"/>
                  </a:lnTo>
                  <a:lnTo>
                    <a:pt x="2017818" y="936501"/>
                  </a:lnTo>
                  <a:lnTo>
                    <a:pt x="2028967" y="913198"/>
                  </a:lnTo>
                  <a:lnTo>
                    <a:pt x="2040115" y="889972"/>
                  </a:lnTo>
                  <a:lnTo>
                    <a:pt x="2051263" y="866844"/>
                  </a:lnTo>
                  <a:lnTo>
                    <a:pt x="2062411" y="843874"/>
                  </a:lnTo>
                  <a:lnTo>
                    <a:pt x="2073559" y="821040"/>
                  </a:lnTo>
                  <a:lnTo>
                    <a:pt x="2084708" y="798356"/>
                  </a:lnTo>
                  <a:lnTo>
                    <a:pt x="2095856" y="775856"/>
                  </a:lnTo>
                  <a:lnTo>
                    <a:pt x="2107004" y="753638"/>
                  </a:lnTo>
                  <a:lnTo>
                    <a:pt x="2118152" y="731653"/>
                  </a:lnTo>
                  <a:lnTo>
                    <a:pt x="2129300" y="709919"/>
                  </a:lnTo>
                  <a:lnTo>
                    <a:pt x="2140448" y="688490"/>
                  </a:lnTo>
                  <a:lnTo>
                    <a:pt x="2151597" y="667500"/>
                  </a:lnTo>
                  <a:lnTo>
                    <a:pt x="2162745" y="646861"/>
                  </a:lnTo>
                  <a:lnTo>
                    <a:pt x="2173893" y="626596"/>
                  </a:lnTo>
                  <a:lnTo>
                    <a:pt x="2185041" y="606774"/>
                  </a:lnTo>
                  <a:lnTo>
                    <a:pt x="2196189" y="587564"/>
                  </a:lnTo>
                  <a:lnTo>
                    <a:pt x="2207337" y="568830"/>
                  </a:lnTo>
                  <a:lnTo>
                    <a:pt x="2218486" y="550592"/>
                  </a:lnTo>
                  <a:lnTo>
                    <a:pt x="2229634" y="532941"/>
                  </a:lnTo>
                  <a:lnTo>
                    <a:pt x="2240782" y="516057"/>
                  </a:lnTo>
                  <a:lnTo>
                    <a:pt x="2251930" y="499758"/>
                  </a:lnTo>
                  <a:lnTo>
                    <a:pt x="2263078" y="484060"/>
                  </a:lnTo>
                  <a:lnTo>
                    <a:pt x="2274226" y="469064"/>
                  </a:lnTo>
                  <a:lnTo>
                    <a:pt x="2285375" y="454946"/>
                  </a:lnTo>
                  <a:lnTo>
                    <a:pt x="2296523" y="441485"/>
                  </a:lnTo>
                  <a:lnTo>
                    <a:pt x="2307671" y="428687"/>
                  </a:lnTo>
                  <a:lnTo>
                    <a:pt x="2318819" y="416655"/>
                  </a:lnTo>
                  <a:lnTo>
                    <a:pt x="2329967" y="405539"/>
                  </a:lnTo>
                  <a:lnTo>
                    <a:pt x="2341115" y="395093"/>
                  </a:lnTo>
                  <a:lnTo>
                    <a:pt x="2352264" y="385312"/>
                  </a:lnTo>
                  <a:lnTo>
                    <a:pt x="2363412" y="376290"/>
                  </a:lnTo>
                  <a:lnTo>
                    <a:pt x="2374560" y="368131"/>
                  </a:lnTo>
                  <a:lnTo>
                    <a:pt x="2385708" y="360587"/>
                  </a:lnTo>
                  <a:lnTo>
                    <a:pt x="2396856" y="353642"/>
                  </a:lnTo>
                  <a:lnTo>
                    <a:pt x="2408004" y="347367"/>
                  </a:lnTo>
                  <a:lnTo>
                    <a:pt x="2419153" y="341809"/>
                  </a:lnTo>
                  <a:lnTo>
                    <a:pt x="2430301" y="336745"/>
                  </a:lnTo>
                  <a:lnTo>
                    <a:pt x="2441449" y="332147"/>
                  </a:lnTo>
                  <a:lnTo>
                    <a:pt x="2452597" y="328052"/>
                  </a:lnTo>
                  <a:lnTo>
                    <a:pt x="2463745" y="324451"/>
                  </a:lnTo>
                  <a:lnTo>
                    <a:pt x="2474894" y="321167"/>
                  </a:lnTo>
                  <a:lnTo>
                    <a:pt x="2486042" y="318166"/>
                  </a:lnTo>
                  <a:lnTo>
                    <a:pt x="2497190" y="315444"/>
                  </a:lnTo>
                  <a:lnTo>
                    <a:pt x="2508338" y="312945"/>
                  </a:lnTo>
                  <a:lnTo>
                    <a:pt x="2519486" y="310554"/>
                  </a:lnTo>
                  <a:lnTo>
                    <a:pt x="2530634" y="308237"/>
                  </a:lnTo>
                  <a:lnTo>
                    <a:pt x="2541783" y="305949"/>
                  </a:lnTo>
                  <a:lnTo>
                    <a:pt x="2552931" y="303603"/>
                  </a:lnTo>
                  <a:lnTo>
                    <a:pt x="2564079" y="301157"/>
                  </a:lnTo>
                  <a:lnTo>
                    <a:pt x="2575227" y="298581"/>
                  </a:lnTo>
                  <a:lnTo>
                    <a:pt x="2586375" y="295795"/>
                  </a:lnTo>
                  <a:lnTo>
                    <a:pt x="2597523" y="292705"/>
                  </a:lnTo>
                  <a:lnTo>
                    <a:pt x="2608672" y="289340"/>
                  </a:lnTo>
                  <a:lnTo>
                    <a:pt x="2619820" y="285677"/>
                  </a:lnTo>
                  <a:lnTo>
                    <a:pt x="2630968" y="281614"/>
                  </a:lnTo>
                  <a:lnTo>
                    <a:pt x="2642116" y="277075"/>
                  </a:lnTo>
                  <a:lnTo>
                    <a:pt x="2653264" y="272145"/>
                  </a:lnTo>
                  <a:lnTo>
                    <a:pt x="2664412" y="266812"/>
                  </a:lnTo>
                  <a:lnTo>
                    <a:pt x="2675561" y="260973"/>
                  </a:lnTo>
                  <a:lnTo>
                    <a:pt x="2686709" y="254585"/>
                  </a:lnTo>
                  <a:lnTo>
                    <a:pt x="2697857" y="247768"/>
                  </a:lnTo>
                  <a:lnTo>
                    <a:pt x="2709005" y="240527"/>
                  </a:lnTo>
                  <a:lnTo>
                    <a:pt x="2720153" y="232773"/>
                  </a:lnTo>
                  <a:lnTo>
                    <a:pt x="2731301" y="224508"/>
                  </a:lnTo>
                  <a:lnTo>
                    <a:pt x="2742450" y="215865"/>
                  </a:lnTo>
                  <a:lnTo>
                    <a:pt x="2753598" y="206859"/>
                  </a:lnTo>
                  <a:lnTo>
                    <a:pt x="2764746" y="197441"/>
                  </a:lnTo>
                  <a:lnTo>
                    <a:pt x="2775894" y="187654"/>
                  </a:lnTo>
                  <a:lnTo>
                    <a:pt x="2787042" y="177619"/>
                  </a:lnTo>
                  <a:lnTo>
                    <a:pt x="2798190" y="167362"/>
                  </a:lnTo>
                  <a:lnTo>
                    <a:pt x="2809339" y="156884"/>
                  </a:lnTo>
                  <a:lnTo>
                    <a:pt x="2820487" y="146265"/>
                  </a:lnTo>
                  <a:lnTo>
                    <a:pt x="2831635" y="135587"/>
                  </a:lnTo>
                  <a:lnTo>
                    <a:pt x="2842783" y="124885"/>
                  </a:lnTo>
                  <a:lnTo>
                    <a:pt x="2853931" y="114223"/>
                  </a:lnTo>
                  <a:lnTo>
                    <a:pt x="2865080" y="103695"/>
                  </a:lnTo>
                  <a:lnTo>
                    <a:pt x="2876228" y="93333"/>
                  </a:lnTo>
                  <a:lnTo>
                    <a:pt x="2887376" y="83175"/>
                  </a:lnTo>
                  <a:lnTo>
                    <a:pt x="2898524" y="73348"/>
                  </a:lnTo>
                  <a:lnTo>
                    <a:pt x="2909672" y="63943"/>
                  </a:lnTo>
                  <a:lnTo>
                    <a:pt x="2920820" y="54931"/>
                  </a:lnTo>
                  <a:lnTo>
                    <a:pt x="2931969" y="46350"/>
                  </a:lnTo>
                  <a:lnTo>
                    <a:pt x="2943117" y="38385"/>
                  </a:lnTo>
                  <a:lnTo>
                    <a:pt x="2954265" y="31102"/>
                  </a:lnTo>
                  <a:lnTo>
                    <a:pt x="2965413" y="24416"/>
                  </a:lnTo>
                  <a:lnTo>
                    <a:pt x="2976561" y="18358"/>
                  </a:lnTo>
                  <a:lnTo>
                    <a:pt x="2987709" y="13159"/>
                  </a:lnTo>
                  <a:lnTo>
                    <a:pt x="2998858" y="8844"/>
                  </a:lnTo>
                  <a:lnTo>
                    <a:pt x="3010006" y="5283"/>
                  </a:lnTo>
                  <a:lnTo>
                    <a:pt x="3021154" y="2496"/>
                  </a:lnTo>
                  <a:lnTo>
                    <a:pt x="3032302" y="742"/>
                  </a:lnTo>
                  <a:lnTo>
                    <a:pt x="3043450" y="0"/>
                  </a:lnTo>
                  <a:lnTo>
                    <a:pt x="3054598" y="105"/>
                  </a:lnTo>
                  <a:lnTo>
                    <a:pt x="3065747" y="1067"/>
                  </a:lnTo>
                  <a:lnTo>
                    <a:pt x="3076895" y="3155"/>
                  </a:lnTo>
                  <a:lnTo>
                    <a:pt x="3088043" y="6301"/>
                  </a:lnTo>
                  <a:lnTo>
                    <a:pt x="3099191" y="10323"/>
                  </a:lnTo>
                  <a:lnTo>
                    <a:pt x="3110339" y="15220"/>
                  </a:lnTo>
                  <a:lnTo>
                    <a:pt x="3121487" y="21254"/>
                  </a:lnTo>
                  <a:lnTo>
                    <a:pt x="3132636" y="28317"/>
                  </a:lnTo>
                  <a:lnTo>
                    <a:pt x="3143784" y="36226"/>
                  </a:lnTo>
                  <a:lnTo>
                    <a:pt x="3154932" y="44972"/>
                  </a:lnTo>
                  <a:lnTo>
                    <a:pt x="3166080" y="54795"/>
                  </a:lnTo>
                  <a:lnTo>
                    <a:pt x="3177228" y="65560"/>
                  </a:lnTo>
                  <a:lnTo>
                    <a:pt x="3188376" y="77096"/>
                  </a:lnTo>
                  <a:lnTo>
                    <a:pt x="3199525" y="89389"/>
                  </a:lnTo>
                  <a:lnTo>
                    <a:pt x="3210673" y="102646"/>
                  </a:lnTo>
                  <a:lnTo>
                    <a:pt x="3221821" y="116723"/>
                  </a:lnTo>
                  <a:lnTo>
                    <a:pt x="3232969" y="131468"/>
                  </a:lnTo>
                  <a:lnTo>
                    <a:pt x="3244117" y="146865"/>
                  </a:lnTo>
                  <a:lnTo>
                    <a:pt x="3255266" y="163087"/>
                  </a:lnTo>
                  <a:lnTo>
                    <a:pt x="3266414" y="179989"/>
                  </a:lnTo>
                  <a:lnTo>
                    <a:pt x="3277562" y="197448"/>
                  </a:lnTo>
                  <a:lnTo>
                    <a:pt x="3288710" y="215443"/>
                  </a:lnTo>
                  <a:lnTo>
                    <a:pt x="3299858" y="234118"/>
                  </a:lnTo>
                  <a:lnTo>
                    <a:pt x="3311006" y="253337"/>
                  </a:lnTo>
                  <a:lnTo>
                    <a:pt x="3322155" y="273001"/>
                  </a:lnTo>
                  <a:lnTo>
                    <a:pt x="3333303" y="293094"/>
                  </a:lnTo>
                  <a:lnTo>
                    <a:pt x="3344451" y="313725"/>
                  </a:lnTo>
                  <a:lnTo>
                    <a:pt x="3355599" y="334777"/>
                  </a:lnTo>
                  <a:lnTo>
                    <a:pt x="3366747" y="356174"/>
                  </a:lnTo>
                  <a:lnTo>
                    <a:pt x="3377895" y="377900"/>
                  </a:lnTo>
                  <a:lnTo>
                    <a:pt x="3389044" y="400038"/>
                  </a:lnTo>
                  <a:lnTo>
                    <a:pt x="3400192" y="422489"/>
                  </a:lnTo>
                  <a:lnTo>
                    <a:pt x="3411340" y="445194"/>
                  </a:lnTo>
                  <a:lnTo>
                    <a:pt x="3422488" y="468140"/>
                  </a:lnTo>
                  <a:lnTo>
                    <a:pt x="3433636" y="491382"/>
                  </a:lnTo>
                  <a:lnTo>
                    <a:pt x="3444784" y="514838"/>
                  </a:lnTo>
                  <a:lnTo>
                    <a:pt x="3455933" y="538465"/>
                  </a:lnTo>
                  <a:lnTo>
                    <a:pt x="3467081" y="562248"/>
                  </a:lnTo>
                  <a:lnTo>
                    <a:pt x="3478229" y="586215"/>
                  </a:lnTo>
                  <a:lnTo>
                    <a:pt x="3489377" y="610299"/>
                  </a:lnTo>
                  <a:lnTo>
                    <a:pt x="3500525" y="634469"/>
                  </a:lnTo>
                  <a:lnTo>
                    <a:pt x="3511673" y="658711"/>
                  </a:lnTo>
                  <a:lnTo>
                    <a:pt x="3522822" y="683015"/>
                  </a:lnTo>
                  <a:lnTo>
                    <a:pt x="3533970" y="707335"/>
                  </a:lnTo>
                  <a:lnTo>
                    <a:pt x="3545118" y="731649"/>
                  </a:lnTo>
                  <a:lnTo>
                    <a:pt x="3556266" y="755941"/>
                  </a:lnTo>
                  <a:lnTo>
                    <a:pt x="3567414" y="780162"/>
                  </a:lnTo>
                  <a:lnTo>
                    <a:pt x="3578562" y="804288"/>
                  </a:lnTo>
                  <a:lnTo>
                    <a:pt x="3589711" y="828306"/>
                  </a:lnTo>
                  <a:lnTo>
                    <a:pt x="3600859" y="852201"/>
                  </a:lnTo>
                  <a:lnTo>
                    <a:pt x="3612007" y="875875"/>
                  </a:lnTo>
                  <a:lnTo>
                    <a:pt x="3623155" y="899338"/>
                  </a:lnTo>
                  <a:lnTo>
                    <a:pt x="3634303" y="922587"/>
                  </a:lnTo>
                  <a:lnTo>
                    <a:pt x="3645452" y="945604"/>
                  </a:lnTo>
                  <a:lnTo>
                    <a:pt x="3656600" y="968249"/>
                  </a:lnTo>
                  <a:lnTo>
                    <a:pt x="3667748" y="990569"/>
                  </a:lnTo>
                  <a:lnTo>
                    <a:pt x="3678896" y="1012572"/>
                  </a:lnTo>
                  <a:lnTo>
                    <a:pt x="3690044" y="1034242"/>
                  </a:lnTo>
                  <a:lnTo>
                    <a:pt x="3701192" y="1055399"/>
                  </a:lnTo>
                  <a:lnTo>
                    <a:pt x="3712341" y="1076136"/>
                  </a:lnTo>
                  <a:lnTo>
                    <a:pt x="3723489" y="1096471"/>
                  </a:lnTo>
                  <a:lnTo>
                    <a:pt x="3734637" y="1116391"/>
                  </a:lnTo>
                  <a:lnTo>
                    <a:pt x="3745785" y="1135691"/>
                  </a:lnTo>
                  <a:lnTo>
                    <a:pt x="3756933" y="1154510"/>
                  </a:lnTo>
                  <a:lnTo>
                    <a:pt x="3768081" y="1172873"/>
                  </a:lnTo>
                  <a:lnTo>
                    <a:pt x="3779230" y="1190775"/>
                  </a:lnTo>
                  <a:lnTo>
                    <a:pt x="3790378" y="1208004"/>
                  </a:lnTo>
                  <a:lnTo>
                    <a:pt x="3801526" y="1224737"/>
                  </a:lnTo>
                  <a:lnTo>
                    <a:pt x="3812674" y="1241004"/>
                  </a:lnTo>
                  <a:lnTo>
                    <a:pt x="3823822" y="1256810"/>
                  </a:lnTo>
                  <a:lnTo>
                    <a:pt x="3834970" y="1271959"/>
                  </a:lnTo>
                  <a:lnTo>
                    <a:pt x="3846119" y="1286649"/>
                  </a:lnTo>
                  <a:lnTo>
                    <a:pt x="3857267" y="1300914"/>
                  </a:lnTo>
                  <a:lnTo>
                    <a:pt x="3868415" y="1314766"/>
                  </a:lnTo>
                  <a:lnTo>
                    <a:pt x="3879563" y="1328051"/>
                  </a:lnTo>
                  <a:lnTo>
                    <a:pt x="3890711" y="1340964"/>
                  </a:lnTo>
                  <a:lnTo>
                    <a:pt x="3901859" y="1353540"/>
                  </a:lnTo>
                  <a:lnTo>
                    <a:pt x="3913008" y="1365796"/>
                  </a:lnTo>
                  <a:lnTo>
                    <a:pt x="3924156" y="1377640"/>
                  </a:lnTo>
                  <a:lnTo>
                    <a:pt x="3935304" y="1389238"/>
                  </a:lnTo>
                  <a:lnTo>
                    <a:pt x="3946452" y="1400623"/>
                  </a:lnTo>
                  <a:lnTo>
                    <a:pt x="3957600" y="1411817"/>
                  </a:lnTo>
                  <a:lnTo>
                    <a:pt x="3968748" y="1422798"/>
                  </a:lnTo>
                  <a:lnTo>
                    <a:pt x="3979897" y="1433681"/>
                  </a:lnTo>
                  <a:lnTo>
                    <a:pt x="3991045" y="1444493"/>
                  </a:lnTo>
                  <a:lnTo>
                    <a:pt x="4002193" y="1455260"/>
                  </a:lnTo>
                  <a:lnTo>
                    <a:pt x="4013341" y="1466030"/>
                  </a:lnTo>
                  <a:lnTo>
                    <a:pt x="4024489" y="1476850"/>
                  </a:lnTo>
                  <a:lnTo>
                    <a:pt x="4035637" y="1487743"/>
                  </a:lnTo>
                  <a:lnTo>
                    <a:pt x="4046786" y="1498731"/>
                  </a:lnTo>
                  <a:lnTo>
                    <a:pt x="4057934" y="1509926"/>
                  </a:lnTo>
                  <a:lnTo>
                    <a:pt x="4069082" y="1521301"/>
                  </a:lnTo>
                  <a:lnTo>
                    <a:pt x="4080230" y="1532871"/>
                  </a:lnTo>
                  <a:lnTo>
                    <a:pt x="4091378" y="1544655"/>
                  </a:lnTo>
                  <a:lnTo>
                    <a:pt x="4102527" y="1556808"/>
                  </a:lnTo>
                  <a:lnTo>
                    <a:pt x="4113675" y="1569234"/>
                  </a:lnTo>
                  <a:lnTo>
                    <a:pt x="4124823" y="1581943"/>
                  </a:lnTo>
                  <a:lnTo>
                    <a:pt x="4135971" y="1594950"/>
                  </a:lnTo>
                  <a:lnTo>
                    <a:pt x="4147119" y="1608422"/>
                  </a:lnTo>
                  <a:lnTo>
                    <a:pt x="4158267" y="1622217"/>
                  </a:lnTo>
                  <a:lnTo>
                    <a:pt x="4169416" y="1636337"/>
                  </a:lnTo>
                  <a:lnTo>
                    <a:pt x="4180564" y="1650792"/>
                  </a:lnTo>
                  <a:lnTo>
                    <a:pt x="4191712" y="1665737"/>
                  </a:lnTo>
                  <a:lnTo>
                    <a:pt x="4202860" y="1681007"/>
                  </a:lnTo>
                  <a:lnTo>
                    <a:pt x="4214008" y="1696597"/>
                  </a:lnTo>
                  <a:lnTo>
                    <a:pt x="4225156" y="1712510"/>
                  </a:lnTo>
                  <a:lnTo>
                    <a:pt x="4236305" y="1728867"/>
                  </a:lnTo>
                  <a:lnTo>
                    <a:pt x="4247453" y="1745506"/>
                  </a:lnTo>
                  <a:lnTo>
                    <a:pt x="4258601" y="1762416"/>
                  </a:lnTo>
                  <a:lnTo>
                    <a:pt x="4269749" y="1779593"/>
                  </a:lnTo>
                  <a:lnTo>
                    <a:pt x="4280897" y="1797111"/>
                  </a:lnTo>
                  <a:lnTo>
                    <a:pt x="4292045" y="1814830"/>
                  </a:lnTo>
                  <a:lnTo>
                    <a:pt x="4303194" y="1832737"/>
                  </a:lnTo>
                  <a:lnTo>
                    <a:pt x="4314342" y="1850820"/>
                  </a:lnTo>
                  <a:lnTo>
                    <a:pt x="4325490" y="1869099"/>
                  </a:lnTo>
                  <a:lnTo>
                    <a:pt x="4336638" y="1887477"/>
                  </a:lnTo>
                  <a:lnTo>
                    <a:pt x="4347786" y="1905935"/>
                  </a:lnTo>
                  <a:lnTo>
                    <a:pt x="4358934" y="1924457"/>
                  </a:lnTo>
                  <a:lnTo>
                    <a:pt x="4370083" y="1943010"/>
                  </a:lnTo>
                  <a:lnTo>
                    <a:pt x="4381231" y="1961548"/>
                  </a:lnTo>
                  <a:lnTo>
                    <a:pt x="4392379" y="1980052"/>
                  </a:lnTo>
                  <a:lnTo>
                    <a:pt x="4403527" y="1998497"/>
                  </a:lnTo>
                  <a:lnTo>
                    <a:pt x="4414675" y="2016809"/>
                  </a:lnTo>
                  <a:lnTo>
                    <a:pt x="4425823" y="2034994"/>
                  </a:lnTo>
                  <a:lnTo>
                    <a:pt x="4436972" y="2053035"/>
                  </a:lnTo>
                  <a:lnTo>
                    <a:pt x="4448120" y="2070899"/>
                  </a:lnTo>
                  <a:lnTo>
                    <a:pt x="4459268" y="2088481"/>
                  </a:lnTo>
                  <a:lnTo>
                    <a:pt x="4470416" y="2105836"/>
                  </a:lnTo>
                  <a:lnTo>
                    <a:pt x="4481564" y="2122950"/>
                  </a:lnTo>
                  <a:lnTo>
                    <a:pt x="4492713" y="2139785"/>
                  </a:lnTo>
                  <a:lnTo>
                    <a:pt x="4503861" y="2156215"/>
                  </a:lnTo>
                  <a:lnTo>
                    <a:pt x="4515009" y="2172337"/>
                  </a:lnTo>
                  <a:lnTo>
                    <a:pt x="4526157" y="2188141"/>
                  </a:lnTo>
                  <a:lnTo>
                    <a:pt x="4537305" y="2203583"/>
                  </a:lnTo>
                  <a:lnTo>
                    <a:pt x="4548453" y="2218530"/>
                  </a:lnTo>
                  <a:lnTo>
                    <a:pt x="4559602" y="2233111"/>
                  </a:lnTo>
                  <a:lnTo>
                    <a:pt x="4570750" y="2247320"/>
                  </a:lnTo>
                  <a:lnTo>
                    <a:pt x="4581898" y="2261108"/>
                  </a:lnTo>
                  <a:lnTo>
                    <a:pt x="4593046" y="2274345"/>
                  </a:lnTo>
                  <a:lnTo>
                    <a:pt x="4604194" y="2287180"/>
                  </a:lnTo>
                  <a:lnTo>
                    <a:pt x="4615342" y="2299610"/>
                  </a:lnTo>
                  <a:lnTo>
                    <a:pt x="4626491" y="2311586"/>
                  </a:lnTo>
                  <a:lnTo>
                    <a:pt x="4637639" y="2322985"/>
                  </a:lnTo>
                  <a:lnTo>
                    <a:pt x="4648787" y="2333968"/>
                  </a:lnTo>
                  <a:lnTo>
                    <a:pt x="4659935" y="2344535"/>
                  </a:lnTo>
                  <a:lnTo>
                    <a:pt x="4671083" y="2354637"/>
                  </a:lnTo>
                  <a:lnTo>
                    <a:pt x="4682231" y="2364165"/>
                  </a:lnTo>
                  <a:lnTo>
                    <a:pt x="4693380" y="2373281"/>
                  </a:lnTo>
                  <a:lnTo>
                    <a:pt x="4704528" y="2381990"/>
                  </a:lnTo>
                  <a:lnTo>
                    <a:pt x="4715676" y="2390243"/>
                  </a:lnTo>
                  <a:lnTo>
                    <a:pt x="4726824" y="2397949"/>
                  </a:lnTo>
                  <a:lnTo>
                    <a:pt x="4737972" y="2405267"/>
                  </a:lnTo>
                  <a:lnTo>
                    <a:pt x="4749120" y="2412202"/>
                  </a:lnTo>
                  <a:lnTo>
                    <a:pt x="4760269" y="2418709"/>
                  </a:lnTo>
                  <a:lnTo>
                    <a:pt x="4771417" y="2424719"/>
                  </a:lnTo>
                  <a:lnTo>
                    <a:pt x="4782565" y="2430378"/>
                  </a:lnTo>
                  <a:lnTo>
                    <a:pt x="4793713" y="2435694"/>
                  </a:lnTo>
                  <a:lnTo>
                    <a:pt x="4804861" y="2440629"/>
                  </a:lnTo>
                  <a:lnTo>
                    <a:pt x="4816009" y="2445134"/>
                  </a:lnTo>
                  <a:lnTo>
                    <a:pt x="4827158" y="2449339"/>
                  </a:lnTo>
                  <a:lnTo>
                    <a:pt x="4838306" y="2453254"/>
                  </a:lnTo>
                  <a:lnTo>
                    <a:pt x="4849454" y="2456849"/>
                  </a:lnTo>
                  <a:lnTo>
                    <a:pt x="4860602" y="2460098"/>
                  </a:lnTo>
                  <a:lnTo>
                    <a:pt x="4871750" y="2463109"/>
                  </a:lnTo>
                  <a:lnTo>
                    <a:pt x="4882899" y="2465892"/>
                  </a:lnTo>
                  <a:lnTo>
                    <a:pt x="4894047" y="2468430"/>
                  </a:lnTo>
                  <a:lnTo>
                    <a:pt x="4905195" y="2470713"/>
                  </a:lnTo>
                  <a:lnTo>
                    <a:pt x="4916343" y="2472828"/>
                  </a:lnTo>
                  <a:lnTo>
                    <a:pt x="4927491" y="2474785"/>
                  </a:lnTo>
                  <a:lnTo>
                    <a:pt x="4938639" y="2476576"/>
                  </a:lnTo>
                  <a:lnTo>
                    <a:pt x="4949788" y="2478211"/>
                  </a:lnTo>
                  <a:lnTo>
                    <a:pt x="4960936" y="2479747"/>
                  </a:lnTo>
                  <a:lnTo>
                    <a:pt x="4972084" y="2481196"/>
                  </a:lnTo>
                  <a:lnTo>
                    <a:pt x="4983232" y="2482561"/>
                  </a:lnTo>
                  <a:lnTo>
                    <a:pt x="4994380" y="2483860"/>
                  </a:lnTo>
                  <a:lnTo>
                    <a:pt x="5005528" y="2485128"/>
                  </a:lnTo>
                  <a:lnTo>
                    <a:pt x="5016677" y="2486374"/>
                  </a:lnTo>
                  <a:lnTo>
                    <a:pt x="5027825" y="2487611"/>
                  </a:lnTo>
                  <a:lnTo>
                    <a:pt x="5038973" y="2488861"/>
                  </a:lnTo>
                  <a:lnTo>
                    <a:pt x="5050121" y="2490136"/>
                  </a:lnTo>
                  <a:lnTo>
                    <a:pt x="5061269" y="2491443"/>
                  </a:lnTo>
                  <a:lnTo>
                    <a:pt x="5072417" y="2492800"/>
                  </a:lnTo>
                  <a:lnTo>
                    <a:pt x="5083566" y="2494230"/>
                  </a:lnTo>
                  <a:lnTo>
                    <a:pt x="5094714" y="2495725"/>
                  </a:lnTo>
                  <a:lnTo>
                    <a:pt x="5105862" y="2497288"/>
                  </a:lnTo>
                  <a:lnTo>
                    <a:pt x="5117010" y="2498942"/>
                  </a:lnTo>
                  <a:lnTo>
                    <a:pt x="5128158" y="2500703"/>
                  </a:lnTo>
                  <a:lnTo>
                    <a:pt x="5139306" y="2502549"/>
                  </a:lnTo>
                  <a:lnTo>
                    <a:pt x="5150455" y="2504482"/>
                  </a:lnTo>
                  <a:lnTo>
                    <a:pt x="5161603" y="2506521"/>
                  </a:lnTo>
                  <a:lnTo>
                    <a:pt x="5172751" y="2508675"/>
                  </a:lnTo>
                  <a:lnTo>
                    <a:pt x="5183899" y="2510914"/>
                  </a:lnTo>
                  <a:lnTo>
                    <a:pt x="5195047" y="2513238"/>
                  </a:lnTo>
                  <a:lnTo>
                    <a:pt x="5206195" y="2515662"/>
                  </a:lnTo>
                  <a:lnTo>
                    <a:pt x="5217344" y="2518183"/>
                  </a:lnTo>
                  <a:lnTo>
                    <a:pt x="5228492" y="2520774"/>
                  </a:lnTo>
                  <a:lnTo>
                    <a:pt x="5239640" y="2523430"/>
                  </a:lnTo>
                  <a:lnTo>
                    <a:pt x="5250788" y="2526159"/>
                  </a:lnTo>
                  <a:lnTo>
                    <a:pt x="5261936" y="2528951"/>
                  </a:lnTo>
                  <a:lnTo>
                    <a:pt x="5273085" y="2531782"/>
                  </a:lnTo>
                  <a:lnTo>
                    <a:pt x="5284233" y="2534649"/>
                  </a:lnTo>
                  <a:lnTo>
                    <a:pt x="5295381" y="2537548"/>
                  </a:lnTo>
                  <a:lnTo>
                    <a:pt x="5306529" y="2540466"/>
                  </a:lnTo>
                  <a:lnTo>
                    <a:pt x="5317677" y="2543388"/>
                  </a:lnTo>
                  <a:lnTo>
                    <a:pt x="5328825" y="2546309"/>
                  </a:lnTo>
                  <a:lnTo>
                    <a:pt x="5339974" y="2549218"/>
                  </a:lnTo>
                  <a:lnTo>
                    <a:pt x="5351122" y="2552099"/>
                  </a:lnTo>
                  <a:lnTo>
                    <a:pt x="5362270" y="2554951"/>
                  </a:lnTo>
                  <a:lnTo>
                    <a:pt x="5373418" y="2557767"/>
                  </a:lnTo>
                  <a:lnTo>
                    <a:pt x="5384566" y="2560530"/>
                  </a:lnTo>
                  <a:lnTo>
                    <a:pt x="5395714" y="2563227"/>
                  </a:lnTo>
                  <a:lnTo>
                    <a:pt x="5406863" y="2565866"/>
                  </a:lnTo>
                  <a:lnTo>
                    <a:pt x="5418011" y="2568444"/>
                  </a:lnTo>
                  <a:lnTo>
                    <a:pt x="5429159" y="2570936"/>
                  </a:lnTo>
                  <a:lnTo>
                    <a:pt x="5440307" y="2573339"/>
                  </a:lnTo>
                  <a:lnTo>
                    <a:pt x="5451455" y="2575665"/>
                  </a:lnTo>
                  <a:lnTo>
                    <a:pt x="5462603" y="2577915"/>
                  </a:lnTo>
                  <a:lnTo>
                    <a:pt x="5473752" y="2580062"/>
                  </a:lnTo>
                  <a:lnTo>
                    <a:pt x="5484900" y="2582110"/>
                  </a:lnTo>
                  <a:lnTo>
                    <a:pt x="5496048" y="2584077"/>
                  </a:lnTo>
                  <a:lnTo>
                    <a:pt x="5507196" y="2585964"/>
                  </a:lnTo>
                  <a:lnTo>
                    <a:pt x="5518344" y="2587748"/>
                  </a:lnTo>
                  <a:lnTo>
                    <a:pt x="5529492" y="2589437"/>
                  </a:lnTo>
                  <a:lnTo>
                    <a:pt x="5540641" y="2591052"/>
                  </a:lnTo>
                  <a:lnTo>
                    <a:pt x="5551789" y="2592594"/>
                  </a:lnTo>
                  <a:lnTo>
                    <a:pt x="5562937" y="2594045"/>
                  </a:lnTo>
                  <a:lnTo>
                    <a:pt x="5574085" y="2595419"/>
                  </a:lnTo>
                  <a:lnTo>
                    <a:pt x="5585233" y="2596732"/>
                  </a:lnTo>
                  <a:lnTo>
                    <a:pt x="5596381" y="2597988"/>
                  </a:lnTo>
                  <a:lnTo>
                    <a:pt x="5607530" y="2599175"/>
                  </a:lnTo>
                  <a:lnTo>
                    <a:pt x="5618678" y="2600307"/>
                  </a:lnTo>
                  <a:lnTo>
                    <a:pt x="5629826" y="2601397"/>
                  </a:lnTo>
                  <a:lnTo>
                    <a:pt x="5640974" y="2602449"/>
                  </a:lnTo>
                  <a:lnTo>
                    <a:pt x="5652122" y="2603458"/>
                  </a:lnTo>
                  <a:lnTo>
                    <a:pt x="5663270" y="2604434"/>
                  </a:lnTo>
                  <a:lnTo>
                    <a:pt x="5674419" y="2605388"/>
                  </a:lnTo>
                  <a:lnTo>
                    <a:pt x="5685567" y="2606321"/>
                  </a:lnTo>
                  <a:lnTo>
                    <a:pt x="5696715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274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847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84151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17911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51671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854312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679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851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3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0.93   |   BMI &lt; 25: N = 337, median = 1.13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2026-07-06T16:07:35Z</dcterms:modified>
  <cp:category/>
</cp:coreProperties>
</file>