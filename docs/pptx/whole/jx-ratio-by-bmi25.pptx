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2164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55402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89162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22922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8522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22282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56042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289802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71846"/>
                  </a:moveTo>
                  <a:lnTo>
                    <a:pt x="13384" y="2665801"/>
                  </a:lnTo>
                  <a:lnTo>
                    <a:pt x="26769" y="2659494"/>
                  </a:lnTo>
                  <a:lnTo>
                    <a:pt x="40154" y="2652928"/>
                  </a:lnTo>
                  <a:lnTo>
                    <a:pt x="53539" y="2646135"/>
                  </a:lnTo>
                  <a:lnTo>
                    <a:pt x="66924" y="2639113"/>
                  </a:lnTo>
                  <a:lnTo>
                    <a:pt x="80308" y="2631862"/>
                  </a:lnTo>
                  <a:lnTo>
                    <a:pt x="93693" y="2624308"/>
                  </a:lnTo>
                  <a:lnTo>
                    <a:pt x="107078" y="2616512"/>
                  </a:lnTo>
                  <a:lnTo>
                    <a:pt x="120463" y="2608491"/>
                  </a:lnTo>
                  <a:lnTo>
                    <a:pt x="133848" y="2600247"/>
                  </a:lnTo>
                  <a:lnTo>
                    <a:pt x="147233" y="2591775"/>
                  </a:lnTo>
                  <a:lnTo>
                    <a:pt x="160617" y="2583031"/>
                  </a:lnTo>
                  <a:lnTo>
                    <a:pt x="174002" y="2574094"/>
                  </a:lnTo>
                  <a:lnTo>
                    <a:pt x="187387" y="2564976"/>
                  </a:lnTo>
                  <a:lnTo>
                    <a:pt x="200772" y="2555687"/>
                  </a:lnTo>
                  <a:lnTo>
                    <a:pt x="214157" y="2546221"/>
                  </a:lnTo>
                  <a:lnTo>
                    <a:pt x="227542" y="2536601"/>
                  </a:lnTo>
                  <a:lnTo>
                    <a:pt x="240926" y="2526877"/>
                  </a:lnTo>
                  <a:lnTo>
                    <a:pt x="254311" y="2517069"/>
                  </a:lnTo>
                  <a:lnTo>
                    <a:pt x="267696" y="2507196"/>
                  </a:lnTo>
                  <a:lnTo>
                    <a:pt x="281081" y="2497280"/>
                  </a:lnTo>
                  <a:lnTo>
                    <a:pt x="294466" y="2487366"/>
                  </a:lnTo>
                  <a:lnTo>
                    <a:pt x="307851" y="2477481"/>
                  </a:lnTo>
                  <a:lnTo>
                    <a:pt x="321235" y="2467649"/>
                  </a:lnTo>
                  <a:lnTo>
                    <a:pt x="334620" y="2457895"/>
                  </a:lnTo>
                  <a:lnTo>
                    <a:pt x="348005" y="2448295"/>
                  </a:lnTo>
                  <a:lnTo>
                    <a:pt x="361390" y="2438846"/>
                  </a:lnTo>
                  <a:lnTo>
                    <a:pt x="374775" y="2429567"/>
                  </a:lnTo>
                  <a:lnTo>
                    <a:pt x="388160" y="2420479"/>
                  </a:lnTo>
                  <a:lnTo>
                    <a:pt x="401544" y="2411632"/>
                  </a:lnTo>
                  <a:lnTo>
                    <a:pt x="414929" y="2403086"/>
                  </a:lnTo>
                  <a:lnTo>
                    <a:pt x="428314" y="2394799"/>
                  </a:lnTo>
                  <a:lnTo>
                    <a:pt x="441699" y="2386783"/>
                  </a:lnTo>
                  <a:lnTo>
                    <a:pt x="455084" y="2379046"/>
                  </a:lnTo>
                  <a:lnTo>
                    <a:pt x="468469" y="2371664"/>
                  </a:lnTo>
                  <a:lnTo>
                    <a:pt x="481853" y="2364613"/>
                  </a:lnTo>
                  <a:lnTo>
                    <a:pt x="495238" y="2357848"/>
                  </a:lnTo>
                  <a:lnTo>
                    <a:pt x="508623" y="2351364"/>
                  </a:lnTo>
                  <a:lnTo>
                    <a:pt x="522008" y="2345153"/>
                  </a:lnTo>
                  <a:lnTo>
                    <a:pt x="535393" y="2339282"/>
                  </a:lnTo>
                  <a:lnTo>
                    <a:pt x="548778" y="2333643"/>
                  </a:lnTo>
                  <a:lnTo>
                    <a:pt x="562162" y="2328209"/>
                  </a:lnTo>
                  <a:lnTo>
                    <a:pt x="575547" y="2322955"/>
                  </a:lnTo>
                  <a:lnTo>
                    <a:pt x="588932" y="2317865"/>
                  </a:lnTo>
                  <a:lnTo>
                    <a:pt x="602317" y="2312909"/>
                  </a:lnTo>
                  <a:lnTo>
                    <a:pt x="615702" y="2308011"/>
                  </a:lnTo>
                  <a:lnTo>
                    <a:pt x="629087" y="2303133"/>
                  </a:lnTo>
                  <a:lnTo>
                    <a:pt x="642471" y="2298242"/>
                  </a:lnTo>
                  <a:lnTo>
                    <a:pt x="655856" y="2293276"/>
                  </a:lnTo>
                  <a:lnTo>
                    <a:pt x="669241" y="2288163"/>
                  </a:lnTo>
                  <a:lnTo>
                    <a:pt x="682626" y="2282875"/>
                  </a:lnTo>
                  <a:lnTo>
                    <a:pt x="696011" y="2277373"/>
                  </a:lnTo>
                  <a:lnTo>
                    <a:pt x="709396" y="2271619"/>
                  </a:lnTo>
                  <a:lnTo>
                    <a:pt x="722780" y="2265463"/>
                  </a:lnTo>
                  <a:lnTo>
                    <a:pt x="736165" y="2258914"/>
                  </a:lnTo>
                  <a:lnTo>
                    <a:pt x="749550" y="2251960"/>
                  </a:lnTo>
                  <a:lnTo>
                    <a:pt x="762935" y="2244569"/>
                  </a:lnTo>
                  <a:lnTo>
                    <a:pt x="776320" y="2236690"/>
                  </a:lnTo>
                  <a:lnTo>
                    <a:pt x="789705" y="2228126"/>
                  </a:lnTo>
                  <a:lnTo>
                    <a:pt x="803089" y="2219012"/>
                  </a:lnTo>
                  <a:lnTo>
                    <a:pt x="816474" y="2209329"/>
                  </a:lnTo>
                  <a:lnTo>
                    <a:pt x="829859" y="2199061"/>
                  </a:lnTo>
                  <a:lnTo>
                    <a:pt x="843244" y="2188100"/>
                  </a:lnTo>
                  <a:lnTo>
                    <a:pt x="856629" y="2176384"/>
                  </a:lnTo>
                  <a:lnTo>
                    <a:pt x="870014" y="2164044"/>
                  </a:lnTo>
                  <a:lnTo>
                    <a:pt x="883398" y="2151082"/>
                  </a:lnTo>
                  <a:lnTo>
                    <a:pt x="896783" y="2137500"/>
                  </a:lnTo>
                  <a:lnTo>
                    <a:pt x="910168" y="2123150"/>
                  </a:lnTo>
                  <a:lnTo>
                    <a:pt x="923553" y="2108139"/>
                  </a:lnTo>
                  <a:lnTo>
                    <a:pt x="936938" y="2092554"/>
                  </a:lnTo>
                  <a:lnTo>
                    <a:pt x="950323" y="2076413"/>
                  </a:lnTo>
                  <a:lnTo>
                    <a:pt x="963707" y="2059736"/>
                  </a:lnTo>
                  <a:lnTo>
                    <a:pt x="977092" y="2042378"/>
                  </a:lnTo>
                  <a:lnTo>
                    <a:pt x="990477" y="2024564"/>
                  </a:lnTo>
                  <a:lnTo>
                    <a:pt x="1003862" y="2006322"/>
                  </a:lnTo>
                  <a:lnTo>
                    <a:pt x="1017247" y="1987685"/>
                  </a:lnTo>
                  <a:lnTo>
                    <a:pt x="1030632" y="1968648"/>
                  </a:lnTo>
                  <a:lnTo>
                    <a:pt x="1044016" y="1949219"/>
                  </a:lnTo>
                  <a:lnTo>
                    <a:pt x="1057401" y="1929523"/>
                  </a:lnTo>
                  <a:lnTo>
                    <a:pt x="1070786" y="1909591"/>
                  </a:lnTo>
                  <a:lnTo>
                    <a:pt x="1084171" y="1889452"/>
                  </a:lnTo>
                  <a:lnTo>
                    <a:pt x="1097556" y="1869110"/>
                  </a:lnTo>
                  <a:lnTo>
                    <a:pt x="1110941" y="1848619"/>
                  </a:lnTo>
                  <a:lnTo>
                    <a:pt x="1124325" y="1828027"/>
                  </a:lnTo>
                  <a:lnTo>
                    <a:pt x="1137710" y="1807353"/>
                  </a:lnTo>
                  <a:lnTo>
                    <a:pt x="1151095" y="1786613"/>
                  </a:lnTo>
                  <a:lnTo>
                    <a:pt x="1164480" y="1765810"/>
                  </a:lnTo>
                  <a:lnTo>
                    <a:pt x="1177865" y="1744967"/>
                  </a:lnTo>
                  <a:lnTo>
                    <a:pt x="1191250" y="1724086"/>
                  </a:lnTo>
                  <a:lnTo>
                    <a:pt x="1204634" y="1703162"/>
                  </a:lnTo>
                  <a:lnTo>
                    <a:pt x="1218019" y="1682185"/>
                  </a:lnTo>
                  <a:lnTo>
                    <a:pt x="1231404" y="1661114"/>
                  </a:lnTo>
                  <a:lnTo>
                    <a:pt x="1244789" y="1639939"/>
                  </a:lnTo>
                  <a:lnTo>
                    <a:pt x="1258174" y="1618635"/>
                  </a:lnTo>
                  <a:lnTo>
                    <a:pt x="1271559" y="1597171"/>
                  </a:lnTo>
                  <a:lnTo>
                    <a:pt x="1284943" y="1575469"/>
                  </a:lnTo>
                  <a:lnTo>
                    <a:pt x="1298328" y="1553451"/>
                  </a:lnTo>
                  <a:lnTo>
                    <a:pt x="1311713" y="1531109"/>
                  </a:lnTo>
                  <a:lnTo>
                    <a:pt x="1325098" y="1508398"/>
                  </a:lnTo>
                  <a:lnTo>
                    <a:pt x="1338483" y="1485269"/>
                  </a:lnTo>
                  <a:lnTo>
                    <a:pt x="1351868" y="1461510"/>
                  </a:lnTo>
                  <a:lnTo>
                    <a:pt x="1365252" y="1437127"/>
                  </a:lnTo>
                  <a:lnTo>
                    <a:pt x="1378637" y="1412112"/>
                  </a:lnTo>
                  <a:lnTo>
                    <a:pt x="1392022" y="1386414"/>
                  </a:lnTo>
                  <a:lnTo>
                    <a:pt x="1405407" y="1359967"/>
                  </a:lnTo>
                  <a:lnTo>
                    <a:pt x="1418792" y="1332430"/>
                  </a:lnTo>
                  <a:lnTo>
                    <a:pt x="1432177" y="1304020"/>
                  </a:lnTo>
                  <a:lnTo>
                    <a:pt x="1445561" y="1274703"/>
                  </a:lnTo>
                  <a:lnTo>
                    <a:pt x="1458946" y="1244448"/>
                  </a:lnTo>
                  <a:lnTo>
                    <a:pt x="1472331" y="1213097"/>
                  </a:lnTo>
                  <a:lnTo>
                    <a:pt x="1485716" y="1180508"/>
                  </a:lnTo>
                  <a:lnTo>
                    <a:pt x="1499101" y="1146914"/>
                  </a:lnTo>
                  <a:lnTo>
                    <a:pt x="1512486" y="1112318"/>
                  </a:lnTo>
                  <a:lnTo>
                    <a:pt x="1525870" y="1076729"/>
                  </a:lnTo>
                  <a:lnTo>
                    <a:pt x="1539255" y="1039942"/>
                  </a:lnTo>
                  <a:lnTo>
                    <a:pt x="1552640" y="1002118"/>
                  </a:lnTo>
                  <a:lnTo>
                    <a:pt x="1566025" y="963434"/>
                  </a:lnTo>
                  <a:lnTo>
                    <a:pt x="1579410" y="923943"/>
                  </a:lnTo>
                  <a:lnTo>
                    <a:pt x="1592795" y="883707"/>
                  </a:lnTo>
                  <a:lnTo>
                    <a:pt x="1606179" y="842617"/>
                  </a:lnTo>
                  <a:lnTo>
                    <a:pt x="1619564" y="801019"/>
                  </a:lnTo>
                  <a:lnTo>
                    <a:pt x="1632949" y="759025"/>
                  </a:lnTo>
                  <a:lnTo>
                    <a:pt x="1646334" y="716735"/>
                  </a:lnTo>
                  <a:lnTo>
                    <a:pt x="1659719" y="674258"/>
                  </a:lnTo>
                  <a:lnTo>
                    <a:pt x="1673104" y="631795"/>
                  </a:lnTo>
                  <a:lnTo>
                    <a:pt x="1686488" y="589521"/>
                  </a:lnTo>
                  <a:lnTo>
                    <a:pt x="1699873" y="547564"/>
                  </a:lnTo>
                  <a:lnTo>
                    <a:pt x="1713258" y="506053"/>
                  </a:lnTo>
                  <a:lnTo>
                    <a:pt x="1726643" y="465277"/>
                  </a:lnTo>
                  <a:lnTo>
                    <a:pt x="1740028" y="425467"/>
                  </a:lnTo>
                  <a:lnTo>
                    <a:pt x="1753413" y="386643"/>
                  </a:lnTo>
                  <a:lnTo>
                    <a:pt x="1766797" y="348930"/>
                  </a:lnTo>
                  <a:lnTo>
                    <a:pt x="1780182" y="312450"/>
                  </a:lnTo>
                  <a:lnTo>
                    <a:pt x="1793567" y="277805"/>
                  </a:lnTo>
                  <a:lnTo>
                    <a:pt x="1806952" y="244837"/>
                  </a:lnTo>
                  <a:lnTo>
                    <a:pt x="1820337" y="213550"/>
                  </a:lnTo>
                  <a:lnTo>
                    <a:pt x="1833722" y="184032"/>
                  </a:lnTo>
                  <a:lnTo>
                    <a:pt x="1847106" y="156452"/>
                  </a:lnTo>
                  <a:lnTo>
                    <a:pt x="1860491" y="131473"/>
                  </a:lnTo>
                  <a:lnTo>
                    <a:pt x="1873876" y="108532"/>
                  </a:lnTo>
                  <a:lnTo>
                    <a:pt x="1887261" y="87663"/>
                  </a:lnTo>
                  <a:lnTo>
                    <a:pt x="1900646" y="68893"/>
                  </a:lnTo>
                  <a:lnTo>
                    <a:pt x="1914031" y="52566"/>
                  </a:lnTo>
                  <a:lnTo>
                    <a:pt x="1927415" y="38805"/>
                  </a:lnTo>
                  <a:lnTo>
                    <a:pt x="1940800" y="27127"/>
                  </a:lnTo>
                  <a:lnTo>
                    <a:pt x="1954185" y="17495"/>
                  </a:lnTo>
                  <a:lnTo>
                    <a:pt x="1967570" y="9868"/>
                  </a:lnTo>
                  <a:lnTo>
                    <a:pt x="1980955" y="4671"/>
                  </a:lnTo>
                  <a:lnTo>
                    <a:pt x="1994340" y="1480"/>
                  </a:lnTo>
                  <a:lnTo>
                    <a:pt x="2007724" y="0"/>
                  </a:lnTo>
                  <a:lnTo>
                    <a:pt x="2021109" y="138"/>
                  </a:lnTo>
                  <a:lnTo>
                    <a:pt x="2034494" y="1802"/>
                  </a:lnTo>
                  <a:lnTo>
                    <a:pt x="2047879" y="5312"/>
                  </a:lnTo>
                  <a:lnTo>
                    <a:pt x="2061264" y="9991"/>
                  </a:lnTo>
                  <a:lnTo>
                    <a:pt x="2074649" y="15719"/>
                  </a:lnTo>
                  <a:lnTo>
                    <a:pt x="2088033" y="22373"/>
                  </a:lnTo>
                  <a:lnTo>
                    <a:pt x="2101418" y="29897"/>
                  </a:lnTo>
                  <a:lnTo>
                    <a:pt x="2114803" y="38158"/>
                  </a:lnTo>
                  <a:lnTo>
                    <a:pt x="2128188" y="46833"/>
                  </a:lnTo>
                  <a:lnTo>
                    <a:pt x="2141573" y="55804"/>
                  </a:lnTo>
                  <a:lnTo>
                    <a:pt x="2154958" y="64955"/>
                  </a:lnTo>
                  <a:lnTo>
                    <a:pt x="2168342" y="74141"/>
                  </a:lnTo>
                  <a:lnTo>
                    <a:pt x="2181727" y="83172"/>
                  </a:lnTo>
                  <a:lnTo>
                    <a:pt x="2195112" y="91951"/>
                  </a:lnTo>
                  <a:lnTo>
                    <a:pt x="2208497" y="100392"/>
                  </a:lnTo>
                  <a:lnTo>
                    <a:pt x="2221882" y="108411"/>
                  </a:lnTo>
                  <a:lnTo>
                    <a:pt x="2235267" y="115726"/>
                  </a:lnTo>
                  <a:lnTo>
                    <a:pt x="2248651" y="122390"/>
                  </a:lnTo>
                  <a:lnTo>
                    <a:pt x="2262036" y="128381"/>
                  </a:lnTo>
                  <a:lnTo>
                    <a:pt x="2275421" y="133657"/>
                  </a:lnTo>
                  <a:lnTo>
                    <a:pt x="2288806" y="138129"/>
                  </a:lnTo>
                  <a:lnTo>
                    <a:pt x="2302191" y="141578"/>
                  </a:lnTo>
                  <a:lnTo>
                    <a:pt x="2315576" y="144226"/>
                  </a:lnTo>
                  <a:lnTo>
                    <a:pt x="2328960" y="146074"/>
                  </a:lnTo>
                  <a:lnTo>
                    <a:pt x="2342345" y="147127"/>
                  </a:lnTo>
                  <a:lnTo>
                    <a:pt x="2355730" y="147261"/>
                  </a:lnTo>
                  <a:lnTo>
                    <a:pt x="2369115" y="146505"/>
                  </a:lnTo>
                  <a:lnTo>
                    <a:pt x="2382500" y="145042"/>
                  </a:lnTo>
                  <a:lnTo>
                    <a:pt x="2395885" y="142904"/>
                  </a:lnTo>
                  <a:lnTo>
                    <a:pt x="2409269" y="140130"/>
                  </a:lnTo>
                  <a:lnTo>
                    <a:pt x="2422654" y="136615"/>
                  </a:lnTo>
                  <a:lnTo>
                    <a:pt x="2436039" y="132558"/>
                  </a:lnTo>
                  <a:lnTo>
                    <a:pt x="2449424" y="128056"/>
                  </a:lnTo>
                  <a:lnTo>
                    <a:pt x="2462809" y="123162"/>
                  </a:lnTo>
                  <a:lnTo>
                    <a:pt x="2476194" y="117921"/>
                  </a:lnTo>
                  <a:lnTo>
                    <a:pt x="2489578" y="112344"/>
                  </a:lnTo>
                  <a:lnTo>
                    <a:pt x="2502963" y="106601"/>
                  </a:lnTo>
                  <a:lnTo>
                    <a:pt x="2516348" y="100748"/>
                  </a:lnTo>
                  <a:lnTo>
                    <a:pt x="2529733" y="94842"/>
                  </a:lnTo>
                  <a:lnTo>
                    <a:pt x="2543118" y="88953"/>
                  </a:lnTo>
                  <a:lnTo>
                    <a:pt x="2556503" y="83188"/>
                  </a:lnTo>
                  <a:lnTo>
                    <a:pt x="2569887" y="77600"/>
                  </a:lnTo>
                  <a:lnTo>
                    <a:pt x="2583272" y="72241"/>
                  </a:lnTo>
                  <a:lnTo>
                    <a:pt x="2596657" y="67165"/>
                  </a:lnTo>
                  <a:lnTo>
                    <a:pt x="2610042" y="62530"/>
                  </a:lnTo>
                  <a:lnTo>
                    <a:pt x="2623427" y="58385"/>
                  </a:lnTo>
                  <a:lnTo>
                    <a:pt x="2636812" y="54735"/>
                  </a:lnTo>
                  <a:lnTo>
                    <a:pt x="2650196" y="51627"/>
                  </a:lnTo>
                  <a:lnTo>
                    <a:pt x="2663581" y="49110"/>
                  </a:lnTo>
                  <a:lnTo>
                    <a:pt x="2676966" y="47490"/>
                  </a:lnTo>
                  <a:lnTo>
                    <a:pt x="2690351" y="46613"/>
                  </a:lnTo>
                  <a:lnTo>
                    <a:pt x="2703736" y="46511"/>
                  </a:lnTo>
                  <a:lnTo>
                    <a:pt x="2717121" y="47225"/>
                  </a:lnTo>
                  <a:lnTo>
                    <a:pt x="2730505" y="48881"/>
                  </a:lnTo>
                  <a:lnTo>
                    <a:pt x="2743890" y="51708"/>
                  </a:lnTo>
                  <a:lnTo>
                    <a:pt x="2757275" y="55500"/>
                  </a:lnTo>
                  <a:lnTo>
                    <a:pt x="2770660" y="60287"/>
                  </a:lnTo>
                  <a:lnTo>
                    <a:pt x="2784045" y="66095"/>
                  </a:lnTo>
                  <a:lnTo>
                    <a:pt x="2797430" y="73171"/>
                  </a:lnTo>
                  <a:lnTo>
                    <a:pt x="2810814" y="81512"/>
                  </a:lnTo>
                  <a:lnTo>
                    <a:pt x="2824199" y="90954"/>
                  </a:lnTo>
                  <a:lnTo>
                    <a:pt x="2837584" y="101506"/>
                  </a:lnTo>
                  <a:lnTo>
                    <a:pt x="2850969" y="113174"/>
                  </a:lnTo>
                  <a:lnTo>
                    <a:pt x="2864354" y="126308"/>
                  </a:lnTo>
                  <a:lnTo>
                    <a:pt x="2877739" y="140613"/>
                  </a:lnTo>
                  <a:lnTo>
                    <a:pt x="2891123" y="156011"/>
                  </a:lnTo>
                  <a:lnTo>
                    <a:pt x="2904508" y="172485"/>
                  </a:lnTo>
                  <a:lnTo>
                    <a:pt x="2917893" y="190065"/>
                  </a:lnTo>
                  <a:lnTo>
                    <a:pt x="2931278" y="208976"/>
                  </a:lnTo>
                  <a:lnTo>
                    <a:pt x="2944663" y="228843"/>
                  </a:lnTo>
                  <a:lnTo>
                    <a:pt x="2958048" y="249626"/>
                  </a:lnTo>
                  <a:lnTo>
                    <a:pt x="2971432" y="271281"/>
                  </a:lnTo>
                  <a:lnTo>
                    <a:pt x="2984817" y="293879"/>
                  </a:lnTo>
                  <a:lnTo>
                    <a:pt x="2998202" y="317357"/>
                  </a:lnTo>
                  <a:lnTo>
                    <a:pt x="3011587" y="341486"/>
                  </a:lnTo>
                  <a:lnTo>
                    <a:pt x="3024972" y="366206"/>
                  </a:lnTo>
                  <a:lnTo>
                    <a:pt x="3038357" y="391453"/>
                  </a:lnTo>
                  <a:lnTo>
                    <a:pt x="3051741" y="417252"/>
                  </a:lnTo>
                  <a:lnTo>
                    <a:pt x="3065126" y="443414"/>
                  </a:lnTo>
                  <a:lnTo>
                    <a:pt x="3078511" y="469825"/>
                  </a:lnTo>
                  <a:lnTo>
                    <a:pt x="3091896" y="496420"/>
                  </a:lnTo>
                  <a:lnTo>
                    <a:pt x="3105281" y="523129"/>
                  </a:lnTo>
                  <a:lnTo>
                    <a:pt x="3118666" y="549849"/>
                  </a:lnTo>
                  <a:lnTo>
                    <a:pt x="3132050" y="576476"/>
                  </a:lnTo>
                  <a:lnTo>
                    <a:pt x="3145435" y="602947"/>
                  </a:lnTo>
                  <a:lnTo>
                    <a:pt x="3158820" y="629204"/>
                  </a:lnTo>
                  <a:lnTo>
                    <a:pt x="3172205" y="655144"/>
                  </a:lnTo>
                  <a:lnTo>
                    <a:pt x="3185590" y="680626"/>
                  </a:lnTo>
                  <a:lnTo>
                    <a:pt x="3198975" y="705676"/>
                  </a:lnTo>
                  <a:lnTo>
                    <a:pt x="3212359" y="730252"/>
                  </a:lnTo>
                  <a:lnTo>
                    <a:pt x="3225744" y="754315"/>
                  </a:lnTo>
                  <a:lnTo>
                    <a:pt x="3239129" y="777693"/>
                  </a:lnTo>
                  <a:lnTo>
                    <a:pt x="3252514" y="800387"/>
                  </a:lnTo>
                  <a:lnTo>
                    <a:pt x="3265899" y="822458"/>
                  </a:lnTo>
                  <a:lnTo>
                    <a:pt x="3279284" y="843894"/>
                  </a:lnTo>
                  <a:lnTo>
                    <a:pt x="3292668" y="864685"/>
                  </a:lnTo>
                  <a:lnTo>
                    <a:pt x="3306053" y="884610"/>
                  </a:lnTo>
                  <a:lnTo>
                    <a:pt x="3319438" y="903876"/>
                  </a:lnTo>
                  <a:lnTo>
                    <a:pt x="3332823" y="922518"/>
                  </a:lnTo>
                  <a:lnTo>
                    <a:pt x="3346208" y="940556"/>
                  </a:lnTo>
                  <a:lnTo>
                    <a:pt x="3359593" y="957969"/>
                  </a:lnTo>
                  <a:lnTo>
                    <a:pt x="3372977" y="974693"/>
                  </a:lnTo>
                  <a:lnTo>
                    <a:pt x="3386362" y="990938"/>
                  </a:lnTo>
                  <a:lnTo>
                    <a:pt x="3399747" y="1006745"/>
                  </a:lnTo>
                  <a:lnTo>
                    <a:pt x="3413132" y="1022160"/>
                  </a:lnTo>
                  <a:lnTo>
                    <a:pt x="3426517" y="1037183"/>
                  </a:lnTo>
                  <a:lnTo>
                    <a:pt x="3439902" y="1051915"/>
                  </a:lnTo>
                  <a:lnTo>
                    <a:pt x="3453286" y="1066473"/>
                  </a:lnTo>
                  <a:lnTo>
                    <a:pt x="3466671" y="1080915"/>
                  </a:lnTo>
                  <a:lnTo>
                    <a:pt x="3480056" y="1095300"/>
                  </a:lnTo>
                  <a:lnTo>
                    <a:pt x="3493441" y="1109725"/>
                  </a:lnTo>
                  <a:lnTo>
                    <a:pt x="3506826" y="1124283"/>
                  </a:lnTo>
                  <a:lnTo>
                    <a:pt x="3520211" y="1139031"/>
                  </a:lnTo>
                  <a:lnTo>
                    <a:pt x="3533595" y="1154024"/>
                  </a:lnTo>
                  <a:lnTo>
                    <a:pt x="3546980" y="1169331"/>
                  </a:lnTo>
                  <a:lnTo>
                    <a:pt x="3560365" y="1185152"/>
                  </a:lnTo>
                  <a:lnTo>
                    <a:pt x="3573750" y="1201426"/>
                  </a:lnTo>
                  <a:lnTo>
                    <a:pt x="3587135" y="1218195"/>
                  </a:lnTo>
                  <a:lnTo>
                    <a:pt x="3600520" y="1235494"/>
                  </a:lnTo>
                  <a:lnTo>
                    <a:pt x="3613904" y="1253443"/>
                  </a:lnTo>
                  <a:lnTo>
                    <a:pt x="3627289" y="1272138"/>
                  </a:lnTo>
                  <a:lnTo>
                    <a:pt x="3640674" y="1291462"/>
                  </a:lnTo>
                  <a:lnTo>
                    <a:pt x="3654059" y="1311424"/>
                  </a:lnTo>
                  <a:lnTo>
                    <a:pt x="3667444" y="1332027"/>
                  </a:lnTo>
                  <a:lnTo>
                    <a:pt x="3680829" y="1353431"/>
                  </a:lnTo>
                  <a:lnTo>
                    <a:pt x="3694213" y="1375529"/>
                  </a:lnTo>
                  <a:lnTo>
                    <a:pt x="3707598" y="1398226"/>
                  </a:lnTo>
                  <a:lnTo>
                    <a:pt x="3720983" y="1421496"/>
                  </a:lnTo>
                  <a:lnTo>
                    <a:pt x="3734368" y="1445314"/>
                  </a:lnTo>
                  <a:lnTo>
                    <a:pt x="3747753" y="1469802"/>
                  </a:lnTo>
                  <a:lnTo>
                    <a:pt x="3761138" y="1494723"/>
                  </a:lnTo>
                  <a:lnTo>
                    <a:pt x="3774522" y="1520026"/>
                  </a:lnTo>
                  <a:lnTo>
                    <a:pt x="3787907" y="1545664"/>
                  </a:lnTo>
                  <a:lnTo>
                    <a:pt x="3801292" y="1571608"/>
                  </a:lnTo>
                  <a:lnTo>
                    <a:pt x="3814677" y="1597801"/>
                  </a:lnTo>
                  <a:lnTo>
                    <a:pt x="3828062" y="1624113"/>
                  </a:lnTo>
                  <a:lnTo>
                    <a:pt x="3841447" y="1650490"/>
                  </a:lnTo>
                  <a:lnTo>
                    <a:pt x="3854831" y="1676880"/>
                  </a:lnTo>
                  <a:lnTo>
                    <a:pt x="3868216" y="1703200"/>
                  </a:lnTo>
                  <a:lnTo>
                    <a:pt x="3881601" y="1729358"/>
                  </a:lnTo>
                  <a:lnTo>
                    <a:pt x="3894986" y="1755318"/>
                  </a:lnTo>
                  <a:lnTo>
                    <a:pt x="3908371" y="1781033"/>
                  </a:lnTo>
                  <a:lnTo>
                    <a:pt x="3921756" y="1806460"/>
                  </a:lnTo>
                  <a:lnTo>
                    <a:pt x="3935140" y="1831426"/>
                  </a:lnTo>
                  <a:lnTo>
                    <a:pt x="3948525" y="1855967"/>
                  </a:lnTo>
                  <a:lnTo>
                    <a:pt x="3961910" y="1880069"/>
                  </a:lnTo>
                  <a:lnTo>
                    <a:pt x="3975295" y="1903706"/>
                  </a:lnTo>
                  <a:lnTo>
                    <a:pt x="3988680" y="1926821"/>
                  </a:lnTo>
                  <a:lnTo>
                    <a:pt x="4002065" y="1949246"/>
                  </a:lnTo>
                  <a:lnTo>
                    <a:pt x="4015449" y="1971124"/>
                  </a:lnTo>
                  <a:lnTo>
                    <a:pt x="4028834" y="1992442"/>
                  </a:lnTo>
                  <a:lnTo>
                    <a:pt x="4042219" y="2013193"/>
                  </a:lnTo>
                  <a:lnTo>
                    <a:pt x="4055604" y="2033273"/>
                  </a:lnTo>
                  <a:lnTo>
                    <a:pt x="4068989" y="2052657"/>
                  </a:lnTo>
                  <a:lnTo>
                    <a:pt x="4082374" y="2071465"/>
                  </a:lnTo>
                  <a:lnTo>
                    <a:pt x="4095758" y="2089701"/>
                  </a:lnTo>
                  <a:lnTo>
                    <a:pt x="4109143" y="2107371"/>
                  </a:lnTo>
                  <a:lnTo>
                    <a:pt x="4122528" y="2124331"/>
                  </a:lnTo>
                  <a:lnTo>
                    <a:pt x="4135913" y="2140701"/>
                  </a:lnTo>
                  <a:lnTo>
                    <a:pt x="4149298" y="2156545"/>
                  </a:lnTo>
                  <a:lnTo>
                    <a:pt x="4162683" y="2171875"/>
                  </a:lnTo>
                  <a:lnTo>
                    <a:pt x="4176067" y="2186696"/>
                  </a:lnTo>
                  <a:lnTo>
                    <a:pt x="4189452" y="2200870"/>
                  </a:lnTo>
                  <a:lnTo>
                    <a:pt x="4202837" y="2214588"/>
                  </a:lnTo>
                  <a:lnTo>
                    <a:pt x="4216222" y="2227867"/>
                  </a:lnTo>
                  <a:lnTo>
                    <a:pt x="4229607" y="2240721"/>
                  </a:lnTo>
                  <a:lnTo>
                    <a:pt x="4242992" y="2253119"/>
                  </a:lnTo>
                  <a:lnTo>
                    <a:pt x="4256376" y="2265042"/>
                  </a:lnTo>
                  <a:lnTo>
                    <a:pt x="4269761" y="2276604"/>
                  </a:lnTo>
                  <a:lnTo>
                    <a:pt x="4283146" y="2287821"/>
                  </a:lnTo>
                  <a:lnTo>
                    <a:pt x="4296531" y="2298708"/>
                  </a:lnTo>
                  <a:lnTo>
                    <a:pt x="4309916" y="2309211"/>
                  </a:lnTo>
                  <a:lnTo>
                    <a:pt x="4323301" y="2319386"/>
                  </a:lnTo>
                  <a:lnTo>
                    <a:pt x="4336685" y="2329289"/>
                  </a:lnTo>
                  <a:lnTo>
                    <a:pt x="4350070" y="2338931"/>
                  </a:lnTo>
                  <a:lnTo>
                    <a:pt x="4363455" y="2348327"/>
                  </a:lnTo>
                  <a:lnTo>
                    <a:pt x="4376840" y="2357415"/>
                  </a:lnTo>
                  <a:lnTo>
                    <a:pt x="4390225" y="2366285"/>
                  </a:lnTo>
                  <a:lnTo>
                    <a:pt x="4403610" y="2374954"/>
                  </a:lnTo>
                  <a:lnTo>
                    <a:pt x="4416994" y="2383433"/>
                  </a:lnTo>
                  <a:lnTo>
                    <a:pt x="4430379" y="2391716"/>
                  </a:lnTo>
                  <a:lnTo>
                    <a:pt x="4443764" y="2399784"/>
                  </a:lnTo>
                  <a:lnTo>
                    <a:pt x="4457149" y="2407697"/>
                  </a:lnTo>
                  <a:lnTo>
                    <a:pt x="4470534" y="2415462"/>
                  </a:lnTo>
                  <a:lnTo>
                    <a:pt x="4483919" y="2423086"/>
                  </a:lnTo>
                  <a:lnTo>
                    <a:pt x="4497303" y="2430550"/>
                  </a:lnTo>
                  <a:lnTo>
                    <a:pt x="4510688" y="2437868"/>
                  </a:lnTo>
                  <a:lnTo>
                    <a:pt x="4524073" y="2445068"/>
                  </a:lnTo>
                  <a:lnTo>
                    <a:pt x="4537458" y="2452154"/>
                  </a:lnTo>
                  <a:lnTo>
                    <a:pt x="4550843" y="2459130"/>
                  </a:lnTo>
                  <a:lnTo>
                    <a:pt x="4564228" y="2465972"/>
                  </a:lnTo>
                  <a:lnTo>
                    <a:pt x="4577612" y="2472707"/>
                  </a:lnTo>
                  <a:lnTo>
                    <a:pt x="4590997" y="2479346"/>
                  </a:lnTo>
                  <a:lnTo>
                    <a:pt x="4604382" y="2485891"/>
                  </a:lnTo>
                  <a:lnTo>
                    <a:pt x="4617767" y="2492341"/>
                  </a:lnTo>
                  <a:lnTo>
                    <a:pt x="4631152" y="2498675"/>
                  </a:lnTo>
                  <a:lnTo>
                    <a:pt x="4644537" y="2504922"/>
                  </a:lnTo>
                  <a:lnTo>
                    <a:pt x="4657921" y="2511086"/>
                  </a:lnTo>
                  <a:lnTo>
                    <a:pt x="4671306" y="2517167"/>
                  </a:lnTo>
                  <a:lnTo>
                    <a:pt x="4684691" y="2523155"/>
                  </a:lnTo>
                  <a:lnTo>
                    <a:pt x="4698076" y="2529046"/>
                  </a:lnTo>
                  <a:lnTo>
                    <a:pt x="4711461" y="2534859"/>
                  </a:lnTo>
                  <a:lnTo>
                    <a:pt x="4724846" y="2540594"/>
                  </a:lnTo>
                  <a:lnTo>
                    <a:pt x="4738230" y="2546254"/>
                  </a:lnTo>
                  <a:lnTo>
                    <a:pt x="4751615" y="2551820"/>
                  </a:lnTo>
                  <a:lnTo>
                    <a:pt x="4765000" y="2557304"/>
                  </a:lnTo>
                  <a:lnTo>
                    <a:pt x="4778385" y="2562715"/>
                  </a:lnTo>
                  <a:lnTo>
                    <a:pt x="4791770" y="2568055"/>
                  </a:lnTo>
                  <a:lnTo>
                    <a:pt x="4805155" y="2573323"/>
                  </a:lnTo>
                  <a:lnTo>
                    <a:pt x="4818539" y="2578497"/>
                  </a:lnTo>
                  <a:lnTo>
                    <a:pt x="4831924" y="2583601"/>
                  </a:lnTo>
                  <a:lnTo>
                    <a:pt x="4845309" y="2588638"/>
                  </a:lnTo>
                  <a:lnTo>
                    <a:pt x="4858694" y="2593608"/>
                  </a:lnTo>
                  <a:lnTo>
                    <a:pt x="4872079" y="2598504"/>
                  </a:lnTo>
                  <a:lnTo>
                    <a:pt x="4885464" y="2603318"/>
                  </a:lnTo>
                  <a:lnTo>
                    <a:pt x="4898848" y="2608067"/>
                  </a:lnTo>
                  <a:lnTo>
                    <a:pt x="4912233" y="2612751"/>
                  </a:lnTo>
                  <a:lnTo>
                    <a:pt x="4925618" y="2617372"/>
                  </a:lnTo>
                  <a:lnTo>
                    <a:pt x="4939003" y="2621915"/>
                  </a:lnTo>
                  <a:lnTo>
                    <a:pt x="4952388" y="2626385"/>
                  </a:lnTo>
                  <a:lnTo>
                    <a:pt x="4965773" y="2630792"/>
                  </a:lnTo>
                  <a:lnTo>
                    <a:pt x="4979157" y="2635135"/>
                  </a:lnTo>
                  <a:lnTo>
                    <a:pt x="4992542" y="2639416"/>
                  </a:lnTo>
                  <a:lnTo>
                    <a:pt x="5005927" y="2643612"/>
                  </a:lnTo>
                  <a:lnTo>
                    <a:pt x="5019312" y="2647742"/>
                  </a:lnTo>
                  <a:lnTo>
                    <a:pt x="5032697" y="2651807"/>
                  </a:lnTo>
                  <a:lnTo>
                    <a:pt x="5046082" y="2655807"/>
                  </a:lnTo>
                  <a:lnTo>
                    <a:pt x="5059466" y="2659739"/>
                  </a:lnTo>
                  <a:lnTo>
                    <a:pt x="5072851" y="2663585"/>
                  </a:lnTo>
                  <a:lnTo>
                    <a:pt x="5086236" y="2667365"/>
                  </a:lnTo>
                  <a:lnTo>
                    <a:pt x="5099621" y="2671078"/>
                  </a:lnTo>
                  <a:lnTo>
                    <a:pt x="5113006" y="2674724"/>
                  </a:lnTo>
                  <a:lnTo>
                    <a:pt x="5126391" y="2678291"/>
                  </a:lnTo>
                  <a:lnTo>
                    <a:pt x="5139775" y="2681778"/>
                  </a:lnTo>
                  <a:lnTo>
                    <a:pt x="5153160" y="2685196"/>
                  </a:lnTo>
                  <a:lnTo>
                    <a:pt x="5166545" y="2688547"/>
                  </a:lnTo>
                  <a:lnTo>
                    <a:pt x="5179930" y="2691830"/>
                  </a:lnTo>
                  <a:lnTo>
                    <a:pt x="5193315" y="2695027"/>
                  </a:lnTo>
                  <a:lnTo>
                    <a:pt x="5206700" y="2698150"/>
                  </a:lnTo>
                  <a:lnTo>
                    <a:pt x="5220084" y="2701208"/>
                  </a:lnTo>
                  <a:lnTo>
                    <a:pt x="5233469" y="2704199"/>
                  </a:lnTo>
                  <a:lnTo>
                    <a:pt x="5246854" y="2707123"/>
                  </a:lnTo>
                  <a:lnTo>
                    <a:pt x="5260239" y="2709961"/>
                  </a:lnTo>
                  <a:lnTo>
                    <a:pt x="5273624" y="2712736"/>
                  </a:lnTo>
                  <a:lnTo>
                    <a:pt x="5287009" y="2715449"/>
                  </a:lnTo>
                  <a:lnTo>
                    <a:pt x="5300393" y="2718100"/>
                  </a:lnTo>
                  <a:lnTo>
                    <a:pt x="5313778" y="2720683"/>
                  </a:lnTo>
                  <a:lnTo>
                    <a:pt x="5327163" y="2723194"/>
                  </a:lnTo>
                  <a:lnTo>
                    <a:pt x="5340548" y="2725647"/>
                  </a:lnTo>
                  <a:lnTo>
                    <a:pt x="5353933" y="2728043"/>
                  </a:lnTo>
                  <a:lnTo>
                    <a:pt x="5367318" y="2730383"/>
                  </a:lnTo>
                  <a:lnTo>
                    <a:pt x="5380702" y="2732655"/>
                  </a:lnTo>
                  <a:lnTo>
                    <a:pt x="5394087" y="2734866"/>
                  </a:lnTo>
                  <a:lnTo>
                    <a:pt x="5407472" y="2737024"/>
                  </a:lnTo>
                  <a:lnTo>
                    <a:pt x="5420857" y="2739128"/>
                  </a:lnTo>
                  <a:lnTo>
                    <a:pt x="5434242" y="2741179"/>
                  </a:lnTo>
                  <a:lnTo>
                    <a:pt x="5447627" y="2743160"/>
                  </a:lnTo>
                  <a:lnTo>
                    <a:pt x="5461011" y="2745087"/>
                  </a:lnTo>
                  <a:lnTo>
                    <a:pt x="5474396" y="2746961"/>
                  </a:lnTo>
                  <a:lnTo>
                    <a:pt x="5487781" y="2748783"/>
                  </a:lnTo>
                  <a:lnTo>
                    <a:pt x="5501166" y="2750546"/>
                  </a:lnTo>
                  <a:lnTo>
                    <a:pt x="5514551" y="2752242"/>
                  </a:lnTo>
                  <a:lnTo>
                    <a:pt x="5527936" y="2753883"/>
                  </a:lnTo>
                  <a:lnTo>
                    <a:pt x="5541320" y="2755470"/>
                  </a:lnTo>
                  <a:lnTo>
                    <a:pt x="5554705" y="2757002"/>
                  </a:lnTo>
                  <a:lnTo>
                    <a:pt x="5568090" y="2758468"/>
                  </a:lnTo>
                  <a:lnTo>
                    <a:pt x="5581475" y="2759869"/>
                  </a:lnTo>
                  <a:lnTo>
                    <a:pt x="5594860" y="2761214"/>
                  </a:lnTo>
                  <a:lnTo>
                    <a:pt x="5608245" y="2762503"/>
                  </a:lnTo>
                  <a:lnTo>
                    <a:pt x="5621629" y="2763735"/>
                  </a:lnTo>
                  <a:lnTo>
                    <a:pt x="5635014" y="2764894"/>
                  </a:lnTo>
                  <a:lnTo>
                    <a:pt x="5648399" y="2765994"/>
                  </a:lnTo>
                  <a:lnTo>
                    <a:pt x="5661784" y="2767039"/>
                  </a:lnTo>
                  <a:lnTo>
                    <a:pt x="5675169" y="2768028"/>
                  </a:lnTo>
                  <a:lnTo>
                    <a:pt x="5688554" y="2768961"/>
                  </a:lnTo>
                  <a:lnTo>
                    <a:pt x="5701938" y="2769823"/>
                  </a:lnTo>
                  <a:lnTo>
                    <a:pt x="5715323" y="2770634"/>
                  </a:lnTo>
                  <a:lnTo>
                    <a:pt x="5728708" y="2771394"/>
                  </a:lnTo>
                  <a:lnTo>
                    <a:pt x="5742093" y="2772104"/>
                  </a:lnTo>
                  <a:lnTo>
                    <a:pt x="5755478" y="2772759"/>
                  </a:lnTo>
                  <a:lnTo>
                    <a:pt x="5768863" y="2773358"/>
                  </a:lnTo>
                  <a:lnTo>
                    <a:pt x="5782247" y="2773913"/>
                  </a:lnTo>
                  <a:lnTo>
                    <a:pt x="5795632" y="2774427"/>
                  </a:lnTo>
                  <a:lnTo>
                    <a:pt x="5809017" y="2774899"/>
                  </a:lnTo>
                  <a:lnTo>
                    <a:pt x="5822402" y="2775324"/>
                  </a:lnTo>
                  <a:lnTo>
                    <a:pt x="5835787" y="2775709"/>
                  </a:lnTo>
                  <a:lnTo>
                    <a:pt x="5849172" y="2776061"/>
                  </a:lnTo>
                  <a:lnTo>
                    <a:pt x="5862556" y="2776381"/>
                  </a:lnTo>
                  <a:lnTo>
                    <a:pt x="5875941" y="2776671"/>
                  </a:lnTo>
                  <a:lnTo>
                    <a:pt x="5889326" y="2776924"/>
                  </a:lnTo>
                  <a:lnTo>
                    <a:pt x="5902711" y="2777152"/>
                  </a:lnTo>
                  <a:lnTo>
                    <a:pt x="5916096" y="2777358"/>
                  </a:lnTo>
                  <a:lnTo>
                    <a:pt x="5929481" y="2777541"/>
                  </a:lnTo>
                  <a:lnTo>
                    <a:pt x="5942865" y="2777703"/>
                  </a:lnTo>
                  <a:lnTo>
                    <a:pt x="5956250" y="2777843"/>
                  </a:lnTo>
                  <a:lnTo>
                    <a:pt x="5969635" y="2777968"/>
                  </a:lnTo>
                  <a:lnTo>
                    <a:pt x="5983020" y="2778078"/>
                  </a:lnTo>
                  <a:lnTo>
                    <a:pt x="5996405" y="2778175"/>
                  </a:lnTo>
                  <a:lnTo>
                    <a:pt x="6009790" y="2778257"/>
                  </a:lnTo>
                  <a:lnTo>
                    <a:pt x="6023174" y="2778328"/>
                  </a:lnTo>
                  <a:lnTo>
                    <a:pt x="6036559" y="2778391"/>
                  </a:lnTo>
                  <a:lnTo>
                    <a:pt x="6049944" y="2778445"/>
                  </a:lnTo>
                  <a:lnTo>
                    <a:pt x="6063329" y="2778491"/>
                  </a:lnTo>
                  <a:lnTo>
                    <a:pt x="6076714" y="2778530"/>
                  </a:lnTo>
                  <a:lnTo>
                    <a:pt x="6090099" y="2778563"/>
                  </a:lnTo>
                  <a:lnTo>
                    <a:pt x="6103483" y="2778592"/>
                  </a:lnTo>
                  <a:lnTo>
                    <a:pt x="6116868" y="2778616"/>
                  </a:lnTo>
                  <a:lnTo>
                    <a:pt x="6130253" y="2778637"/>
                  </a:lnTo>
                  <a:lnTo>
                    <a:pt x="6143638" y="2778653"/>
                  </a:lnTo>
                  <a:lnTo>
                    <a:pt x="6157023" y="2778667"/>
                  </a:lnTo>
                  <a:lnTo>
                    <a:pt x="6170408" y="2778679"/>
                  </a:lnTo>
                  <a:lnTo>
                    <a:pt x="6183792" y="2778690"/>
                  </a:lnTo>
                  <a:lnTo>
                    <a:pt x="6197177" y="2778698"/>
                  </a:lnTo>
                  <a:lnTo>
                    <a:pt x="6210562" y="2778704"/>
                  </a:lnTo>
                  <a:lnTo>
                    <a:pt x="6223947" y="2778710"/>
                  </a:lnTo>
                  <a:lnTo>
                    <a:pt x="6237332" y="2778715"/>
                  </a:lnTo>
                  <a:lnTo>
                    <a:pt x="6250717" y="2778718"/>
                  </a:lnTo>
                  <a:lnTo>
                    <a:pt x="6264101" y="2778721"/>
                  </a:lnTo>
                  <a:lnTo>
                    <a:pt x="6277486" y="2778724"/>
                  </a:lnTo>
                  <a:lnTo>
                    <a:pt x="6290871" y="2778726"/>
                  </a:lnTo>
                  <a:lnTo>
                    <a:pt x="6304256" y="2778727"/>
                  </a:lnTo>
                  <a:lnTo>
                    <a:pt x="6317641" y="2778729"/>
                  </a:lnTo>
                  <a:lnTo>
                    <a:pt x="6331026" y="2778730"/>
                  </a:lnTo>
                  <a:lnTo>
                    <a:pt x="6344410" y="2778731"/>
                  </a:lnTo>
                  <a:lnTo>
                    <a:pt x="6357795" y="2778731"/>
                  </a:lnTo>
                  <a:lnTo>
                    <a:pt x="6371180" y="2778732"/>
                  </a:lnTo>
                  <a:lnTo>
                    <a:pt x="6384565" y="2778732"/>
                  </a:lnTo>
                  <a:lnTo>
                    <a:pt x="6397950" y="2778732"/>
                  </a:lnTo>
                  <a:lnTo>
                    <a:pt x="6411335" y="2778733"/>
                  </a:lnTo>
                  <a:lnTo>
                    <a:pt x="6424719" y="2778733"/>
                  </a:lnTo>
                  <a:lnTo>
                    <a:pt x="6438104" y="2778733"/>
                  </a:lnTo>
                  <a:lnTo>
                    <a:pt x="6451489" y="2778733"/>
                  </a:lnTo>
                  <a:lnTo>
                    <a:pt x="6464874" y="2778733"/>
                  </a:lnTo>
                  <a:lnTo>
                    <a:pt x="6478259" y="2778733"/>
                  </a:lnTo>
                  <a:lnTo>
                    <a:pt x="6491644" y="2778733"/>
                  </a:lnTo>
                  <a:lnTo>
                    <a:pt x="6505028" y="2778733"/>
                  </a:lnTo>
                  <a:lnTo>
                    <a:pt x="6518413" y="2778733"/>
                  </a:lnTo>
                  <a:lnTo>
                    <a:pt x="6531798" y="2778733"/>
                  </a:lnTo>
                  <a:lnTo>
                    <a:pt x="6545183" y="2778733"/>
                  </a:lnTo>
                  <a:lnTo>
                    <a:pt x="6558568" y="2778733"/>
                  </a:lnTo>
                  <a:lnTo>
                    <a:pt x="6571953" y="2778733"/>
                  </a:lnTo>
                  <a:lnTo>
                    <a:pt x="6585337" y="2778733"/>
                  </a:lnTo>
                  <a:lnTo>
                    <a:pt x="6598722" y="2778733"/>
                  </a:lnTo>
                  <a:lnTo>
                    <a:pt x="6612107" y="2778734"/>
                  </a:lnTo>
                  <a:lnTo>
                    <a:pt x="6625492" y="2778734"/>
                  </a:lnTo>
                  <a:lnTo>
                    <a:pt x="6638877" y="2778734"/>
                  </a:lnTo>
                  <a:lnTo>
                    <a:pt x="6652262" y="2778734"/>
                  </a:lnTo>
                  <a:lnTo>
                    <a:pt x="6665646" y="2778734"/>
                  </a:lnTo>
                  <a:lnTo>
                    <a:pt x="6679031" y="2778734"/>
                  </a:lnTo>
                  <a:lnTo>
                    <a:pt x="6692416" y="2778734"/>
                  </a:lnTo>
                  <a:lnTo>
                    <a:pt x="6705801" y="2778734"/>
                  </a:lnTo>
                  <a:lnTo>
                    <a:pt x="6719186" y="2778734"/>
                  </a:lnTo>
                  <a:lnTo>
                    <a:pt x="6732571" y="2778734"/>
                  </a:lnTo>
                  <a:lnTo>
                    <a:pt x="6745955" y="2778734"/>
                  </a:lnTo>
                  <a:lnTo>
                    <a:pt x="6759340" y="2778734"/>
                  </a:lnTo>
                  <a:lnTo>
                    <a:pt x="6772725" y="2778734"/>
                  </a:lnTo>
                  <a:lnTo>
                    <a:pt x="6786110" y="2778734"/>
                  </a:lnTo>
                  <a:lnTo>
                    <a:pt x="6799495" y="2778734"/>
                  </a:lnTo>
                  <a:lnTo>
                    <a:pt x="6812880" y="2778734"/>
                  </a:lnTo>
                  <a:lnTo>
                    <a:pt x="6826264" y="2778734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71846"/>
                  </a:moveTo>
                  <a:lnTo>
                    <a:pt x="13384" y="2665801"/>
                  </a:lnTo>
                  <a:lnTo>
                    <a:pt x="26769" y="2659494"/>
                  </a:lnTo>
                  <a:lnTo>
                    <a:pt x="40154" y="2652928"/>
                  </a:lnTo>
                  <a:lnTo>
                    <a:pt x="53539" y="2646135"/>
                  </a:lnTo>
                  <a:lnTo>
                    <a:pt x="66924" y="2639113"/>
                  </a:lnTo>
                  <a:lnTo>
                    <a:pt x="80308" y="2631862"/>
                  </a:lnTo>
                  <a:lnTo>
                    <a:pt x="93693" y="2624308"/>
                  </a:lnTo>
                  <a:lnTo>
                    <a:pt x="107078" y="2616512"/>
                  </a:lnTo>
                  <a:lnTo>
                    <a:pt x="120463" y="2608491"/>
                  </a:lnTo>
                  <a:lnTo>
                    <a:pt x="133848" y="2600247"/>
                  </a:lnTo>
                  <a:lnTo>
                    <a:pt x="147233" y="2591775"/>
                  </a:lnTo>
                  <a:lnTo>
                    <a:pt x="160617" y="2583031"/>
                  </a:lnTo>
                  <a:lnTo>
                    <a:pt x="174002" y="2574094"/>
                  </a:lnTo>
                  <a:lnTo>
                    <a:pt x="187387" y="2564976"/>
                  </a:lnTo>
                  <a:lnTo>
                    <a:pt x="200772" y="2555687"/>
                  </a:lnTo>
                  <a:lnTo>
                    <a:pt x="214157" y="2546221"/>
                  </a:lnTo>
                  <a:lnTo>
                    <a:pt x="227542" y="2536601"/>
                  </a:lnTo>
                  <a:lnTo>
                    <a:pt x="240926" y="2526877"/>
                  </a:lnTo>
                  <a:lnTo>
                    <a:pt x="254311" y="2517069"/>
                  </a:lnTo>
                  <a:lnTo>
                    <a:pt x="267696" y="2507196"/>
                  </a:lnTo>
                  <a:lnTo>
                    <a:pt x="281081" y="2497280"/>
                  </a:lnTo>
                  <a:lnTo>
                    <a:pt x="294466" y="2487366"/>
                  </a:lnTo>
                  <a:lnTo>
                    <a:pt x="307851" y="2477481"/>
                  </a:lnTo>
                  <a:lnTo>
                    <a:pt x="321235" y="2467649"/>
                  </a:lnTo>
                  <a:lnTo>
                    <a:pt x="334620" y="2457895"/>
                  </a:lnTo>
                  <a:lnTo>
                    <a:pt x="348005" y="2448295"/>
                  </a:lnTo>
                  <a:lnTo>
                    <a:pt x="361390" y="2438846"/>
                  </a:lnTo>
                  <a:lnTo>
                    <a:pt x="374775" y="2429567"/>
                  </a:lnTo>
                  <a:lnTo>
                    <a:pt x="388160" y="2420479"/>
                  </a:lnTo>
                  <a:lnTo>
                    <a:pt x="401544" y="2411632"/>
                  </a:lnTo>
                  <a:lnTo>
                    <a:pt x="414929" y="2403086"/>
                  </a:lnTo>
                  <a:lnTo>
                    <a:pt x="428314" y="2394799"/>
                  </a:lnTo>
                  <a:lnTo>
                    <a:pt x="441699" y="2386783"/>
                  </a:lnTo>
                  <a:lnTo>
                    <a:pt x="455084" y="2379046"/>
                  </a:lnTo>
                  <a:lnTo>
                    <a:pt x="468469" y="2371664"/>
                  </a:lnTo>
                  <a:lnTo>
                    <a:pt x="481853" y="2364613"/>
                  </a:lnTo>
                  <a:lnTo>
                    <a:pt x="495238" y="2357848"/>
                  </a:lnTo>
                  <a:lnTo>
                    <a:pt x="508623" y="2351364"/>
                  </a:lnTo>
                  <a:lnTo>
                    <a:pt x="522008" y="2345153"/>
                  </a:lnTo>
                  <a:lnTo>
                    <a:pt x="535393" y="2339282"/>
                  </a:lnTo>
                  <a:lnTo>
                    <a:pt x="548778" y="2333643"/>
                  </a:lnTo>
                  <a:lnTo>
                    <a:pt x="562162" y="2328209"/>
                  </a:lnTo>
                  <a:lnTo>
                    <a:pt x="575547" y="2322955"/>
                  </a:lnTo>
                  <a:lnTo>
                    <a:pt x="588932" y="2317865"/>
                  </a:lnTo>
                  <a:lnTo>
                    <a:pt x="602317" y="2312909"/>
                  </a:lnTo>
                  <a:lnTo>
                    <a:pt x="615702" y="2308011"/>
                  </a:lnTo>
                  <a:lnTo>
                    <a:pt x="629087" y="2303133"/>
                  </a:lnTo>
                  <a:lnTo>
                    <a:pt x="642471" y="2298242"/>
                  </a:lnTo>
                  <a:lnTo>
                    <a:pt x="655856" y="2293276"/>
                  </a:lnTo>
                  <a:lnTo>
                    <a:pt x="669241" y="2288163"/>
                  </a:lnTo>
                  <a:lnTo>
                    <a:pt x="682626" y="2282875"/>
                  </a:lnTo>
                  <a:lnTo>
                    <a:pt x="696011" y="2277373"/>
                  </a:lnTo>
                  <a:lnTo>
                    <a:pt x="709396" y="2271619"/>
                  </a:lnTo>
                  <a:lnTo>
                    <a:pt x="722780" y="2265463"/>
                  </a:lnTo>
                  <a:lnTo>
                    <a:pt x="736165" y="2258914"/>
                  </a:lnTo>
                  <a:lnTo>
                    <a:pt x="749550" y="2251960"/>
                  </a:lnTo>
                  <a:lnTo>
                    <a:pt x="762935" y="2244569"/>
                  </a:lnTo>
                  <a:lnTo>
                    <a:pt x="776320" y="2236690"/>
                  </a:lnTo>
                  <a:lnTo>
                    <a:pt x="789705" y="2228126"/>
                  </a:lnTo>
                  <a:lnTo>
                    <a:pt x="803089" y="2219012"/>
                  </a:lnTo>
                  <a:lnTo>
                    <a:pt x="816474" y="2209329"/>
                  </a:lnTo>
                  <a:lnTo>
                    <a:pt x="829859" y="2199061"/>
                  </a:lnTo>
                  <a:lnTo>
                    <a:pt x="843244" y="2188100"/>
                  </a:lnTo>
                  <a:lnTo>
                    <a:pt x="856629" y="2176384"/>
                  </a:lnTo>
                  <a:lnTo>
                    <a:pt x="870014" y="2164044"/>
                  </a:lnTo>
                  <a:lnTo>
                    <a:pt x="883398" y="2151082"/>
                  </a:lnTo>
                  <a:lnTo>
                    <a:pt x="896783" y="2137500"/>
                  </a:lnTo>
                  <a:lnTo>
                    <a:pt x="910168" y="2123150"/>
                  </a:lnTo>
                  <a:lnTo>
                    <a:pt x="923553" y="2108139"/>
                  </a:lnTo>
                  <a:lnTo>
                    <a:pt x="936938" y="2092554"/>
                  </a:lnTo>
                  <a:lnTo>
                    <a:pt x="950323" y="2076413"/>
                  </a:lnTo>
                  <a:lnTo>
                    <a:pt x="963707" y="2059736"/>
                  </a:lnTo>
                  <a:lnTo>
                    <a:pt x="977092" y="2042378"/>
                  </a:lnTo>
                  <a:lnTo>
                    <a:pt x="990477" y="2024564"/>
                  </a:lnTo>
                  <a:lnTo>
                    <a:pt x="1003862" y="2006322"/>
                  </a:lnTo>
                  <a:lnTo>
                    <a:pt x="1017247" y="1987685"/>
                  </a:lnTo>
                  <a:lnTo>
                    <a:pt x="1030632" y="1968648"/>
                  </a:lnTo>
                  <a:lnTo>
                    <a:pt x="1044016" y="1949219"/>
                  </a:lnTo>
                  <a:lnTo>
                    <a:pt x="1057401" y="1929523"/>
                  </a:lnTo>
                  <a:lnTo>
                    <a:pt x="1070786" y="1909591"/>
                  </a:lnTo>
                  <a:lnTo>
                    <a:pt x="1084171" y="1889452"/>
                  </a:lnTo>
                  <a:lnTo>
                    <a:pt x="1097556" y="1869110"/>
                  </a:lnTo>
                  <a:lnTo>
                    <a:pt x="1110941" y="1848619"/>
                  </a:lnTo>
                  <a:lnTo>
                    <a:pt x="1124325" y="1828027"/>
                  </a:lnTo>
                  <a:lnTo>
                    <a:pt x="1137710" y="1807353"/>
                  </a:lnTo>
                  <a:lnTo>
                    <a:pt x="1151095" y="1786613"/>
                  </a:lnTo>
                  <a:lnTo>
                    <a:pt x="1164480" y="1765810"/>
                  </a:lnTo>
                  <a:lnTo>
                    <a:pt x="1177865" y="1744967"/>
                  </a:lnTo>
                  <a:lnTo>
                    <a:pt x="1191250" y="1724086"/>
                  </a:lnTo>
                  <a:lnTo>
                    <a:pt x="1204634" y="1703162"/>
                  </a:lnTo>
                  <a:lnTo>
                    <a:pt x="1218019" y="1682185"/>
                  </a:lnTo>
                  <a:lnTo>
                    <a:pt x="1231404" y="1661114"/>
                  </a:lnTo>
                  <a:lnTo>
                    <a:pt x="1244789" y="1639939"/>
                  </a:lnTo>
                  <a:lnTo>
                    <a:pt x="1258174" y="1618635"/>
                  </a:lnTo>
                  <a:lnTo>
                    <a:pt x="1271559" y="1597171"/>
                  </a:lnTo>
                  <a:lnTo>
                    <a:pt x="1284943" y="1575469"/>
                  </a:lnTo>
                  <a:lnTo>
                    <a:pt x="1298328" y="1553451"/>
                  </a:lnTo>
                  <a:lnTo>
                    <a:pt x="1311713" y="1531109"/>
                  </a:lnTo>
                  <a:lnTo>
                    <a:pt x="1325098" y="1508398"/>
                  </a:lnTo>
                  <a:lnTo>
                    <a:pt x="1338483" y="1485269"/>
                  </a:lnTo>
                  <a:lnTo>
                    <a:pt x="1351868" y="1461510"/>
                  </a:lnTo>
                  <a:lnTo>
                    <a:pt x="1365252" y="1437127"/>
                  </a:lnTo>
                  <a:lnTo>
                    <a:pt x="1378637" y="1412112"/>
                  </a:lnTo>
                  <a:lnTo>
                    <a:pt x="1392022" y="1386414"/>
                  </a:lnTo>
                  <a:lnTo>
                    <a:pt x="1405407" y="1359967"/>
                  </a:lnTo>
                  <a:lnTo>
                    <a:pt x="1418792" y="1332430"/>
                  </a:lnTo>
                  <a:lnTo>
                    <a:pt x="1432177" y="1304020"/>
                  </a:lnTo>
                  <a:lnTo>
                    <a:pt x="1445561" y="1274703"/>
                  </a:lnTo>
                  <a:lnTo>
                    <a:pt x="1458946" y="1244448"/>
                  </a:lnTo>
                  <a:lnTo>
                    <a:pt x="1472331" y="1213097"/>
                  </a:lnTo>
                  <a:lnTo>
                    <a:pt x="1485716" y="1180508"/>
                  </a:lnTo>
                  <a:lnTo>
                    <a:pt x="1499101" y="1146914"/>
                  </a:lnTo>
                  <a:lnTo>
                    <a:pt x="1512486" y="1112318"/>
                  </a:lnTo>
                  <a:lnTo>
                    <a:pt x="1525870" y="1076729"/>
                  </a:lnTo>
                  <a:lnTo>
                    <a:pt x="1539255" y="1039942"/>
                  </a:lnTo>
                  <a:lnTo>
                    <a:pt x="1552640" y="1002118"/>
                  </a:lnTo>
                  <a:lnTo>
                    <a:pt x="1566025" y="963434"/>
                  </a:lnTo>
                  <a:lnTo>
                    <a:pt x="1579410" y="923943"/>
                  </a:lnTo>
                  <a:lnTo>
                    <a:pt x="1592795" y="883707"/>
                  </a:lnTo>
                  <a:lnTo>
                    <a:pt x="1606179" y="842617"/>
                  </a:lnTo>
                  <a:lnTo>
                    <a:pt x="1619564" y="801019"/>
                  </a:lnTo>
                  <a:lnTo>
                    <a:pt x="1632949" y="759025"/>
                  </a:lnTo>
                  <a:lnTo>
                    <a:pt x="1646334" y="716735"/>
                  </a:lnTo>
                  <a:lnTo>
                    <a:pt x="1659719" y="674258"/>
                  </a:lnTo>
                  <a:lnTo>
                    <a:pt x="1673104" y="631795"/>
                  </a:lnTo>
                  <a:lnTo>
                    <a:pt x="1686488" y="589521"/>
                  </a:lnTo>
                  <a:lnTo>
                    <a:pt x="1699873" y="547564"/>
                  </a:lnTo>
                  <a:lnTo>
                    <a:pt x="1713258" y="506053"/>
                  </a:lnTo>
                  <a:lnTo>
                    <a:pt x="1726643" y="465277"/>
                  </a:lnTo>
                  <a:lnTo>
                    <a:pt x="1740028" y="425467"/>
                  </a:lnTo>
                  <a:lnTo>
                    <a:pt x="1753413" y="386643"/>
                  </a:lnTo>
                  <a:lnTo>
                    <a:pt x="1766797" y="348930"/>
                  </a:lnTo>
                  <a:lnTo>
                    <a:pt x="1780182" y="312450"/>
                  </a:lnTo>
                  <a:lnTo>
                    <a:pt x="1793567" y="277805"/>
                  </a:lnTo>
                  <a:lnTo>
                    <a:pt x="1806952" y="244837"/>
                  </a:lnTo>
                  <a:lnTo>
                    <a:pt x="1820337" y="213550"/>
                  </a:lnTo>
                  <a:lnTo>
                    <a:pt x="1833722" y="184032"/>
                  </a:lnTo>
                  <a:lnTo>
                    <a:pt x="1847106" y="156452"/>
                  </a:lnTo>
                  <a:lnTo>
                    <a:pt x="1860491" y="131473"/>
                  </a:lnTo>
                  <a:lnTo>
                    <a:pt x="1873876" y="108532"/>
                  </a:lnTo>
                  <a:lnTo>
                    <a:pt x="1887261" y="87663"/>
                  </a:lnTo>
                  <a:lnTo>
                    <a:pt x="1900646" y="68893"/>
                  </a:lnTo>
                  <a:lnTo>
                    <a:pt x="1914031" y="52566"/>
                  </a:lnTo>
                  <a:lnTo>
                    <a:pt x="1927415" y="38805"/>
                  </a:lnTo>
                  <a:lnTo>
                    <a:pt x="1940800" y="27127"/>
                  </a:lnTo>
                  <a:lnTo>
                    <a:pt x="1954185" y="17495"/>
                  </a:lnTo>
                  <a:lnTo>
                    <a:pt x="1967570" y="9868"/>
                  </a:lnTo>
                  <a:lnTo>
                    <a:pt x="1980955" y="4671"/>
                  </a:lnTo>
                  <a:lnTo>
                    <a:pt x="1994340" y="1480"/>
                  </a:lnTo>
                  <a:lnTo>
                    <a:pt x="2007724" y="0"/>
                  </a:lnTo>
                  <a:lnTo>
                    <a:pt x="2021109" y="138"/>
                  </a:lnTo>
                  <a:lnTo>
                    <a:pt x="2034494" y="1802"/>
                  </a:lnTo>
                  <a:lnTo>
                    <a:pt x="2047879" y="5312"/>
                  </a:lnTo>
                  <a:lnTo>
                    <a:pt x="2061264" y="9991"/>
                  </a:lnTo>
                  <a:lnTo>
                    <a:pt x="2074649" y="15719"/>
                  </a:lnTo>
                  <a:lnTo>
                    <a:pt x="2088033" y="22373"/>
                  </a:lnTo>
                  <a:lnTo>
                    <a:pt x="2101418" y="29897"/>
                  </a:lnTo>
                  <a:lnTo>
                    <a:pt x="2114803" y="38158"/>
                  </a:lnTo>
                  <a:lnTo>
                    <a:pt x="2128188" y="46833"/>
                  </a:lnTo>
                  <a:lnTo>
                    <a:pt x="2141573" y="55804"/>
                  </a:lnTo>
                  <a:lnTo>
                    <a:pt x="2154958" y="64955"/>
                  </a:lnTo>
                  <a:lnTo>
                    <a:pt x="2168342" y="74141"/>
                  </a:lnTo>
                  <a:lnTo>
                    <a:pt x="2181727" y="83172"/>
                  </a:lnTo>
                  <a:lnTo>
                    <a:pt x="2195112" y="91951"/>
                  </a:lnTo>
                  <a:lnTo>
                    <a:pt x="2208497" y="100392"/>
                  </a:lnTo>
                  <a:lnTo>
                    <a:pt x="2221882" y="108411"/>
                  </a:lnTo>
                  <a:lnTo>
                    <a:pt x="2235267" y="115726"/>
                  </a:lnTo>
                  <a:lnTo>
                    <a:pt x="2248651" y="122390"/>
                  </a:lnTo>
                  <a:lnTo>
                    <a:pt x="2262036" y="128381"/>
                  </a:lnTo>
                  <a:lnTo>
                    <a:pt x="2275421" y="133657"/>
                  </a:lnTo>
                  <a:lnTo>
                    <a:pt x="2288806" y="138129"/>
                  </a:lnTo>
                  <a:lnTo>
                    <a:pt x="2302191" y="141578"/>
                  </a:lnTo>
                  <a:lnTo>
                    <a:pt x="2315576" y="144226"/>
                  </a:lnTo>
                  <a:lnTo>
                    <a:pt x="2328960" y="146074"/>
                  </a:lnTo>
                  <a:lnTo>
                    <a:pt x="2342345" y="147127"/>
                  </a:lnTo>
                  <a:lnTo>
                    <a:pt x="2355730" y="147261"/>
                  </a:lnTo>
                  <a:lnTo>
                    <a:pt x="2369115" y="146505"/>
                  </a:lnTo>
                  <a:lnTo>
                    <a:pt x="2382500" y="145042"/>
                  </a:lnTo>
                  <a:lnTo>
                    <a:pt x="2395885" y="142904"/>
                  </a:lnTo>
                  <a:lnTo>
                    <a:pt x="2409269" y="140130"/>
                  </a:lnTo>
                  <a:lnTo>
                    <a:pt x="2422654" y="136615"/>
                  </a:lnTo>
                  <a:lnTo>
                    <a:pt x="2436039" y="132558"/>
                  </a:lnTo>
                  <a:lnTo>
                    <a:pt x="2449424" y="128056"/>
                  </a:lnTo>
                  <a:lnTo>
                    <a:pt x="2462809" y="123162"/>
                  </a:lnTo>
                  <a:lnTo>
                    <a:pt x="2476194" y="117921"/>
                  </a:lnTo>
                  <a:lnTo>
                    <a:pt x="2489578" y="112344"/>
                  </a:lnTo>
                  <a:lnTo>
                    <a:pt x="2502963" y="106601"/>
                  </a:lnTo>
                  <a:lnTo>
                    <a:pt x="2516348" y="100748"/>
                  </a:lnTo>
                  <a:lnTo>
                    <a:pt x="2529733" y="94842"/>
                  </a:lnTo>
                  <a:lnTo>
                    <a:pt x="2543118" y="88953"/>
                  </a:lnTo>
                  <a:lnTo>
                    <a:pt x="2556503" y="83188"/>
                  </a:lnTo>
                  <a:lnTo>
                    <a:pt x="2569887" y="77600"/>
                  </a:lnTo>
                  <a:lnTo>
                    <a:pt x="2583272" y="72241"/>
                  </a:lnTo>
                  <a:lnTo>
                    <a:pt x="2596657" y="67165"/>
                  </a:lnTo>
                  <a:lnTo>
                    <a:pt x="2610042" y="62530"/>
                  </a:lnTo>
                  <a:lnTo>
                    <a:pt x="2623427" y="58385"/>
                  </a:lnTo>
                  <a:lnTo>
                    <a:pt x="2636812" y="54735"/>
                  </a:lnTo>
                  <a:lnTo>
                    <a:pt x="2650196" y="51627"/>
                  </a:lnTo>
                  <a:lnTo>
                    <a:pt x="2663581" y="49110"/>
                  </a:lnTo>
                  <a:lnTo>
                    <a:pt x="2676966" y="47490"/>
                  </a:lnTo>
                  <a:lnTo>
                    <a:pt x="2690351" y="46613"/>
                  </a:lnTo>
                  <a:lnTo>
                    <a:pt x="2703736" y="46511"/>
                  </a:lnTo>
                  <a:lnTo>
                    <a:pt x="2717121" y="47225"/>
                  </a:lnTo>
                  <a:lnTo>
                    <a:pt x="2730505" y="48881"/>
                  </a:lnTo>
                  <a:lnTo>
                    <a:pt x="2743890" y="51708"/>
                  </a:lnTo>
                  <a:lnTo>
                    <a:pt x="2757275" y="55500"/>
                  </a:lnTo>
                  <a:lnTo>
                    <a:pt x="2770660" y="60287"/>
                  </a:lnTo>
                  <a:lnTo>
                    <a:pt x="2784045" y="66095"/>
                  </a:lnTo>
                  <a:lnTo>
                    <a:pt x="2797430" y="73171"/>
                  </a:lnTo>
                  <a:lnTo>
                    <a:pt x="2810814" y="81512"/>
                  </a:lnTo>
                  <a:lnTo>
                    <a:pt x="2824199" y="90954"/>
                  </a:lnTo>
                  <a:lnTo>
                    <a:pt x="2837584" y="101506"/>
                  </a:lnTo>
                  <a:lnTo>
                    <a:pt x="2850969" y="113174"/>
                  </a:lnTo>
                  <a:lnTo>
                    <a:pt x="2864354" y="126308"/>
                  </a:lnTo>
                  <a:lnTo>
                    <a:pt x="2877739" y="140613"/>
                  </a:lnTo>
                  <a:lnTo>
                    <a:pt x="2891123" y="156011"/>
                  </a:lnTo>
                  <a:lnTo>
                    <a:pt x="2904508" y="172485"/>
                  </a:lnTo>
                  <a:lnTo>
                    <a:pt x="2917893" y="190065"/>
                  </a:lnTo>
                  <a:lnTo>
                    <a:pt x="2931278" y="208976"/>
                  </a:lnTo>
                  <a:lnTo>
                    <a:pt x="2944663" y="228843"/>
                  </a:lnTo>
                  <a:lnTo>
                    <a:pt x="2958048" y="249626"/>
                  </a:lnTo>
                  <a:lnTo>
                    <a:pt x="2971432" y="271281"/>
                  </a:lnTo>
                  <a:lnTo>
                    <a:pt x="2984817" y="293879"/>
                  </a:lnTo>
                  <a:lnTo>
                    <a:pt x="2998202" y="317357"/>
                  </a:lnTo>
                  <a:lnTo>
                    <a:pt x="3011587" y="341486"/>
                  </a:lnTo>
                  <a:lnTo>
                    <a:pt x="3024972" y="366206"/>
                  </a:lnTo>
                  <a:lnTo>
                    <a:pt x="3038357" y="391453"/>
                  </a:lnTo>
                  <a:lnTo>
                    <a:pt x="3051741" y="417252"/>
                  </a:lnTo>
                  <a:lnTo>
                    <a:pt x="3065126" y="443414"/>
                  </a:lnTo>
                  <a:lnTo>
                    <a:pt x="3078511" y="469825"/>
                  </a:lnTo>
                  <a:lnTo>
                    <a:pt x="3091896" y="496420"/>
                  </a:lnTo>
                  <a:lnTo>
                    <a:pt x="3105281" y="523129"/>
                  </a:lnTo>
                  <a:lnTo>
                    <a:pt x="3118666" y="549849"/>
                  </a:lnTo>
                  <a:lnTo>
                    <a:pt x="3132050" y="576476"/>
                  </a:lnTo>
                  <a:lnTo>
                    <a:pt x="3145435" y="602947"/>
                  </a:lnTo>
                  <a:lnTo>
                    <a:pt x="3158820" y="629204"/>
                  </a:lnTo>
                  <a:lnTo>
                    <a:pt x="3172205" y="655144"/>
                  </a:lnTo>
                  <a:lnTo>
                    <a:pt x="3185590" y="680626"/>
                  </a:lnTo>
                  <a:lnTo>
                    <a:pt x="3198975" y="705676"/>
                  </a:lnTo>
                  <a:lnTo>
                    <a:pt x="3212359" y="730252"/>
                  </a:lnTo>
                  <a:lnTo>
                    <a:pt x="3225744" y="754315"/>
                  </a:lnTo>
                  <a:lnTo>
                    <a:pt x="3239129" y="777693"/>
                  </a:lnTo>
                  <a:lnTo>
                    <a:pt x="3252514" y="800387"/>
                  </a:lnTo>
                  <a:lnTo>
                    <a:pt x="3265899" y="822458"/>
                  </a:lnTo>
                  <a:lnTo>
                    <a:pt x="3279284" y="843894"/>
                  </a:lnTo>
                  <a:lnTo>
                    <a:pt x="3292668" y="864685"/>
                  </a:lnTo>
                  <a:lnTo>
                    <a:pt x="3306053" y="884610"/>
                  </a:lnTo>
                  <a:lnTo>
                    <a:pt x="3319438" y="903876"/>
                  </a:lnTo>
                  <a:lnTo>
                    <a:pt x="3332823" y="922518"/>
                  </a:lnTo>
                  <a:lnTo>
                    <a:pt x="3346208" y="940556"/>
                  </a:lnTo>
                  <a:lnTo>
                    <a:pt x="3359593" y="957969"/>
                  </a:lnTo>
                  <a:lnTo>
                    <a:pt x="3372977" y="974693"/>
                  </a:lnTo>
                  <a:lnTo>
                    <a:pt x="3386362" y="990938"/>
                  </a:lnTo>
                  <a:lnTo>
                    <a:pt x="3399747" y="1006745"/>
                  </a:lnTo>
                  <a:lnTo>
                    <a:pt x="3413132" y="1022160"/>
                  </a:lnTo>
                  <a:lnTo>
                    <a:pt x="3426517" y="1037183"/>
                  </a:lnTo>
                  <a:lnTo>
                    <a:pt x="3439902" y="1051915"/>
                  </a:lnTo>
                  <a:lnTo>
                    <a:pt x="3453286" y="1066473"/>
                  </a:lnTo>
                  <a:lnTo>
                    <a:pt x="3466671" y="1080915"/>
                  </a:lnTo>
                  <a:lnTo>
                    <a:pt x="3480056" y="1095300"/>
                  </a:lnTo>
                  <a:lnTo>
                    <a:pt x="3493441" y="1109725"/>
                  </a:lnTo>
                  <a:lnTo>
                    <a:pt x="3506826" y="1124283"/>
                  </a:lnTo>
                  <a:lnTo>
                    <a:pt x="3520211" y="1139031"/>
                  </a:lnTo>
                  <a:lnTo>
                    <a:pt x="3533595" y="1154024"/>
                  </a:lnTo>
                  <a:lnTo>
                    <a:pt x="3546980" y="1169331"/>
                  </a:lnTo>
                  <a:lnTo>
                    <a:pt x="3560365" y="1185152"/>
                  </a:lnTo>
                  <a:lnTo>
                    <a:pt x="3573750" y="1201426"/>
                  </a:lnTo>
                  <a:lnTo>
                    <a:pt x="3587135" y="1218195"/>
                  </a:lnTo>
                  <a:lnTo>
                    <a:pt x="3600520" y="1235494"/>
                  </a:lnTo>
                  <a:lnTo>
                    <a:pt x="3613904" y="1253443"/>
                  </a:lnTo>
                  <a:lnTo>
                    <a:pt x="3627289" y="1272138"/>
                  </a:lnTo>
                  <a:lnTo>
                    <a:pt x="3640674" y="1291462"/>
                  </a:lnTo>
                  <a:lnTo>
                    <a:pt x="3654059" y="1311424"/>
                  </a:lnTo>
                  <a:lnTo>
                    <a:pt x="3667444" y="1332027"/>
                  </a:lnTo>
                  <a:lnTo>
                    <a:pt x="3680829" y="1353431"/>
                  </a:lnTo>
                  <a:lnTo>
                    <a:pt x="3694213" y="1375529"/>
                  </a:lnTo>
                  <a:lnTo>
                    <a:pt x="3707598" y="1398226"/>
                  </a:lnTo>
                  <a:lnTo>
                    <a:pt x="3720983" y="1421496"/>
                  </a:lnTo>
                  <a:lnTo>
                    <a:pt x="3734368" y="1445314"/>
                  </a:lnTo>
                  <a:lnTo>
                    <a:pt x="3747753" y="1469802"/>
                  </a:lnTo>
                  <a:lnTo>
                    <a:pt x="3761138" y="1494723"/>
                  </a:lnTo>
                  <a:lnTo>
                    <a:pt x="3774522" y="1520026"/>
                  </a:lnTo>
                  <a:lnTo>
                    <a:pt x="3787907" y="1545664"/>
                  </a:lnTo>
                  <a:lnTo>
                    <a:pt x="3801292" y="1571608"/>
                  </a:lnTo>
                  <a:lnTo>
                    <a:pt x="3814677" y="1597801"/>
                  </a:lnTo>
                  <a:lnTo>
                    <a:pt x="3828062" y="1624113"/>
                  </a:lnTo>
                  <a:lnTo>
                    <a:pt x="3841447" y="1650490"/>
                  </a:lnTo>
                  <a:lnTo>
                    <a:pt x="3854831" y="1676880"/>
                  </a:lnTo>
                  <a:lnTo>
                    <a:pt x="3868216" y="1703200"/>
                  </a:lnTo>
                  <a:lnTo>
                    <a:pt x="3881601" y="1729358"/>
                  </a:lnTo>
                  <a:lnTo>
                    <a:pt x="3894986" y="1755318"/>
                  </a:lnTo>
                  <a:lnTo>
                    <a:pt x="3908371" y="1781033"/>
                  </a:lnTo>
                  <a:lnTo>
                    <a:pt x="3921756" y="1806460"/>
                  </a:lnTo>
                  <a:lnTo>
                    <a:pt x="3935140" y="1831426"/>
                  </a:lnTo>
                  <a:lnTo>
                    <a:pt x="3948525" y="1855967"/>
                  </a:lnTo>
                  <a:lnTo>
                    <a:pt x="3961910" y="1880069"/>
                  </a:lnTo>
                  <a:lnTo>
                    <a:pt x="3975295" y="1903706"/>
                  </a:lnTo>
                  <a:lnTo>
                    <a:pt x="3988680" y="1926821"/>
                  </a:lnTo>
                  <a:lnTo>
                    <a:pt x="4002065" y="1949246"/>
                  </a:lnTo>
                  <a:lnTo>
                    <a:pt x="4015449" y="1971124"/>
                  </a:lnTo>
                  <a:lnTo>
                    <a:pt x="4028834" y="1992442"/>
                  </a:lnTo>
                  <a:lnTo>
                    <a:pt x="4042219" y="2013193"/>
                  </a:lnTo>
                  <a:lnTo>
                    <a:pt x="4055604" y="2033273"/>
                  </a:lnTo>
                  <a:lnTo>
                    <a:pt x="4068989" y="2052657"/>
                  </a:lnTo>
                  <a:lnTo>
                    <a:pt x="4082374" y="2071465"/>
                  </a:lnTo>
                  <a:lnTo>
                    <a:pt x="4095758" y="2089701"/>
                  </a:lnTo>
                  <a:lnTo>
                    <a:pt x="4109143" y="2107371"/>
                  </a:lnTo>
                  <a:lnTo>
                    <a:pt x="4122528" y="2124331"/>
                  </a:lnTo>
                  <a:lnTo>
                    <a:pt x="4135913" y="2140701"/>
                  </a:lnTo>
                  <a:lnTo>
                    <a:pt x="4149298" y="2156545"/>
                  </a:lnTo>
                  <a:lnTo>
                    <a:pt x="4162683" y="2171875"/>
                  </a:lnTo>
                  <a:lnTo>
                    <a:pt x="4176067" y="2186696"/>
                  </a:lnTo>
                  <a:lnTo>
                    <a:pt x="4189452" y="2200870"/>
                  </a:lnTo>
                  <a:lnTo>
                    <a:pt x="4202837" y="2214588"/>
                  </a:lnTo>
                  <a:lnTo>
                    <a:pt x="4216222" y="2227867"/>
                  </a:lnTo>
                  <a:lnTo>
                    <a:pt x="4229607" y="2240721"/>
                  </a:lnTo>
                  <a:lnTo>
                    <a:pt x="4242992" y="2253119"/>
                  </a:lnTo>
                  <a:lnTo>
                    <a:pt x="4256376" y="2265042"/>
                  </a:lnTo>
                  <a:lnTo>
                    <a:pt x="4269761" y="2276604"/>
                  </a:lnTo>
                  <a:lnTo>
                    <a:pt x="4283146" y="2287821"/>
                  </a:lnTo>
                  <a:lnTo>
                    <a:pt x="4296531" y="2298708"/>
                  </a:lnTo>
                  <a:lnTo>
                    <a:pt x="4309916" y="2309211"/>
                  </a:lnTo>
                  <a:lnTo>
                    <a:pt x="4323301" y="2319386"/>
                  </a:lnTo>
                  <a:lnTo>
                    <a:pt x="4336685" y="2329289"/>
                  </a:lnTo>
                  <a:lnTo>
                    <a:pt x="4350070" y="2338931"/>
                  </a:lnTo>
                  <a:lnTo>
                    <a:pt x="4363455" y="2348327"/>
                  </a:lnTo>
                  <a:lnTo>
                    <a:pt x="4376840" y="2357415"/>
                  </a:lnTo>
                  <a:lnTo>
                    <a:pt x="4390225" y="2366285"/>
                  </a:lnTo>
                  <a:lnTo>
                    <a:pt x="4403610" y="2374954"/>
                  </a:lnTo>
                  <a:lnTo>
                    <a:pt x="4416994" y="2383433"/>
                  </a:lnTo>
                  <a:lnTo>
                    <a:pt x="4430379" y="2391716"/>
                  </a:lnTo>
                  <a:lnTo>
                    <a:pt x="4443764" y="2399784"/>
                  </a:lnTo>
                  <a:lnTo>
                    <a:pt x="4457149" y="2407697"/>
                  </a:lnTo>
                  <a:lnTo>
                    <a:pt x="4470534" y="2415462"/>
                  </a:lnTo>
                  <a:lnTo>
                    <a:pt x="4483919" y="2423086"/>
                  </a:lnTo>
                  <a:lnTo>
                    <a:pt x="4497303" y="2430550"/>
                  </a:lnTo>
                  <a:lnTo>
                    <a:pt x="4510688" y="2437868"/>
                  </a:lnTo>
                  <a:lnTo>
                    <a:pt x="4524073" y="2445068"/>
                  </a:lnTo>
                  <a:lnTo>
                    <a:pt x="4537458" y="2452154"/>
                  </a:lnTo>
                  <a:lnTo>
                    <a:pt x="4550843" y="2459130"/>
                  </a:lnTo>
                  <a:lnTo>
                    <a:pt x="4564228" y="2465972"/>
                  </a:lnTo>
                  <a:lnTo>
                    <a:pt x="4577612" y="2472707"/>
                  </a:lnTo>
                  <a:lnTo>
                    <a:pt x="4590997" y="2479346"/>
                  </a:lnTo>
                  <a:lnTo>
                    <a:pt x="4604382" y="2485891"/>
                  </a:lnTo>
                  <a:lnTo>
                    <a:pt x="4617767" y="2492341"/>
                  </a:lnTo>
                  <a:lnTo>
                    <a:pt x="4631152" y="2498675"/>
                  </a:lnTo>
                  <a:lnTo>
                    <a:pt x="4644537" y="2504922"/>
                  </a:lnTo>
                  <a:lnTo>
                    <a:pt x="4657921" y="2511086"/>
                  </a:lnTo>
                  <a:lnTo>
                    <a:pt x="4671306" y="2517167"/>
                  </a:lnTo>
                  <a:lnTo>
                    <a:pt x="4684691" y="2523155"/>
                  </a:lnTo>
                  <a:lnTo>
                    <a:pt x="4698076" y="2529046"/>
                  </a:lnTo>
                  <a:lnTo>
                    <a:pt x="4711461" y="2534859"/>
                  </a:lnTo>
                  <a:lnTo>
                    <a:pt x="4724846" y="2540594"/>
                  </a:lnTo>
                  <a:lnTo>
                    <a:pt x="4738230" y="2546254"/>
                  </a:lnTo>
                  <a:lnTo>
                    <a:pt x="4751615" y="2551820"/>
                  </a:lnTo>
                  <a:lnTo>
                    <a:pt x="4765000" y="2557304"/>
                  </a:lnTo>
                  <a:lnTo>
                    <a:pt x="4778385" y="2562715"/>
                  </a:lnTo>
                  <a:lnTo>
                    <a:pt x="4791770" y="2568055"/>
                  </a:lnTo>
                  <a:lnTo>
                    <a:pt x="4805155" y="2573323"/>
                  </a:lnTo>
                  <a:lnTo>
                    <a:pt x="4818539" y="2578497"/>
                  </a:lnTo>
                  <a:lnTo>
                    <a:pt x="4831924" y="2583601"/>
                  </a:lnTo>
                  <a:lnTo>
                    <a:pt x="4845309" y="2588638"/>
                  </a:lnTo>
                  <a:lnTo>
                    <a:pt x="4858694" y="2593608"/>
                  </a:lnTo>
                  <a:lnTo>
                    <a:pt x="4872079" y="2598504"/>
                  </a:lnTo>
                  <a:lnTo>
                    <a:pt x="4885464" y="2603318"/>
                  </a:lnTo>
                  <a:lnTo>
                    <a:pt x="4898848" y="2608067"/>
                  </a:lnTo>
                  <a:lnTo>
                    <a:pt x="4912233" y="2612751"/>
                  </a:lnTo>
                  <a:lnTo>
                    <a:pt x="4925618" y="2617372"/>
                  </a:lnTo>
                  <a:lnTo>
                    <a:pt x="4939003" y="2621915"/>
                  </a:lnTo>
                  <a:lnTo>
                    <a:pt x="4952388" y="2626385"/>
                  </a:lnTo>
                  <a:lnTo>
                    <a:pt x="4965773" y="2630792"/>
                  </a:lnTo>
                  <a:lnTo>
                    <a:pt x="4979157" y="2635135"/>
                  </a:lnTo>
                  <a:lnTo>
                    <a:pt x="4992542" y="2639416"/>
                  </a:lnTo>
                  <a:lnTo>
                    <a:pt x="5005927" y="2643612"/>
                  </a:lnTo>
                  <a:lnTo>
                    <a:pt x="5019312" y="2647742"/>
                  </a:lnTo>
                  <a:lnTo>
                    <a:pt x="5032697" y="2651807"/>
                  </a:lnTo>
                  <a:lnTo>
                    <a:pt x="5046082" y="2655807"/>
                  </a:lnTo>
                  <a:lnTo>
                    <a:pt x="5059466" y="2659739"/>
                  </a:lnTo>
                  <a:lnTo>
                    <a:pt x="5072851" y="2663585"/>
                  </a:lnTo>
                  <a:lnTo>
                    <a:pt x="5086236" y="2667365"/>
                  </a:lnTo>
                  <a:lnTo>
                    <a:pt x="5099621" y="2671078"/>
                  </a:lnTo>
                  <a:lnTo>
                    <a:pt x="5113006" y="2674724"/>
                  </a:lnTo>
                  <a:lnTo>
                    <a:pt x="5126391" y="2678291"/>
                  </a:lnTo>
                  <a:lnTo>
                    <a:pt x="5139775" y="2681778"/>
                  </a:lnTo>
                  <a:lnTo>
                    <a:pt x="5153160" y="2685196"/>
                  </a:lnTo>
                  <a:lnTo>
                    <a:pt x="5166545" y="2688547"/>
                  </a:lnTo>
                  <a:lnTo>
                    <a:pt x="5179930" y="2691830"/>
                  </a:lnTo>
                  <a:lnTo>
                    <a:pt x="5193315" y="2695027"/>
                  </a:lnTo>
                  <a:lnTo>
                    <a:pt x="5206700" y="2698150"/>
                  </a:lnTo>
                  <a:lnTo>
                    <a:pt x="5220084" y="2701208"/>
                  </a:lnTo>
                  <a:lnTo>
                    <a:pt x="5233469" y="2704199"/>
                  </a:lnTo>
                  <a:lnTo>
                    <a:pt x="5246854" y="2707123"/>
                  </a:lnTo>
                  <a:lnTo>
                    <a:pt x="5260239" y="2709961"/>
                  </a:lnTo>
                  <a:lnTo>
                    <a:pt x="5273624" y="2712736"/>
                  </a:lnTo>
                  <a:lnTo>
                    <a:pt x="5287009" y="2715449"/>
                  </a:lnTo>
                  <a:lnTo>
                    <a:pt x="5300393" y="2718100"/>
                  </a:lnTo>
                  <a:lnTo>
                    <a:pt x="5313778" y="2720683"/>
                  </a:lnTo>
                  <a:lnTo>
                    <a:pt x="5327163" y="2723194"/>
                  </a:lnTo>
                  <a:lnTo>
                    <a:pt x="5340548" y="2725647"/>
                  </a:lnTo>
                  <a:lnTo>
                    <a:pt x="5353933" y="2728043"/>
                  </a:lnTo>
                  <a:lnTo>
                    <a:pt x="5367318" y="2730383"/>
                  </a:lnTo>
                  <a:lnTo>
                    <a:pt x="5380702" y="2732655"/>
                  </a:lnTo>
                  <a:lnTo>
                    <a:pt x="5394087" y="2734866"/>
                  </a:lnTo>
                  <a:lnTo>
                    <a:pt x="5407472" y="2737024"/>
                  </a:lnTo>
                  <a:lnTo>
                    <a:pt x="5420857" y="2739128"/>
                  </a:lnTo>
                  <a:lnTo>
                    <a:pt x="5434242" y="2741179"/>
                  </a:lnTo>
                  <a:lnTo>
                    <a:pt x="5447627" y="2743160"/>
                  </a:lnTo>
                  <a:lnTo>
                    <a:pt x="5461011" y="2745087"/>
                  </a:lnTo>
                  <a:lnTo>
                    <a:pt x="5474396" y="2746961"/>
                  </a:lnTo>
                  <a:lnTo>
                    <a:pt x="5487781" y="2748783"/>
                  </a:lnTo>
                  <a:lnTo>
                    <a:pt x="5501166" y="2750546"/>
                  </a:lnTo>
                  <a:lnTo>
                    <a:pt x="5514551" y="2752242"/>
                  </a:lnTo>
                  <a:lnTo>
                    <a:pt x="5527936" y="2753883"/>
                  </a:lnTo>
                  <a:lnTo>
                    <a:pt x="5541320" y="2755470"/>
                  </a:lnTo>
                  <a:lnTo>
                    <a:pt x="5554705" y="2757002"/>
                  </a:lnTo>
                  <a:lnTo>
                    <a:pt x="5568090" y="2758468"/>
                  </a:lnTo>
                  <a:lnTo>
                    <a:pt x="5581475" y="2759869"/>
                  </a:lnTo>
                  <a:lnTo>
                    <a:pt x="5594860" y="2761214"/>
                  </a:lnTo>
                  <a:lnTo>
                    <a:pt x="5608245" y="2762503"/>
                  </a:lnTo>
                  <a:lnTo>
                    <a:pt x="5621629" y="2763735"/>
                  </a:lnTo>
                  <a:lnTo>
                    <a:pt x="5635014" y="2764894"/>
                  </a:lnTo>
                  <a:lnTo>
                    <a:pt x="5648399" y="2765994"/>
                  </a:lnTo>
                  <a:lnTo>
                    <a:pt x="5661784" y="2767039"/>
                  </a:lnTo>
                  <a:lnTo>
                    <a:pt x="5675169" y="2768028"/>
                  </a:lnTo>
                  <a:lnTo>
                    <a:pt x="5688554" y="2768961"/>
                  </a:lnTo>
                  <a:lnTo>
                    <a:pt x="5701938" y="2769823"/>
                  </a:lnTo>
                  <a:lnTo>
                    <a:pt x="5715323" y="2770634"/>
                  </a:lnTo>
                  <a:lnTo>
                    <a:pt x="5728708" y="2771394"/>
                  </a:lnTo>
                  <a:lnTo>
                    <a:pt x="5742093" y="2772104"/>
                  </a:lnTo>
                  <a:lnTo>
                    <a:pt x="5755478" y="2772759"/>
                  </a:lnTo>
                  <a:lnTo>
                    <a:pt x="5768863" y="2773358"/>
                  </a:lnTo>
                  <a:lnTo>
                    <a:pt x="5782247" y="2773913"/>
                  </a:lnTo>
                  <a:lnTo>
                    <a:pt x="5795632" y="2774427"/>
                  </a:lnTo>
                  <a:lnTo>
                    <a:pt x="5809017" y="2774899"/>
                  </a:lnTo>
                  <a:lnTo>
                    <a:pt x="5822402" y="2775324"/>
                  </a:lnTo>
                  <a:lnTo>
                    <a:pt x="5835787" y="2775709"/>
                  </a:lnTo>
                  <a:lnTo>
                    <a:pt x="5849172" y="2776061"/>
                  </a:lnTo>
                  <a:lnTo>
                    <a:pt x="5862556" y="2776381"/>
                  </a:lnTo>
                  <a:lnTo>
                    <a:pt x="5875941" y="2776671"/>
                  </a:lnTo>
                  <a:lnTo>
                    <a:pt x="5889326" y="2776924"/>
                  </a:lnTo>
                  <a:lnTo>
                    <a:pt x="5902711" y="2777152"/>
                  </a:lnTo>
                  <a:lnTo>
                    <a:pt x="5916096" y="2777358"/>
                  </a:lnTo>
                  <a:lnTo>
                    <a:pt x="5929481" y="2777541"/>
                  </a:lnTo>
                  <a:lnTo>
                    <a:pt x="5942865" y="2777703"/>
                  </a:lnTo>
                  <a:lnTo>
                    <a:pt x="5956250" y="2777843"/>
                  </a:lnTo>
                  <a:lnTo>
                    <a:pt x="5969635" y="2777968"/>
                  </a:lnTo>
                  <a:lnTo>
                    <a:pt x="5983020" y="2778078"/>
                  </a:lnTo>
                  <a:lnTo>
                    <a:pt x="5996405" y="2778175"/>
                  </a:lnTo>
                  <a:lnTo>
                    <a:pt x="6009790" y="2778257"/>
                  </a:lnTo>
                  <a:lnTo>
                    <a:pt x="6023174" y="2778328"/>
                  </a:lnTo>
                  <a:lnTo>
                    <a:pt x="6036559" y="2778391"/>
                  </a:lnTo>
                  <a:lnTo>
                    <a:pt x="6049944" y="2778445"/>
                  </a:lnTo>
                  <a:lnTo>
                    <a:pt x="6063329" y="2778491"/>
                  </a:lnTo>
                  <a:lnTo>
                    <a:pt x="6076714" y="2778530"/>
                  </a:lnTo>
                  <a:lnTo>
                    <a:pt x="6090099" y="2778563"/>
                  </a:lnTo>
                  <a:lnTo>
                    <a:pt x="6103483" y="2778592"/>
                  </a:lnTo>
                  <a:lnTo>
                    <a:pt x="6116868" y="2778616"/>
                  </a:lnTo>
                  <a:lnTo>
                    <a:pt x="6130253" y="2778637"/>
                  </a:lnTo>
                  <a:lnTo>
                    <a:pt x="6143638" y="2778653"/>
                  </a:lnTo>
                  <a:lnTo>
                    <a:pt x="6157023" y="2778667"/>
                  </a:lnTo>
                  <a:lnTo>
                    <a:pt x="6170408" y="2778679"/>
                  </a:lnTo>
                  <a:lnTo>
                    <a:pt x="6183792" y="2778690"/>
                  </a:lnTo>
                  <a:lnTo>
                    <a:pt x="6197177" y="2778698"/>
                  </a:lnTo>
                  <a:lnTo>
                    <a:pt x="6210562" y="2778704"/>
                  </a:lnTo>
                  <a:lnTo>
                    <a:pt x="6223947" y="2778710"/>
                  </a:lnTo>
                  <a:lnTo>
                    <a:pt x="6237332" y="2778715"/>
                  </a:lnTo>
                  <a:lnTo>
                    <a:pt x="6250717" y="2778718"/>
                  </a:lnTo>
                  <a:lnTo>
                    <a:pt x="6264101" y="2778721"/>
                  </a:lnTo>
                  <a:lnTo>
                    <a:pt x="6277486" y="2778724"/>
                  </a:lnTo>
                  <a:lnTo>
                    <a:pt x="6290871" y="2778726"/>
                  </a:lnTo>
                  <a:lnTo>
                    <a:pt x="6304256" y="2778727"/>
                  </a:lnTo>
                  <a:lnTo>
                    <a:pt x="6317641" y="2778729"/>
                  </a:lnTo>
                  <a:lnTo>
                    <a:pt x="6331026" y="2778730"/>
                  </a:lnTo>
                  <a:lnTo>
                    <a:pt x="6344410" y="2778731"/>
                  </a:lnTo>
                  <a:lnTo>
                    <a:pt x="6357795" y="2778731"/>
                  </a:lnTo>
                  <a:lnTo>
                    <a:pt x="6371180" y="2778732"/>
                  </a:lnTo>
                  <a:lnTo>
                    <a:pt x="6384565" y="2778732"/>
                  </a:lnTo>
                  <a:lnTo>
                    <a:pt x="6397950" y="2778732"/>
                  </a:lnTo>
                  <a:lnTo>
                    <a:pt x="6411335" y="2778733"/>
                  </a:lnTo>
                  <a:lnTo>
                    <a:pt x="6424719" y="2778733"/>
                  </a:lnTo>
                  <a:lnTo>
                    <a:pt x="6438104" y="2778733"/>
                  </a:lnTo>
                  <a:lnTo>
                    <a:pt x="6451489" y="2778733"/>
                  </a:lnTo>
                  <a:lnTo>
                    <a:pt x="6464874" y="2778733"/>
                  </a:lnTo>
                  <a:lnTo>
                    <a:pt x="6478259" y="2778733"/>
                  </a:lnTo>
                  <a:lnTo>
                    <a:pt x="6491644" y="2778733"/>
                  </a:lnTo>
                  <a:lnTo>
                    <a:pt x="6505028" y="2778733"/>
                  </a:lnTo>
                  <a:lnTo>
                    <a:pt x="6518413" y="2778733"/>
                  </a:lnTo>
                  <a:lnTo>
                    <a:pt x="6531798" y="2778733"/>
                  </a:lnTo>
                  <a:lnTo>
                    <a:pt x="6545183" y="2778733"/>
                  </a:lnTo>
                  <a:lnTo>
                    <a:pt x="6558568" y="2778733"/>
                  </a:lnTo>
                  <a:lnTo>
                    <a:pt x="6571953" y="2778733"/>
                  </a:lnTo>
                  <a:lnTo>
                    <a:pt x="6585337" y="2778733"/>
                  </a:lnTo>
                  <a:lnTo>
                    <a:pt x="6598722" y="2778733"/>
                  </a:lnTo>
                  <a:lnTo>
                    <a:pt x="6612107" y="2778734"/>
                  </a:lnTo>
                  <a:lnTo>
                    <a:pt x="6625492" y="2778734"/>
                  </a:lnTo>
                  <a:lnTo>
                    <a:pt x="6638877" y="2778734"/>
                  </a:lnTo>
                  <a:lnTo>
                    <a:pt x="6652262" y="2778734"/>
                  </a:lnTo>
                  <a:lnTo>
                    <a:pt x="6665646" y="2778734"/>
                  </a:lnTo>
                  <a:lnTo>
                    <a:pt x="6679031" y="2778734"/>
                  </a:lnTo>
                  <a:lnTo>
                    <a:pt x="6692416" y="2778734"/>
                  </a:lnTo>
                  <a:lnTo>
                    <a:pt x="6705801" y="2778734"/>
                  </a:lnTo>
                  <a:lnTo>
                    <a:pt x="6719186" y="2778734"/>
                  </a:lnTo>
                  <a:lnTo>
                    <a:pt x="6732571" y="2778734"/>
                  </a:lnTo>
                  <a:lnTo>
                    <a:pt x="6745955" y="2778734"/>
                  </a:lnTo>
                  <a:lnTo>
                    <a:pt x="6759340" y="2778734"/>
                  </a:lnTo>
                  <a:lnTo>
                    <a:pt x="6772725" y="2778734"/>
                  </a:lnTo>
                  <a:lnTo>
                    <a:pt x="6786110" y="2778734"/>
                  </a:lnTo>
                  <a:lnTo>
                    <a:pt x="6799495" y="2778734"/>
                  </a:lnTo>
                  <a:lnTo>
                    <a:pt x="6812880" y="2778734"/>
                  </a:lnTo>
                  <a:lnTo>
                    <a:pt x="6826264" y="2778734"/>
                  </a:lnTo>
                  <a:lnTo>
                    <a:pt x="6839649" y="2778734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9252" y="2902938"/>
              <a:ext cx="6839649" cy="2644687"/>
            </a:xfrm>
            <a:custGeom>
              <a:avLst/>
              <a:pathLst>
                <a:path w="6839649" h="2644687">
                  <a:moveTo>
                    <a:pt x="0" y="2635076"/>
                  </a:moveTo>
                  <a:lnTo>
                    <a:pt x="13384" y="2634388"/>
                  </a:lnTo>
                  <a:lnTo>
                    <a:pt x="26769" y="2633668"/>
                  </a:lnTo>
                  <a:lnTo>
                    <a:pt x="40154" y="2632927"/>
                  </a:lnTo>
                  <a:lnTo>
                    <a:pt x="53539" y="2632164"/>
                  </a:lnTo>
                  <a:lnTo>
                    <a:pt x="66924" y="2631376"/>
                  </a:lnTo>
                  <a:lnTo>
                    <a:pt x="80308" y="2630565"/>
                  </a:lnTo>
                  <a:lnTo>
                    <a:pt x="93693" y="2629737"/>
                  </a:lnTo>
                  <a:lnTo>
                    <a:pt x="107078" y="2628894"/>
                  </a:lnTo>
                  <a:lnTo>
                    <a:pt x="120463" y="2628035"/>
                  </a:lnTo>
                  <a:lnTo>
                    <a:pt x="133848" y="2627162"/>
                  </a:lnTo>
                  <a:lnTo>
                    <a:pt x="147233" y="2626281"/>
                  </a:lnTo>
                  <a:lnTo>
                    <a:pt x="160617" y="2625393"/>
                  </a:lnTo>
                  <a:lnTo>
                    <a:pt x="174002" y="2624500"/>
                  </a:lnTo>
                  <a:lnTo>
                    <a:pt x="187387" y="2623606"/>
                  </a:lnTo>
                  <a:lnTo>
                    <a:pt x="200772" y="2622713"/>
                  </a:lnTo>
                  <a:lnTo>
                    <a:pt x="214157" y="2621823"/>
                  </a:lnTo>
                  <a:lnTo>
                    <a:pt x="227542" y="2620939"/>
                  </a:lnTo>
                  <a:lnTo>
                    <a:pt x="240926" y="2620066"/>
                  </a:lnTo>
                  <a:lnTo>
                    <a:pt x="254311" y="2619203"/>
                  </a:lnTo>
                  <a:lnTo>
                    <a:pt x="267696" y="2618353"/>
                  </a:lnTo>
                  <a:lnTo>
                    <a:pt x="281081" y="2617519"/>
                  </a:lnTo>
                  <a:lnTo>
                    <a:pt x="294466" y="2616705"/>
                  </a:lnTo>
                  <a:lnTo>
                    <a:pt x="307851" y="2615908"/>
                  </a:lnTo>
                  <a:lnTo>
                    <a:pt x="321235" y="2615129"/>
                  </a:lnTo>
                  <a:lnTo>
                    <a:pt x="334620" y="2614373"/>
                  </a:lnTo>
                  <a:lnTo>
                    <a:pt x="348005" y="2613641"/>
                  </a:lnTo>
                  <a:lnTo>
                    <a:pt x="361390" y="2612928"/>
                  </a:lnTo>
                  <a:lnTo>
                    <a:pt x="374775" y="2612234"/>
                  </a:lnTo>
                  <a:lnTo>
                    <a:pt x="388160" y="2611563"/>
                  </a:lnTo>
                  <a:lnTo>
                    <a:pt x="401544" y="2610912"/>
                  </a:lnTo>
                  <a:lnTo>
                    <a:pt x="414929" y="2610277"/>
                  </a:lnTo>
                  <a:lnTo>
                    <a:pt x="428314" y="2609655"/>
                  </a:lnTo>
                  <a:lnTo>
                    <a:pt x="441699" y="2609047"/>
                  </a:lnTo>
                  <a:lnTo>
                    <a:pt x="455084" y="2608449"/>
                  </a:lnTo>
                  <a:lnTo>
                    <a:pt x="468469" y="2607854"/>
                  </a:lnTo>
                  <a:lnTo>
                    <a:pt x="481853" y="2607261"/>
                  </a:lnTo>
                  <a:lnTo>
                    <a:pt x="495238" y="2606665"/>
                  </a:lnTo>
                  <a:lnTo>
                    <a:pt x="508623" y="2606059"/>
                  </a:lnTo>
                  <a:lnTo>
                    <a:pt x="522008" y="2605439"/>
                  </a:lnTo>
                  <a:lnTo>
                    <a:pt x="535393" y="2604802"/>
                  </a:lnTo>
                  <a:lnTo>
                    <a:pt x="548778" y="2604136"/>
                  </a:lnTo>
                  <a:lnTo>
                    <a:pt x="562162" y="2603433"/>
                  </a:lnTo>
                  <a:lnTo>
                    <a:pt x="575547" y="2602694"/>
                  </a:lnTo>
                  <a:lnTo>
                    <a:pt x="588932" y="2601914"/>
                  </a:lnTo>
                  <a:lnTo>
                    <a:pt x="602317" y="2601074"/>
                  </a:lnTo>
                  <a:lnTo>
                    <a:pt x="615702" y="2600165"/>
                  </a:lnTo>
                  <a:lnTo>
                    <a:pt x="629087" y="2599193"/>
                  </a:lnTo>
                  <a:lnTo>
                    <a:pt x="642471" y="2598154"/>
                  </a:lnTo>
                  <a:lnTo>
                    <a:pt x="655856" y="2597018"/>
                  </a:lnTo>
                  <a:lnTo>
                    <a:pt x="669241" y="2595780"/>
                  </a:lnTo>
                  <a:lnTo>
                    <a:pt x="682626" y="2594451"/>
                  </a:lnTo>
                  <a:lnTo>
                    <a:pt x="696011" y="2593027"/>
                  </a:lnTo>
                  <a:lnTo>
                    <a:pt x="709396" y="2591470"/>
                  </a:lnTo>
                  <a:lnTo>
                    <a:pt x="722780" y="2589777"/>
                  </a:lnTo>
                  <a:lnTo>
                    <a:pt x="736165" y="2587966"/>
                  </a:lnTo>
                  <a:lnTo>
                    <a:pt x="749550" y="2586033"/>
                  </a:lnTo>
                  <a:lnTo>
                    <a:pt x="762935" y="2583931"/>
                  </a:lnTo>
                  <a:lnTo>
                    <a:pt x="776320" y="2581664"/>
                  </a:lnTo>
                  <a:lnTo>
                    <a:pt x="789705" y="2579254"/>
                  </a:lnTo>
                  <a:lnTo>
                    <a:pt x="803089" y="2576698"/>
                  </a:lnTo>
                  <a:lnTo>
                    <a:pt x="816474" y="2573941"/>
                  </a:lnTo>
                  <a:lnTo>
                    <a:pt x="829859" y="2570996"/>
                  </a:lnTo>
                  <a:lnTo>
                    <a:pt x="843244" y="2567887"/>
                  </a:lnTo>
                  <a:lnTo>
                    <a:pt x="856629" y="2564613"/>
                  </a:lnTo>
                  <a:lnTo>
                    <a:pt x="870014" y="2561114"/>
                  </a:lnTo>
                  <a:lnTo>
                    <a:pt x="883398" y="2557410"/>
                  </a:lnTo>
                  <a:lnTo>
                    <a:pt x="896783" y="2553528"/>
                  </a:lnTo>
                  <a:lnTo>
                    <a:pt x="910168" y="2549469"/>
                  </a:lnTo>
                  <a:lnTo>
                    <a:pt x="923553" y="2545169"/>
                  </a:lnTo>
                  <a:lnTo>
                    <a:pt x="936938" y="2540655"/>
                  </a:lnTo>
                  <a:lnTo>
                    <a:pt x="950323" y="2535960"/>
                  </a:lnTo>
                  <a:lnTo>
                    <a:pt x="963707" y="2531082"/>
                  </a:lnTo>
                  <a:lnTo>
                    <a:pt x="977092" y="2525961"/>
                  </a:lnTo>
                  <a:lnTo>
                    <a:pt x="990477" y="2520630"/>
                  </a:lnTo>
                  <a:lnTo>
                    <a:pt x="1003862" y="2515121"/>
                  </a:lnTo>
                  <a:lnTo>
                    <a:pt x="1017247" y="2509435"/>
                  </a:lnTo>
                  <a:lnTo>
                    <a:pt x="1030632" y="2503516"/>
                  </a:lnTo>
                  <a:lnTo>
                    <a:pt x="1044016" y="2497403"/>
                  </a:lnTo>
                  <a:lnTo>
                    <a:pt x="1057401" y="2491126"/>
                  </a:lnTo>
                  <a:lnTo>
                    <a:pt x="1070786" y="2484689"/>
                  </a:lnTo>
                  <a:lnTo>
                    <a:pt x="1084171" y="2478044"/>
                  </a:lnTo>
                  <a:lnTo>
                    <a:pt x="1097556" y="2471232"/>
                  </a:lnTo>
                  <a:lnTo>
                    <a:pt x="1110941" y="2464281"/>
                  </a:lnTo>
                  <a:lnTo>
                    <a:pt x="1124325" y="2457196"/>
                  </a:lnTo>
                  <a:lnTo>
                    <a:pt x="1137710" y="2449939"/>
                  </a:lnTo>
                  <a:lnTo>
                    <a:pt x="1151095" y="2442553"/>
                  </a:lnTo>
                  <a:lnTo>
                    <a:pt x="1164480" y="2435061"/>
                  </a:lnTo>
                  <a:lnTo>
                    <a:pt x="1177865" y="2427467"/>
                  </a:lnTo>
                  <a:lnTo>
                    <a:pt x="1191250" y="2419749"/>
                  </a:lnTo>
                  <a:lnTo>
                    <a:pt x="1204634" y="2411943"/>
                  </a:lnTo>
                  <a:lnTo>
                    <a:pt x="1218019" y="2404065"/>
                  </a:lnTo>
                  <a:lnTo>
                    <a:pt x="1231404" y="2396122"/>
                  </a:lnTo>
                  <a:lnTo>
                    <a:pt x="1244789" y="2388102"/>
                  </a:lnTo>
                  <a:lnTo>
                    <a:pt x="1258174" y="2380031"/>
                  </a:lnTo>
                  <a:lnTo>
                    <a:pt x="1271559" y="2371922"/>
                  </a:lnTo>
                  <a:lnTo>
                    <a:pt x="1284943" y="2363778"/>
                  </a:lnTo>
                  <a:lnTo>
                    <a:pt x="1298328" y="2355596"/>
                  </a:lnTo>
                  <a:lnTo>
                    <a:pt x="1311713" y="2347392"/>
                  </a:lnTo>
                  <a:lnTo>
                    <a:pt x="1325098" y="2339170"/>
                  </a:lnTo>
                  <a:lnTo>
                    <a:pt x="1338483" y="2330933"/>
                  </a:lnTo>
                  <a:lnTo>
                    <a:pt x="1351868" y="2322677"/>
                  </a:lnTo>
                  <a:lnTo>
                    <a:pt x="1365252" y="2314407"/>
                  </a:lnTo>
                  <a:lnTo>
                    <a:pt x="1378637" y="2306124"/>
                  </a:lnTo>
                  <a:lnTo>
                    <a:pt x="1392022" y="2297826"/>
                  </a:lnTo>
                  <a:lnTo>
                    <a:pt x="1405407" y="2289500"/>
                  </a:lnTo>
                  <a:lnTo>
                    <a:pt x="1418792" y="2281145"/>
                  </a:lnTo>
                  <a:lnTo>
                    <a:pt x="1432177" y="2272758"/>
                  </a:lnTo>
                  <a:lnTo>
                    <a:pt x="1445561" y="2264333"/>
                  </a:lnTo>
                  <a:lnTo>
                    <a:pt x="1458946" y="2255837"/>
                  </a:lnTo>
                  <a:lnTo>
                    <a:pt x="1472331" y="2247271"/>
                  </a:lnTo>
                  <a:lnTo>
                    <a:pt x="1485716" y="2238630"/>
                  </a:lnTo>
                  <a:lnTo>
                    <a:pt x="1499101" y="2229905"/>
                  </a:lnTo>
                  <a:lnTo>
                    <a:pt x="1512486" y="2221032"/>
                  </a:lnTo>
                  <a:lnTo>
                    <a:pt x="1525870" y="2212026"/>
                  </a:lnTo>
                  <a:lnTo>
                    <a:pt x="1539255" y="2202882"/>
                  </a:lnTo>
                  <a:lnTo>
                    <a:pt x="1552640" y="2193589"/>
                  </a:lnTo>
                  <a:lnTo>
                    <a:pt x="1566025" y="2184045"/>
                  </a:lnTo>
                  <a:lnTo>
                    <a:pt x="1579410" y="2174290"/>
                  </a:lnTo>
                  <a:lnTo>
                    <a:pt x="1592795" y="2164322"/>
                  </a:lnTo>
                  <a:lnTo>
                    <a:pt x="1606179" y="2154127"/>
                  </a:lnTo>
                  <a:lnTo>
                    <a:pt x="1619564" y="2143568"/>
                  </a:lnTo>
                  <a:lnTo>
                    <a:pt x="1632949" y="2132716"/>
                  </a:lnTo>
                  <a:lnTo>
                    <a:pt x="1646334" y="2121574"/>
                  </a:lnTo>
                  <a:lnTo>
                    <a:pt x="1659719" y="2110129"/>
                  </a:lnTo>
                  <a:lnTo>
                    <a:pt x="1673104" y="2098210"/>
                  </a:lnTo>
                  <a:lnTo>
                    <a:pt x="1686488" y="2085928"/>
                  </a:lnTo>
                  <a:lnTo>
                    <a:pt x="1699873" y="2073290"/>
                  </a:lnTo>
                  <a:lnTo>
                    <a:pt x="1713258" y="2060285"/>
                  </a:lnTo>
                  <a:lnTo>
                    <a:pt x="1726643" y="2046719"/>
                  </a:lnTo>
                  <a:lnTo>
                    <a:pt x="1740028" y="2032743"/>
                  </a:lnTo>
                  <a:lnTo>
                    <a:pt x="1753413" y="2018365"/>
                  </a:lnTo>
                  <a:lnTo>
                    <a:pt x="1766797" y="2003581"/>
                  </a:lnTo>
                  <a:lnTo>
                    <a:pt x="1780182" y="1988186"/>
                  </a:lnTo>
                  <a:lnTo>
                    <a:pt x="1793567" y="1972364"/>
                  </a:lnTo>
                  <a:lnTo>
                    <a:pt x="1806952" y="1956125"/>
                  </a:lnTo>
                  <a:lnTo>
                    <a:pt x="1820337" y="1939471"/>
                  </a:lnTo>
                  <a:lnTo>
                    <a:pt x="1833722" y="1922204"/>
                  </a:lnTo>
                  <a:lnTo>
                    <a:pt x="1847106" y="1904525"/>
                  </a:lnTo>
                  <a:lnTo>
                    <a:pt x="1860491" y="1886446"/>
                  </a:lnTo>
                  <a:lnTo>
                    <a:pt x="1873876" y="1867974"/>
                  </a:lnTo>
                  <a:lnTo>
                    <a:pt x="1887261" y="1848935"/>
                  </a:lnTo>
                  <a:lnTo>
                    <a:pt x="1900646" y="1829529"/>
                  </a:lnTo>
                  <a:lnTo>
                    <a:pt x="1914031" y="1809771"/>
                  </a:lnTo>
                  <a:lnTo>
                    <a:pt x="1927415" y="1789669"/>
                  </a:lnTo>
                  <a:lnTo>
                    <a:pt x="1940800" y="1769084"/>
                  </a:lnTo>
                  <a:lnTo>
                    <a:pt x="1954185" y="1748202"/>
                  </a:lnTo>
                  <a:lnTo>
                    <a:pt x="1967570" y="1727033"/>
                  </a:lnTo>
                  <a:lnTo>
                    <a:pt x="1980955" y="1705590"/>
                  </a:lnTo>
                  <a:lnTo>
                    <a:pt x="1994340" y="1683776"/>
                  </a:lnTo>
                  <a:lnTo>
                    <a:pt x="2007724" y="1661741"/>
                  </a:lnTo>
                  <a:lnTo>
                    <a:pt x="2021109" y="1639498"/>
                  </a:lnTo>
                  <a:lnTo>
                    <a:pt x="2034494" y="1617055"/>
                  </a:lnTo>
                  <a:lnTo>
                    <a:pt x="2047879" y="1594360"/>
                  </a:lnTo>
                  <a:lnTo>
                    <a:pt x="2061264" y="1571520"/>
                  </a:lnTo>
                  <a:lnTo>
                    <a:pt x="2074649" y="1548545"/>
                  </a:lnTo>
                  <a:lnTo>
                    <a:pt x="2088033" y="1525444"/>
                  </a:lnTo>
                  <a:lnTo>
                    <a:pt x="2101418" y="1502195"/>
                  </a:lnTo>
                  <a:lnTo>
                    <a:pt x="2114803" y="1478865"/>
                  </a:lnTo>
                  <a:lnTo>
                    <a:pt x="2128188" y="1455461"/>
                  </a:lnTo>
                  <a:lnTo>
                    <a:pt x="2141573" y="1431992"/>
                  </a:lnTo>
                  <a:lnTo>
                    <a:pt x="2154958" y="1408453"/>
                  </a:lnTo>
                  <a:lnTo>
                    <a:pt x="2168342" y="1384878"/>
                  </a:lnTo>
                  <a:lnTo>
                    <a:pt x="2181727" y="1361273"/>
                  </a:lnTo>
                  <a:lnTo>
                    <a:pt x="2195112" y="1337644"/>
                  </a:lnTo>
                  <a:lnTo>
                    <a:pt x="2208497" y="1313992"/>
                  </a:lnTo>
                  <a:lnTo>
                    <a:pt x="2221882" y="1290331"/>
                  </a:lnTo>
                  <a:lnTo>
                    <a:pt x="2235267" y="1266665"/>
                  </a:lnTo>
                  <a:lnTo>
                    <a:pt x="2248651" y="1242996"/>
                  </a:lnTo>
                  <a:lnTo>
                    <a:pt x="2262036" y="1219329"/>
                  </a:lnTo>
                  <a:lnTo>
                    <a:pt x="2275421" y="1195665"/>
                  </a:lnTo>
                  <a:lnTo>
                    <a:pt x="2288806" y="1172007"/>
                  </a:lnTo>
                  <a:lnTo>
                    <a:pt x="2302191" y="1148357"/>
                  </a:lnTo>
                  <a:lnTo>
                    <a:pt x="2315576" y="1124721"/>
                  </a:lnTo>
                  <a:lnTo>
                    <a:pt x="2328960" y="1101097"/>
                  </a:lnTo>
                  <a:lnTo>
                    <a:pt x="2342345" y="1077488"/>
                  </a:lnTo>
                  <a:lnTo>
                    <a:pt x="2355730" y="1053898"/>
                  </a:lnTo>
                  <a:lnTo>
                    <a:pt x="2369115" y="1030341"/>
                  </a:lnTo>
                  <a:lnTo>
                    <a:pt x="2382500" y="1006813"/>
                  </a:lnTo>
                  <a:lnTo>
                    <a:pt x="2395885" y="983321"/>
                  </a:lnTo>
                  <a:lnTo>
                    <a:pt x="2409269" y="959873"/>
                  </a:lnTo>
                  <a:lnTo>
                    <a:pt x="2422654" y="936501"/>
                  </a:lnTo>
                  <a:lnTo>
                    <a:pt x="2436039" y="913198"/>
                  </a:lnTo>
                  <a:lnTo>
                    <a:pt x="2449424" y="889972"/>
                  </a:lnTo>
                  <a:lnTo>
                    <a:pt x="2462809" y="866844"/>
                  </a:lnTo>
                  <a:lnTo>
                    <a:pt x="2476194" y="843874"/>
                  </a:lnTo>
                  <a:lnTo>
                    <a:pt x="2489578" y="821040"/>
                  </a:lnTo>
                  <a:lnTo>
                    <a:pt x="2502963" y="798356"/>
                  </a:lnTo>
                  <a:lnTo>
                    <a:pt x="2516348" y="775856"/>
                  </a:lnTo>
                  <a:lnTo>
                    <a:pt x="2529733" y="753638"/>
                  </a:lnTo>
                  <a:lnTo>
                    <a:pt x="2543118" y="731653"/>
                  </a:lnTo>
                  <a:lnTo>
                    <a:pt x="2556503" y="709919"/>
                  </a:lnTo>
                  <a:lnTo>
                    <a:pt x="2569887" y="688490"/>
                  </a:lnTo>
                  <a:lnTo>
                    <a:pt x="2583272" y="667500"/>
                  </a:lnTo>
                  <a:lnTo>
                    <a:pt x="2596657" y="646861"/>
                  </a:lnTo>
                  <a:lnTo>
                    <a:pt x="2610042" y="626596"/>
                  </a:lnTo>
                  <a:lnTo>
                    <a:pt x="2623427" y="606774"/>
                  </a:lnTo>
                  <a:lnTo>
                    <a:pt x="2636812" y="587564"/>
                  </a:lnTo>
                  <a:lnTo>
                    <a:pt x="2650196" y="568830"/>
                  </a:lnTo>
                  <a:lnTo>
                    <a:pt x="2663581" y="550592"/>
                  </a:lnTo>
                  <a:lnTo>
                    <a:pt x="2676966" y="532941"/>
                  </a:lnTo>
                  <a:lnTo>
                    <a:pt x="2690351" y="516057"/>
                  </a:lnTo>
                  <a:lnTo>
                    <a:pt x="2703736" y="499758"/>
                  </a:lnTo>
                  <a:lnTo>
                    <a:pt x="2717121" y="484060"/>
                  </a:lnTo>
                  <a:lnTo>
                    <a:pt x="2730505" y="469064"/>
                  </a:lnTo>
                  <a:lnTo>
                    <a:pt x="2743890" y="454946"/>
                  </a:lnTo>
                  <a:lnTo>
                    <a:pt x="2757275" y="441485"/>
                  </a:lnTo>
                  <a:lnTo>
                    <a:pt x="2770660" y="428687"/>
                  </a:lnTo>
                  <a:lnTo>
                    <a:pt x="2784045" y="416655"/>
                  </a:lnTo>
                  <a:lnTo>
                    <a:pt x="2797430" y="405539"/>
                  </a:lnTo>
                  <a:lnTo>
                    <a:pt x="2810814" y="395093"/>
                  </a:lnTo>
                  <a:lnTo>
                    <a:pt x="2824199" y="385312"/>
                  </a:lnTo>
                  <a:lnTo>
                    <a:pt x="2837584" y="376290"/>
                  </a:lnTo>
                  <a:lnTo>
                    <a:pt x="2850969" y="368131"/>
                  </a:lnTo>
                  <a:lnTo>
                    <a:pt x="2864354" y="360587"/>
                  </a:lnTo>
                  <a:lnTo>
                    <a:pt x="2877739" y="353642"/>
                  </a:lnTo>
                  <a:lnTo>
                    <a:pt x="2891123" y="347367"/>
                  </a:lnTo>
                  <a:lnTo>
                    <a:pt x="2904508" y="341809"/>
                  </a:lnTo>
                  <a:lnTo>
                    <a:pt x="2917893" y="336745"/>
                  </a:lnTo>
                  <a:lnTo>
                    <a:pt x="2931278" y="332147"/>
                  </a:lnTo>
                  <a:lnTo>
                    <a:pt x="2944663" y="328052"/>
                  </a:lnTo>
                  <a:lnTo>
                    <a:pt x="2958048" y="324451"/>
                  </a:lnTo>
                  <a:lnTo>
                    <a:pt x="2971432" y="321167"/>
                  </a:lnTo>
                  <a:lnTo>
                    <a:pt x="2984817" y="318166"/>
                  </a:lnTo>
                  <a:lnTo>
                    <a:pt x="2998202" y="315444"/>
                  </a:lnTo>
                  <a:lnTo>
                    <a:pt x="3011587" y="312945"/>
                  </a:lnTo>
                  <a:lnTo>
                    <a:pt x="3024972" y="310554"/>
                  </a:lnTo>
                  <a:lnTo>
                    <a:pt x="3038357" y="308237"/>
                  </a:lnTo>
                  <a:lnTo>
                    <a:pt x="3051741" y="305949"/>
                  </a:lnTo>
                  <a:lnTo>
                    <a:pt x="3065126" y="303603"/>
                  </a:lnTo>
                  <a:lnTo>
                    <a:pt x="3078511" y="301157"/>
                  </a:lnTo>
                  <a:lnTo>
                    <a:pt x="3091896" y="298581"/>
                  </a:lnTo>
                  <a:lnTo>
                    <a:pt x="3105281" y="295795"/>
                  </a:lnTo>
                  <a:lnTo>
                    <a:pt x="3118666" y="292705"/>
                  </a:lnTo>
                  <a:lnTo>
                    <a:pt x="3132050" y="289340"/>
                  </a:lnTo>
                  <a:lnTo>
                    <a:pt x="3145435" y="285677"/>
                  </a:lnTo>
                  <a:lnTo>
                    <a:pt x="3158820" y="281614"/>
                  </a:lnTo>
                  <a:lnTo>
                    <a:pt x="3172205" y="277075"/>
                  </a:lnTo>
                  <a:lnTo>
                    <a:pt x="3185590" y="272145"/>
                  </a:lnTo>
                  <a:lnTo>
                    <a:pt x="3198975" y="266812"/>
                  </a:lnTo>
                  <a:lnTo>
                    <a:pt x="3212359" y="260973"/>
                  </a:lnTo>
                  <a:lnTo>
                    <a:pt x="3225744" y="254585"/>
                  </a:lnTo>
                  <a:lnTo>
                    <a:pt x="3239129" y="247768"/>
                  </a:lnTo>
                  <a:lnTo>
                    <a:pt x="3252514" y="240527"/>
                  </a:lnTo>
                  <a:lnTo>
                    <a:pt x="3265899" y="232773"/>
                  </a:lnTo>
                  <a:lnTo>
                    <a:pt x="3279284" y="224508"/>
                  </a:lnTo>
                  <a:lnTo>
                    <a:pt x="3292668" y="215865"/>
                  </a:lnTo>
                  <a:lnTo>
                    <a:pt x="3306053" y="206859"/>
                  </a:lnTo>
                  <a:lnTo>
                    <a:pt x="3319438" y="197441"/>
                  </a:lnTo>
                  <a:lnTo>
                    <a:pt x="3332823" y="187654"/>
                  </a:lnTo>
                  <a:lnTo>
                    <a:pt x="3346208" y="177619"/>
                  </a:lnTo>
                  <a:lnTo>
                    <a:pt x="3359593" y="167362"/>
                  </a:lnTo>
                  <a:lnTo>
                    <a:pt x="3372977" y="156884"/>
                  </a:lnTo>
                  <a:lnTo>
                    <a:pt x="3386362" y="146265"/>
                  </a:lnTo>
                  <a:lnTo>
                    <a:pt x="3399747" y="135587"/>
                  </a:lnTo>
                  <a:lnTo>
                    <a:pt x="3413132" y="124885"/>
                  </a:lnTo>
                  <a:lnTo>
                    <a:pt x="3426517" y="114223"/>
                  </a:lnTo>
                  <a:lnTo>
                    <a:pt x="3439902" y="103695"/>
                  </a:lnTo>
                  <a:lnTo>
                    <a:pt x="3453286" y="93333"/>
                  </a:lnTo>
                  <a:lnTo>
                    <a:pt x="3466671" y="83175"/>
                  </a:lnTo>
                  <a:lnTo>
                    <a:pt x="3480056" y="73348"/>
                  </a:lnTo>
                  <a:lnTo>
                    <a:pt x="3493441" y="63943"/>
                  </a:lnTo>
                  <a:lnTo>
                    <a:pt x="3506826" y="54931"/>
                  </a:lnTo>
                  <a:lnTo>
                    <a:pt x="3520211" y="46350"/>
                  </a:lnTo>
                  <a:lnTo>
                    <a:pt x="3533595" y="38385"/>
                  </a:lnTo>
                  <a:lnTo>
                    <a:pt x="3546980" y="31102"/>
                  </a:lnTo>
                  <a:lnTo>
                    <a:pt x="3560365" y="24416"/>
                  </a:lnTo>
                  <a:lnTo>
                    <a:pt x="3573750" y="18358"/>
                  </a:lnTo>
                  <a:lnTo>
                    <a:pt x="3587135" y="13159"/>
                  </a:lnTo>
                  <a:lnTo>
                    <a:pt x="3600520" y="8844"/>
                  </a:lnTo>
                  <a:lnTo>
                    <a:pt x="3613904" y="5283"/>
                  </a:lnTo>
                  <a:lnTo>
                    <a:pt x="3627289" y="2496"/>
                  </a:lnTo>
                  <a:lnTo>
                    <a:pt x="3640674" y="742"/>
                  </a:lnTo>
                  <a:lnTo>
                    <a:pt x="3654059" y="0"/>
                  </a:lnTo>
                  <a:lnTo>
                    <a:pt x="3667444" y="105"/>
                  </a:lnTo>
                  <a:lnTo>
                    <a:pt x="3680829" y="1067"/>
                  </a:lnTo>
                  <a:lnTo>
                    <a:pt x="3694213" y="3155"/>
                  </a:lnTo>
                  <a:lnTo>
                    <a:pt x="3707598" y="6301"/>
                  </a:lnTo>
                  <a:lnTo>
                    <a:pt x="3720983" y="10323"/>
                  </a:lnTo>
                  <a:lnTo>
                    <a:pt x="3734368" y="15220"/>
                  </a:lnTo>
                  <a:lnTo>
                    <a:pt x="3747753" y="21254"/>
                  </a:lnTo>
                  <a:lnTo>
                    <a:pt x="3761138" y="28317"/>
                  </a:lnTo>
                  <a:lnTo>
                    <a:pt x="3774522" y="36226"/>
                  </a:lnTo>
                  <a:lnTo>
                    <a:pt x="3787907" y="44972"/>
                  </a:lnTo>
                  <a:lnTo>
                    <a:pt x="3801292" y="54795"/>
                  </a:lnTo>
                  <a:lnTo>
                    <a:pt x="3814677" y="65560"/>
                  </a:lnTo>
                  <a:lnTo>
                    <a:pt x="3828062" y="77096"/>
                  </a:lnTo>
                  <a:lnTo>
                    <a:pt x="3841447" y="89389"/>
                  </a:lnTo>
                  <a:lnTo>
                    <a:pt x="3854831" y="102646"/>
                  </a:lnTo>
                  <a:lnTo>
                    <a:pt x="3868216" y="116723"/>
                  </a:lnTo>
                  <a:lnTo>
                    <a:pt x="3881601" y="131468"/>
                  </a:lnTo>
                  <a:lnTo>
                    <a:pt x="3894986" y="146865"/>
                  </a:lnTo>
                  <a:lnTo>
                    <a:pt x="3908371" y="163087"/>
                  </a:lnTo>
                  <a:lnTo>
                    <a:pt x="3921756" y="179989"/>
                  </a:lnTo>
                  <a:lnTo>
                    <a:pt x="3935140" y="197448"/>
                  </a:lnTo>
                  <a:lnTo>
                    <a:pt x="3948525" y="215443"/>
                  </a:lnTo>
                  <a:lnTo>
                    <a:pt x="3961910" y="234118"/>
                  </a:lnTo>
                  <a:lnTo>
                    <a:pt x="3975295" y="253337"/>
                  </a:lnTo>
                  <a:lnTo>
                    <a:pt x="3988680" y="273001"/>
                  </a:lnTo>
                  <a:lnTo>
                    <a:pt x="4002065" y="293094"/>
                  </a:lnTo>
                  <a:lnTo>
                    <a:pt x="4015449" y="313725"/>
                  </a:lnTo>
                  <a:lnTo>
                    <a:pt x="4028834" y="334777"/>
                  </a:lnTo>
                  <a:lnTo>
                    <a:pt x="4042219" y="356174"/>
                  </a:lnTo>
                  <a:lnTo>
                    <a:pt x="4055604" y="377900"/>
                  </a:lnTo>
                  <a:lnTo>
                    <a:pt x="4068989" y="400038"/>
                  </a:lnTo>
                  <a:lnTo>
                    <a:pt x="4082374" y="422489"/>
                  </a:lnTo>
                  <a:lnTo>
                    <a:pt x="4095758" y="445194"/>
                  </a:lnTo>
                  <a:lnTo>
                    <a:pt x="4109143" y="468140"/>
                  </a:lnTo>
                  <a:lnTo>
                    <a:pt x="4122528" y="491382"/>
                  </a:lnTo>
                  <a:lnTo>
                    <a:pt x="4135913" y="514838"/>
                  </a:lnTo>
                  <a:lnTo>
                    <a:pt x="4149298" y="538465"/>
                  </a:lnTo>
                  <a:lnTo>
                    <a:pt x="4162683" y="562248"/>
                  </a:lnTo>
                  <a:lnTo>
                    <a:pt x="4176067" y="586215"/>
                  </a:lnTo>
                  <a:lnTo>
                    <a:pt x="4189452" y="610299"/>
                  </a:lnTo>
                  <a:lnTo>
                    <a:pt x="4202837" y="634469"/>
                  </a:lnTo>
                  <a:lnTo>
                    <a:pt x="4216222" y="658711"/>
                  </a:lnTo>
                  <a:lnTo>
                    <a:pt x="4229607" y="683015"/>
                  </a:lnTo>
                  <a:lnTo>
                    <a:pt x="4242992" y="707335"/>
                  </a:lnTo>
                  <a:lnTo>
                    <a:pt x="4256376" y="731649"/>
                  </a:lnTo>
                  <a:lnTo>
                    <a:pt x="4269761" y="755941"/>
                  </a:lnTo>
                  <a:lnTo>
                    <a:pt x="4283146" y="780162"/>
                  </a:lnTo>
                  <a:lnTo>
                    <a:pt x="4296531" y="804288"/>
                  </a:lnTo>
                  <a:lnTo>
                    <a:pt x="4309916" y="828306"/>
                  </a:lnTo>
                  <a:lnTo>
                    <a:pt x="4323301" y="852201"/>
                  </a:lnTo>
                  <a:lnTo>
                    <a:pt x="4336685" y="875875"/>
                  </a:lnTo>
                  <a:lnTo>
                    <a:pt x="4350070" y="899338"/>
                  </a:lnTo>
                  <a:lnTo>
                    <a:pt x="4363455" y="922587"/>
                  </a:lnTo>
                  <a:lnTo>
                    <a:pt x="4376840" y="945604"/>
                  </a:lnTo>
                  <a:lnTo>
                    <a:pt x="4390225" y="968249"/>
                  </a:lnTo>
                  <a:lnTo>
                    <a:pt x="4403610" y="990569"/>
                  </a:lnTo>
                  <a:lnTo>
                    <a:pt x="4416994" y="1012572"/>
                  </a:lnTo>
                  <a:lnTo>
                    <a:pt x="4430379" y="1034242"/>
                  </a:lnTo>
                  <a:lnTo>
                    <a:pt x="4443764" y="1055399"/>
                  </a:lnTo>
                  <a:lnTo>
                    <a:pt x="4457149" y="1076136"/>
                  </a:lnTo>
                  <a:lnTo>
                    <a:pt x="4470534" y="1096471"/>
                  </a:lnTo>
                  <a:lnTo>
                    <a:pt x="4483919" y="1116391"/>
                  </a:lnTo>
                  <a:lnTo>
                    <a:pt x="4497303" y="1135691"/>
                  </a:lnTo>
                  <a:lnTo>
                    <a:pt x="4510688" y="1154510"/>
                  </a:lnTo>
                  <a:lnTo>
                    <a:pt x="4524073" y="1172873"/>
                  </a:lnTo>
                  <a:lnTo>
                    <a:pt x="4537458" y="1190775"/>
                  </a:lnTo>
                  <a:lnTo>
                    <a:pt x="4550843" y="1208004"/>
                  </a:lnTo>
                  <a:lnTo>
                    <a:pt x="4564228" y="1224737"/>
                  </a:lnTo>
                  <a:lnTo>
                    <a:pt x="4577612" y="1241004"/>
                  </a:lnTo>
                  <a:lnTo>
                    <a:pt x="4590997" y="1256810"/>
                  </a:lnTo>
                  <a:lnTo>
                    <a:pt x="4604382" y="1271959"/>
                  </a:lnTo>
                  <a:lnTo>
                    <a:pt x="4617767" y="1286649"/>
                  </a:lnTo>
                  <a:lnTo>
                    <a:pt x="4631152" y="1300914"/>
                  </a:lnTo>
                  <a:lnTo>
                    <a:pt x="4644537" y="1314766"/>
                  </a:lnTo>
                  <a:lnTo>
                    <a:pt x="4657921" y="1328051"/>
                  </a:lnTo>
                  <a:lnTo>
                    <a:pt x="4671306" y="1340964"/>
                  </a:lnTo>
                  <a:lnTo>
                    <a:pt x="4684691" y="1353540"/>
                  </a:lnTo>
                  <a:lnTo>
                    <a:pt x="4698076" y="1365796"/>
                  </a:lnTo>
                  <a:lnTo>
                    <a:pt x="4711461" y="1377640"/>
                  </a:lnTo>
                  <a:lnTo>
                    <a:pt x="4724846" y="1389238"/>
                  </a:lnTo>
                  <a:lnTo>
                    <a:pt x="4738230" y="1400623"/>
                  </a:lnTo>
                  <a:lnTo>
                    <a:pt x="4751615" y="1411817"/>
                  </a:lnTo>
                  <a:lnTo>
                    <a:pt x="4765000" y="1422798"/>
                  </a:lnTo>
                  <a:lnTo>
                    <a:pt x="4778385" y="1433681"/>
                  </a:lnTo>
                  <a:lnTo>
                    <a:pt x="4791770" y="1444493"/>
                  </a:lnTo>
                  <a:lnTo>
                    <a:pt x="4805155" y="1455260"/>
                  </a:lnTo>
                  <a:lnTo>
                    <a:pt x="4818539" y="1466030"/>
                  </a:lnTo>
                  <a:lnTo>
                    <a:pt x="4831924" y="1476850"/>
                  </a:lnTo>
                  <a:lnTo>
                    <a:pt x="4845309" y="1487743"/>
                  </a:lnTo>
                  <a:lnTo>
                    <a:pt x="4858694" y="1498731"/>
                  </a:lnTo>
                  <a:lnTo>
                    <a:pt x="4872079" y="1509926"/>
                  </a:lnTo>
                  <a:lnTo>
                    <a:pt x="4885464" y="1521301"/>
                  </a:lnTo>
                  <a:lnTo>
                    <a:pt x="4898848" y="1532871"/>
                  </a:lnTo>
                  <a:lnTo>
                    <a:pt x="4912233" y="1544655"/>
                  </a:lnTo>
                  <a:lnTo>
                    <a:pt x="4925618" y="1556808"/>
                  </a:lnTo>
                  <a:lnTo>
                    <a:pt x="4939003" y="1569234"/>
                  </a:lnTo>
                  <a:lnTo>
                    <a:pt x="4952388" y="1581943"/>
                  </a:lnTo>
                  <a:lnTo>
                    <a:pt x="4965773" y="1594950"/>
                  </a:lnTo>
                  <a:lnTo>
                    <a:pt x="4979157" y="1608422"/>
                  </a:lnTo>
                  <a:lnTo>
                    <a:pt x="4992542" y="1622217"/>
                  </a:lnTo>
                  <a:lnTo>
                    <a:pt x="5005927" y="1636337"/>
                  </a:lnTo>
                  <a:lnTo>
                    <a:pt x="5019312" y="1650792"/>
                  </a:lnTo>
                  <a:lnTo>
                    <a:pt x="5032697" y="1665737"/>
                  </a:lnTo>
                  <a:lnTo>
                    <a:pt x="5046082" y="1681007"/>
                  </a:lnTo>
                  <a:lnTo>
                    <a:pt x="5059466" y="1696597"/>
                  </a:lnTo>
                  <a:lnTo>
                    <a:pt x="5072851" y="1712510"/>
                  </a:lnTo>
                  <a:lnTo>
                    <a:pt x="5086236" y="1728867"/>
                  </a:lnTo>
                  <a:lnTo>
                    <a:pt x="5099621" y="1745506"/>
                  </a:lnTo>
                  <a:lnTo>
                    <a:pt x="5113006" y="1762416"/>
                  </a:lnTo>
                  <a:lnTo>
                    <a:pt x="5126391" y="1779593"/>
                  </a:lnTo>
                  <a:lnTo>
                    <a:pt x="5139775" y="1797111"/>
                  </a:lnTo>
                  <a:lnTo>
                    <a:pt x="5153160" y="1814830"/>
                  </a:lnTo>
                  <a:lnTo>
                    <a:pt x="5166545" y="1832737"/>
                  </a:lnTo>
                  <a:lnTo>
                    <a:pt x="5179930" y="1850820"/>
                  </a:lnTo>
                  <a:lnTo>
                    <a:pt x="5193315" y="1869099"/>
                  </a:lnTo>
                  <a:lnTo>
                    <a:pt x="5206700" y="1887477"/>
                  </a:lnTo>
                  <a:lnTo>
                    <a:pt x="5220084" y="1905935"/>
                  </a:lnTo>
                  <a:lnTo>
                    <a:pt x="5233469" y="1924457"/>
                  </a:lnTo>
                  <a:lnTo>
                    <a:pt x="5246854" y="1943010"/>
                  </a:lnTo>
                  <a:lnTo>
                    <a:pt x="5260239" y="1961548"/>
                  </a:lnTo>
                  <a:lnTo>
                    <a:pt x="5273624" y="1980052"/>
                  </a:lnTo>
                  <a:lnTo>
                    <a:pt x="5287009" y="1998497"/>
                  </a:lnTo>
                  <a:lnTo>
                    <a:pt x="5300393" y="2016809"/>
                  </a:lnTo>
                  <a:lnTo>
                    <a:pt x="5313778" y="2034994"/>
                  </a:lnTo>
                  <a:lnTo>
                    <a:pt x="5327163" y="2053035"/>
                  </a:lnTo>
                  <a:lnTo>
                    <a:pt x="5340548" y="2070899"/>
                  </a:lnTo>
                  <a:lnTo>
                    <a:pt x="5353933" y="2088481"/>
                  </a:lnTo>
                  <a:lnTo>
                    <a:pt x="5367318" y="2105836"/>
                  </a:lnTo>
                  <a:lnTo>
                    <a:pt x="5380702" y="2122950"/>
                  </a:lnTo>
                  <a:lnTo>
                    <a:pt x="5394087" y="2139785"/>
                  </a:lnTo>
                  <a:lnTo>
                    <a:pt x="5407472" y="2156215"/>
                  </a:lnTo>
                  <a:lnTo>
                    <a:pt x="5420857" y="2172337"/>
                  </a:lnTo>
                  <a:lnTo>
                    <a:pt x="5434242" y="2188141"/>
                  </a:lnTo>
                  <a:lnTo>
                    <a:pt x="5447627" y="2203583"/>
                  </a:lnTo>
                  <a:lnTo>
                    <a:pt x="5461011" y="2218530"/>
                  </a:lnTo>
                  <a:lnTo>
                    <a:pt x="5474396" y="2233111"/>
                  </a:lnTo>
                  <a:lnTo>
                    <a:pt x="5487781" y="2247320"/>
                  </a:lnTo>
                  <a:lnTo>
                    <a:pt x="5501166" y="2261108"/>
                  </a:lnTo>
                  <a:lnTo>
                    <a:pt x="5514551" y="2274345"/>
                  </a:lnTo>
                  <a:lnTo>
                    <a:pt x="5527936" y="2287180"/>
                  </a:lnTo>
                  <a:lnTo>
                    <a:pt x="5541320" y="2299610"/>
                  </a:lnTo>
                  <a:lnTo>
                    <a:pt x="5554705" y="2311586"/>
                  </a:lnTo>
                  <a:lnTo>
                    <a:pt x="5568090" y="2322985"/>
                  </a:lnTo>
                  <a:lnTo>
                    <a:pt x="5581475" y="2333968"/>
                  </a:lnTo>
                  <a:lnTo>
                    <a:pt x="5594860" y="2344535"/>
                  </a:lnTo>
                  <a:lnTo>
                    <a:pt x="5608245" y="2354637"/>
                  </a:lnTo>
                  <a:lnTo>
                    <a:pt x="5621629" y="2364165"/>
                  </a:lnTo>
                  <a:lnTo>
                    <a:pt x="5635014" y="2373281"/>
                  </a:lnTo>
                  <a:lnTo>
                    <a:pt x="5648399" y="2381990"/>
                  </a:lnTo>
                  <a:lnTo>
                    <a:pt x="5661784" y="2390243"/>
                  </a:lnTo>
                  <a:lnTo>
                    <a:pt x="5675169" y="2397949"/>
                  </a:lnTo>
                  <a:lnTo>
                    <a:pt x="5688554" y="2405267"/>
                  </a:lnTo>
                  <a:lnTo>
                    <a:pt x="5701938" y="2412202"/>
                  </a:lnTo>
                  <a:lnTo>
                    <a:pt x="5715323" y="2418709"/>
                  </a:lnTo>
                  <a:lnTo>
                    <a:pt x="5728708" y="2424719"/>
                  </a:lnTo>
                  <a:lnTo>
                    <a:pt x="5742093" y="2430378"/>
                  </a:lnTo>
                  <a:lnTo>
                    <a:pt x="5755478" y="2435694"/>
                  </a:lnTo>
                  <a:lnTo>
                    <a:pt x="5768863" y="2440629"/>
                  </a:lnTo>
                  <a:lnTo>
                    <a:pt x="5782247" y="2445134"/>
                  </a:lnTo>
                  <a:lnTo>
                    <a:pt x="5795632" y="2449339"/>
                  </a:lnTo>
                  <a:lnTo>
                    <a:pt x="5809017" y="2453254"/>
                  </a:lnTo>
                  <a:lnTo>
                    <a:pt x="5822402" y="2456849"/>
                  </a:lnTo>
                  <a:lnTo>
                    <a:pt x="5835787" y="2460098"/>
                  </a:lnTo>
                  <a:lnTo>
                    <a:pt x="5849172" y="2463109"/>
                  </a:lnTo>
                  <a:lnTo>
                    <a:pt x="5862556" y="2465892"/>
                  </a:lnTo>
                  <a:lnTo>
                    <a:pt x="5875941" y="2468430"/>
                  </a:lnTo>
                  <a:lnTo>
                    <a:pt x="5889326" y="2470713"/>
                  </a:lnTo>
                  <a:lnTo>
                    <a:pt x="5902711" y="2472828"/>
                  </a:lnTo>
                  <a:lnTo>
                    <a:pt x="5916096" y="2474785"/>
                  </a:lnTo>
                  <a:lnTo>
                    <a:pt x="5929481" y="2476576"/>
                  </a:lnTo>
                  <a:lnTo>
                    <a:pt x="5942865" y="2478211"/>
                  </a:lnTo>
                  <a:lnTo>
                    <a:pt x="5956250" y="2479747"/>
                  </a:lnTo>
                  <a:lnTo>
                    <a:pt x="5969635" y="2481196"/>
                  </a:lnTo>
                  <a:lnTo>
                    <a:pt x="5983020" y="2482561"/>
                  </a:lnTo>
                  <a:lnTo>
                    <a:pt x="5996405" y="2483860"/>
                  </a:lnTo>
                  <a:lnTo>
                    <a:pt x="6009790" y="2485128"/>
                  </a:lnTo>
                  <a:lnTo>
                    <a:pt x="6023174" y="2486374"/>
                  </a:lnTo>
                  <a:lnTo>
                    <a:pt x="6036559" y="2487611"/>
                  </a:lnTo>
                  <a:lnTo>
                    <a:pt x="6049944" y="2488861"/>
                  </a:lnTo>
                  <a:lnTo>
                    <a:pt x="6063329" y="2490136"/>
                  </a:lnTo>
                  <a:lnTo>
                    <a:pt x="6076714" y="2491443"/>
                  </a:lnTo>
                  <a:lnTo>
                    <a:pt x="6090099" y="2492800"/>
                  </a:lnTo>
                  <a:lnTo>
                    <a:pt x="6103483" y="2494230"/>
                  </a:lnTo>
                  <a:lnTo>
                    <a:pt x="6116868" y="2495725"/>
                  </a:lnTo>
                  <a:lnTo>
                    <a:pt x="6130253" y="2497288"/>
                  </a:lnTo>
                  <a:lnTo>
                    <a:pt x="6143638" y="2498942"/>
                  </a:lnTo>
                  <a:lnTo>
                    <a:pt x="6157023" y="2500703"/>
                  </a:lnTo>
                  <a:lnTo>
                    <a:pt x="6170408" y="2502549"/>
                  </a:lnTo>
                  <a:lnTo>
                    <a:pt x="6183792" y="2504482"/>
                  </a:lnTo>
                  <a:lnTo>
                    <a:pt x="6197177" y="2506521"/>
                  </a:lnTo>
                  <a:lnTo>
                    <a:pt x="6210562" y="2508675"/>
                  </a:lnTo>
                  <a:lnTo>
                    <a:pt x="6223947" y="2510914"/>
                  </a:lnTo>
                  <a:lnTo>
                    <a:pt x="6237332" y="2513238"/>
                  </a:lnTo>
                  <a:lnTo>
                    <a:pt x="6250717" y="2515662"/>
                  </a:lnTo>
                  <a:lnTo>
                    <a:pt x="6264101" y="2518183"/>
                  </a:lnTo>
                  <a:lnTo>
                    <a:pt x="6277486" y="2520774"/>
                  </a:lnTo>
                  <a:lnTo>
                    <a:pt x="6290871" y="2523430"/>
                  </a:lnTo>
                  <a:lnTo>
                    <a:pt x="6304256" y="2526159"/>
                  </a:lnTo>
                  <a:lnTo>
                    <a:pt x="6317641" y="2528951"/>
                  </a:lnTo>
                  <a:lnTo>
                    <a:pt x="6331026" y="2531782"/>
                  </a:lnTo>
                  <a:lnTo>
                    <a:pt x="6344410" y="2534649"/>
                  </a:lnTo>
                  <a:lnTo>
                    <a:pt x="6357795" y="2537548"/>
                  </a:lnTo>
                  <a:lnTo>
                    <a:pt x="6371180" y="2540466"/>
                  </a:lnTo>
                  <a:lnTo>
                    <a:pt x="6384565" y="2543388"/>
                  </a:lnTo>
                  <a:lnTo>
                    <a:pt x="6397950" y="2546309"/>
                  </a:lnTo>
                  <a:lnTo>
                    <a:pt x="6411335" y="2549218"/>
                  </a:lnTo>
                  <a:lnTo>
                    <a:pt x="6424719" y="2552099"/>
                  </a:lnTo>
                  <a:lnTo>
                    <a:pt x="6438104" y="2554951"/>
                  </a:lnTo>
                  <a:lnTo>
                    <a:pt x="6451489" y="2557767"/>
                  </a:lnTo>
                  <a:lnTo>
                    <a:pt x="6464874" y="2560530"/>
                  </a:lnTo>
                  <a:lnTo>
                    <a:pt x="6478259" y="2563227"/>
                  </a:lnTo>
                  <a:lnTo>
                    <a:pt x="6491644" y="2565866"/>
                  </a:lnTo>
                  <a:lnTo>
                    <a:pt x="6505028" y="2568444"/>
                  </a:lnTo>
                  <a:lnTo>
                    <a:pt x="6518413" y="2570936"/>
                  </a:lnTo>
                  <a:lnTo>
                    <a:pt x="6531798" y="2573339"/>
                  </a:lnTo>
                  <a:lnTo>
                    <a:pt x="6545183" y="2575665"/>
                  </a:lnTo>
                  <a:lnTo>
                    <a:pt x="6558568" y="2577915"/>
                  </a:lnTo>
                  <a:lnTo>
                    <a:pt x="6571953" y="2580062"/>
                  </a:lnTo>
                  <a:lnTo>
                    <a:pt x="6585337" y="2582110"/>
                  </a:lnTo>
                  <a:lnTo>
                    <a:pt x="6598722" y="2584077"/>
                  </a:lnTo>
                  <a:lnTo>
                    <a:pt x="6612107" y="2585964"/>
                  </a:lnTo>
                  <a:lnTo>
                    <a:pt x="6625492" y="2587748"/>
                  </a:lnTo>
                  <a:lnTo>
                    <a:pt x="6638877" y="2589437"/>
                  </a:lnTo>
                  <a:lnTo>
                    <a:pt x="6652262" y="2591052"/>
                  </a:lnTo>
                  <a:lnTo>
                    <a:pt x="6665646" y="2592594"/>
                  </a:lnTo>
                  <a:lnTo>
                    <a:pt x="6679031" y="2594045"/>
                  </a:lnTo>
                  <a:lnTo>
                    <a:pt x="6692416" y="2595419"/>
                  </a:lnTo>
                  <a:lnTo>
                    <a:pt x="6705801" y="2596732"/>
                  </a:lnTo>
                  <a:lnTo>
                    <a:pt x="6719186" y="2597988"/>
                  </a:lnTo>
                  <a:lnTo>
                    <a:pt x="6732571" y="2599175"/>
                  </a:lnTo>
                  <a:lnTo>
                    <a:pt x="6745955" y="2600307"/>
                  </a:lnTo>
                  <a:lnTo>
                    <a:pt x="6759340" y="2601397"/>
                  </a:lnTo>
                  <a:lnTo>
                    <a:pt x="6772725" y="2602449"/>
                  </a:lnTo>
                  <a:lnTo>
                    <a:pt x="6786110" y="2603458"/>
                  </a:lnTo>
                  <a:lnTo>
                    <a:pt x="6799495" y="2604434"/>
                  </a:lnTo>
                  <a:lnTo>
                    <a:pt x="6812880" y="2605388"/>
                  </a:lnTo>
                  <a:lnTo>
                    <a:pt x="6826264" y="2606321"/>
                  </a:lnTo>
                  <a:lnTo>
                    <a:pt x="6839649" y="2607234"/>
                  </a:lnTo>
                  <a:lnTo>
                    <a:pt x="6839649" y="2644687"/>
                  </a:lnTo>
                  <a:lnTo>
                    <a:pt x="6826264" y="2644687"/>
                  </a:lnTo>
                  <a:lnTo>
                    <a:pt x="6812880" y="2644687"/>
                  </a:lnTo>
                  <a:lnTo>
                    <a:pt x="6799495" y="2644687"/>
                  </a:lnTo>
                  <a:lnTo>
                    <a:pt x="6786110" y="2644687"/>
                  </a:lnTo>
                  <a:lnTo>
                    <a:pt x="6772725" y="2644687"/>
                  </a:lnTo>
                  <a:lnTo>
                    <a:pt x="6759340" y="2644687"/>
                  </a:lnTo>
                  <a:lnTo>
                    <a:pt x="6745955" y="2644687"/>
                  </a:lnTo>
                  <a:lnTo>
                    <a:pt x="6732571" y="2644687"/>
                  </a:lnTo>
                  <a:lnTo>
                    <a:pt x="6719186" y="2644687"/>
                  </a:lnTo>
                  <a:lnTo>
                    <a:pt x="6705801" y="2644687"/>
                  </a:lnTo>
                  <a:lnTo>
                    <a:pt x="6692416" y="2644687"/>
                  </a:lnTo>
                  <a:lnTo>
                    <a:pt x="6679031" y="2644687"/>
                  </a:lnTo>
                  <a:lnTo>
                    <a:pt x="6665646" y="2644687"/>
                  </a:lnTo>
                  <a:lnTo>
                    <a:pt x="6652262" y="2644687"/>
                  </a:lnTo>
                  <a:lnTo>
                    <a:pt x="6638877" y="2644687"/>
                  </a:lnTo>
                  <a:lnTo>
                    <a:pt x="6625492" y="2644687"/>
                  </a:lnTo>
                  <a:lnTo>
                    <a:pt x="6612107" y="2644687"/>
                  </a:lnTo>
                  <a:lnTo>
                    <a:pt x="6598722" y="2644687"/>
                  </a:lnTo>
                  <a:lnTo>
                    <a:pt x="6585337" y="2644687"/>
                  </a:lnTo>
                  <a:lnTo>
                    <a:pt x="6571953" y="2644687"/>
                  </a:lnTo>
                  <a:lnTo>
                    <a:pt x="6558568" y="2644687"/>
                  </a:lnTo>
                  <a:lnTo>
                    <a:pt x="6545183" y="2644687"/>
                  </a:lnTo>
                  <a:lnTo>
                    <a:pt x="6531798" y="2644687"/>
                  </a:lnTo>
                  <a:lnTo>
                    <a:pt x="6518413" y="2644687"/>
                  </a:lnTo>
                  <a:lnTo>
                    <a:pt x="6505028" y="2644687"/>
                  </a:lnTo>
                  <a:lnTo>
                    <a:pt x="6491644" y="2644687"/>
                  </a:lnTo>
                  <a:lnTo>
                    <a:pt x="6478259" y="2644687"/>
                  </a:lnTo>
                  <a:lnTo>
                    <a:pt x="6464874" y="2644687"/>
                  </a:lnTo>
                  <a:lnTo>
                    <a:pt x="6451489" y="2644687"/>
                  </a:lnTo>
                  <a:lnTo>
                    <a:pt x="6438104" y="2644687"/>
                  </a:lnTo>
                  <a:lnTo>
                    <a:pt x="6424719" y="2644687"/>
                  </a:lnTo>
                  <a:lnTo>
                    <a:pt x="6411335" y="2644687"/>
                  </a:lnTo>
                  <a:lnTo>
                    <a:pt x="6397950" y="2644687"/>
                  </a:lnTo>
                  <a:lnTo>
                    <a:pt x="6384565" y="2644687"/>
                  </a:lnTo>
                  <a:lnTo>
                    <a:pt x="6371180" y="2644687"/>
                  </a:lnTo>
                  <a:lnTo>
                    <a:pt x="6357795" y="2644687"/>
                  </a:lnTo>
                  <a:lnTo>
                    <a:pt x="6344410" y="2644687"/>
                  </a:lnTo>
                  <a:lnTo>
                    <a:pt x="6331026" y="2644687"/>
                  </a:lnTo>
                  <a:lnTo>
                    <a:pt x="6317641" y="2644687"/>
                  </a:lnTo>
                  <a:lnTo>
                    <a:pt x="6304256" y="2644687"/>
                  </a:lnTo>
                  <a:lnTo>
                    <a:pt x="6290871" y="2644687"/>
                  </a:lnTo>
                  <a:lnTo>
                    <a:pt x="6277486" y="2644687"/>
                  </a:lnTo>
                  <a:lnTo>
                    <a:pt x="6264101" y="2644687"/>
                  </a:lnTo>
                  <a:lnTo>
                    <a:pt x="6250717" y="2644687"/>
                  </a:lnTo>
                  <a:lnTo>
                    <a:pt x="6237332" y="2644687"/>
                  </a:lnTo>
                  <a:lnTo>
                    <a:pt x="6223947" y="2644687"/>
                  </a:lnTo>
                  <a:lnTo>
                    <a:pt x="6210562" y="2644687"/>
                  </a:lnTo>
                  <a:lnTo>
                    <a:pt x="6197177" y="2644687"/>
                  </a:lnTo>
                  <a:lnTo>
                    <a:pt x="6183792" y="2644687"/>
                  </a:lnTo>
                  <a:lnTo>
                    <a:pt x="6170408" y="2644687"/>
                  </a:lnTo>
                  <a:lnTo>
                    <a:pt x="6157023" y="2644687"/>
                  </a:lnTo>
                  <a:lnTo>
                    <a:pt x="6143638" y="2644687"/>
                  </a:lnTo>
                  <a:lnTo>
                    <a:pt x="6130253" y="2644687"/>
                  </a:lnTo>
                  <a:lnTo>
                    <a:pt x="6116868" y="2644687"/>
                  </a:lnTo>
                  <a:lnTo>
                    <a:pt x="6103483" y="2644687"/>
                  </a:lnTo>
                  <a:lnTo>
                    <a:pt x="6090099" y="2644687"/>
                  </a:lnTo>
                  <a:lnTo>
                    <a:pt x="6076714" y="2644687"/>
                  </a:lnTo>
                  <a:lnTo>
                    <a:pt x="6063329" y="2644687"/>
                  </a:lnTo>
                  <a:lnTo>
                    <a:pt x="6049944" y="2644687"/>
                  </a:lnTo>
                  <a:lnTo>
                    <a:pt x="6036559" y="2644687"/>
                  </a:lnTo>
                  <a:lnTo>
                    <a:pt x="6023174" y="2644687"/>
                  </a:lnTo>
                  <a:lnTo>
                    <a:pt x="6009790" y="2644687"/>
                  </a:lnTo>
                  <a:lnTo>
                    <a:pt x="5996405" y="2644687"/>
                  </a:lnTo>
                  <a:lnTo>
                    <a:pt x="5983020" y="2644687"/>
                  </a:lnTo>
                  <a:lnTo>
                    <a:pt x="5969635" y="2644687"/>
                  </a:lnTo>
                  <a:lnTo>
                    <a:pt x="5956250" y="2644687"/>
                  </a:lnTo>
                  <a:lnTo>
                    <a:pt x="5942865" y="2644687"/>
                  </a:lnTo>
                  <a:lnTo>
                    <a:pt x="5929481" y="2644687"/>
                  </a:lnTo>
                  <a:lnTo>
                    <a:pt x="5916096" y="2644687"/>
                  </a:lnTo>
                  <a:lnTo>
                    <a:pt x="5902711" y="2644687"/>
                  </a:lnTo>
                  <a:lnTo>
                    <a:pt x="5889326" y="2644687"/>
                  </a:lnTo>
                  <a:lnTo>
                    <a:pt x="5875941" y="2644687"/>
                  </a:lnTo>
                  <a:lnTo>
                    <a:pt x="5862556" y="2644687"/>
                  </a:lnTo>
                  <a:lnTo>
                    <a:pt x="5849172" y="2644687"/>
                  </a:lnTo>
                  <a:lnTo>
                    <a:pt x="5835787" y="2644687"/>
                  </a:lnTo>
                  <a:lnTo>
                    <a:pt x="5822402" y="2644687"/>
                  </a:lnTo>
                  <a:lnTo>
                    <a:pt x="5809017" y="2644687"/>
                  </a:lnTo>
                  <a:lnTo>
                    <a:pt x="5795632" y="2644687"/>
                  </a:lnTo>
                  <a:lnTo>
                    <a:pt x="5782247" y="2644687"/>
                  </a:lnTo>
                  <a:lnTo>
                    <a:pt x="5768863" y="2644687"/>
                  </a:lnTo>
                  <a:lnTo>
                    <a:pt x="5755478" y="2644687"/>
                  </a:lnTo>
                  <a:lnTo>
                    <a:pt x="5742093" y="2644687"/>
                  </a:lnTo>
                  <a:lnTo>
                    <a:pt x="5728708" y="2644687"/>
                  </a:lnTo>
                  <a:lnTo>
                    <a:pt x="5715323" y="2644687"/>
                  </a:lnTo>
                  <a:lnTo>
                    <a:pt x="5701938" y="2644687"/>
                  </a:lnTo>
                  <a:lnTo>
                    <a:pt x="5688554" y="2644687"/>
                  </a:lnTo>
                  <a:lnTo>
                    <a:pt x="5675169" y="2644687"/>
                  </a:lnTo>
                  <a:lnTo>
                    <a:pt x="5661784" y="2644687"/>
                  </a:lnTo>
                  <a:lnTo>
                    <a:pt x="5648399" y="2644687"/>
                  </a:lnTo>
                  <a:lnTo>
                    <a:pt x="5635014" y="2644687"/>
                  </a:lnTo>
                  <a:lnTo>
                    <a:pt x="5621629" y="2644687"/>
                  </a:lnTo>
                  <a:lnTo>
                    <a:pt x="5608245" y="2644687"/>
                  </a:lnTo>
                  <a:lnTo>
                    <a:pt x="5594860" y="2644687"/>
                  </a:lnTo>
                  <a:lnTo>
                    <a:pt x="5581475" y="2644687"/>
                  </a:lnTo>
                  <a:lnTo>
                    <a:pt x="5568090" y="2644687"/>
                  </a:lnTo>
                  <a:lnTo>
                    <a:pt x="5554705" y="2644687"/>
                  </a:lnTo>
                  <a:lnTo>
                    <a:pt x="5541320" y="2644687"/>
                  </a:lnTo>
                  <a:lnTo>
                    <a:pt x="5527936" y="2644687"/>
                  </a:lnTo>
                  <a:lnTo>
                    <a:pt x="5514551" y="2644687"/>
                  </a:lnTo>
                  <a:lnTo>
                    <a:pt x="5501166" y="2644687"/>
                  </a:lnTo>
                  <a:lnTo>
                    <a:pt x="5487781" y="2644687"/>
                  </a:lnTo>
                  <a:lnTo>
                    <a:pt x="5474396" y="2644687"/>
                  </a:lnTo>
                  <a:lnTo>
                    <a:pt x="5461011" y="2644687"/>
                  </a:lnTo>
                  <a:lnTo>
                    <a:pt x="5447627" y="2644687"/>
                  </a:lnTo>
                  <a:lnTo>
                    <a:pt x="5434242" y="2644687"/>
                  </a:lnTo>
                  <a:lnTo>
                    <a:pt x="5420857" y="2644687"/>
                  </a:lnTo>
                  <a:lnTo>
                    <a:pt x="5407472" y="2644687"/>
                  </a:lnTo>
                  <a:lnTo>
                    <a:pt x="5394087" y="2644687"/>
                  </a:lnTo>
                  <a:lnTo>
                    <a:pt x="5380702" y="2644687"/>
                  </a:lnTo>
                  <a:lnTo>
                    <a:pt x="5367318" y="2644687"/>
                  </a:lnTo>
                  <a:lnTo>
                    <a:pt x="5353933" y="2644687"/>
                  </a:lnTo>
                  <a:lnTo>
                    <a:pt x="5340548" y="2644687"/>
                  </a:lnTo>
                  <a:lnTo>
                    <a:pt x="5327163" y="2644687"/>
                  </a:lnTo>
                  <a:lnTo>
                    <a:pt x="5313778" y="2644687"/>
                  </a:lnTo>
                  <a:lnTo>
                    <a:pt x="5300393" y="2644687"/>
                  </a:lnTo>
                  <a:lnTo>
                    <a:pt x="5287009" y="2644687"/>
                  </a:lnTo>
                  <a:lnTo>
                    <a:pt x="5273624" y="2644687"/>
                  </a:lnTo>
                  <a:lnTo>
                    <a:pt x="5260239" y="2644687"/>
                  </a:lnTo>
                  <a:lnTo>
                    <a:pt x="5246854" y="2644687"/>
                  </a:lnTo>
                  <a:lnTo>
                    <a:pt x="5233469" y="2644687"/>
                  </a:lnTo>
                  <a:lnTo>
                    <a:pt x="5220084" y="2644687"/>
                  </a:lnTo>
                  <a:lnTo>
                    <a:pt x="5206700" y="2644687"/>
                  </a:lnTo>
                  <a:lnTo>
                    <a:pt x="5193315" y="2644687"/>
                  </a:lnTo>
                  <a:lnTo>
                    <a:pt x="5179930" y="2644687"/>
                  </a:lnTo>
                  <a:lnTo>
                    <a:pt x="5166545" y="2644687"/>
                  </a:lnTo>
                  <a:lnTo>
                    <a:pt x="5153160" y="2644687"/>
                  </a:lnTo>
                  <a:lnTo>
                    <a:pt x="5139775" y="2644687"/>
                  </a:lnTo>
                  <a:lnTo>
                    <a:pt x="5126391" y="2644687"/>
                  </a:lnTo>
                  <a:lnTo>
                    <a:pt x="5113006" y="2644687"/>
                  </a:lnTo>
                  <a:lnTo>
                    <a:pt x="5099621" y="2644687"/>
                  </a:lnTo>
                  <a:lnTo>
                    <a:pt x="5086236" y="2644687"/>
                  </a:lnTo>
                  <a:lnTo>
                    <a:pt x="5072851" y="2644687"/>
                  </a:lnTo>
                  <a:lnTo>
                    <a:pt x="5059466" y="2644687"/>
                  </a:lnTo>
                  <a:lnTo>
                    <a:pt x="5046082" y="2644687"/>
                  </a:lnTo>
                  <a:lnTo>
                    <a:pt x="5032697" y="2644687"/>
                  </a:lnTo>
                  <a:lnTo>
                    <a:pt x="5019312" y="2644687"/>
                  </a:lnTo>
                  <a:lnTo>
                    <a:pt x="5005927" y="2644687"/>
                  </a:lnTo>
                  <a:lnTo>
                    <a:pt x="4992542" y="2644687"/>
                  </a:lnTo>
                  <a:lnTo>
                    <a:pt x="4979157" y="2644687"/>
                  </a:lnTo>
                  <a:lnTo>
                    <a:pt x="4965773" y="2644687"/>
                  </a:lnTo>
                  <a:lnTo>
                    <a:pt x="4952388" y="2644687"/>
                  </a:lnTo>
                  <a:lnTo>
                    <a:pt x="4939003" y="2644687"/>
                  </a:lnTo>
                  <a:lnTo>
                    <a:pt x="4925618" y="2644687"/>
                  </a:lnTo>
                  <a:lnTo>
                    <a:pt x="4912233" y="2644687"/>
                  </a:lnTo>
                  <a:lnTo>
                    <a:pt x="4898848" y="2644687"/>
                  </a:lnTo>
                  <a:lnTo>
                    <a:pt x="4885464" y="2644687"/>
                  </a:lnTo>
                  <a:lnTo>
                    <a:pt x="4872079" y="2644687"/>
                  </a:lnTo>
                  <a:lnTo>
                    <a:pt x="4858694" y="2644687"/>
                  </a:lnTo>
                  <a:lnTo>
                    <a:pt x="4845309" y="2644687"/>
                  </a:lnTo>
                  <a:lnTo>
                    <a:pt x="4831924" y="2644687"/>
                  </a:lnTo>
                  <a:lnTo>
                    <a:pt x="4818539" y="2644687"/>
                  </a:lnTo>
                  <a:lnTo>
                    <a:pt x="4805155" y="2644687"/>
                  </a:lnTo>
                  <a:lnTo>
                    <a:pt x="4791770" y="2644687"/>
                  </a:lnTo>
                  <a:lnTo>
                    <a:pt x="4778385" y="2644687"/>
                  </a:lnTo>
                  <a:lnTo>
                    <a:pt x="4765000" y="2644687"/>
                  </a:lnTo>
                  <a:lnTo>
                    <a:pt x="4751615" y="2644687"/>
                  </a:lnTo>
                  <a:lnTo>
                    <a:pt x="4738230" y="2644687"/>
                  </a:lnTo>
                  <a:lnTo>
                    <a:pt x="4724846" y="2644687"/>
                  </a:lnTo>
                  <a:lnTo>
                    <a:pt x="4711461" y="2644687"/>
                  </a:lnTo>
                  <a:lnTo>
                    <a:pt x="4698076" y="2644687"/>
                  </a:lnTo>
                  <a:lnTo>
                    <a:pt x="4684691" y="2644687"/>
                  </a:lnTo>
                  <a:lnTo>
                    <a:pt x="4671306" y="2644687"/>
                  </a:lnTo>
                  <a:lnTo>
                    <a:pt x="4657921" y="2644687"/>
                  </a:lnTo>
                  <a:lnTo>
                    <a:pt x="4644537" y="2644687"/>
                  </a:lnTo>
                  <a:lnTo>
                    <a:pt x="4631152" y="2644687"/>
                  </a:lnTo>
                  <a:lnTo>
                    <a:pt x="4617767" y="2644687"/>
                  </a:lnTo>
                  <a:lnTo>
                    <a:pt x="4604382" y="2644687"/>
                  </a:lnTo>
                  <a:lnTo>
                    <a:pt x="4590997" y="2644687"/>
                  </a:lnTo>
                  <a:lnTo>
                    <a:pt x="4577612" y="2644687"/>
                  </a:lnTo>
                  <a:lnTo>
                    <a:pt x="4564228" y="2644687"/>
                  </a:lnTo>
                  <a:lnTo>
                    <a:pt x="4550843" y="2644687"/>
                  </a:lnTo>
                  <a:lnTo>
                    <a:pt x="4537458" y="2644687"/>
                  </a:lnTo>
                  <a:lnTo>
                    <a:pt x="4524073" y="2644687"/>
                  </a:lnTo>
                  <a:lnTo>
                    <a:pt x="4510688" y="2644687"/>
                  </a:lnTo>
                  <a:lnTo>
                    <a:pt x="4497303" y="2644687"/>
                  </a:lnTo>
                  <a:lnTo>
                    <a:pt x="4483919" y="2644687"/>
                  </a:lnTo>
                  <a:lnTo>
                    <a:pt x="4470534" y="2644687"/>
                  </a:lnTo>
                  <a:lnTo>
                    <a:pt x="4457149" y="2644687"/>
                  </a:lnTo>
                  <a:lnTo>
                    <a:pt x="4443764" y="2644687"/>
                  </a:lnTo>
                  <a:lnTo>
                    <a:pt x="4430379" y="2644687"/>
                  </a:lnTo>
                  <a:lnTo>
                    <a:pt x="4416994" y="2644687"/>
                  </a:lnTo>
                  <a:lnTo>
                    <a:pt x="4403610" y="2644687"/>
                  </a:lnTo>
                  <a:lnTo>
                    <a:pt x="4390225" y="2644687"/>
                  </a:lnTo>
                  <a:lnTo>
                    <a:pt x="4376840" y="2644687"/>
                  </a:lnTo>
                  <a:lnTo>
                    <a:pt x="4363455" y="2644687"/>
                  </a:lnTo>
                  <a:lnTo>
                    <a:pt x="4350070" y="2644687"/>
                  </a:lnTo>
                  <a:lnTo>
                    <a:pt x="4336685" y="2644687"/>
                  </a:lnTo>
                  <a:lnTo>
                    <a:pt x="4323301" y="2644687"/>
                  </a:lnTo>
                  <a:lnTo>
                    <a:pt x="4309916" y="2644687"/>
                  </a:lnTo>
                  <a:lnTo>
                    <a:pt x="4296531" y="2644687"/>
                  </a:lnTo>
                  <a:lnTo>
                    <a:pt x="4283146" y="2644687"/>
                  </a:lnTo>
                  <a:lnTo>
                    <a:pt x="4269761" y="2644687"/>
                  </a:lnTo>
                  <a:lnTo>
                    <a:pt x="4256376" y="2644687"/>
                  </a:lnTo>
                  <a:lnTo>
                    <a:pt x="4242992" y="2644687"/>
                  </a:lnTo>
                  <a:lnTo>
                    <a:pt x="4229607" y="2644687"/>
                  </a:lnTo>
                  <a:lnTo>
                    <a:pt x="4216222" y="2644687"/>
                  </a:lnTo>
                  <a:lnTo>
                    <a:pt x="4202837" y="2644687"/>
                  </a:lnTo>
                  <a:lnTo>
                    <a:pt x="4189452" y="2644687"/>
                  </a:lnTo>
                  <a:lnTo>
                    <a:pt x="4176067" y="2644687"/>
                  </a:lnTo>
                  <a:lnTo>
                    <a:pt x="4162683" y="2644687"/>
                  </a:lnTo>
                  <a:lnTo>
                    <a:pt x="4149298" y="2644687"/>
                  </a:lnTo>
                  <a:lnTo>
                    <a:pt x="4135913" y="2644687"/>
                  </a:lnTo>
                  <a:lnTo>
                    <a:pt x="4122528" y="2644687"/>
                  </a:lnTo>
                  <a:lnTo>
                    <a:pt x="4109143" y="2644687"/>
                  </a:lnTo>
                  <a:lnTo>
                    <a:pt x="4095758" y="2644687"/>
                  </a:lnTo>
                  <a:lnTo>
                    <a:pt x="4082374" y="2644687"/>
                  </a:lnTo>
                  <a:lnTo>
                    <a:pt x="4068989" y="2644687"/>
                  </a:lnTo>
                  <a:lnTo>
                    <a:pt x="4055604" y="2644687"/>
                  </a:lnTo>
                  <a:lnTo>
                    <a:pt x="4042219" y="2644687"/>
                  </a:lnTo>
                  <a:lnTo>
                    <a:pt x="4028834" y="2644687"/>
                  </a:lnTo>
                  <a:lnTo>
                    <a:pt x="4015449" y="2644687"/>
                  </a:lnTo>
                  <a:lnTo>
                    <a:pt x="4002065" y="2644687"/>
                  </a:lnTo>
                  <a:lnTo>
                    <a:pt x="3988680" y="2644687"/>
                  </a:lnTo>
                  <a:lnTo>
                    <a:pt x="3975295" y="2644687"/>
                  </a:lnTo>
                  <a:lnTo>
                    <a:pt x="3961910" y="2644687"/>
                  </a:lnTo>
                  <a:lnTo>
                    <a:pt x="3948525" y="2644687"/>
                  </a:lnTo>
                  <a:lnTo>
                    <a:pt x="3935140" y="2644687"/>
                  </a:lnTo>
                  <a:lnTo>
                    <a:pt x="3921756" y="2644687"/>
                  </a:lnTo>
                  <a:lnTo>
                    <a:pt x="3908371" y="2644687"/>
                  </a:lnTo>
                  <a:lnTo>
                    <a:pt x="3894986" y="2644687"/>
                  </a:lnTo>
                  <a:lnTo>
                    <a:pt x="3881601" y="2644687"/>
                  </a:lnTo>
                  <a:lnTo>
                    <a:pt x="3868216" y="2644687"/>
                  </a:lnTo>
                  <a:lnTo>
                    <a:pt x="3854831" y="2644687"/>
                  </a:lnTo>
                  <a:lnTo>
                    <a:pt x="3841447" y="2644687"/>
                  </a:lnTo>
                  <a:lnTo>
                    <a:pt x="3828062" y="2644687"/>
                  </a:lnTo>
                  <a:lnTo>
                    <a:pt x="3814677" y="2644687"/>
                  </a:lnTo>
                  <a:lnTo>
                    <a:pt x="3801292" y="2644687"/>
                  </a:lnTo>
                  <a:lnTo>
                    <a:pt x="3787907" y="2644687"/>
                  </a:lnTo>
                  <a:lnTo>
                    <a:pt x="3774522" y="2644687"/>
                  </a:lnTo>
                  <a:lnTo>
                    <a:pt x="3761138" y="2644687"/>
                  </a:lnTo>
                  <a:lnTo>
                    <a:pt x="3747753" y="2644687"/>
                  </a:lnTo>
                  <a:lnTo>
                    <a:pt x="3734368" y="2644687"/>
                  </a:lnTo>
                  <a:lnTo>
                    <a:pt x="3720983" y="2644687"/>
                  </a:lnTo>
                  <a:lnTo>
                    <a:pt x="3707598" y="2644687"/>
                  </a:lnTo>
                  <a:lnTo>
                    <a:pt x="3694213" y="2644687"/>
                  </a:lnTo>
                  <a:lnTo>
                    <a:pt x="3680829" y="2644687"/>
                  </a:lnTo>
                  <a:lnTo>
                    <a:pt x="3667444" y="2644687"/>
                  </a:lnTo>
                  <a:lnTo>
                    <a:pt x="3654059" y="2644687"/>
                  </a:lnTo>
                  <a:lnTo>
                    <a:pt x="3640674" y="2644687"/>
                  </a:lnTo>
                  <a:lnTo>
                    <a:pt x="3627289" y="2644687"/>
                  </a:lnTo>
                  <a:lnTo>
                    <a:pt x="3613904" y="2644687"/>
                  </a:lnTo>
                  <a:lnTo>
                    <a:pt x="3600520" y="2644687"/>
                  </a:lnTo>
                  <a:lnTo>
                    <a:pt x="3587135" y="2644687"/>
                  </a:lnTo>
                  <a:lnTo>
                    <a:pt x="3573750" y="2644687"/>
                  </a:lnTo>
                  <a:lnTo>
                    <a:pt x="3560365" y="2644687"/>
                  </a:lnTo>
                  <a:lnTo>
                    <a:pt x="3546980" y="2644687"/>
                  </a:lnTo>
                  <a:lnTo>
                    <a:pt x="3533595" y="2644687"/>
                  </a:lnTo>
                  <a:lnTo>
                    <a:pt x="3520211" y="2644687"/>
                  </a:lnTo>
                  <a:lnTo>
                    <a:pt x="3506826" y="2644687"/>
                  </a:lnTo>
                  <a:lnTo>
                    <a:pt x="3493441" y="2644687"/>
                  </a:lnTo>
                  <a:lnTo>
                    <a:pt x="3480056" y="2644687"/>
                  </a:lnTo>
                  <a:lnTo>
                    <a:pt x="3466671" y="2644687"/>
                  </a:lnTo>
                  <a:lnTo>
                    <a:pt x="3453286" y="2644687"/>
                  </a:lnTo>
                  <a:lnTo>
                    <a:pt x="3439902" y="2644687"/>
                  </a:lnTo>
                  <a:lnTo>
                    <a:pt x="3426517" y="2644687"/>
                  </a:lnTo>
                  <a:lnTo>
                    <a:pt x="3413132" y="2644687"/>
                  </a:lnTo>
                  <a:lnTo>
                    <a:pt x="3399747" y="2644687"/>
                  </a:lnTo>
                  <a:lnTo>
                    <a:pt x="3386362" y="2644687"/>
                  </a:lnTo>
                  <a:lnTo>
                    <a:pt x="3372977" y="2644687"/>
                  </a:lnTo>
                  <a:lnTo>
                    <a:pt x="3359593" y="2644687"/>
                  </a:lnTo>
                  <a:lnTo>
                    <a:pt x="3346208" y="2644687"/>
                  </a:lnTo>
                  <a:lnTo>
                    <a:pt x="3332823" y="2644687"/>
                  </a:lnTo>
                  <a:lnTo>
                    <a:pt x="3319438" y="2644687"/>
                  </a:lnTo>
                  <a:lnTo>
                    <a:pt x="3306053" y="2644687"/>
                  </a:lnTo>
                  <a:lnTo>
                    <a:pt x="3292668" y="2644687"/>
                  </a:lnTo>
                  <a:lnTo>
                    <a:pt x="3279284" y="2644687"/>
                  </a:lnTo>
                  <a:lnTo>
                    <a:pt x="3265899" y="2644687"/>
                  </a:lnTo>
                  <a:lnTo>
                    <a:pt x="3252514" y="2644687"/>
                  </a:lnTo>
                  <a:lnTo>
                    <a:pt x="3239129" y="2644687"/>
                  </a:lnTo>
                  <a:lnTo>
                    <a:pt x="3225744" y="2644687"/>
                  </a:lnTo>
                  <a:lnTo>
                    <a:pt x="3212359" y="2644687"/>
                  </a:lnTo>
                  <a:lnTo>
                    <a:pt x="3198975" y="2644687"/>
                  </a:lnTo>
                  <a:lnTo>
                    <a:pt x="3185590" y="2644687"/>
                  </a:lnTo>
                  <a:lnTo>
                    <a:pt x="3172205" y="2644687"/>
                  </a:lnTo>
                  <a:lnTo>
                    <a:pt x="3158820" y="2644687"/>
                  </a:lnTo>
                  <a:lnTo>
                    <a:pt x="3145435" y="2644687"/>
                  </a:lnTo>
                  <a:lnTo>
                    <a:pt x="3132050" y="2644687"/>
                  </a:lnTo>
                  <a:lnTo>
                    <a:pt x="3118666" y="2644687"/>
                  </a:lnTo>
                  <a:lnTo>
                    <a:pt x="3105281" y="2644687"/>
                  </a:lnTo>
                  <a:lnTo>
                    <a:pt x="3091896" y="2644687"/>
                  </a:lnTo>
                  <a:lnTo>
                    <a:pt x="3078511" y="2644687"/>
                  </a:lnTo>
                  <a:lnTo>
                    <a:pt x="3065126" y="2644687"/>
                  </a:lnTo>
                  <a:lnTo>
                    <a:pt x="3051741" y="2644687"/>
                  </a:lnTo>
                  <a:lnTo>
                    <a:pt x="3038357" y="2644687"/>
                  </a:lnTo>
                  <a:lnTo>
                    <a:pt x="3024972" y="2644687"/>
                  </a:lnTo>
                  <a:lnTo>
                    <a:pt x="3011587" y="2644687"/>
                  </a:lnTo>
                  <a:lnTo>
                    <a:pt x="2998202" y="2644687"/>
                  </a:lnTo>
                  <a:lnTo>
                    <a:pt x="2984817" y="2644687"/>
                  </a:lnTo>
                  <a:lnTo>
                    <a:pt x="2971432" y="2644687"/>
                  </a:lnTo>
                  <a:lnTo>
                    <a:pt x="2958048" y="2644687"/>
                  </a:lnTo>
                  <a:lnTo>
                    <a:pt x="2944663" y="2644687"/>
                  </a:lnTo>
                  <a:lnTo>
                    <a:pt x="2931278" y="2644687"/>
                  </a:lnTo>
                  <a:lnTo>
                    <a:pt x="2917893" y="2644687"/>
                  </a:lnTo>
                  <a:lnTo>
                    <a:pt x="2904508" y="2644687"/>
                  </a:lnTo>
                  <a:lnTo>
                    <a:pt x="2891123" y="2644687"/>
                  </a:lnTo>
                  <a:lnTo>
                    <a:pt x="2877739" y="2644687"/>
                  </a:lnTo>
                  <a:lnTo>
                    <a:pt x="2864354" y="2644687"/>
                  </a:lnTo>
                  <a:lnTo>
                    <a:pt x="2850969" y="2644687"/>
                  </a:lnTo>
                  <a:lnTo>
                    <a:pt x="2837584" y="2644687"/>
                  </a:lnTo>
                  <a:lnTo>
                    <a:pt x="2824199" y="2644687"/>
                  </a:lnTo>
                  <a:lnTo>
                    <a:pt x="2810814" y="2644687"/>
                  </a:lnTo>
                  <a:lnTo>
                    <a:pt x="2797430" y="2644687"/>
                  </a:lnTo>
                  <a:lnTo>
                    <a:pt x="2784045" y="2644687"/>
                  </a:lnTo>
                  <a:lnTo>
                    <a:pt x="2770660" y="2644687"/>
                  </a:lnTo>
                  <a:lnTo>
                    <a:pt x="2757275" y="2644687"/>
                  </a:lnTo>
                  <a:lnTo>
                    <a:pt x="2743890" y="2644687"/>
                  </a:lnTo>
                  <a:lnTo>
                    <a:pt x="2730505" y="2644687"/>
                  </a:lnTo>
                  <a:lnTo>
                    <a:pt x="2717121" y="2644687"/>
                  </a:lnTo>
                  <a:lnTo>
                    <a:pt x="2703736" y="2644687"/>
                  </a:lnTo>
                  <a:lnTo>
                    <a:pt x="2690351" y="2644687"/>
                  </a:lnTo>
                  <a:lnTo>
                    <a:pt x="2676966" y="2644687"/>
                  </a:lnTo>
                  <a:lnTo>
                    <a:pt x="2663581" y="2644687"/>
                  </a:lnTo>
                  <a:lnTo>
                    <a:pt x="2650196" y="2644687"/>
                  </a:lnTo>
                  <a:lnTo>
                    <a:pt x="2636812" y="2644687"/>
                  </a:lnTo>
                  <a:lnTo>
                    <a:pt x="2623427" y="2644687"/>
                  </a:lnTo>
                  <a:lnTo>
                    <a:pt x="2610042" y="2644687"/>
                  </a:lnTo>
                  <a:lnTo>
                    <a:pt x="2596657" y="2644687"/>
                  </a:lnTo>
                  <a:lnTo>
                    <a:pt x="2583272" y="2644687"/>
                  </a:lnTo>
                  <a:lnTo>
                    <a:pt x="2569887" y="2644687"/>
                  </a:lnTo>
                  <a:lnTo>
                    <a:pt x="2556503" y="2644687"/>
                  </a:lnTo>
                  <a:lnTo>
                    <a:pt x="2543118" y="2644687"/>
                  </a:lnTo>
                  <a:lnTo>
                    <a:pt x="2529733" y="2644687"/>
                  </a:lnTo>
                  <a:lnTo>
                    <a:pt x="2516348" y="2644687"/>
                  </a:lnTo>
                  <a:lnTo>
                    <a:pt x="2502963" y="2644687"/>
                  </a:lnTo>
                  <a:lnTo>
                    <a:pt x="2489578" y="2644687"/>
                  </a:lnTo>
                  <a:lnTo>
                    <a:pt x="2476194" y="2644687"/>
                  </a:lnTo>
                  <a:lnTo>
                    <a:pt x="2462809" y="2644687"/>
                  </a:lnTo>
                  <a:lnTo>
                    <a:pt x="2449424" y="2644687"/>
                  </a:lnTo>
                  <a:lnTo>
                    <a:pt x="2436039" y="2644687"/>
                  </a:lnTo>
                  <a:lnTo>
                    <a:pt x="2422654" y="2644687"/>
                  </a:lnTo>
                  <a:lnTo>
                    <a:pt x="2409269" y="2644687"/>
                  </a:lnTo>
                  <a:lnTo>
                    <a:pt x="2395885" y="2644687"/>
                  </a:lnTo>
                  <a:lnTo>
                    <a:pt x="2382500" y="2644687"/>
                  </a:lnTo>
                  <a:lnTo>
                    <a:pt x="2369115" y="2644687"/>
                  </a:lnTo>
                  <a:lnTo>
                    <a:pt x="2355730" y="2644687"/>
                  </a:lnTo>
                  <a:lnTo>
                    <a:pt x="2342345" y="2644687"/>
                  </a:lnTo>
                  <a:lnTo>
                    <a:pt x="2328960" y="2644687"/>
                  </a:lnTo>
                  <a:lnTo>
                    <a:pt x="2315576" y="2644687"/>
                  </a:lnTo>
                  <a:lnTo>
                    <a:pt x="2302191" y="2644687"/>
                  </a:lnTo>
                  <a:lnTo>
                    <a:pt x="2288806" y="2644687"/>
                  </a:lnTo>
                  <a:lnTo>
                    <a:pt x="2275421" y="2644687"/>
                  </a:lnTo>
                  <a:lnTo>
                    <a:pt x="2262036" y="2644687"/>
                  </a:lnTo>
                  <a:lnTo>
                    <a:pt x="2248651" y="2644687"/>
                  </a:lnTo>
                  <a:lnTo>
                    <a:pt x="2235267" y="2644687"/>
                  </a:lnTo>
                  <a:lnTo>
                    <a:pt x="2221882" y="2644687"/>
                  </a:lnTo>
                  <a:lnTo>
                    <a:pt x="2208497" y="2644687"/>
                  </a:lnTo>
                  <a:lnTo>
                    <a:pt x="2195112" y="2644687"/>
                  </a:lnTo>
                  <a:lnTo>
                    <a:pt x="2181727" y="2644687"/>
                  </a:lnTo>
                  <a:lnTo>
                    <a:pt x="2168342" y="2644687"/>
                  </a:lnTo>
                  <a:lnTo>
                    <a:pt x="2154958" y="2644687"/>
                  </a:lnTo>
                  <a:lnTo>
                    <a:pt x="2141573" y="2644687"/>
                  </a:lnTo>
                  <a:lnTo>
                    <a:pt x="2128188" y="2644687"/>
                  </a:lnTo>
                  <a:lnTo>
                    <a:pt x="2114803" y="2644687"/>
                  </a:lnTo>
                  <a:lnTo>
                    <a:pt x="2101418" y="2644687"/>
                  </a:lnTo>
                  <a:lnTo>
                    <a:pt x="2088033" y="2644687"/>
                  </a:lnTo>
                  <a:lnTo>
                    <a:pt x="2074649" y="2644687"/>
                  </a:lnTo>
                  <a:lnTo>
                    <a:pt x="2061264" y="2644687"/>
                  </a:lnTo>
                  <a:lnTo>
                    <a:pt x="2047879" y="2644687"/>
                  </a:lnTo>
                  <a:lnTo>
                    <a:pt x="2034494" y="2644687"/>
                  </a:lnTo>
                  <a:lnTo>
                    <a:pt x="2021109" y="2644687"/>
                  </a:lnTo>
                  <a:lnTo>
                    <a:pt x="2007724" y="2644687"/>
                  </a:lnTo>
                  <a:lnTo>
                    <a:pt x="1994340" y="2644687"/>
                  </a:lnTo>
                  <a:lnTo>
                    <a:pt x="1980955" y="2644687"/>
                  </a:lnTo>
                  <a:lnTo>
                    <a:pt x="1967570" y="2644687"/>
                  </a:lnTo>
                  <a:lnTo>
                    <a:pt x="1954185" y="2644687"/>
                  </a:lnTo>
                  <a:lnTo>
                    <a:pt x="1940800" y="2644687"/>
                  </a:lnTo>
                  <a:lnTo>
                    <a:pt x="1927415" y="2644687"/>
                  </a:lnTo>
                  <a:lnTo>
                    <a:pt x="1914031" y="2644687"/>
                  </a:lnTo>
                  <a:lnTo>
                    <a:pt x="1900646" y="2644687"/>
                  </a:lnTo>
                  <a:lnTo>
                    <a:pt x="1887261" y="2644687"/>
                  </a:lnTo>
                  <a:lnTo>
                    <a:pt x="1873876" y="2644687"/>
                  </a:lnTo>
                  <a:lnTo>
                    <a:pt x="1860491" y="2644687"/>
                  </a:lnTo>
                  <a:lnTo>
                    <a:pt x="1847106" y="2644687"/>
                  </a:lnTo>
                  <a:lnTo>
                    <a:pt x="1833722" y="2644687"/>
                  </a:lnTo>
                  <a:lnTo>
                    <a:pt x="1820337" y="2644687"/>
                  </a:lnTo>
                  <a:lnTo>
                    <a:pt x="1806952" y="2644687"/>
                  </a:lnTo>
                  <a:lnTo>
                    <a:pt x="1793567" y="2644687"/>
                  </a:lnTo>
                  <a:lnTo>
                    <a:pt x="1780182" y="2644687"/>
                  </a:lnTo>
                  <a:lnTo>
                    <a:pt x="1766797" y="2644687"/>
                  </a:lnTo>
                  <a:lnTo>
                    <a:pt x="1753413" y="2644687"/>
                  </a:lnTo>
                  <a:lnTo>
                    <a:pt x="1740028" y="2644687"/>
                  </a:lnTo>
                  <a:lnTo>
                    <a:pt x="1726643" y="2644687"/>
                  </a:lnTo>
                  <a:lnTo>
                    <a:pt x="1713258" y="2644687"/>
                  </a:lnTo>
                  <a:lnTo>
                    <a:pt x="1699873" y="2644687"/>
                  </a:lnTo>
                  <a:lnTo>
                    <a:pt x="1686488" y="2644687"/>
                  </a:lnTo>
                  <a:lnTo>
                    <a:pt x="1673104" y="2644687"/>
                  </a:lnTo>
                  <a:lnTo>
                    <a:pt x="1659719" y="2644687"/>
                  </a:lnTo>
                  <a:lnTo>
                    <a:pt x="1646334" y="2644687"/>
                  </a:lnTo>
                  <a:lnTo>
                    <a:pt x="1632949" y="2644687"/>
                  </a:lnTo>
                  <a:lnTo>
                    <a:pt x="1619564" y="2644687"/>
                  </a:lnTo>
                  <a:lnTo>
                    <a:pt x="1606179" y="2644687"/>
                  </a:lnTo>
                  <a:lnTo>
                    <a:pt x="1592795" y="2644687"/>
                  </a:lnTo>
                  <a:lnTo>
                    <a:pt x="1579410" y="2644687"/>
                  </a:lnTo>
                  <a:lnTo>
                    <a:pt x="1566025" y="2644687"/>
                  </a:lnTo>
                  <a:lnTo>
                    <a:pt x="1552640" y="2644687"/>
                  </a:lnTo>
                  <a:lnTo>
                    <a:pt x="1539255" y="2644687"/>
                  </a:lnTo>
                  <a:lnTo>
                    <a:pt x="1525870" y="2644687"/>
                  </a:lnTo>
                  <a:lnTo>
                    <a:pt x="1512486" y="2644687"/>
                  </a:lnTo>
                  <a:lnTo>
                    <a:pt x="1499101" y="2644687"/>
                  </a:lnTo>
                  <a:lnTo>
                    <a:pt x="1485716" y="2644687"/>
                  </a:lnTo>
                  <a:lnTo>
                    <a:pt x="1472331" y="2644687"/>
                  </a:lnTo>
                  <a:lnTo>
                    <a:pt x="1458946" y="2644687"/>
                  </a:lnTo>
                  <a:lnTo>
                    <a:pt x="1445561" y="2644687"/>
                  </a:lnTo>
                  <a:lnTo>
                    <a:pt x="1432177" y="2644687"/>
                  </a:lnTo>
                  <a:lnTo>
                    <a:pt x="1418792" y="2644687"/>
                  </a:lnTo>
                  <a:lnTo>
                    <a:pt x="1405407" y="2644687"/>
                  </a:lnTo>
                  <a:lnTo>
                    <a:pt x="1392022" y="2644687"/>
                  </a:lnTo>
                  <a:lnTo>
                    <a:pt x="1378637" y="2644687"/>
                  </a:lnTo>
                  <a:lnTo>
                    <a:pt x="1365252" y="2644687"/>
                  </a:lnTo>
                  <a:lnTo>
                    <a:pt x="1351868" y="2644687"/>
                  </a:lnTo>
                  <a:lnTo>
                    <a:pt x="1338483" y="2644687"/>
                  </a:lnTo>
                  <a:lnTo>
                    <a:pt x="1325098" y="2644687"/>
                  </a:lnTo>
                  <a:lnTo>
                    <a:pt x="1311713" y="2644687"/>
                  </a:lnTo>
                  <a:lnTo>
                    <a:pt x="1298328" y="2644687"/>
                  </a:lnTo>
                  <a:lnTo>
                    <a:pt x="1284943" y="2644687"/>
                  </a:lnTo>
                  <a:lnTo>
                    <a:pt x="1271559" y="2644687"/>
                  </a:lnTo>
                  <a:lnTo>
                    <a:pt x="1258174" y="2644687"/>
                  </a:lnTo>
                  <a:lnTo>
                    <a:pt x="1244789" y="2644687"/>
                  </a:lnTo>
                  <a:lnTo>
                    <a:pt x="1231404" y="2644687"/>
                  </a:lnTo>
                  <a:lnTo>
                    <a:pt x="1218019" y="2644687"/>
                  </a:lnTo>
                  <a:lnTo>
                    <a:pt x="1204634" y="2644687"/>
                  </a:lnTo>
                  <a:lnTo>
                    <a:pt x="1191250" y="2644687"/>
                  </a:lnTo>
                  <a:lnTo>
                    <a:pt x="1177865" y="2644687"/>
                  </a:lnTo>
                  <a:lnTo>
                    <a:pt x="1164480" y="2644687"/>
                  </a:lnTo>
                  <a:lnTo>
                    <a:pt x="1151095" y="2644687"/>
                  </a:lnTo>
                  <a:lnTo>
                    <a:pt x="1137710" y="2644687"/>
                  </a:lnTo>
                  <a:lnTo>
                    <a:pt x="1124325" y="2644687"/>
                  </a:lnTo>
                  <a:lnTo>
                    <a:pt x="1110941" y="2644687"/>
                  </a:lnTo>
                  <a:lnTo>
                    <a:pt x="1097556" y="2644687"/>
                  </a:lnTo>
                  <a:lnTo>
                    <a:pt x="1084171" y="2644687"/>
                  </a:lnTo>
                  <a:lnTo>
                    <a:pt x="1070786" y="2644687"/>
                  </a:lnTo>
                  <a:lnTo>
                    <a:pt x="1057401" y="2644687"/>
                  </a:lnTo>
                  <a:lnTo>
                    <a:pt x="1044016" y="2644687"/>
                  </a:lnTo>
                  <a:lnTo>
                    <a:pt x="1030632" y="2644687"/>
                  </a:lnTo>
                  <a:lnTo>
                    <a:pt x="1017247" y="2644687"/>
                  </a:lnTo>
                  <a:lnTo>
                    <a:pt x="1003862" y="2644687"/>
                  </a:lnTo>
                  <a:lnTo>
                    <a:pt x="990477" y="2644687"/>
                  </a:lnTo>
                  <a:lnTo>
                    <a:pt x="977092" y="2644687"/>
                  </a:lnTo>
                  <a:lnTo>
                    <a:pt x="963707" y="2644687"/>
                  </a:lnTo>
                  <a:lnTo>
                    <a:pt x="950323" y="2644687"/>
                  </a:lnTo>
                  <a:lnTo>
                    <a:pt x="936938" y="2644687"/>
                  </a:lnTo>
                  <a:lnTo>
                    <a:pt x="923553" y="2644687"/>
                  </a:lnTo>
                  <a:lnTo>
                    <a:pt x="910168" y="2644687"/>
                  </a:lnTo>
                  <a:lnTo>
                    <a:pt x="896783" y="2644687"/>
                  </a:lnTo>
                  <a:lnTo>
                    <a:pt x="883398" y="2644687"/>
                  </a:lnTo>
                  <a:lnTo>
                    <a:pt x="870014" y="2644687"/>
                  </a:lnTo>
                  <a:lnTo>
                    <a:pt x="856629" y="2644687"/>
                  </a:lnTo>
                  <a:lnTo>
                    <a:pt x="843244" y="2644687"/>
                  </a:lnTo>
                  <a:lnTo>
                    <a:pt x="829859" y="2644687"/>
                  </a:lnTo>
                  <a:lnTo>
                    <a:pt x="816474" y="2644687"/>
                  </a:lnTo>
                  <a:lnTo>
                    <a:pt x="803089" y="2644687"/>
                  </a:lnTo>
                  <a:lnTo>
                    <a:pt x="789705" y="2644687"/>
                  </a:lnTo>
                  <a:lnTo>
                    <a:pt x="776320" y="2644687"/>
                  </a:lnTo>
                  <a:lnTo>
                    <a:pt x="762935" y="2644687"/>
                  </a:lnTo>
                  <a:lnTo>
                    <a:pt x="749550" y="2644687"/>
                  </a:lnTo>
                  <a:lnTo>
                    <a:pt x="736165" y="2644687"/>
                  </a:lnTo>
                  <a:lnTo>
                    <a:pt x="722780" y="2644687"/>
                  </a:lnTo>
                  <a:lnTo>
                    <a:pt x="709396" y="2644687"/>
                  </a:lnTo>
                  <a:lnTo>
                    <a:pt x="696011" y="2644687"/>
                  </a:lnTo>
                  <a:lnTo>
                    <a:pt x="682626" y="2644687"/>
                  </a:lnTo>
                  <a:lnTo>
                    <a:pt x="669241" y="2644687"/>
                  </a:lnTo>
                  <a:lnTo>
                    <a:pt x="655856" y="2644687"/>
                  </a:lnTo>
                  <a:lnTo>
                    <a:pt x="642471" y="2644687"/>
                  </a:lnTo>
                  <a:lnTo>
                    <a:pt x="629087" y="2644687"/>
                  </a:lnTo>
                  <a:lnTo>
                    <a:pt x="615702" y="2644687"/>
                  </a:lnTo>
                  <a:lnTo>
                    <a:pt x="602317" y="2644687"/>
                  </a:lnTo>
                  <a:lnTo>
                    <a:pt x="588932" y="2644687"/>
                  </a:lnTo>
                  <a:lnTo>
                    <a:pt x="575547" y="2644687"/>
                  </a:lnTo>
                  <a:lnTo>
                    <a:pt x="562162" y="2644687"/>
                  </a:lnTo>
                  <a:lnTo>
                    <a:pt x="548778" y="2644687"/>
                  </a:lnTo>
                  <a:lnTo>
                    <a:pt x="535393" y="2644687"/>
                  </a:lnTo>
                  <a:lnTo>
                    <a:pt x="522008" y="2644687"/>
                  </a:lnTo>
                  <a:lnTo>
                    <a:pt x="508623" y="2644687"/>
                  </a:lnTo>
                  <a:lnTo>
                    <a:pt x="495238" y="2644687"/>
                  </a:lnTo>
                  <a:lnTo>
                    <a:pt x="481853" y="2644687"/>
                  </a:lnTo>
                  <a:lnTo>
                    <a:pt x="468469" y="2644687"/>
                  </a:lnTo>
                  <a:lnTo>
                    <a:pt x="455084" y="2644687"/>
                  </a:lnTo>
                  <a:lnTo>
                    <a:pt x="441699" y="2644687"/>
                  </a:lnTo>
                  <a:lnTo>
                    <a:pt x="428314" y="2644687"/>
                  </a:lnTo>
                  <a:lnTo>
                    <a:pt x="414929" y="2644687"/>
                  </a:lnTo>
                  <a:lnTo>
                    <a:pt x="401544" y="2644687"/>
                  </a:lnTo>
                  <a:lnTo>
                    <a:pt x="388160" y="2644687"/>
                  </a:lnTo>
                  <a:lnTo>
                    <a:pt x="374775" y="2644687"/>
                  </a:lnTo>
                  <a:lnTo>
                    <a:pt x="361390" y="2644687"/>
                  </a:lnTo>
                  <a:lnTo>
                    <a:pt x="348005" y="2644687"/>
                  </a:lnTo>
                  <a:lnTo>
                    <a:pt x="334620" y="2644687"/>
                  </a:lnTo>
                  <a:lnTo>
                    <a:pt x="321235" y="2644687"/>
                  </a:lnTo>
                  <a:lnTo>
                    <a:pt x="307851" y="2644687"/>
                  </a:lnTo>
                  <a:lnTo>
                    <a:pt x="294466" y="2644687"/>
                  </a:lnTo>
                  <a:lnTo>
                    <a:pt x="281081" y="2644687"/>
                  </a:lnTo>
                  <a:lnTo>
                    <a:pt x="267696" y="2644687"/>
                  </a:lnTo>
                  <a:lnTo>
                    <a:pt x="254311" y="2644687"/>
                  </a:lnTo>
                  <a:lnTo>
                    <a:pt x="240926" y="2644687"/>
                  </a:lnTo>
                  <a:lnTo>
                    <a:pt x="227542" y="2644687"/>
                  </a:lnTo>
                  <a:lnTo>
                    <a:pt x="214157" y="2644687"/>
                  </a:lnTo>
                  <a:lnTo>
                    <a:pt x="200772" y="2644687"/>
                  </a:lnTo>
                  <a:lnTo>
                    <a:pt x="187387" y="2644687"/>
                  </a:lnTo>
                  <a:lnTo>
                    <a:pt x="174002" y="2644687"/>
                  </a:lnTo>
                  <a:lnTo>
                    <a:pt x="160617" y="2644687"/>
                  </a:lnTo>
                  <a:lnTo>
                    <a:pt x="147233" y="2644687"/>
                  </a:lnTo>
                  <a:lnTo>
                    <a:pt x="133848" y="2644687"/>
                  </a:lnTo>
                  <a:lnTo>
                    <a:pt x="120463" y="2644687"/>
                  </a:lnTo>
                  <a:lnTo>
                    <a:pt x="107078" y="2644687"/>
                  </a:lnTo>
                  <a:lnTo>
                    <a:pt x="93693" y="2644687"/>
                  </a:lnTo>
                  <a:lnTo>
                    <a:pt x="80308" y="2644687"/>
                  </a:lnTo>
                  <a:lnTo>
                    <a:pt x="66924" y="2644687"/>
                  </a:lnTo>
                  <a:lnTo>
                    <a:pt x="53539" y="2644687"/>
                  </a:lnTo>
                  <a:lnTo>
                    <a:pt x="40154" y="2644687"/>
                  </a:lnTo>
                  <a:lnTo>
                    <a:pt x="26769" y="2644687"/>
                  </a:lnTo>
                  <a:lnTo>
                    <a:pt x="13384" y="2644687"/>
                  </a:lnTo>
                  <a:lnTo>
                    <a:pt x="0" y="2644687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9252" y="2902938"/>
              <a:ext cx="6839649" cy="2635076"/>
            </a:xfrm>
            <a:custGeom>
              <a:avLst/>
              <a:pathLst>
                <a:path w="6839649" h="2635076">
                  <a:moveTo>
                    <a:pt x="0" y="2635076"/>
                  </a:moveTo>
                  <a:lnTo>
                    <a:pt x="13384" y="2634388"/>
                  </a:lnTo>
                  <a:lnTo>
                    <a:pt x="26769" y="2633668"/>
                  </a:lnTo>
                  <a:lnTo>
                    <a:pt x="40154" y="2632927"/>
                  </a:lnTo>
                  <a:lnTo>
                    <a:pt x="53539" y="2632164"/>
                  </a:lnTo>
                  <a:lnTo>
                    <a:pt x="66924" y="2631376"/>
                  </a:lnTo>
                  <a:lnTo>
                    <a:pt x="80308" y="2630565"/>
                  </a:lnTo>
                  <a:lnTo>
                    <a:pt x="93693" y="2629737"/>
                  </a:lnTo>
                  <a:lnTo>
                    <a:pt x="107078" y="2628894"/>
                  </a:lnTo>
                  <a:lnTo>
                    <a:pt x="120463" y="2628035"/>
                  </a:lnTo>
                  <a:lnTo>
                    <a:pt x="133848" y="2627162"/>
                  </a:lnTo>
                  <a:lnTo>
                    <a:pt x="147233" y="2626281"/>
                  </a:lnTo>
                  <a:lnTo>
                    <a:pt x="160617" y="2625393"/>
                  </a:lnTo>
                  <a:lnTo>
                    <a:pt x="174002" y="2624500"/>
                  </a:lnTo>
                  <a:lnTo>
                    <a:pt x="187387" y="2623606"/>
                  </a:lnTo>
                  <a:lnTo>
                    <a:pt x="200772" y="2622713"/>
                  </a:lnTo>
                  <a:lnTo>
                    <a:pt x="214157" y="2621823"/>
                  </a:lnTo>
                  <a:lnTo>
                    <a:pt x="227542" y="2620939"/>
                  </a:lnTo>
                  <a:lnTo>
                    <a:pt x="240926" y="2620066"/>
                  </a:lnTo>
                  <a:lnTo>
                    <a:pt x="254311" y="2619203"/>
                  </a:lnTo>
                  <a:lnTo>
                    <a:pt x="267696" y="2618353"/>
                  </a:lnTo>
                  <a:lnTo>
                    <a:pt x="281081" y="2617519"/>
                  </a:lnTo>
                  <a:lnTo>
                    <a:pt x="294466" y="2616705"/>
                  </a:lnTo>
                  <a:lnTo>
                    <a:pt x="307851" y="2615908"/>
                  </a:lnTo>
                  <a:lnTo>
                    <a:pt x="321235" y="2615129"/>
                  </a:lnTo>
                  <a:lnTo>
                    <a:pt x="334620" y="2614373"/>
                  </a:lnTo>
                  <a:lnTo>
                    <a:pt x="348005" y="2613641"/>
                  </a:lnTo>
                  <a:lnTo>
                    <a:pt x="361390" y="2612928"/>
                  </a:lnTo>
                  <a:lnTo>
                    <a:pt x="374775" y="2612234"/>
                  </a:lnTo>
                  <a:lnTo>
                    <a:pt x="388160" y="2611563"/>
                  </a:lnTo>
                  <a:lnTo>
                    <a:pt x="401544" y="2610912"/>
                  </a:lnTo>
                  <a:lnTo>
                    <a:pt x="414929" y="2610277"/>
                  </a:lnTo>
                  <a:lnTo>
                    <a:pt x="428314" y="2609655"/>
                  </a:lnTo>
                  <a:lnTo>
                    <a:pt x="441699" y="2609047"/>
                  </a:lnTo>
                  <a:lnTo>
                    <a:pt x="455084" y="2608449"/>
                  </a:lnTo>
                  <a:lnTo>
                    <a:pt x="468469" y="2607854"/>
                  </a:lnTo>
                  <a:lnTo>
                    <a:pt x="481853" y="2607261"/>
                  </a:lnTo>
                  <a:lnTo>
                    <a:pt x="495238" y="2606665"/>
                  </a:lnTo>
                  <a:lnTo>
                    <a:pt x="508623" y="2606059"/>
                  </a:lnTo>
                  <a:lnTo>
                    <a:pt x="522008" y="2605439"/>
                  </a:lnTo>
                  <a:lnTo>
                    <a:pt x="535393" y="2604802"/>
                  </a:lnTo>
                  <a:lnTo>
                    <a:pt x="548778" y="2604136"/>
                  </a:lnTo>
                  <a:lnTo>
                    <a:pt x="562162" y="2603433"/>
                  </a:lnTo>
                  <a:lnTo>
                    <a:pt x="575547" y="2602694"/>
                  </a:lnTo>
                  <a:lnTo>
                    <a:pt x="588932" y="2601914"/>
                  </a:lnTo>
                  <a:lnTo>
                    <a:pt x="602317" y="2601074"/>
                  </a:lnTo>
                  <a:lnTo>
                    <a:pt x="615702" y="2600165"/>
                  </a:lnTo>
                  <a:lnTo>
                    <a:pt x="629087" y="2599193"/>
                  </a:lnTo>
                  <a:lnTo>
                    <a:pt x="642471" y="2598154"/>
                  </a:lnTo>
                  <a:lnTo>
                    <a:pt x="655856" y="2597018"/>
                  </a:lnTo>
                  <a:lnTo>
                    <a:pt x="669241" y="2595780"/>
                  </a:lnTo>
                  <a:lnTo>
                    <a:pt x="682626" y="2594451"/>
                  </a:lnTo>
                  <a:lnTo>
                    <a:pt x="696011" y="2593027"/>
                  </a:lnTo>
                  <a:lnTo>
                    <a:pt x="709396" y="2591470"/>
                  </a:lnTo>
                  <a:lnTo>
                    <a:pt x="722780" y="2589777"/>
                  </a:lnTo>
                  <a:lnTo>
                    <a:pt x="736165" y="2587966"/>
                  </a:lnTo>
                  <a:lnTo>
                    <a:pt x="749550" y="2586033"/>
                  </a:lnTo>
                  <a:lnTo>
                    <a:pt x="762935" y="2583931"/>
                  </a:lnTo>
                  <a:lnTo>
                    <a:pt x="776320" y="2581664"/>
                  </a:lnTo>
                  <a:lnTo>
                    <a:pt x="789705" y="2579254"/>
                  </a:lnTo>
                  <a:lnTo>
                    <a:pt x="803089" y="2576698"/>
                  </a:lnTo>
                  <a:lnTo>
                    <a:pt x="816474" y="2573941"/>
                  </a:lnTo>
                  <a:lnTo>
                    <a:pt x="829859" y="2570996"/>
                  </a:lnTo>
                  <a:lnTo>
                    <a:pt x="843244" y="2567887"/>
                  </a:lnTo>
                  <a:lnTo>
                    <a:pt x="856629" y="2564613"/>
                  </a:lnTo>
                  <a:lnTo>
                    <a:pt x="870014" y="2561114"/>
                  </a:lnTo>
                  <a:lnTo>
                    <a:pt x="883398" y="2557410"/>
                  </a:lnTo>
                  <a:lnTo>
                    <a:pt x="896783" y="2553528"/>
                  </a:lnTo>
                  <a:lnTo>
                    <a:pt x="910168" y="2549469"/>
                  </a:lnTo>
                  <a:lnTo>
                    <a:pt x="923553" y="2545169"/>
                  </a:lnTo>
                  <a:lnTo>
                    <a:pt x="936938" y="2540655"/>
                  </a:lnTo>
                  <a:lnTo>
                    <a:pt x="950323" y="2535960"/>
                  </a:lnTo>
                  <a:lnTo>
                    <a:pt x="963707" y="2531082"/>
                  </a:lnTo>
                  <a:lnTo>
                    <a:pt x="977092" y="2525961"/>
                  </a:lnTo>
                  <a:lnTo>
                    <a:pt x="990477" y="2520630"/>
                  </a:lnTo>
                  <a:lnTo>
                    <a:pt x="1003862" y="2515121"/>
                  </a:lnTo>
                  <a:lnTo>
                    <a:pt x="1017247" y="2509435"/>
                  </a:lnTo>
                  <a:lnTo>
                    <a:pt x="1030632" y="2503516"/>
                  </a:lnTo>
                  <a:lnTo>
                    <a:pt x="1044016" y="2497403"/>
                  </a:lnTo>
                  <a:lnTo>
                    <a:pt x="1057401" y="2491126"/>
                  </a:lnTo>
                  <a:lnTo>
                    <a:pt x="1070786" y="2484689"/>
                  </a:lnTo>
                  <a:lnTo>
                    <a:pt x="1084171" y="2478044"/>
                  </a:lnTo>
                  <a:lnTo>
                    <a:pt x="1097556" y="2471232"/>
                  </a:lnTo>
                  <a:lnTo>
                    <a:pt x="1110941" y="2464281"/>
                  </a:lnTo>
                  <a:lnTo>
                    <a:pt x="1124325" y="2457196"/>
                  </a:lnTo>
                  <a:lnTo>
                    <a:pt x="1137710" y="2449939"/>
                  </a:lnTo>
                  <a:lnTo>
                    <a:pt x="1151095" y="2442553"/>
                  </a:lnTo>
                  <a:lnTo>
                    <a:pt x="1164480" y="2435061"/>
                  </a:lnTo>
                  <a:lnTo>
                    <a:pt x="1177865" y="2427467"/>
                  </a:lnTo>
                  <a:lnTo>
                    <a:pt x="1191250" y="2419749"/>
                  </a:lnTo>
                  <a:lnTo>
                    <a:pt x="1204634" y="2411943"/>
                  </a:lnTo>
                  <a:lnTo>
                    <a:pt x="1218019" y="2404065"/>
                  </a:lnTo>
                  <a:lnTo>
                    <a:pt x="1231404" y="2396122"/>
                  </a:lnTo>
                  <a:lnTo>
                    <a:pt x="1244789" y="2388102"/>
                  </a:lnTo>
                  <a:lnTo>
                    <a:pt x="1258174" y="2380031"/>
                  </a:lnTo>
                  <a:lnTo>
                    <a:pt x="1271559" y="2371922"/>
                  </a:lnTo>
                  <a:lnTo>
                    <a:pt x="1284943" y="2363778"/>
                  </a:lnTo>
                  <a:lnTo>
                    <a:pt x="1298328" y="2355596"/>
                  </a:lnTo>
                  <a:lnTo>
                    <a:pt x="1311713" y="2347392"/>
                  </a:lnTo>
                  <a:lnTo>
                    <a:pt x="1325098" y="2339170"/>
                  </a:lnTo>
                  <a:lnTo>
                    <a:pt x="1338483" y="2330933"/>
                  </a:lnTo>
                  <a:lnTo>
                    <a:pt x="1351868" y="2322677"/>
                  </a:lnTo>
                  <a:lnTo>
                    <a:pt x="1365252" y="2314407"/>
                  </a:lnTo>
                  <a:lnTo>
                    <a:pt x="1378637" y="2306124"/>
                  </a:lnTo>
                  <a:lnTo>
                    <a:pt x="1392022" y="2297826"/>
                  </a:lnTo>
                  <a:lnTo>
                    <a:pt x="1405407" y="2289500"/>
                  </a:lnTo>
                  <a:lnTo>
                    <a:pt x="1418792" y="2281145"/>
                  </a:lnTo>
                  <a:lnTo>
                    <a:pt x="1432177" y="2272758"/>
                  </a:lnTo>
                  <a:lnTo>
                    <a:pt x="1445561" y="2264333"/>
                  </a:lnTo>
                  <a:lnTo>
                    <a:pt x="1458946" y="2255837"/>
                  </a:lnTo>
                  <a:lnTo>
                    <a:pt x="1472331" y="2247271"/>
                  </a:lnTo>
                  <a:lnTo>
                    <a:pt x="1485716" y="2238630"/>
                  </a:lnTo>
                  <a:lnTo>
                    <a:pt x="1499101" y="2229905"/>
                  </a:lnTo>
                  <a:lnTo>
                    <a:pt x="1512486" y="2221032"/>
                  </a:lnTo>
                  <a:lnTo>
                    <a:pt x="1525870" y="2212026"/>
                  </a:lnTo>
                  <a:lnTo>
                    <a:pt x="1539255" y="2202882"/>
                  </a:lnTo>
                  <a:lnTo>
                    <a:pt x="1552640" y="2193589"/>
                  </a:lnTo>
                  <a:lnTo>
                    <a:pt x="1566025" y="2184045"/>
                  </a:lnTo>
                  <a:lnTo>
                    <a:pt x="1579410" y="2174290"/>
                  </a:lnTo>
                  <a:lnTo>
                    <a:pt x="1592795" y="2164322"/>
                  </a:lnTo>
                  <a:lnTo>
                    <a:pt x="1606179" y="2154127"/>
                  </a:lnTo>
                  <a:lnTo>
                    <a:pt x="1619564" y="2143568"/>
                  </a:lnTo>
                  <a:lnTo>
                    <a:pt x="1632949" y="2132716"/>
                  </a:lnTo>
                  <a:lnTo>
                    <a:pt x="1646334" y="2121574"/>
                  </a:lnTo>
                  <a:lnTo>
                    <a:pt x="1659719" y="2110129"/>
                  </a:lnTo>
                  <a:lnTo>
                    <a:pt x="1673104" y="2098210"/>
                  </a:lnTo>
                  <a:lnTo>
                    <a:pt x="1686488" y="2085928"/>
                  </a:lnTo>
                  <a:lnTo>
                    <a:pt x="1699873" y="2073290"/>
                  </a:lnTo>
                  <a:lnTo>
                    <a:pt x="1713258" y="2060285"/>
                  </a:lnTo>
                  <a:lnTo>
                    <a:pt x="1726643" y="2046719"/>
                  </a:lnTo>
                  <a:lnTo>
                    <a:pt x="1740028" y="2032743"/>
                  </a:lnTo>
                  <a:lnTo>
                    <a:pt x="1753413" y="2018365"/>
                  </a:lnTo>
                  <a:lnTo>
                    <a:pt x="1766797" y="2003581"/>
                  </a:lnTo>
                  <a:lnTo>
                    <a:pt x="1780182" y="1988186"/>
                  </a:lnTo>
                  <a:lnTo>
                    <a:pt x="1793567" y="1972364"/>
                  </a:lnTo>
                  <a:lnTo>
                    <a:pt x="1806952" y="1956125"/>
                  </a:lnTo>
                  <a:lnTo>
                    <a:pt x="1820337" y="1939471"/>
                  </a:lnTo>
                  <a:lnTo>
                    <a:pt x="1833722" y="1922204"/>
                  </a:lnTo>
                  <a:lnTo>
                    <a:pt x="1847106" y="1904525"/>
                  </a:lnTo>
                  <a:lnTo>
                    <a:pt x="1860491" y="1886446"/>
                  </a:lnTo>
                  <a:lnTo>
                    <a:pt x="1873876" y="1867974"/>
                  </a:lnTo>
                  <a:lnTo>
                    <a:pt x="1887261" y="1848935"/>
                  </a:lnTo>
                  <a:lnTo>
                    <a:pt x="1900646" y="1829529"/>
                  </a:lnTo>
                  <a:lnTo>
                    <a:pt x="1914031" y="1809771"/>
                  </a:lnTo>
                  <a:lnTo>
                    <a:pt x="1927415" y="1789669"/>
                  </a:lnTo>
                  <a:lnTo>
                    <a:pt x="1940800" y="1769084"/>
                  </a:lnTo>
                  <a:lnTo>
                    <a:pt x="1954185" y="1748202"/>
                  </a:lnTo>
                  <a:lnTo>
                    <a:pt x="1967570" y="1727033"/>
                  </a:lnTo>
                  <a:lnTo>
                    <a:pt x="1980955" y="1705590"/>
                  </a:lnTo>
                  <a:lnTo>
                    <a:pt x="1994340" y="1683776"/>
                  </a:lnTo>
                  <a:lnTo>
                    <a:pt x="2007724" y="1661741"/>
                  </a:lnTo>
                  <a:lnTo>
                    <a:pt x="2021109" y="1639498"/>
                  </a:lnTo>
                  <a:lnTo>
                    <a:pt x="2034494" y="1617055"/>
                  </a:lnTo>
                  <a:lnTo>
                    <a:pt x="2047879" y="1594360"/>
                  </a:lnTo>
                  <a:lnTo>
                    <a:pt x="2061264" y="1571520"/>
                  </a:lnTo>
                  <a:lnTo>
                    <a:pt x="2074649" y="1548545"/>
                  </a:lnTo>
                  <a:lnTo>
                    <a:pt x="2088033" y="1525444"/>
                  </a:lnTo>
                  <a:lnTo>
                    <a:pt x="2101418" y="1502195"/>
                  </a:lnTo>
                  <a:lnTo>
                    <a:pt x="2114803" y="1478865"/>
                  </a:lnTo>
                  <a:lnTo>
                    <a:pt x="2128188" y="1455461"/>
                  </a:lnTo>
                  <a:lnTo>
                    <a:pt x="2141573" y="1431992"/>
                  </a:lnTo>
                  <a:lnTo>
                    <a:pt x="2154958" y="1408453"/>
                  </a:lnTo>
                  <a:lnTo>
                    <a:pt x="2168342" y="1384878"/>
                  </a:lnTo>
                  <a:lnTo>
                    <a:pt x="2181727" y="1361273"/>
                  </a:lnTo>
                  <a:lnTo>
                    <a:pt x="2195112" y="1337644"/>
                  </a:lnTo>
                  <a:lnTo>
                    <a:pt x="2208497" y="1313992"/>
                  </a:lnTo>
                  <a:lnTo>
                    <a:pt x="2221882" y="1290331"/>
                  </a:lnTo>
                  <a:lnTo>
                    <a:pt x="2235267" y="1266665"/>
                  </a:lnTo>
                  <a:lnTo>
                    <a:pt x="2248651" y="1242996"/>
                  </a:lnTo>
                  <a:lnTo>
                    <a:pt x="2262036" y="1219329"/>
                  </a:lnTo>
                  <a:lnTo>
                    <a:pt x="2275421" y="1195665"/>
                  </a:lnTo>
                  <a:lnTo>
                    <a:pt x="2288806" y="1172007"/>
                  </a:lnTo>
                  <a:lnTo>
                    <a:pt x="2302191" y="1148357"/>
                  </a:lnTo>
                  <a:lnTo>
                    <a:pt x="2315576" y="1124721"/>
                  </a:lnTo>
                  <a:lnTo>
                    <a:pt x="2328960" y="1101097"/>
                  </a:lnTo>
                  <a:lnTo>
                    <a:pt x="2342345" y="1077488"/>
                  </a:lnTo>
                  <a:lnTo>
                    <a:pt x="2355730" y="1053898"/>
                  </a:lnTo>
                  <a:lnTo>
                    <a:pt x="2369115" y="1030341"/>
                  </a:lnTo>
                  <a:lnTo>
                    <a:pt x="2382500" y="1006813"/>
                  </a:lnTo>
                  <a:lnTo>
                    <a:pt x="2395885" y="983321"/>
                  </a:lnTo>
                  <a:lnTo>
                    <a:pt x="2409269" y="959873"/>
                  </a:lnTo>
                  <a:lnTo>
                    <a:pt x="2422654" y="936501"/>
                  </a:lnTo>
                  <a:lnTo>
                    <a:pt x="2436039" y="913198"/>
                  </a:lnTo>
                  <a:lnTo>
                    <a:pt x="2449424" y="889972"/>
                  </a:lnTo>
                  <a:lnTo>
                    <a:pt x="2462809" y="866844"/>
                  </a:lnTo>
                  <a:lnTo>
                    <a:pt x="2476194" y="843874"/>
                  </a:lnTo>
                  <a:lnTo>
                    <a:pt x="2489578" y="821040"/>
                  </a:lnTo>
                  <a:lnTo>
                    <a:pt x="2502963" y="798356"/>
                  </a:lnTo>
                  <a:lnTo>
                    <a:pt x="2516348" y="775856"/>
                  </a:lnTo>
                  <a:lnTo>
                    <a:pt x="2529733" y="753638"/>
                  </a:lnTo>
                  <a:lnTo>
                    <a:pt x="2543118" y="731653"/>
                  </a:lnTo>
                  <a:lnTo>
                    <a:pt x="2556503" y="709919"/>
                  </a:lnTo>
                  <a:lnTo>
                    <a:pt x="2569887" y="688490"/>
                  </a:lnTo>
                  <a:lnTo>
                    <a:pt x="2583272" y="667500"/>
                  </a:lnTo>
                  <a:lnTo>
                    <a:pt x="2596657" y="646861"/>
                  </a:lnTo>
                  <a:lnTo>
                    <a:pt x="2610042" y="626596"/>
                  </a:lnTo>
                  <a:lnTo>
                    <a:pt x="2623427" y="606774"/>
                  </a:lnTo>
                  <a:lnTo>
                    <a:pt x="2636812" y="587564"/>
                  </a:lnTo>
                  <a:lnTo>
                    <a:pt x="2650196" y="568830"/>
                  </a:lnTo>
                  <a:lnTo>
                    <a:pt x="2663581" y="550592"/>
                  </a:lnTo>
                  <a:lnTo>
                    <a:pt x="2676966" y="532941"/>
                  </a:lnTo>
                  <a:lnTo>
                    <a:pt x="2690351" y="516057"/>
                  </a:lnTo>
                  <a:lnTo>
                    <a:pt x="2703736" y="499758"/>
                  </a:lnTo>
                  <a:lnTo>
                    <a:pt x="2717121" y="484060"/>
                  </a:lnTo>
                  <a:lnTo>
                    <a:pt x="2730505" y="469064"/>
                  </a:lnTo>
                  <a:lnTo>
                    <a:pt x="2743890" y="454946"/>
                  </a:lnTo>
                  <a:lnTo>
                    <a:pt x="2757275" y="441485"/>
                  </a:lnTo>
                  <a:lnTo>
                    <a:pt x="2770660" y="428687"/>
                  </a:lnTo>
                  <a:lnTo>
                    <a:pt x="2784045" y="416655"/>
                  </a:lnTo>
                  <a:lnTo>
                    <a:pt x="2797430" y="405539"/>
                  </a:lnTo>
                  <a:lnTo>
                    <a:pt x="2810814" y="395093"/>
                  </a:lnTo>
                  <a:lnTo>
                    <a:pt x="2824199" y="385312"/>
                  </a:lnTo>
                  <a:lnTo>
                    <a:pt x="2837584" y="376290"/>
                  </a:lnTo>
                  <a:lnTo>
                    <a:pt x="2850969" y="368131"/>
                  </a:lnTo>
                  <a:lnTo>
                    <a:pt x="2864354" y="360587"/>
                  </a:lnTo>
                  <a:lnTo>
                    <a:pt x="2877739" y="353642"/>
                  </a:lnTo>
                  <a:lnTo>
                    <a:pt x="2891123" y="347367"/>
                  </a:lnTo>
                  <a:lnTo>
                    <a:pt x="2904508" y="341809"/>
                  </a:lnTo>
                  <a:lnTo>
                    <a:pt x="2917893" y="336745"/>
                  </a:lnTo>
                  <a:lnTo>
                    <a:pt x="2931278" y="332147"/>
                  </a:lnTo>
                  <a:lnTo>
                    <a:pt x="2944663" y="328052"/>
                  </a:lnTo>
                  <a:lnTo>
                    <a:pt x="2958048" y="324451"/>
                  </a:lnTo>
                  <a:lnTo>
                    <a:pt x="2971432" y="321167"/>
                  </a:lnTo>
                  <a:lnTo>
                    <a:pt x="2984817" y="318166"/>
                  </a:lnTo>
                  <a:lnTo>
                    <a:pt x="2998202" y="315444"/>
                  </a:lnTo>
                  <a:lnTo>
                    <a:pt x="3011587" y="312945"/>
                  </a:lnTo>
                  <a:lnTo>
                    <a:pt x="3024972" y="310554"/>
                  </a:lnTo>
                  <a:lnTo>
                    <a:pt x="3038357" y="308237"/>
                  </a:lnTo>
                  <a:lnTo>
                    <a:pt x="3051741" y="305949"/>
                  </a:lnTo>
                  <a:lnTo>
                    <a:pt x="3065126" y="303603"/>
                  </a:lnTo>
                  <a:lnTo>
                    <a:pt x="3078511" y="301157"/>
                  </a:lnTo>
                  <a:lnTo>
                    <a:pt x="3091896" y="298581"/>
                  </a:lnTo>
                  <a:lnTo>
                    <a:pt x="3105281" y="295795"/>
                  </a:lnTo>
                  <a:lnTo>
                    <a:pt x="3118666" y="292705"/>
                  </a:lnTo>
                  <a:lnTo>
                    <a:pt x="3132050" y="289340"/>
                  </a:lnTo>
                  <a:lnTo>
                    <a:pt x="3145435" y="285677"/>
                  </a:lnTo>
                  <a:lnTo>
                    <a:pt x="3158820" y="281614"/>
                  </a:lnTo>
                  <a:lnTo>
                    <a:pt x="3172205" y="277075"/>
                  </a:lnTo>
                  <a:lnTo>
                    <a:pt x="3185590" y="272145"/>
                  </a:lnTo>
                  <a:lnTo>
                    <a:pt x="3198975" y="266812"/>
                  </a:lnTo>
                  <a:lnTo>
                    <a:pt x="3212359" y="260973"/>
                  </a:lnTo>
                  <a:lnTo>
                    <a:pt x="3225744" y="254585"/>
                  </a:lnTo>
                  <a:lnTo>
                    <a:pt x="3239129" y="247768"/>
                  </a:lnTo>
                  <a:lnTo>
                    <a:pt x="3252514" y="240527"/>
                  </a:lnTo>
                  <a:lnTo>
                    <a:pt x="3265899" y="232773"/>
                  </a:lnTo>
                  <a:lnTo>
                    <a:pt x="3279284" y="224508"/>
                  </a:lnTo>
                  <a:lnTo>
                    <a:pt x="3292668" y="215865"/>
                  </a:lnTo>
                  <a:lnTo>
                    <a:pt x="3306053" y="206859"/>
                  </a:lnTo>
                  <a:lnTo>
                    <a:pt x="3319438" y="197441"/>
                  </a:lnTo>
                  <a:lnTo>
                    <a:pt x="3332823" y="187654"/>
                  </a:lnTo>
                  <a:lnTo>
                    <a:pt x="3346208" y="177619"/>
                  </a:lnTo>
                  <a:lnTo>
                    <a:pt x="3359593" y="167362"/>
                  </a:lnTo>
                  <a:lnTo>
                    <a:pt x="3372977" y="156884"/>
                  </a:lnTo>
                  <a:lnTo>
                    <a:pt x="3386362" y="146265"/>
                  </a:lnTo>
                  <a:lnTo>
                    <a:pt x="3399747" y="135587"/>
                  </a:lnTo>
                  <a:lnTo>
                    <a:pt x="3413132" y="124885"/>
                  </a:lnTo>
                  <a:lnTo>
                    <a:pt x="3426517" y="114223"/>
                  </a:lnTo>
                  <a:lnTo>
                    <a:pt x="3439902" y="103695"/>
                  </a:lnTo>
                  <a:lnTo>
                    <a:pt x="3453286" y="93333"/>
                  </a:lnTo>
                  <a:lnTo>
                    <a:pt x="3466671" y="83175"/>
                  </a:lnTo>
                  <a:lnTo>
                    <a:pt x="3480056" y="73348"/>
                  </a:lnTo>
                  <a:lnTo>
                    <a:pt x="3493441" y="63943"/>
                  </a:lnTo>
                  <a:lnTo>
                    <a:pt x="3506826" y="54931"/>
                  </a:lnTo>
                  <a:lnTo>
                    <a:pt x="3520211" y="46350"/>
                  </a:lnTo>
                  <a:lnTo>
                    <a:pt x="3533595" y="38385"/>
                  </a:lnTo>
                  <a:lnTo>
                    <a:pt x="3546980" y="31102"/>
                  </a:lnTo>
                  <a:lnTo>
                    <a:pt x="3560365" y="24416"/>
                  </a:lnTo>
                  <a:lnTo>
                    <a:pt x="3573750" y="18358"/>
                  </a:lnTo>
                  <a:lnTo>
                    <a:pt x="3587135" y="13159"/>
                  </a:lnTo>
                  <a:lnTo>
                    <a:pt x="3600520" y="8844"/>
                  </a:lnTo>
                  <a:lnTo>
                    <a:pt x="3613904" y="5283"/>
                  </a:lnTo>
                  <a:lnTo>
                    <a:pt x="3627289" y="2496"/>
                  </a:lnTo>
                  <a:lnTo>
                    <a:pt x="3640674" y="742"/>
                  </a:lnTo>
                  <a:lnTo>
                    <a:pt x="3654059" y="0"/>
                  </a:lnTo>
                  <a:lnTo>
                    <a:pt x="3667444" y="105"/>
                  </a:lnTo>
                  <a:lnTo>
                    <a:pt x="3680829" y="1067"/>
                  </a:lnTo>
                  <a:lnTo>
                    <a:pt x="3694213" y="3155"/>
                  </a:lnTo>
                  <a:lnTo>
                    <a:pt x="3707598" y="6301"/>
                  </a:lnTo>
                  <a:lnTo>
                    <a:pt x="3720983" y="10323"/>
                  </a:lnTo>
                  <a:lnTo>
                    <a:pt x="3734368" y="15220"/>
                  </a:lnTo>
                  <a:lnTo>
                    <a:pt x="3747753" y="21254"/>
                  </a:lnTo>
                  <a:lnTo>
                    <a:pt x="3761138" y="28317"/>
                  </a:lnTo>
                  <a:lnTo>
                    <a:pt x="3774522" y="36226"/>
                  </a:lnTo>
                  <a:lnTo>
                    <a:pt x="3787907" y="44972"/>
                  </a:lnTo>
                  <a:lnTo>
                    <a:pt x="3801292" y="54795"/>
                  </a:lnTo>
                  <a:lnTo>
                    <a:pt x="3814677" y="65560"/>
                  </a:lnTo>
                  <a:lnTo>
                    <a:pt x="3828062" y="77096"/>
                  </a:lnTo>
                  <a:lnTo>
                    <a:pt x="3841447" y="89389"/>
                  </a:lnTo>
                  <a:lnTo>
                    <a:pt x="3854831" y="102646"/>
                  </a:lnTo>
                  <a:lnTo>
                    <a:pt x="3868216" y="116723"/>
                  </a:lnTo>
                  <a:lnTo>
                    <a:pt x="3881601" y="131468"/>
                  </a:lnTo>
                  <a:lnTo>
                    <a:pt x="3894986" y="146865"/>
                  </a:lnTo>
                  <a:lnTo>
                    <a:pt x="3908371" y="163087"/>
                  </a:lnTo>
                  <a:lnTo>
                    <a:pt x="3921756" y="179989"/>
                  </a:lnTo>
                  <a:lnTo>
                    <a:pt x="3935140" y="197448"/>
                  </a:lnTo>
                  <a:lnTo>
                    <a:pt x="3948525" y="215443"/>
                  </a:lnTo>
                  <a:lnTo>
                    <a:pt x="3961910" y="234118"/>
                  </a:lnTo>
                  <a:lnTo>
                    <a:pt x="3975295" y="253337"/>
                  </a:lnTo>
                  <a:lnTo>
                    <a:pt x="3988680" y="273001"/>
                  </a:lnTo>
                  <a:lnTo>
                    <a:pt x="4002065" y="293094"/>
                  </a:lnTo>
                  <a:lnTo>
                    <a:pt x="4015449" y="313725"/>
                  </a:lnTo>
                  <a:lnTo>
                    <a:pt x="4028834" y="334777"/>
                  </a:lnTo>
                  <a:lnTo>
                    <a:pt x="4042219" y="356174"/>
                  </a:lnTo>
                  <a:lnTo>
                    <a:pt x="4055604" y="377900"/>
                  </a:lnTo>
                  <a:lnTo>
                    <a:pt x="4068989" y="400038"/>
                  </a:lnTo>
                  <a:lnTo>
                    <a:pt x="4082374" y="422489"/>
                  </a:lnTo>
                  <a:lnTo>
                    <a:pt x="4095758" y="445194"/>
                  </a:lnTo>
                  <a:lnTo>
                    <a:pt x="4109143" y="468140"/>
                  </a:lnTo>
                  <a:lnTo>
                    <a:pt x="4122528" y="491382"/>
                  </a:lnTo>
                  <a:lnTo>
                    <a:pt x="4135913" y="514838"/>
                  </a:lnTo>
                  <a:lnTo>
                    <a:pt x="4149298" y="538465"/>
                  </a:lnTo>
                  <a:lnTo>
                    <a:pt x="4162683" y="562248"/>
                  </a:lnTo>
                  <a:lnTo>
                    <a:pt x="4176067" y="586215"/>
                  </a:lnTo>
                  <a:lnTo>
                    <a:pt x="4189452" y="610299"/>
                  </a:lnTo>
                  <a:lnTo>
                    <a:pt x="4202837" y="634469"/>
                  </a:lnTo>
                  <a:lnTo>
                    <a:pt x="4216222" y="658711"/>
                  </a:lnTo>
                  <a:lnTo>
                    <a:pt x="4229607" y="683015"/>
                  </a:lnTo>
                  <a:lnTo>
                    <a:pt x="4242992" y="707335"/>
                  </a:lnTo>
                  <a:lnTo>
                    <a:pt x="4256376" y="731649"/>
                  </a:lnTo>
                  <a:lnTo>
                    <a:pt x="4269761" y="755941"/>
                  </a:lnTo>
                  <a:lnTo>
                    <a:pt x="4283146" y="780162"/>
                  </a:lnTo>
                  <a:lnTo>
                    <a:pt x="4296531" y="804288"/>
                  </a:lnTo>
                  <a:lnTo>
                    <a:pt x="4309916" y="828306"/>
                  </a:lnTo>
                  <a:lnTo>
                    <a:pt x="4323301" y="852201"/>
                  </a:lnTo>
                  <a:lnTo>
                    <a:pt x="4336685" y="875875"/>
                  </a:lnTo>
                  <a:lnTo>
                    <a:pt x="4350070" y="899338"/>
                  </a:lnTo>
                  <a:lnTo>
                    <a:pt x="4363455" y="922587"/>
                  </a:lnTo>
                  <a:lnTo>
                    <a:pt x="4376840" y="945604"/>
                  </a:lnTo>
                  <a:lnTo>
                    <a:pt x="4390225" y="968249"/>
                  </a:lnTo>
                  <a:lnTo>
                    <a:pt x="4403610" y="990569"/>
                  </a:lnTo>
                  <a:lnTo>
                    <a:pt x="4416994" y="1012572"/>
                  </a:lnTo>
                  <a:lnTo>
                    <a:pt x="4430379" y="1034242"/>
                  </a:lnTo>
                  <a:lnTo>
                    <a:pt x="4443764" y="1055399"/>
                  </a:lnTo>
                  <a:lnTo>
                    <a:pt x="4457149" y="1076136"/>
                  </a:lnTo>
                  <a:lnTo>
                    <a:pt x="4470534" y="1096471"/>
                  </a:lnTo>
                  <a:lnTo>
                    <a:pt x="4483919" y="1116391"/>
                  </a:lnTo>
                  <a:lnTo>
                    <a:pt x="4497303" y="1135691"/>
                  </a:lnTo>
                  <a:lnTo>
                    <a:pt x="4510688" y="1154510"/>
                  </a:lnTo>
                  <a:lnTo>
                    <a:pt x="4524073" y="1172873"/>
                  </a:lnTo>
                  <a:lnTo>
                    <a:pt x="4537458" y="1190775"/>
                  </a:lnTo>
                  <a:lnTo>
                    <a:pt x="4550843" y="1208004"/>
                  </a:lnTo>
                  <a:lnTo>
                    <a:pt x="4564228" y="1224737"/>
                  </a:lnTo>
                  <a:lnTo>
                    <a:pt x="4577612" y="1241004"/>
                  </a:lnTo>
                  <a:lnTo>
                    <a:pt x="4590997" y="1256810"/>
                  </a:lnTo>
                  <a:lnTo>
                    <a:pt x="4604382" y="1271959"/>
                  </a:lnTo>
                  <a:lnTo>
                    <a:pt x="4617767" y="1286649"/>
                  </a:lnTo>
                  <a:lnTo>
                    <a:pt x="4631152" y="1300914"/>
                  </a:lnTo>
                  <a:lnTo>
                    <a:pt x="4644537" y="1314766"/>
                  </a:lnTo>
                  <a:lnTo>
                    <a:pt x="4657921" y="1328051"/>
                  </a:lnTo>
                  <a:lnTo>
                    <a:pt x="4671306" y="1340964"/>
                  </a:lnTo>
                  <a:lnTo>
                    <a:pt x="4684691" y="1353540"/>
                  </a:lnTo>
                  <a:lnTo>
                    <a:pt x="4698076" y="1365796"/>
                  </a:lnTo>
                  <a:lnTo>
                    <a:pt x="4711461" y="1377640"/>
                  </a:lnTo>
                  <a:lnTo>
                    <a:pt x="4724846" y="1389238"/>
                  </a:lnTo>
                  <a:lnTo>
                    <a:pt x="4738230" y="1400623"/>
                  </a:lnTo>
                  <a:lnTo>
                    <a:pt x="4751615" y="1411817"/>
                  </a:lnTo>
                  <a:lnTo>
                    <a:pt x="4765000" y="1422798"/>
                  </a:lnTo>
                  <a:lnTo>
                    <a:pt x="4778385" y="1433681"/>
                  </a:lnTo>
                  <a:lnTo>
                    <a:pt x="4791770" y="1444493"/>
                  </a:lnTo>
                  <a:lnTo>
                    <a:pt x="4805155" y="1455260"/>
                  </a:lnTo>
                  <a:lnTo>
                    <a:pt x="4818539" y="1466030"/>
                  </a:lnTo>
                  <a:lnTo>
                    <a:pt x="4831924" y="1476850"/>
                  </a:lnTo>
                  <a:lnTo>
                    <a:pt x="4845309" y="1487743"/>
                  </a:lnTo>
                  <a:lnTo>
                    <a:pt x="4858694" y="1498731"/>
                  </a:lnTo>
                  <a:lnTo>
                    <a:pt x="4872079" y="1509926"/>
                  </a:lnTo>
                  <a:lnTo>
                    <a:pt x="4885464" y="1521301"/>
                  </a:lnTo>
                  <a:lnTo>
                    <a:pt x="4898848" y="1532871"/>
                  </a:lnTo>
                  <a:lnTo>
                    <a:pt x="4912233" y="1544655"/>
                  </a:lnTo>
                  <a:lnTo>
                    <a:pt x="4925618" y="1556808"/>
                  </a:lnTo>
                  <a:lnTo>
                    <a:pt x="4939003" y="1569234"/>
                  </a:lnTo>
                  <a:lnTo>
                    <a:pt x="4952388" y="1581943"/>
                  </a:lnTo>
                  <a:lnTo>
                    <a:pt x="4965773" y="1594950"/>
                  </a:lnTo>
                  <a:lnTo>
                    <a:pt x="4979157" y="1608422"/>
                  </a:lnTo>
                  <a:lnTo>
                    <a:pt x="4992542" y="1622217"/>
                  </a:lnTo>
                  <a:lnTo>
                    <a:pt x="5005927" y="1636337"/>
                  </a:lnTo>
                  <a:lnTo>
                    <a:pt x="5019312" y="1650792"/>
                  </a:lnTo>
                  <a:lnTo>
                    <a:pt x="5032697" y="1665737"/>
                  </a:lnTo>
                  <a:lnTo>
                    <a:pt x="5046082" y="1681007"/>
                  </a:lnTo>
                  <a:lnTo>
                    <a:pt x="5059466" y="1696597"/>
                  </a:lnTo>
                  <a:lnTo>
                    <a:pt x="5072851" y="1712510"/>
                  </a:lnTo>
                  <a:lnTo>
                    <a:pt x="5086236" y="1728867"/>
                  </a:lnTo>
                  <a:lnTo>
                    <a:pt x="5099621" y="1745506"/>
                  </a:lnTo>
                  <a:lnTo>
                    <a:pt x="5113006" y="1762416"/>
                  </a:lnTo>
                  <a:lnTo>
                    <a:pt x="5126391" y="1779593"/>
                  </a:lnTo>
                  <a:lnTo>
                    <a:pt x="5139775" y="1797111"/>
                  </a:lnTo>
                  <a:lnTo>
                    <a:pt x="5153160" y="1814830"/>
                  </a:lnTo>
                  <a:lnTo>
                    <a:pt x="5166545" y="1832737"/>
                  </a:lnTo>
                  <a:lnTo>
                    <a:pt x="5179930" y="1850820"/>
                  </a:lnTo>
                  <a:lnTo>
                    <a:pt x="5193315" y="1869099"/>
                  </a:lnTo>
                  <a:lnTo>
                    <a:pt x="5206700" y="1887477"/>
                  </a:lnTo>
                  <a:lnTo>
                    <a:pt x="5220084" y="1905935"/>
                  </a:lnTo>
                  <a:lnTo>
                    <a:pt x="5233469" y="1924457"/>
                  </a:lnTo>
                  <a:lnTo>
                    <a:pt x="5246854" y="1943010"/>
                  </a:lnTo>
                  <a:lnTo>
                    <a:pt x="5260239" y="1961548"/>
                  </a:lnTo>
                  <a:lnTo>
                    <a:pt x="5273624" y="1980052"/>
                  </a:lnTo>
                  <a:lnTo>
                    <a:pt x="5287009" y="1998497"/>
                  </a:lnTo>
                  <a:lnTo>
                    <a:pt x="5300393" y="2016809"/>
                  </a:lnTo>
                  <a:lnTo>
                    <a:pt x="5313778" y="2034994"/>
                  </a:lnTo>
                  <a:lnTo>
                    <a:pt x="5327163" y="2053035"/>
                  </a:lnTo>
                  <a:lnTo>
                    <a:pt x="5340548" y="2070899"/>
                  </a:lnTo>
                  <a:lnTo>
                    <a:pt x="5353933" y="2088481"/>
                  </a:lnTo>
                  <a:lnTo>
                    <a:pt x="5367318" y="2105836"/>
                  </a:lnTo>
                  <a:lnTo>
                    <a:pt x="5380702" y="2122950"/>
                  </a:lnTo>
                  <a:lnTo>
                    <a:pt x="5394087" y="2139785"/>
                  </a:lnTo>
                  <a:lnTo>
                    <a:pt x="5407472" y="2156215"/>
                  </a:lnTo>
                  <a:lnTo>
                    <a:pt x="5420857" y="2172337"/>
                  </a:lnTo>
                  <a:lnTo>
                    <a:pt x="5434242" y="2188141"/>
                  </a:lnTo>
                  <a:lnTo>
                    <a:pt x="5447627" y="2203583"/>
                  </a:lnTo>
                  <a:lnTo>
                    <a:pt x="5461011" y="2218530"/>
                  </a:lnTo>
                  <a:lnTo>
                    <a:pt x="5474396" y="2233111"/>
                  </a:lnTo>
                  <a:lnTo>
                    <a:pt x="5487781" y="2247320"/>
                  </a:lnTo>
                  <a:lnTo>
                    <a:pt x="5501166" y="2261108"/>
                  </a:lnTo>
                  <a:lnTo>
                    <a:pt x="5514551" y="2274345"/>
                  </a:lnTo>
                  <a:lnTo>
                    <a:pt x="5527936" y="2287180"/>
                  </a:lnTo>
                  <a:lnTo>
                    <a:pt x="5541320" y="2299610"/>
                  </a:lnTo>
                  <a:lnTo>
                    <a:pt x="5554705" y="2311586"/>
                  </a:lnTo>
                  <a:lnTo>
                    <a:pt x="5568090" y="2322985"/>
                  </a:lnTo>
                  <a:lnTo>
                    <a:pt x="5581475" y="2333968"/>
                  </a:lnTo>
                  <a:lnTo>
                    <a:pt x="5594860" y="2344535"/>
                  </a:lnTo>
                  <a:lnTo>
                    <a:pt x="5608245" y="2354637"/>
                  </a:lnTo>
                  <a:lnTo>
                    <a:pt x="5621629" y="2364165"/>
                  </a:lnTo>
                  <a:lnTo>
                    <a:pt x="5635014" y="2373281"/>
                  </a:lnTo>
                  <a:lnTo>
                    <a:pt x="5648399" y="2381990"/>
                  </a:lnTo>
                  <a:lnTo>
                    <a:pt x="5661784" y="2390243"/>
                  </a:lnTo>
                  <a:lnTo>
                    <a:pt x="5675169" y="2397949"/>
                  </a:lnTo>
                  <a:lnTo>
                    <a:pt x="5688554" y="2405267"/>
                  </a:lnTo>
                  <a:lnTo>
                    <a:pt x="5701938" y="2412202"/>
                  </a:lnTo>
                  <a:lnTo>
                    <a:pt x="5715323" y="2418709"/>
                  </a:lnTo>
                  <a:lnTo>
                    <a:pt x="5728708" y="2424719"/>
                  </a:lnTo>
                  <a:lnTo>
                    <a:pt x="5742093" y="2430378"/>
                  </a:lnTo>
                  <a:lnTo>
                    <a:pt x="5755478" y="2435694"/>
                  </a:lnTo>
                  <a:lnTo>
                    <a:pt x="5768863" y="2440629"/>
                  </a:lnTo>
                  <a:lnTo>
                    <a:pt x="5782247" y="2445134"/>
                  </a:lnTo>
                  <a:lnTo>
                    <a:pt x="5795632" y="2449339"/>
                  </a:lnTo>
                  <a:lnTo>
                    <a:pt x="5809017" y="2453254"/>
                  </a:lnTo>
                  <a:lnTo>
                    <a:pt x="5822402" y="2456849"/>
                  </a:lnTo>
                  <a:lnTo>
                    <a:pt x="5835787" y="2460098"/>
                  </a:lnTo>
                  <a:lnTo>
                    <a:pt x="5849172" y="2463109"/>
                  </a:lnTo>
                  <a:lnTo>
                    <a:pt x="5862556" y="2465892"/>
                  </a:lnTo>
                  <a:lnTo>
                    <a:pt x="5875941" y="2468430"/>
                  </a:lnTo>
                  <a:lnTo>
                    <a:pt x="5889326" y="2470713"/>
                  </a:lnTo>
                  <a:lnTo>
                    <a:pt x="5902711" y="2472828"/>
                  </a:lnTo>
                  <a:lnTo>
                    <a:pt x="5916096" y="2474785"/>
                  </a:lnTo>
                  <a:lnTo>
                    <a:pt x="5929481" y="2476576"/>
                  </a:lnTo>
                  <a:lnTo>
                    <a:pt x="5942865" y="2478211"/>
                  </a:lnTo>
                  <a:lnTo>
                    <a:pt x="5956250" y="2479747"/>
                  </a:lnTo>
                  <a:lnTo>
                    <a:pt x="5969635" y="2481196"/>
                  </a:lnTo>
                  <a:lnTo>
                    <a:pt x="5983020" y="2482561"/>
                  </a:lnTo>
                  <a:lnTo>
                    <a:pt x="5996405" y="2483860"/>
                  </a:lnTo>
                  <a:lnTo>
                    <a:pt x="6009790" y="2485128"/>
                  </a:lnTo>
                  <a:lnTo>
                    <a:pt x="6023174" y="2486374"/>
                  </a:lnTo>
                  <a:lnTo>
                    <a:pt x="6036559" y="2487611"/>
                  </a:lnTo>
                  <a:lnTo>
                    <a:pt x="6049944" y="2488861"/>
                  </a:lnTo>
                  <a:lnTo>
                    <a:pt x="6063329" y="2490136"/>
                  </a:lnTo>
                  <a:lnTo>
                    <a:pt x="6076714" y="2491443"/>
                  </a:lnTo>
                  <a:lnTo>
                    <a:pt x="6090099" y="2492800"/>
                  </a:lnTo>
                  <a:lnTo>
                    <a:pt x="6103483" y="2494230"/>
                  </a:lnTo>
                  <a:lnTo>
                    <a:pt x="6116868" y="2495725"/>
                  </a:lnTo>
                  <a:lnTo>
                    <a:pt x="6130253" y="2497288"/>
                  </a:lnTo>
                  <a:lnTo>
                    <a:pt x="6143638" y="2498942"/>
                  </a:lnTo>
                  <a:lnTo>
                    <a:pt x="6157023" y="2500703"/>
                  </a:lnTo>
                  <a:lnTo>
                    <a:pt x="6170408" y="2502549"/>
                  </a:lnTo>
                  <a:lnTo>
                    <a:pt x="6183792" y="2504482"/>
                  </a:lnTo>
                  <a:lnTo>
                    <a:pt x="6197177" y="2506521"/>
                  </a:lnTo>
                  <a:lnTo>
                    <a:pt x="6210562" y="2508675"/>
                  </a:lnTo>
                  <a:lnTo>
                    <a:pt x="6223947" y="2510914"/>
                  </a:lnTo>
                  <a:lnTo>
                    <a:pt x="6237332" y="2513238"/>
                  </a:lnTo>
                  <a:lnTo>
                    <a:pt x="6250717" y="2515662"/>
                  </a:lnTo>
                  <a:lnTo>
                    <a:pt x="6264101" y="2518183"/>
                  </a:lnTo>
                  <a:lnTo>
                    <a:pt x="6277486" y="2520774"/>
                  </a:lnTo>
                  <a:lnTo>
                    <a:pt x="6290871" y="2523430"/>
                  </a:lnTo>
                  <a:lnTo>
                    <a:pt x="6304256" y="2526159"/>
                  </a:lnTo>
                  <a:lnTo>
                    <a:pt x="6317641" y="2528951"/>
                  </a:lnTo>
                  <a:lnTo>
                    <a:pt x="6331026" y="2531782"/>
                  </a:lnTo>
                  <a:lnTo>
                    <a:pt x="6344410" y="2534649"/>
                  </a:lnTo>
                  <a:lnTo>
                    <a:pt x="6357795" y="2537548"/>
                  </a:lnTo>
                  <a:lnTo>
                    <a:pt x="6371180" y="2540466"/>
                  </a:lnTo>
                  <a:lnTo>
                    <a:pt x="6384565" y="2543388"/>
                  </a:lnTo>
                  <a:lnTo>
                    <a:pt x="6397950" y="2546309"/>
                  </a:lnTo>
                  <a:lnTo>
                    <a:pt x="6411335" y="2549218"/>
                  </a:lnTo>
                  <a:lnTo>
                    <a:pt x="6424719" y="2552099"/>
                  </a:lnTo>
                  <a:lnTo>
                    <a:pt x="6438104" y="2554951"/>
                  </a:lnTo>
                  <a:lnTo>
                    <a:pt x="6451489" y="2557767"/>
                  </a:lnTo>
                  <a:lnTo>
                    <a:pt x="6464874" y="2560530"/>
                  </a:lnTo>
                  <a:lnTo>
                    <a:pt x="6478259" y="2563227"/>
                  </a:lnTo>
                  <a:lnTo>
                    <a:pt x="6491644" y="2565866"/>
                  </a:lnTo>
                  <a:lnTo>
                    <a:pt x="6505028" y="2568444"/>
                  </a:lnTo>
                  <a:lnTo>
                    <a:pt x="6518413" y="2570936"/>
                  </a:lnTo>
                  <a:lnTo>
                    <a:pt x="6531798" y="2573339"/>
                  </a:lnTo>
                  <a:lnTo>
                    <a:pt x="6545183" y="2575665"/>
                  </a:lnTo>
                  <a:lnTo>
                    <a:pt x="6558568" y="2577915"/>
                  </a:lnTo>
                  <a:lnTo>
                    <a:pt x="6571953" y="2580062"/>
                  </a:lnTo>
                  <a:lnTo>
                    <a:pt x="6585337" y="2582110"/>
                  </a:lnTo>
                  <a:lnTo>
                    <a:pt x="6598722" y="2584077"/>
                  </a:lnTo>
                  <a:lnTo>
                    <a:pt x="6612107" y="2585964"/>
                  </a:lnTo>
                  <a:lnTo>
                    <a:pt x="6625492" y="2587748"/>
                  </a:lnTo>
                  <a:lnTo>
                    <a:pt x="6638877" y="2589437"/>
                  </a:lnTo>
                  <a:lnTo>
                    <a:pt x="6652262" y="2591052"/>
                  </a:lnTo>
                  <a:lnTo>
                    <a:pt x="6665646" y="2592594"/>
                  </a:lnTo>
                  <a:lnTo>
                    <a:pt x="6679031" y="2594045"/>
                  </a:lnTo>
                  <a:lnTo>
                    <a:pt x="6692416" y="2595419"/>
                  </a:lnTo>
                  <a:lnTo>
                    <a:pt x="6705801" y="2596732"/>
                  </a:lnTo>
                  <a:lnTo>
                    <a:pt x="6719186" y="2597988"/>
                  </a:lnTo>
                  <a:lnTo>
                    <a:pt x="6732571" y="2599175"/>
                  </a:lnTo>
                  <a:lnTo>
                    <a:pt x="6745955" y="2600307"/>
                  </a:lnTo>
                  <a:lnTo>
                    <a:pt x="6759340" y="2601397"/>
                  </a:lnTo>
                  <a:lnTo>
                    <a:pt x="6772725" y="2602449"/>
                  </a:lnTo>
                  <a:lnTo>
                    <a:pt x="6786110" y="2603458"/>
                  </a:lnTo>
                  <a:lnTo>
                    <a:pt x="6799495" y="2604434"/>
                  </a:lnTo>
                  <a:lnTo>
                    <a:pt x="6812880" y="2605388"/>
                  </a:lnTo>
                  <a:lnTo>
                    <a:pt x="6826264" y="2606321"/>
                  </a:lnTo>
                  <a:lnTo>
                    <a:pt x="6839649" y="2607234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91798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94727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841516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179115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51671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14085" y="2854312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005436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284608" y="2248772"/>
              <a:ext cx="56208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25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217976" y="2248772"/>
              <a:ext cx="49094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&lt; 25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087269" y="1923572"/>
              <a:ext cx="56137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BMI &gt;= 25: N = 606, median = -6.5 %   |   BMI &lt; 25: N = 337, median = 13.2 %   |   Mann-Whitney U p = &lt;0.001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87269" y="1676115"/>
              <a:ext cx="2843966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BMI &gt;= 25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2026-09-28T15:19:56Z</dcterms:modified>
  <cp:category/>
</cp:coreProperties>
</file>