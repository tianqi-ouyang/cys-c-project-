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888054"/>
              <a:ext cx="7090630" cy="2200194"/>
            </a:xfrm>
            <a:custGeom>
              <a:avLst/>
              <a:pathLst>
                <a:path w="7090630" h="2200194">
                  <a:moveTo>
                    <a:pt x="0" y="0"/>
                  </a:moveTo>
                  <a:lnTo>
                    <a:pt x="71622" y="46474"/>
                  </a:lnTo>
                  <a:lnTo>
                    <a:pt x="143245" y="92140"/>
                  </a:lnTo>
                  <a:lnTo>
                    <a:pt x="214867" y="137011"/>
                  </a:lnTo>
                  <a:lnTo>
                    <a:pt x="286490" y="181100"/>
                  </a:lnTo>
                  <a:lnTo>
                    <a:pt x="358112" y="224422"/>
                  </a:lnTo>
                  <a:lnTo>
                    <a:pt x="429735" y="266989"/>
                  </a:lnTo>
                  <a:lnTo>
                    <a:pt x="501357" y="308815"/>
                  </a:lnTo>
                  <a:lnTo>
                    <a:pt x="572980" y="349913"/>
                  </a:lnTo>
                  <a:lnTo>
                    <a:pt x="644602" y="390295"/>
                  </a:lnTo>
                  <a:lnTo>
                    <a:pt x="716225" y="429975"/>
                  </a:lnTo>
                  <a:lnTo>
                    <a:pt x="787847" y="468963"/>
                  </a:lnTo>
                  <a:lnTo>
                    <a:pt x="859470" y="507272"/>
                  </a:lnTo>
                  <a:lnTo>
                    <a:pt x="931092" y="544915"/>
                  </a:lnTo>
                  <a:lnTo>
                    <a:pt x="1002715" y="581902"/>
                  </a:lnTo>
                  <a:lnTo>
                    <a:pt x="1074337" y="618245"/>
                  </a:lnTo>
                  <a:lnTo>
                    <a:pt x="1145960" y="653955"/>
                  </a:lnTo>
                  <a:lnTo>
                    <a:pt x="1217582" y="689044"/>
                  </a:lnTo>
                  <a:lnTo>
                    <a:pt x="1289205" y="723521"/>
                  </a:lnTo>
                  <a:lnTo>
                    <a:pt x="1360827" y="757398"/>
                  </a:lnTo>
                  <a:lnTo>
                    <a:pt x="1432450" y="790686"/>
                  </a:lnTo>
                  <a:lnTo>
                    <a:pt x="1504073" y="823394"/>
                  </a:lnTo>
                  <a:lnTo>
                    <a:pt x="1575695" y="855532"/>
                  </a:lnTo>
                  <a:lnTo>
                    <a:pt x="1647318" y="887111"/>
                  </a:lnTo>
                  <a:lnTo>
                    <a:pt x="1718940" y="918139"/>
                  </a:lnTo>
                  <a:lnTo>
                    <a:pt x="1790563" y="948628"/>
                  </a:lnTo>
                  <a:lnTo>
                    <a:pt x="1862185" y="978586"/>
                  </a:lnTo>
                  <a:lnTo>
                    <a:pt x="1933808" y="1008022"/>
                  </a:lnTo>
                  <a:lnTo>
                    <a:pt x="2005430" y="1036946"/>
                  </a:lnTo>
                  <a:lnTo>
                    <a:pt x="2077053" y="1065366"/>
                  </a:lnTo>
                  <a:lnTo>
                    <a:pt x="2148675" y="1093291"/>
                  </a:lnTo>
                  <a:lnTo>
                    <a:pt x="2220298" y="1120730"/>
                  </a:lnTo>
                  <a:lnTo>
                    <a:pt x="2291920" y="1147691"/>
                  </a:lnTo>
                  <a:lnTo>
                    <a:pt x="2363543" y="1174183"/>
                  </a:lnTo>
                  <a:lnTo>
                    <a:pt x="2435165" y="1200213"/>
                  </a:lnTo>
                  <a:lnTo>
                    <a:pt x="2506788" y="1225791"/>
                  </a:lnTo>
                  <a:lnTo>
                    <a:pt x="2578410" y="1250923"/>
                  </a:lnTo>
                  <a:lnTo>
                    <a:pt x="2650033" y="1275617"/>
                  </a:lnTo>
                  <a:lnTo>
                    <a:pt x="2721655" y="1299881"/>
                  </a:lnTo>
                  <a:lnTo>
                    <a:pt x="2793278" y="1323723"/>
                  </a:lnTo>
                  <a:lnTo>
                    <a:pt x="2864901" y="1347150"/>
                  </a:lnTo>
                  <a:lnTo>
                    <a:pt x="2936523" y="1370169"/>
                  </a:lnTo>
                  <a:lnTo>
                    <a:pt x="3008146" y="1392787"/>
                  </a:lnTo>
                  <a:lnTo>
                    <a:pt x="3079768" y="1415011"/>
                  </a:lnTo>
                  <a:lnTo>
                    <a:pt x="3151391" y="1436848"/>
                  </a:lnTo>
                  <a:lnTo>
                    <a:pt x="3223013" y="1458306"/>
                  </a:lnTo>
                  <a:lnTo>
                    <a:pt x="3294636" y="1479389"/>
                  </a:lnTo>
                  <a:lnTo>
                    <a:pt x="3366258" y="1500105"/>
                  </a:lnTo>
                  <a:lnTo>
                    <a:pt x="3437881" y="1520461"/>
                  </a:lnTo>
                  <a:lnTo>
                    <a:pt x="3509503" y="1540462"/>
                  </a:lnTo>
                  <a:lnTo>
                    <a:pt x="3581126" y="1560115"/>
                  </a:lnTo>
                  <a:lnTo>
                    <a:pt x="3652748" y="1579426"/>
                  </a:lnTo>
                  <a:lnTo>
                    <a:pt x="3724371" y="1598401"/>
                  </a:lnTo>
                  <a:lnTo>
                    <a:pt x="3795993" y="1617045"/>
                  </a:lnTo>
                  <a:lnTo>
                    <a:pt x="3867616" y="1635365"/>
                  </a:lnTo>
                  <a:lnTo>
                    <a:pt x="3939238" y="1653365"/>
                  </a:lnTo>
                  <a:lnTo>
                    <a:pt x="4010861" y="1671052"/>
                  </a:lnTo>
                  <a:lnTo>
                    <a:pt x="4082483" y="1688432"/>
                  </a:lnTo>
                  <a:lnTo>
                    <a:pt x="4154106" y="1705508"/>
                  </a:lnTo>
                  <a:lnTo>
                    <a:pt x="4225729" y="1722288"/>
                  </a:lnTo>
                  <a:lnTo>
                    <a:pt x="4297351" y="1738775"/>
                  </a:lnTo>
                  <a:lnTo>
                    <a:pt x="4368974" y="1754975"/>
                  </a:lnTo>
                  <a:lnTo>
                    <a:pt x="4440596" y="1770893"/>
                  </a:lnTo>
                  <a:lnTo>
                    <a:pt x="4512219" y="1786534"/>
                  </a:lnTo>
                  <a:lnTo>
                    <a:pt x="4583841" y="1801902"/>
                  </a:lnTo>
                  <a:lnTo>
                    <a:pt x="4655464" y="1817003"/>
                  </a:lnTo>
                  <a:lnTo>
                    <a:pt x="4727086" y="1831841"/>
                  </a:lnTo>
                  <a:lnTo>
                    <a:pt x="4798709" y="1840694"/>
                  </a:lnTo>
                  <a:lnTo>
                    <a:pt x="4870331" y="1842777"/>
                  </a:lnTo>
                  <a:lnTo>
                    <a:pt x="4941954" y="1844855"/>
                  </a:lnTo>
                  <a:lnTo>
                    <a:pt x="5013576" y="1846928"/>
                  </a:lnTo>
                  <a:lnTo>
                    <a:pt x="5085199" y="1848996"/>
                  </a:lnTo>
                  <a:lnTo>
                    <a:pt x="5156821" y="1851058"/>
                  </a:lnTo>
                  <a:lnTo>
                    <a:pt x="5228444" y="1853115"/>
                  </a:lnTo>
                  <a:lnTo>
                    <a:pt x="5300066" y="1855168"/>
                  </a:lnTo>
                  <a:lnTo>
                    <a:pt x="5371689" y="1857214"/>
                  </a:lnTo>
                  <a:lnTo>
                    <a:pt x="5443311" y="1859256"/>
                  </a:lnTo>
                  <a:lnTo>
                    <a:pt x="5514934" y="1861293"/>
                  </a:lnTo>
                  <a:lnTo>
                    <a:pt x="5586557" y="1863324"/>
                  </a:lnTo>
                  <a:lnTo>
                    <a:pt x="5658179" y="1865351"/>
                  </a:lnTo>
                  <a:lnTo>
                    <a:pt x="5729802" y="1867372"/>
                  </a:lnTo>
                  <a:lnTo>
                    <a:pt x="5801424" y="1869388"/>
                  </a:lnTo>
                  <a:lnTo>
                    <a:pt x="5873047" y="1871400"/>
                  </a:lnTo>
                  <a:lnTo>
                    <a:pt x="5944669" y="1873406"/>
                  </a:lnTo>
                  <a:lnTo>
                    <a:pt x="6016292" y="1875407"/>
                  </a:lnTo>
                  <a:lnTo>
                    <a:pt x="6087914" y="1877403"/>
                  </a:lnTo>
                  <a:lnTo>
                    <a:pt x="6159537" y="1879394"/>
                  </a:lnTo>
                  <a:lnTo>
                    <a:pt x="6231159" y="1881380"/>
                  </a:lnTo>
                  <a:lnTo>
                    <a:pt x="6302782" y="1883361"/>
                  </a:lnTo>
                  <a:lnTo>
                    <a:pt x="6374404" y="1885337"/>
                  </a:lnTo>
                  <a:lnTo>
                    <a:pt x="6446027" y="1887308"/>
                  </a:lnTo>
                  <a:lnTo>
                    <a:pt x="6517649" y="1889274"/>
                  </a:lnTo>
                  <a:lnTo>
                    <a:pt x="6589272" y="1891235"/>
                  </a:lnTo>
                  <a:lnTo>
                    <a:pt x="6660894" y="1893191"/>
                  </a:lnTo>
                  <a:lnTo>
                    <a:pt x="6732517" y="1895143"/>
                  </a:lnTo>
                  <a:lnTo>
                    <a:pt x="6804139" y="1897089"/>
                  </a:lnTo>
                  <a:lnTo>
                    <a:pt x="6875762" y="1899031"/>
                  </a:lnTo>
                  <a:lnTo>
                    <a:pt x="6947385" y="1900967"/>
                  </a:lnTo>
                  <a:lnTo>
                    <a:pt x="7019007" y="1902899"/>
                  </a:lnTo>
                  <a:lnTo>
                    <a:pt x="7090630" y="1904826"/>
                  </a:lnTo>
                  <a:lnTo>
                    <a:pt x="7090630" y="2200194"/>
                  </a:lnTo>
                  <a:lnTo>
                    <a:pt x="7019007" y="2191884"/>
                  </a:lnTo>
                  <a:lnTo>
                    <a:pt x="6947385" y="2183426"/>
                  </a:lnTo>
                  <a:lnTo>
                    <a:pt x="6875762" y="2174818"/>
                  </a:lnTo>
                  <a:lnTo>
                    <a:pt x="6804139" y="2166057"/>
                  </a:lnTo>
                  <a:lnTo>
                    <a:pt x="6732517" y="2157142"/>
                  </a:lnTo>
                  <a:lnTo>
                    <a:pt x="6660894" y="2148068"/>
                  </a:lnTo>
                  <a:lnTo>
                    <a:pt x="6589272" y="2138834"/>
                  </a:lnTo>
                  <a:lnTo>
                    <a:pt x="6517649" y="2129436"/>
                  </a:lnTo>
                  <a:lnTo>
                    <a:pt x="6446027" y="2119871"/>
                  </a:lnTo>
                  <a:lnTo>
                    <a:pt x="6374404" y="2110137"/>
                  </a:lnTo>
                  <a:lnTo>
                    <a:pt x="6302782" y="2100230"/>
                  </a:lnTo>
                  <a:lnTo>
                    <a:pt x="6231159" y="2090148"/>
                  </a:lnTo>
                  <a:lnTo>
                    <a:pt x="6159537" y="2079888"/>
                  </a:lnTo>
                  <a:lnTo>
                    <a:pt x="6087914" y="2069445"/>
                  </a:lnTo>
                  <a:lnTo>
                    <a:pt x="6016292" y="2058817"/>
                  </a:lnTo>
                  <a:lnTo>
                    <a:pt x="5944669" y="2048001"/>
                  </a:lnTo>
                  <a:lnTo>
                    <a:pt x="5873047" y="2036994"/>
                  </a:lnTo>
                  <a:lnTo>
                    <a:pt x="5801424" y="2025791"/>
                  </a:lnTo>
                  <a:lnTo>
                    <a:pt x="5729802" y="2014390"/>
                  </a:lnTo>
                  <a:lnTo>
                    <a:pt x="5658179" y="2002787"/>
                  </a:lnTo>
                  <a:lnTo>
                    <a:pt x="5586557" y="1990978"/>
                  </a:lnTo>
                  <a:lnTo>
                    <a:pt x="5514934" y="1978960"/>
                  </a:lnTo>
                  <a:lnTo>
                    <a:pt x="5443311" y="1966729"/>
                  </a:lnTo>
                  <a:lnTo>
                    <a:pt x="5371689" y="1954281"/>
                  </a:lnTo>
                  <a:lnTo>
                    <a:pt x="5300066" y="1941613"/>
                  </a:lnTo>
                  <a:lnTo>
                    <a:pt x="5228444" y="1928720"/>
                  </a:lnTo>
                  <a:lnTo>
                    <a:pt x="5156821" y="1915598"/>
                  </a:lnTo>
                  <a:lnTo>
                    <a:pt x="5085199" y="1902245"/>
                  </a:lnTo>
                  <a:lnTo>
                    <a:pt x="5013576" y="1888654"/>
                  </a:lnTo>
                  <a:lnTo>
                    <a:pt x="4941954" y="1874823"/>
                  </a:lnTo>
                  <a:lnTo>
                    <a:pt x="4870331" y="1860747"/>
                  </a:lnTo>
                  <a:lnTo>
                    <a:pt x="4798709" y="1846421"/>
                  </a:lnTo>
                  <a:lnTo>
                    <a:pt x="4727086" y="1838605"/>
                  </a:lnTo>
                  <a:lnTo>
                    <a:pt x="4655464" y="1836512"/>
                  </a:lnTo>
                  <a:lnTo>
                    <a:pt x="4583841" y="1834412"/>
                  </a:lnTo>
                  <a:lnTo>
                    <a:pt x="4512219" y="1832308"/>
                  </a:lnTo>
                  <a:lnTo>
                    <a:pt x="4440596" y="1830198"/>
                  </a:lnTo>
                  <a:lnTo>
                    <a:pt x="4368974" y="1828083"/>
                  </a:lnTo>
                  <a:lnTo>
                    <a:pt x="4297351" y="1825963"/>
                  </a:lnTo>
                  <a:lnTo>
                    <a:pt x="4225729" y="1823837"/>
                  </a:lnTo>
                  <a:lnTo>
                    <a:pt x="4154106" y="1821706"/>
                  </a:lnTo>
                  <a:lnTo>
                    <a:pt x="4082483" y="1819570"/>
                  </a:lnTo>
                  <a:lnTo>
                    <a:pt x="4010861" y="1817428"/>
                  </a:lnTo>
                  <a:lnTo>
                    <a:pt x="3939238" y="1815281"/>
                  </a:lnTo>
                  <a:lnTo>
                    <a:pt x="3867616" y="1813128"/>
                  </a:lnTo>
                  <a:lnTo>
                    <a:pt x="3795993" y="1810970"/>
                  </a:lnTo>
                  <a:lnTo>
                    <a:pt x="3724371" y="1808807"/>
                  </a:lnTo>
                  <a:lnTo>
                    <a:pt x="3652748" y="1806638"/>
                  </a:lnTo>
                  <a:lnTo>
                    <a:pt x="3581126" y="1804463"/>
                  </a:lnTo>
                  <a:lnTo>
                    <a:pt x="3509503" y="1802283"/>
                  </a:lnTo>
                  <a:lnTo>
                    <a:pt x="3437881" y="1800098"/>
                  </a:lnTo>
                  <a:lnTo>
                    <a:pt x="3366258" y="1797907"/>
                  </a:lnTo>
                  <a:lnTo>
                    <a:pt x="3294636" y="1795711"/>
                  </a:lnTo>
                  <a:lnTo>
                    <a:pt x="3223013" y="1793509"/>
                  </a:lnTo>
                  <a:lnTo>
                    <a:pt x="3151391" y="1791301"/>
                  </a:lnTo>
                  <a:lnTo>
                    <a:pt x="3079768" y="1789088"/>
                  </a:lnTo>
                  <a:lnTo>
                    <a:pt x="3008146" y="1786869"/>
                  </a:lnTo>
                  <a:lnTo>
                    <a:pt x="2936523" y="1784645"/>
                  </a:lnTo>
                  <a:lnTo>
                    <a:pt x="2864901" y="1782415"/>
                  </a:lnTo>
                  <a:lnTo>
                    <a:pt x="2793278" y="1780180"/>
                  </a:lnTo>
                  <a:lnTo>
                    <a:pt x="2721655" y="1777939"/>
                  </a:lnTo>
                  <a:lnTo>
                    <a:pt x="2650033" y="1775692"/>
                  </a:lnTo>
                  <a:lnTo>
                    <a:pt x="2578410" y="1773439"/>
                  </a:lnTo>
                  <a:lnTo>
                    <a:pt x="2506788" y="1771181"/>
                  </a:lnTo>
                  <a:lnTo>
                    <a:pt x="2435165" y="1768917"/>
                  </a:lnTo>
                  <a:lnTo>
                    <a:pt x="2363543" y="1766648"/>
                  </a:lnTo>
                  <a:lnTo>
                    <a:pt x="2291920" y="1764373"/>
                  </a:lnTo>
                  <a:lnTo>
                    <a:pt x="2220298" y="1762092"/>
                  </a:lnTo>
                  <a:lnTo>
                    <a:pt x="2148675" y="1759805"/>
                  </a:lnTo>
                  <a:lnTo>
                    <a:pt x="2077053" y="1757513"/>
                  </a:lnTo>
                  <a:lnTo>
                    <a:pt x="2005430" y="1755214"/>
                  </a:lnTo>
                  <a:lnTo>
                    <a:pt x="1933808" y="1752910"/>
                  </a:lnTo>
                  <a:lnTo>
                    <a:pt x="1862185" y="1750600"/>
                  </a:lnTo>
                  <a:lnTo>
                    <a:pt x="1790563" y="1748285"/>
                  </a:lnTo>
                  <a:lnTo>
                    <a:pt x="1718940" y="1745963"/>
                  </a:lnTo>
                  <a:lnTo>
                    <a:pt x="1647318" y="1743636"/>
                  </a:lnTo>
                  <a:lnTo>
                    <a:pt x="1575695" y="1741303"/>
                  </a:lnTo>
                  <a:lnTo>
                    <a:pt x="1504073" y="1738963"/>
                  </a:lnTo>
                  <a:lnTo>
                    <a:pt x="1432450" y="1736618"/>
                  </a:lnTo>
                  <a:lnTo>
                    <a:pt x="1360827" y="1734268"/>
                  </a:lnTo>
                  <a:lnTo>
                    <a:pt x="1289205" y="1731911"/>
                  </a:lnTo>
                  <a:lnTo>
                    <a:pt x="1217582" y="1729548"/>
                  </a:lnTo>
                  <a:lnTo>
                    <a:pt x="1145960" y="1727179"/>
                  </a:lnTo>
                  <a:lnTo>
                    <a:pt x="1074337" y="1724804"/>
                  </a:lnTo>
                  <a:lnTo>
                    <a:pt x="1002715" y="1722424"/>
                  </a:lnTo>
                  <a:lnTo>
                    <a:pt x="931092" y="1720037"/>
                  </a:lnTo>
                  <a:lnTo>
                    <a:pt x="859470" y="1717644"/>
                  </a:lnTo>
                  <a:lnTo>
                    <a:pt x="787847" y="1715245"/>
                  </a:lnTo>
                  <a:lnTo>
                    <a:pt x="716225" y="1712841"/>
                  </a:lnTo>
                  <a:lnTo>
                    <a:pt x="644602" y="1710430"/>
                  </a:lnTo>
                  <a:lnTo>
                    <a:pt x="572980" y="1708013"/>
                  </a:lnTo>
                  <a:lnTo>
                    <a:pt x="501357" y="1705590"/>
                  </a:lnTo>
                  <a:lnTo>
                    <a:pt x="429735" y="1703161"/>
                  </a:lnTo>
                  <a:lnTo>
                    <a:pt x="358112" y="1700725"/>
                  </a:lnTo>
                  <a:lnTo>
                    <a:pt x="286490" y="1698284"/>
                  </a:lnTo>
                  <a:lnTo>
                    <a:pt x="214867" y="1695836"/>
                  </a:lnTo>
                  <a:lnTo>
                    <a:pt x="143245" y="1693383"/>
                  </a:lnTo>
                  <a:lnTo>
                    <a:pt x="71622" y="1690923"/>
                  </a:lnTo>
                  <a:lnTo>
                    <a:pt x="0" y="16884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88054"/>
              <a:ext cx="7090630" cy="1904826"/>
            </a:xfrm>
            <a:custGeom>
              <a:avLst/>
              <a:pathLst>
                <a:path w="7090630" h="1904826">
                  <a:moveTo>
                    <a:pt x="0" y="0"/>
                  </a:moveTo>
                  <a:lnTo>
                    <a:pt x="71622" y="46474"/>
                  </a:lnTo>
                  <a:lnTo>
                    <a:pt x="143245" y="92140"/>
                  </a:lnTo>
                  <a:lnTo>
                    <a:pt x="214867" y="137011"/>
                  </a:lnTo>
                  <a:lnTo>
                    <a:pt x="286490" y="181100"/>
                  </a:lnTo>
                  <a:lnTo>
                    <a:pt x="358112" y="224422"/>
                  </a:lnTo>
                  <a:lnTo>
                    <a:pt x="429735" y="266989"/>
                  </a:lnTo>
                  <a:lnTo>
                    <a:pt x="501357" y="308815"/>
                  </a:lnTo>
                  <a:lnTo>
                    <a:pt x="572980" y="349913"/>
                  </a:lnTo>
                  <a:lnTo>
                    <a:pt x="644602" y="390295"/>
                  </a:lnTo>
                  <a:lnTo>
                    <a:pt x="716225" y="429975"/>
                  </a:lnTo>
                  <a:lnTo>
                    <a:pt x="787847" y="468963"/>
                  </a:lnTo>
                  <a:lnTo>
                    <a:pt x="859470" y="507272"/>
                  </a:lnTo>
                  <a:lnTo>
                    <a:pt x="931092" y="544915"/>
                  </a:lnTo>
                  <a:lnTo>
                    <a:pt x="1002715" y="581902"/>
                  </a:lnTo>
                  <a:lnTo>
                    <a:pt x="1074337" y="618245"/>
                  </a:lnTo>
                  <a:lnTo>
                    <a:pt x="1145960" y="653955"/>
                  </a:lnTo>
                  <a:lnTo>
                    <a:pt x="1217582" y="689044"/>
                  </a:lnTo>
                  <a:lnTo>
                    <a:pt x="1289205" y="723521"/>
                  </a:lnTo>
                  <a:lnTo>
                    <a:pt x="1360827" y="757398"/>
                  </a:lnTo>
                  <a:lnTo>
                    <a:pt x="1432450" y="790686"/>
                  </a:lnTo>
                  <a:lnTo>
                    <a:pt x="1504073" y="823394"/>
                  </a:lnTo>
                  <a:lnTo>
                    <a:pt x="1575695" y="855532"/>
                  </a:lnTo>
                  <a:lnTo>
                    <a:pt x="1647318" y="887111"/>
                  </a:lnTo>
                  <a:lnTo>
                    <a:pt x="1718940" y="918139"/>
                  </a:lnTo>
                  <a:lnTo>
                    <a:pt x="1790563" y="948628"/>
                  </a:lnTo>
                  <a:lnTo>
                    <a:pt x="1862185" y="978586"/>
                  </a:lnTo>
                  <a:lnTo>
                    <a:pt x="1933808" y="1008022"/>
                  </a:lnTo>
                  <a:lnTo>
                    <a:pt x="2005430" y="1036946"/>
                  </a:lnTo>
                  <a:lnTo>
                    <a:pt x="2077053" y="1065366"/>
                  </a:lnTo>
                  <a:lnTo>
                    <a:pt x="2148675" y="1093291"/>
                  </a:lnTo>
                  <a:lnTo>
                    <a:pt x="2220298" y="1120730"/>
                  </a:lnTo>
                  <a:lnTo>
                    <a:pt x="2291920" y="1147691"/>
                  </a:lnTo>
                  <a:lnTo>
                    <a:pt x="2363543" y="1174183"/>
                  </a:lnTo>
                  <a:lnTo>
                    <a:pt x="2435165" y="1200213"/>
                  </a:lnTo>
                  <a:lnTo>
                    <a:pt x="2506788" y="1225791"/>
                  </a:lnTo>
                  <a:lnTo>
                    <a:pt x="2578410" y="1250923"/>
                  </a:lnTo>
                  <a:lnTo>
                    <a:pt x="2650033" y="1275617"/>
                  </a:lnTo>
                  <a:lnTo>
                    <a:pt x="2721655" y="1299881"/>
                  </a:lnTo>
                  <a:lnTo>
                    <a:pt x="2793278" y="1323723"/>
                  </a:lnTo>
                  <a:lnTo>
                    <a:pt x="2864901" y="1347150"/>
                  </a:lnTo>
                  <a:lnTo>
                    <a:pt x="2936523" y="1370169"/>
                  </a:lnTo>
                  <a:lnTo>
                    <a:pt x="3008146" y="1392787"/>
                  </a:lnTo>
                  <a:lnTo>
                    <a:pt x="3079768" y="1415011"/>
                  </a:lnTo>
                  <a:lnTo>
                    <a:pt x="3151391" y="1436848"/>
                  </a:lnTo>
                  <a:lnTo>
                    <a:pt x="3223013" y="1458306"/>
                  </a:lnTo>
                  <a:lnTo>
                    <a:pt x="3294636" y="1479389"/>
                  </a:lnTo>
                  <a:lnTo>
                    <a:pt x="3366258" y="1500105"/>
                  </a:lnTo>
                  <a:lnTo>
                    <a:pt x="3437881" y="1520461"/>
                  </a:lnTo>
                  <a:lnTo>
                    <a:pt x="3509503" y="1540462"/>
                  </a:lnTo>
                  <a:lnTo>
                    <a:pt x="3581126" y="1560115"/>
                  </a:lnTo>
                  <a:lnTo>
                    <a:pt x="3652748" y="1579426"/>
                  </a:lnTo>
                  <a:lnTo>
                    <a:pt x="3724371" y="1598401"/>
                  </a:lnTo>
                  <a:lnTo>
                    <a:pt x="3795993" y="1617045"/>
                  </a:lnTo>
                  <a:lnTo>
                    <a:pt x="3867616" y="1635365"/>
                  </a:lnTo>
                  <a:lnTo>
                    <a:pt x="3939238" y="1653365"/>
                  </a:lnTo>
                  <a:lnTo>
                    <a:pt x="4010861" y="1671052"/>
                  </a:lnTo>
                  <a:lnTo>
                    <a:pt x="4082483" y="1688432"/>
                  </a:lnTo>
                  <a:lnTo>
                    <a:pt x="4154106" y="1705508"/>
                  </a:lnTo>
                  <a:lnTo>
                    <a:pt x="4225729" y="1722288"/>
                  </a:lnTo>
                  <a:lnTo>
                    <a:pt x="4297351" y="1738775"/>
                  </a:lnTo>
                  <a:lnTo>
                    <a:pt x="4368974" y="1754975"/>
                  </a:lnTo>
                  <a:lnTo>
                    <a:pt x="4440596" y="1770893"/>
                  </a:lnTo>
                  <a:lnTo>
                    <a:pt x="4512219" y="1786534"/>
                  </a:lnTo>
                  <a:lnTo>
                    <a:pt x="4583841" y="1801902"/>
                  </a:lnTo>
                  <a:lnTo>
                    <a:pt x="4655464" y="1817003"/>
                  </a:lnTo>
                  <a:lnTo>
                    <a:pt x="4727086" y="1831841"/>
                  </a:lnTo>
                  <a:lnTo>
                    <a:pt x="4798709" y="1840694"/>
                  </a:lnTo>
                  <a:lnTo>
                    <a:pt x="4870331" y="1842777"/>
                  </a:lnTo>
                  <a:lnTo>
                    <a:pt x="4941954" y="1844855"/>
                  </a:lnTo>
                  <a:lnTo>
                    <a:pt x="5013576" y="1846928"/>
                  </a:lnTo>
                  <a:lnTo>
                    <a:pt x="5085199" y="1848996"/>
                  </a:lnTo>
                  <a:lnTo>
                    <a:pt x="5156821" y="1851058"/>
                  </a:lnTo>
                  <a:lnTo>
                    <a:pt x="5228444" y="1853115"/>
                  </a:lnTo>
                  <a:lnTo>
                    <a:pt x="5300066" y="1855168"/>
                  </a:lnTo>
                  <a:lnTo>
                    <a:pt x="5371689" y="1857214"/>
                  </a:lnTo>
                  <a:lnTo>
                    <a:pt x="5443311" y="1859256"/>
                  </a:lnTo>
                  <a:lnTo>
                    <a:pt x="5514934" y="1861293"/>
                  </a:lnTo>
                  <a:lnTo>
                    <a:pt x="5586557" y="1863324"/>
                  </a:lnTo>
                  <a:lnTo>
                    <a:pt x="5658179" y="1865351"/>
                  </a:lnTo>
                  <a:lnTo>
                    <a:pt x="5729802" y="1867372"/>
                  </a:lnTo>
                  <a:lnTo>
                    <a:pt x="5801424" y="1869388"/>
                  </a:lnTo>
                  <a:lnTo>
                    <a:pt x="5873047" y="1871400"/>
                  </a:lnTo>
                  <a:lnTo>
                    <a:pt x="5944669" y="1873406"/>
                  </a:lnTo>
                  <a:lnTo>
                    <a:pt x="6016292" y="1875407"/>
                  </a:lnTo>
                  <a:lnTo>
                    <a:pt x="6087914" y="1877403"/>
                  </a:lnTo>
                  <a:lnTo>
                    <a:pt x="6159537" y="1879394"/>
                  </a:lnTo>
                  <a:lnTo>
                    <a:pt x="6231159" y="1881380"/>
                  </a:lnTo>
                  <a:lnTo>
                    <a:pt x="6302782" y="1883361"/>
                  </a:lnTo>
                  <a:lnTo>
                    <a:pt x="6374404" y="1885337"/>
                  </a:lnTo>
                  <a:lnTo>
                    <a:pt x="6446027" y="1887308"/>
                  </a:lnTo>
                  <a:lnTo>
                    <a:pt x="6517649" y="1889274"/>
                  </a:lnTo>
                  <a:lnTo>
                    <a:pt x="6589272" y="1891235"/>
                  </a:lnTo>
                  <a:lnTo>
                    <a:pt x="6660894" y="1893191"/>
                  </a:lnTo>
                  <a:lnTo>
                    <a:pt x="6732517" y="1895143"/>
                  </a:lnTo>
                  <a:lnTo>
                    <a:pt x="6804139" y="1897089"/>
                  </a:lnTo>
                  <a:lnTo>
                    <a:pt x="6875762" y="1899031"/>
                  </a:lnTo>
                  <a:lnTo>
                    <a:pt x="6947385" y="1900967"/>
                  </a:lnTo>
                  <a:lnTo>
                    <a:pt x="7019007" y="1902899"/>
                  </a:lnTo>
                  <a:lnTo>
                    <a:pt x="7090630" y="19048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76511"/>
              <a:ext cx="7090630" cy="511737"/>
            </a:xfrm>
            <a:custGeom>
              <a:avLst/>
              <a:pathLst>
                <a:path w="7090630" h="511737">
                  <a:moveTo>
                    <a:pt x="7090630" y="511737"/>
                  </a:moveTo>
                  <a:lnTo>
                    <a:pt x="7019007" y="503427"/>
                  </a:lnTo>
                  <a:lnTo>
                    <a:pt x="6947385" y="494969"/>
                  </a:lnTo>
                  <a:lnTo>
                    <a:pt x="6875762" y="486361"/>
                  </a:lnTo>
                  <a:lnTo>
                    <a:pt x="6804139" y="477600"/>
                  </a:lnTo>
                  <a:lnTo>
                    <a:pt x="6732517" y="468685"/>
                  </a:lnTo>
                  <a:lnTo>
                    <a:pt x="6660894" y="459611"/>
                  </a:lnTo>
                  <a:lnTo>
                    <a:pt x="6589272" y="450377"/>
                  </a:lnTo>
                  <a:lnTo>
                    <a:pt x="6517649" y="440979"/>
                  </a:lnTo>
                  <a:lnTo>
                    <a:pt x="6446027" y="431414"/>
                  </a:lnTo>
                  <a:lnTo>
                    <a:pt x="6374404" y="421680"/>
                  </a:lnTo>
                  <a:lnTo>
                    <a:pt x="6302782" y="411773"/>
                  </a:lnTo>
                  <a:lnTo>
                    <a:pt x="6231159" y="401691"/>
                  </a:lnTo>
                  <a:lnTo>
                    <a:pt x="6159537" y="391430"/>
                  </a:lnTo>
                  <a:lnTo>
                    <a:pt x="6087914" y="380988"/>
                  </a:lnTo>
                  <a:lnTo>
                    <a:pt x="6016292" y="370360"/>
                  </a:lnTo>
                  <a:lnTo>
                    <a:pt x="5944669" y="359544"/>
                  </a:lnTo>
                  <a:lnTo>
                    <a:pt x="5873047" y="348537"/>
                  </a:lnTo>
                  <a:lnTo>
                    <a:pt x="5801424" y="337334"/>
                  </a:lnTo>
                  <a:lnTo>
                    <a:pt x="5729802" y="325933"/>
                  </a:lnTo>
                  <a:lnTo>
                    <a:pt x="5658179" y="314330"/>
                  </a:lnTo>
                  <a:lnTo>
                    <a:pt x="5586557" y="302521"/>
                  </a:lnTo>
                  <a:lnTo>
                    <a:pt x="5514934" y="290503"/>
                  </a:lnTo>
                  <a:lnTo>
                    <a:pt x="5443311" y="278272"/>
                  </a:lnTo>
                  <a:lnTo>
                    <a:pt x="5371689" y="265824"/>
                  </a:lnTo>
                  <a:lnTo>
                    <a:pt x="5300066" y="253155"/>
                  </a:lnTo>
                  <a:lnTo>
                    <a:pt x="5228444" y="240263"/>
                  </a:lnTo>
                  <a:lnTo>
                    <a:pt x="5156821" y="227141"/>
                  </a:lnTo>
                  <a:lnTo>
                    <a:pt x="5085199" y="213787"/>
                  </a:lnTo>
                  <a:lnTo>
                    <a:pt x="5013576" y="200197"/>
                  </a:lnTo>
                  <a:lnTo>
                    <a:pt x="4941954" y="186366"/>
                  </a:lnTo>
                  <a:lnTo>
                    <a:pt x="4870331" y="172289"/>
                  </a:lnTo>
                  <a:lnTo>
                    <a:pt x="4798709" y="157964"/>
                  </a:lnTo>
                  <a:lnTo>
                    <a:pt x="4727086" y="150148"/>
                  </a:lnTo>
                  <a:lnTo>
                    <a:pt x="4655464" y="148054"/>
                  </a:lnTo>
                  <a:lnTo>
                    <a:pt x="4583841" y="145955"/>
                  </a:lnTo>
                  <a:lnTo>
                    <a:pt x="4512219" y="143851"/>
                  </a:lnTo>
                  <a:lnTo>
                    <a:pt x="4440596" y="141741"/>
                  </a:lnTo>
                  <a:lnTo>
                    <a:pt x="4368974" y="139626"/>
                  </a:lnTo>
                  <a:lnTo>
                    <a:pt x="4297351" y="137506"/>
                  </a:lnTo>
                  <a:lnTo>
                    <a:pt x="4225729" y="135380"/>
                  </a:lnTo>
                  <a:lnTo>
                    <a:pt x="4154106" y="133249"/>
                  </a:lnTo>
                  <a:lnTo>
                    <a:pt x="4082483" y="131113"/>
                  </a:lnTo>
                  <a:lnTo>
                    <a:pt x="4010861" y="128971"/>
                  </a:lnTo>
                  <a:lnTo>
                    <a:pt x="3939238" y="126824"/>
                  </a:lnTo>
                  <a:lnTo>
                    <a:pt x="3867616" y="124671"/>
                  </a:lnTo>
                  <a:lnTo>
                    <a:pt x="3795993" y="122513"/>
                  </a:lnTo>
                  <a:lnTo>
                    <a:pt x="3724371" y="120349"/>
                  </a:lnTo>
                  <a:lnTo>
                    <a:pt x="3652748" y="118180"/>
                  </a:lnTo>
                  <a:lnTo>
                    <a:pt x="3581126" y="116006"/>
                  </a:lnTo>
                  <a:lnTo>
                    <a:pt x="3509503" y="113826"/>
                  </a:lnTo>
                  <a:lnTo>
                    <a:pt x="3437881" y="111641"/>
                  </a:lnTo>
                  <a:lnTo>
                    <a:pt x="3366258" y="109450"/>
                  </a:lnTo>
                  <a:lnTo>
                    <a:pt x="3294636" y="107253"/>
                  </a:lnTo>
                  <a:lnTo>
                    <a:pt x="3223013" y="105051"/>
                  </a:lnTo>
                  <a:lnTo>
                    <a:pt x="3151391" y="102844"/>
                  </a:lnTo>
                  <a:lnTo>
                    <a:pt x="3079768" y="100631"/>
                  </a:lnTo>
                  <a:lnTo>
                    <a:pt x="3008146" y="98412"/>
                  </a:lnTo>
                  <a:lnTo>
                    <a:pt x="2936523" y="96188"/>
                  </a:lnTo>
                  <a:lnTo>
                    <a:pt x="2864901" y="93958"/>
                  </a:lnTo>
                  <a:lnTo>
                    <a:pt x="2793278" y="91723"/>
                  </a:lnTo>
                  <a:lnTo>
                    <a:pt x="2721655" y="89481"/>
                  </a:lnTo>
                  <a:lnTo>
                    <a:pt x="2650033" y="87235"/>
                  </a:lnTo>
                  <a:lnTo>
                    <a:pt x="2578410" y="84982"/>
                  </a:lnTo>
                  <a:lnTo>
                    <a:pt x="2506788" y="82724"/>
                  </a:lnTo>
                  <a:lnTo>
                    <a:pt x="2435165" y="80460"/>
                  </a:lnTo>
                  <a:lnTo>
                    <a:pt x="2363543" y="78191"/>
                  </a:lnTo>
                  <a:lnTo>
                    <a:pt x="2291920" y="75916"/>
                  </a:lnTo>
                  <a:lnTo>
                    <a:pt x="2220298" y="73635"/>
                  </a:lnTo>
                  <a:lnTo>
                    <a:pt x="2148675" y="71348"/>
                  </a:lnTo>
                  <a:lnTo>
                    <a:pt x="2077053" y="69055"/>
                  </a:lnTo>
                  <a:lnTo>
                    <a:pt x="2005430" y="66757"/>
                  </a:lnTo>
                  <a:lnTo>
                    <a:pt x="1933808" y="64453"/>
                  </a:lnTo>
                  <a:lnTo>
                    <a:pt x="1862185" y="62143"/>
                  </a:lnTo>
                  <a:lnTo>
                    <a:pt x="1790563" y="59828"/>
                  </a:lnTo>
                  <a:lnTo>
                    <a:pt x="1718940" y="57506"/>
                  </a:lnTo>
                  <a:lnTo>
                    <a:pt x="1647318" y="55179"/>
                  </a:lnTo>
                  <a:lnTo>
                    <a:pt x="1575695" y="52845"/>
                  </a:lnTo>
                  <a:lnTo>
                    <a:pt x="1504073" y="50506"/>
                  </a:lnTo>
                  <a:lnTo>
                    <a:pt x="1432450" y="48161"/>
                  </a:lnTo>
                  <a:lnTo>
                    <a:pt x="1360827" y="45810"/>
                  </a:lnTo>
                  <a:lnTo>
                    <a:pt x="1289205" y="43454"/>
                  </a:lnTo>
                  <a:lnTo>
                    <a:pt x="1217582" y="41091"/>
                  </a:lnTo>
                  <a:lnTo>
                    <a:pt x="1145960" y="38722"/>
                  </a:lnTo>
                  <a:lnTo>
                    <a:pt x="1074337" y="36347"/>
                  </a:lnTo>
                  <a:lnTo>
                    <a:pt x="1002715" y="33967"/>
                  </a:lnTo>
                  <a:lnTo>
                    <a:pt x="931092" y="31580"/>
                  </a:lnTo>
                  <a:lnTo>
                    <a:pt x="859470" y="29187"/>
                  </a:lnTo>
                  <a:lnTo>
                    <a:pt x="787847" y="26788"/>
                  </a:lnTo>
                  <a:lnTo>
                    <a:pt x="716225" y="24384"/>
                  </a:lnTo>
                  <a:lnTo>
                    <a:pt x="644602" y="21973"/>
                  </a:lnTo>
                  <a:lnTo>
                    <a:pt x="572980" y="19556"/>
                  </a:lnTo>
                  <a:lnTo>
                    <a:pt x="501357" y="17133"/>
                  </a:lnTo>
                  <a:lnTo>
                    <a:pt x="429735" y="14704"/>
                  </a:lnTo>
                  <a:lnTo>
                    <a:pt x="358112" y="12268"/>
                  </a:lnTo>
                  <a:lnTo>
                    <a:pt x="286490" y="9827"/>
                  </a:lnTo>
                  <a:lnTo>
                    <a:pt x="214867" y="7379"/>
                  </a:lnTo>
                  <a:lnTo>
                    <a:pt x="143245" y="4926"/>
                  </a:lnTo>
                  <a:lnTo>
                    <a:pt x="71622" y="246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39293"/>
              <a:ext cx="7090630" cy="1019216"/>
            </a:xfrm>
            <a:custGeom>
              <a:avLst/>
              <a:pathLst>
                <a:path w="7090630" h="1019216">
                  <a:moveTo>
                    <a:pt x="0" y="0"/>
                  </a:moveTo>
                  <a:lnTo>
                    <a:pt x="71622" y="16165"/>
                  </a:lnTo>
                  <a:lnTo>
                    <a:pt x="143245" y="32168"/>
                  </a:lnTo>
                  <a:lnTo>
                    <a:pt x="214867" y="48012"/>
                  </a:lnTo>
                  <a:lnTo>
                    <a:pt x="286490" y="63697"/>
                  </a:lnTo>
                  <a:lnTo>
                    <a:pt x="358112" y="79226"/>
                  </a:lnTo>
                  <a:lnTo>
                    <a:pt x="429735" y="94600"/>
                  </a:lnTo>
                  <a:lnTo>
                    <a:pt x="501357" y="109820"/>
                  </a:lnTo>
                  <a:lnTo>
                    <a:pt x="572980" y="124888"/>
                  </a:lnTo>
                  <a:lnTo>
                    <a:pt x="644602" y="139805"/>
                  </a:lnTo>
                  <a:lnTo>
                    <a:pt x="716225" y="154573"/>
                  </a:lnTo>
                  <a:lnTo>
                    <a:pt x="787847" y="169194"/>
                  </a:lnTo>
                  <a:lnTo>
                    <a:pt x="859470" y="183669"/>
                  </a:lnTo>
                  <a:lnTo>
                    <a:pt x="931092" y="197999"/>
                  </a:lnTo>
                  <a:lnTo>
                    <a:pt x="1002715" y="212186"/>
                  </a:lnTo>
                  <a:lnTo>
                    <a:pt x="1074337" y="226231"/>
                  </a:lnTo>
                  <a:lnTo>
                    <a:pt x="1145960" y="240136"/>
                  </a:lnTo>
                  <a:lnTo>
                    <a:pt x="1217582" y="253902"/>
                  </a:lnTo>
                  <a:lnTo>
                    <a:pt x="1289205" y="267530"/>
                  </a:lnTo>
                  <a:lnTo>
                    <a:pt x="1360827" y="281022"/>
                  </a:lnTo>
                  <a:lnTo>
                    <a:pt x="1432450" y="294380"/>
                  </a:lnTo>
                  <a:lnTo>
                    <a:pt x="1504073" y="307604"/>
                  </a:lnTo>
                  <a:lnTo>
                    <a:pt x="1575695" y="320696"/>
                  </a:lnTo>
                  <a:lnTo>
                    <a:pt x="1647318" y="333657"/>
                  </a:lnTo>
                  <a:lnTo>
                    <a:pt x="1718940" y="346488"/>
                  </a:lnTo>
                  <a:lnTo>
                    <a:pt x="1790563" y="359191"/>
                  </a:lnTo>
                  <a:lnTo>
                    <a:pt x="1862185" y="371768"/>
                  </a:lnTo>
                  <a:lnTo>
                    <a:pt x="1933808" y="384219"/>
                  </a:lnTo>
                  <a:lnTo>
                    <a:pt x="2005430" y="396545"/>
                  </a:lnTo>
                  <a:lnTo>
                    <a:pt x="2077053" y="408748"/>
                  </a:lnTo>
                  <a:lnTo>
                    <a:pt x="2148675" y="420829"/>
                  </a:lnTo>
                  <a:lnTo>
                    <a:pt x="2220298" y="432790"/>
                  </a:lnTo>
                  <a:lnTo>
                    <a:pt x="2291920" y="444631"/>
                  </a:lnTo>
                  <a:lnTo>
                    <a:pt x="2363543" y="456354"/>
                  </a:lnTo>
                  <a:lnTo>
                    <a:pt x="2435165" y="467960"/>
                  </a:lnTo>
                  <a:lnTo>
                    <a:pt x="2506788" y="479449"/>
                  </a:lnTo>
                  <a:lnTo>
                    <a:pt x="2578410" y="490824"/>
                  </a:lnTo>
                  <a:lnTo>
                    <a:pt x="2650033" y="502086"/>
                  </a:lnTo>
                  <a:lnTo>
                    <a:pt x="2721655" y="513234"/>
                  </a:lnTo>
                  <a:lnTo>
                    <a:pt x="2793278" y="524272"/>
                  </a:lnTo>
                  <a:lnTo>
                    <a:pt x="2864901" y="535199"/>
                  </a:lnTo>
                  <a:lnTo>
                    <a:pt x="2936523" y="546017"/>
                  </a:lnTo>
                  <a:lnTo>
                    <a:pt x="3008146" y="556726"/>
                  </a:lnTo>
                  <a:lnTo>
                    <a:pt x="3079768" y="567329"/>
                  </a:lnTo>
                  <a:lnTo>
                    <a:pt x="3151391" y="577826"/>
                  </a:lnTo>
                  <a:lnTo>
                    <a:pt x="3223013" y="588218"/>
                  </a:lnTo>
                  <a:lnTo>
                    <a:pt x="3294636" y="598506"/>
                  </a:lnTo>
                  <a:lnTo>
                    <a:pt x="3366258" y="608692"/>
                  </a:lnTo>
                  <a:lnTo>
                    <a:pt x="3437881" y="618775"/>
                  </a:lnTo>
                  <a:lnTo>
                    <a:pt x="3509503" y="628758"/>
                  </a:lnTo>
                  <a:lnTo>
                    <a:pt x="3581126" y="638642"/>
                  </a:lnTo>
                  <a:lnTo>
                    <a:pt x="3652748" y="648426"/>
                  </a:lnTo>
                  <a:lnTo>
                    <a:pt x="3724371" y="658113"/>
                  </a:lnTo>
                  <a:lnTo>
                    <a:pt x="3795993" y="667702"/>
                  </a:lnTo>
                  <a:lnTo>
                    <a:pt x="3867616" y="677197"/>
                  </a:lnTo>
                  <a:lnTo>
                    <a:pt x="3939238" y="686596"/>
                  </a:lnTo>
                  <a:lnTo>
                    <a:pt x="4010861" y="695901"/>
                  </a:lnTo>
                  <a:lnTo>
                    <a:pt x="4082483" y="705113"/>
                  </a:lnTo>
                  <a:lnTo>
                    <a:pt x="4154106" y="714234"/>
                  </a:lnTo>
                  <a:lnTo>
                    <a:pt x="4225729" y="723263"/>
                  </a:lnTo>
                  <a:lnTo>
                    <a:pt x="4297351" y="732202"/>
                  </a:lnTo>
                  <a:lnTo>
                    <a:pt x="4368974" y="741051"/>
                  </a:lnTo>
                  <a:lnTo>
                    <a:pt x="4440596" y="749813"/>
                  </a:lnTo>
                  <a:lnTo>
                    <a:pt x="4512219" y="758486"/>
                  </a:lnTo>
                  <a:lnTo>
                    <a:pt x="4583841" y="767073"/>
                  </a:lnTo>
                  <a:lnTo>
                    <a:pt x="4655464" y="775575"/>
                  </a:lnTo>
                  <a:lnTo>
                    <a:pt x="4727086" y="783991"/>
                  </a:lnTo>
                  <a:lnTo>
                    <a:pt x="4798709" y="792323"/>
                  </a:lnTo>
                  <a:lnTo>
                    <a:pt x="4870331" y="800572"/>
                  </a:lnTo>
                  <a:lnTo>
                    <a:pt x="4941954" y="808739"/>
                  </a:lnTo>
                  <a:lnTo>
                    <a:pt x="5013576" y="816824"/>
                  </a:lnTo>
                  <a:lnTo>
                    <a:pt x="5085199" y="824828"/>
                  </a:lnTo>
                  <a:lnTo>
                    <a:pt x="5156821" y="832752"/>
                  </a:lnTo>
                  <a:lnTo>
                    <a:pt x="5228444" y="840597"/>
                  </a:lnTo>
                  <a:lnTo>
                    <a:pt x="5300066" y="848364"/>
                  </a:lnTo>
                  <a:lnTo>
                    <a:pt x="5371689" y="856053"/>
                  </a:lnTo>
                  <a:lnTo>
                    <a:pt x="5443311" y="863665"/>
                  </a:lnTo>
                  <a:lnTo>
                    <a:pt x="5514934" y="871201"/>
                  </a:lnTo>
                  <a:lnTo>
                    <a:pt x="5586557" y="878662"/>
                  </a:lnTo>
                  <a:lnTo>
                    <a:pt x="5658179" y="886048"/>
                  </a:lnTo>
                  <a:lnTo>
                    <a:pt x="5729802" y="893361"/>
                  </a:lnTo>
                  <a:lnTo>
                    <a:pt x="5801424" y="900600"/>
                  </a:lnTo>
                  <a:lnTo>
                    <a:pt x="5873047" y="907768"/>
                  </a:lnTo>
                  <a:lnTo>
                    <a:pt x="5944669" y="914863"/>
                  </a:lnTo>
                  <a:lnTo>
                    <a:pt x="6016292" y="921888"/>
                  </a:lnTo>
                  <a:lnTo>
                    <a:pt x="6087914" y="928842"/>
                  </a:lnTo>
                  <a:lnTo>
                    <a:pt x="6159537" y="935727"/>
                  </a:lnTo>
                  <a:lnTo>
                    <a:pt x="6231159" y="942543"/>
                  </a:lnTo>
                  <a:lnTo>
                    <a:pt x="6302782" y="949292"/>
                  </a:lnTo>
                  <a:lnTo>
                    <a:pt x="6374404" y="955972"/>
                  </a:lnTo>
                  <a:lnTo>
                    <a:pt x="6446027" y="962586"/>
                  </a:lnTo>
                  <a:lnTo>
                    <a:pt x="6517649" y="969134"/>
                  </a:lnTo>
                  <a:lnTo>
                    <a:pt x="6589272" y="975616"/>
                  </a:lnTo>
                  <a:lnTo>
                    <a:pt x="6660894" y="982034"/>
                  </a:lnTo>
                  <a:lnTo>
                    <a:pt x="6732517" y="988388"/>
                  </a:lnTo>
                  <a:lnTo>
                    <a:pt x="6804139" y="994678"/>
                  </a:lnTo>
                  <a:lnTo>
                    <a:pt x="6875762" y="1000905"/>
                  </a:lnTo>
                  <a:lnTo>
                    <a:pt x="6947385" y="1007070"/>
                  </a:lnTo>
                  <a:lnTo>
                    <a:pt x="7019007" y="1013173"/>
                  </a:lnTo>
                  <a:lnTo>
                    <a:pt x="7090630" y="101921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(1.03-1.24), p_Bonf = 0.053 (n = 6)  |  per IQR decline (Δ = 23.3): 1.33 (1.07-1.64)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2026-09-28T15:19:48Z</dcterms:modified>
  <cp:category/>
</cp:coreProperties>
</file>