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(1.03-1.24), p_Bonf = 0.053 (n = 6)  |  per IQR decline (Δ = 23.3): 1.33 (1.07-1.64)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2026-07-03T17:03:46Z</dcterms:modified>
  <cp:category/>
</cp:coreProperties>
</file>