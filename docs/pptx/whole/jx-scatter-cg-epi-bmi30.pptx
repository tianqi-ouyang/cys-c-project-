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0.54 x +33.0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0.70 x +27.7   (R² = 0.69)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2026-07-07T08:59:34Z</dcterms:modified>
  <cp:category/>
</cp:coreProperties>
</file>