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67" y="4242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8" y="32260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985667" y="2659304"/>
              <a:ext cx="6033829" cy="2208099"/>
            </a:xfrm>
            <a:custGeom>
              <a:avLst/>
              <a:pathLst>
                <a:path w="6033829" h="2208099">
                  <a:moveTo>
                    <a:pt x="0" y="2124553"/>
                  </a:moveTo>
                  <a:lnTo>
                    <a:pt x="76377" y="2099264"/>
                  </a:lnTo>
                  <a:lnTo>
                    <a:pt x="152755" y="2073967"/>
                  </a:lnTo>
                  <a:lnTo>
                    <a:pt x="229132" y="2048660"/>
                  </a:lnTo>
                  <a:lnTo>
                    <a:pt x="305510" y="2023343"/>
                  </a:lnTo>
                  <a:lnTo>
                    <a:pt x="381887" y="1998014"/>
                  </a:lnTo>
                  <a:lnTo>
                    <a:pt x="458265" y="1972673"/>
                  </a:lnTo>
                  <a:lnTo>
                    <a:pt x="534643" y="1947318"/>
                  </a:lnTo>
                  <a:lnTo>
                    <a:pt x="611020" y="1921948"/>
                  </a:lnTo>
                  <a:lnTo>
                    <a:pt x="687398" y="1896560"/>
                  </a:lnTo>
                  <a:lnTo>
                    <a:pt x="763775" y="1871154"/>
                  </a:lnTo>
                  <a:lnTo>
                    <a:pt x="840153" y="1845726"/>
                  </a:lnTo>
                  <a:lnTo>
                    <a:pt x="916531" y="1820275"/>
                  </a:lnTo>
                  <a:lnTo>
                    <a:pt x="992908" y="1794797"/>
                  </a:lnTo>
                  <a:lnTo>
                    <a:pt x="1069286" y="1769290"/>
                  </a:lnTo>
                  <a:lnTo>
                    <a:pt x="1145663" y="1743749"/>
                  </a:lnTo>
                  <a:lnTo>
                    <a:pt x="1222041" y="1718171"/>
                  </a:lnTo>
                  <a:lnTo>
                    <a:pt x="1298419" y="1692551"/>
                  </a:lnTo>
                  <a:lnTo>
                    <a:pt x="1374796" y="1666884"/>
                  </a:lnTo>
                  <a:lnTo>
                    <a:pt x="1451174" y="1641164"/>
                  </a:lnTo>
                  <a:lnTo>
                    <a:pt x="1527551" y="1615386"/>
                  </a:lnTo>
                  <a:lnTo>
                    <a:pt x="1603929" y="1589542"/>
                  </a:lnTo>
                  <a:lnTo>
                    <a:pt x="1680307" y="1563626"/>
                  </a:lnTo>
                  <a:lnTo>
                    <a:pt x="1756684" y="1537632"/>
                  </a:lnTo>
                  <a:lnTo>
                    <a:pt x="1833062" y="1511552"/>
                  </a:lnTo>
                  <a:lnTo>
                    <a:pt x="1909439" y="1485380"/>
                  </a:lnTo>
                  <a:lnTo>
                    <a:pt x="1985817" y="1459110"/>
                  </a:lnTo>
                  <a:lnTo>
                    <a:pt x="2062195" y="1432740"/>
                  </a:lnTo>
                  <a:lnTo>
                    <a:pt x="2138572" y="1406266"/>
                  </a:lnTo>
                  <a:lnTo>
                    <a:pt x="2214950" y="1379687"/>
                  </a:lnTo>
                  <a:lnTo>
                    <a:pt x="2291327" y="1353005"/>
                  </a:lnTo>
                  <a:lnTo>
                    <a:pt x="2367705" y="1326223"/>
                  </a:lnTo>
                  <a:lnTo>
                    <a:pt x="2444083" y="1299344"/>
                  </a:lnTo>
                  <a:lnTo>
                    <a:pt x="2520460" y="1272375"/>
                  </a:lnTo>
                  <a:lnTo>
                    <a:pt x="2596838" y="1245321"/>
                  </a:lnTo>
                  <a:lnTo>
                    <a:pt x="2673215" y="1218190"/>
                  </a:lnTo>
                  <a:lnTo>
                    <a:pt x="2749593" y="1190989"/>
                  </a:lnTo>
                  <a:lnTo>
                    <a:pt x="2825971" y="1163723"/>
                  </a:lnTo>
                  <a:lnTo>
                    <a:pt x="2902348" y="1136400"/>
                  </a:lnTo>
                  <a:lnTo>
                    <a:pt x="2978726" y="1109025"/>
                  </a:lnTo>
                  <a:lnTo>
                    <a:pt x="3055103" y="1081605"/>
                  </a:lnTo>
                  <a:lnTo>
                    <a:pt x="3131481" y="1054144"/>
                  </a:lnTo>
                  <a:lnTo>
                    <a:pt x="3207858" y="1026646"/>
                  </a:lnTo>
                  <a:lnTo>
                    <a:pt x="3284236" y="999115"/>
                  </a:lnTo>
                  <a:lnTo>
                    <a:pt x="3360614" y="971556"/>
                  </a:lnTo>
                  <a:lnTo>
                    <a:pt x="3436991" y="943970"/>
                  </a:lnTo>
                  <a:lnTo>
                    <a:pt x="3513369" y="916362"/>
                  </a:lnTo>
                  <a:lnTo>
                    <a:pt x="3589746" y="888733"/>
                  </a:lnTo>
                  <a:lnTo>
                    <a:pt x="3666124" y="861085"/>
                  </a:lnTo>
                  <a:lnTo>
                    <a:pt x="3742502" y="833421"/>
                  </a:lnTo>
                  <a:lnTo>
                    <a:pt x="3818879" y="805741"/>
                  </a:lnTo>
                  <a:lnTo>
                    <a:pt x="3895257" y="778048"/>
                  </a:lnTo>
                  <a:lnTo>
                    <a:pt x="3971634" y="750343"/>
                  </a:lnTo>
                  <a:lnTo>
                    <a:pt x="4048012" y="722626"/>
                  </a:lnTo>
                  <a:lnTo>
                    <a:pt x="4124390" y="694899"/>
                  </a:lnTo>
                  <a:lnTo>
                    <a:pt x="4200767" y="667163"/>
                  </a:lnTo>
                  <a:lnTo>
                    <a:pt x="4277145" y="639419"/>
                  </a:lnTo>
                  <a:lnTo>
                    <a:pt x="4353522" y="611667"/>
                  </a:lnTo>
                  <a:lnTo>
                    <a:pt x="4429900" y="583908"/>
                  </a:lnTo>
                  <a:lnTo>
                    <a:pt x="4506278" y="556142"/>
                  </a:lnTo>
                  <a:lnTo>
                    <a:pt x="4582655" y="528370"/>
                  </a:lnTo>
                  <a:lnTo>
                    <a:pt x="4659033" y="500593"/>
                  </a:lnTo>
                  <a:lnTo>
                    <a:pt x="4735410" y="472811"/>
                  </a:lnTo>
                  <a:lnTo>
                    <a:pt x="4811788" y="445024"/>
                  </a:lnTo>
                  <a:lnTo>
                    <a:pt x="4888166" y="417233"/>
                  </a:lnTo>
                  <a:lnTo>
                    <a:pt x="4964543" y="389437"/>
                  </a:lnTo>
                  <a:lnTo>
                    <a:pt x="5040921" y="361638"/>
                  </a:lnTo>
                  <a:lnTo>
                    <a:pt x="5117298" y="333836"/>
                  </a:lnTo>
                  <a:lnTo>
                    <a:pt x="5193676" y="306030"/>
                  </a:lnTo>
                  <a:lnTo>
                    <a:pt x="5270054" y="278221"/>
                  </a:lnTo>
                  <a:lnTo>
                    <a:pt x="5346431" y="250409"/>
                  </a:lnTo>
                  <a:lnTo>
                    <a:pt x="5422809" y="222594"/>
                  </a:lnTo>
                  <a:lnTo>
                    <a:pt x="5499186" y="194777"/>
                  </a:lnTo>
                  <a:lnTo>
                    <a:pt x="5575564" y="166958"/>
                  </a:lnTo>
                  <a:lnTo>
                    <a:pt x="5651942" y="139136"/>
                  </a:lnTo>
                  <a:lnTo>
                    <a:pt x="5728319" y="111313"/>
                  </a:lnTo>
                  <a:lnTo>
                    <a:pt x="5804697" y="83487"/>
                  </a:lnTo>
                  <a:lnTo>
                    <a:pt x="5881074" y="55660"/>
                  </a:lnTo>
                  <a:lnTo>
                    <a:pt x="5957452" y="27830"/>
                  </a:lnTo>
                  <a:lnTo>
                    <a:pt x="6033829" y="0"/>
                  </a:lnTo>
                  <a:lnTo>
                    <a:pt x="6033829" y="143157"/>
                  </a:lnTo>
                  <a:lnTo>
                    <a:pt x="5957452" y="168358"/>
                  </a:lnTo>
                  <a:lnTo>
                    <a:pt x="5881074" y="193560"/>
                  </a:lnTo>
                  <a:lnTo>
                    <a:pt x="5804697" y="218764"/>
                  </a:lnTo>
                  <a:lnTo>
                    <a:pt x="5728319" y="243970"/>
                  </a:lnTo>
                  <a:lnTo>
                    <a:pt x="5651942" y="269178"/>
                  </a:lnTo>
                  <a:lnTo>
                    <a:pt x="5575564" y="294388"/>
                  </a:lnTo>
                  <a:lnTo>
                    <a:pt x="5499186" y="319600"/>
                  </a:lnTo>
                  <a:lnTo>
                    <a:pt x="5422809" y="344815"/>
                  </a:lnTo>
                  <a:lnTo>
                    <a:pt x="5346431" y="370032"/>
                  </a:lnTo>
                  <a:lnTo>
                    <a:pt x="5270054" y="395252"/>
                  </a:lnTo>
                  <a:lnTo>
                    <a:pt x="5193676" y="420474"/>
                  </a:lnTo>
                  <a:lnTo>
                    <a:pt x="5117298" y="445700"/>
                  </a:lnTo>
                  <a:lnTo>
                    <a:pt x="5040921" y="470929"/>
                  </a:lnTo>
                  <a:lnTo>
                    <a:pt x="4964543" y="496161"/>
                  </a:lnTo>
                  <a:lnTo>
                    <a:pt x="4888166" y="521398"/>
                  </a:lnTo>
                  <a:lnTo>
                    <a:pt x="4811788" y="546638"/>
                  </a:lnTo>
                  <a:lnTo>
                    <a:pt x="4735410" y="571882"/>
                  </a:lnTo>
                  <a:lnTo>
                    <a:pt x="4659033" y="597132"/>
                  </a:lnTo>
                  <a:lnTo>
                    <a:pt x="4582655" y="622386"/>
                  </a:lnTo>
                  <a:lnTo>
                    <a:pt x="4506278" y="647646"/>
                  </a:lnTo>
                  <a:lnTo>
                    <a:pt x="4429900" y="672912"/>
                  </a:lnTo>
                  <a:lnTo>
                    <a:pt x="4353522" y="698184"/>
                  </a:lnTo>
                  <a:lnTo>
                    <a:pt x="4277145" y="723464"/>
                  </a:lnTo>
                  <a:lnTo>
                    <a:pt x="4200767" y="748751"/>
                  </a:lnTo>
                  <a:lnTo>
                    <a:pt x="4124390" y="774047"/>
                  </a:lnTo>
                  <a:lnTo>
                    <a:pt x="4048012" y="799352"/>
                  </a:lnTo>
                  <a:lnTo>
                    <a:pt x="3971634" y="824667"/>
                  </a:lnTo>
                  <a:lnTo>
                    <a:pt x="3895257" y="849993"/>
                  </a:lnTo>
                  <a:lnTo>
                    <a:pt x="3818879" y="875331"/>
                  </a:lnTo>
                  <a:lnTo>
                    <a:pt x="3742502" y="900683"/>
                  </a:lnTo>
                  <a:lnTo>
                    <a:pt x="3666124" y="926051"/>
                  </a:lnTo>
                  <a:lnTo>
                    <a:pt x="3589746" y="951434"/>
                  </a:lnTo>
                  <a:lnTo>
                    <a:pt x="3513369" y="976837"/>
                  </a:lnTo>
                  <a:lnTo>
                    <a:pt x="3436991" y="1002260"/>
                  </a:lnTo>
                  <a:lnTo>
                    <a:pt x="3360614" y="1027706"/>
                  </a:lnTo>
                  <a:lnTo>
                    <a:pt x="3284236" y="1053178"/>
                  </a:lnTo>
                  <a:lnTo>
                    <a:pt x="3207858" y="1078680"/>
                  </a:lnTo>
                  <a:lnTo>
                    <a:pt x="3131481" y="1104213"/>
                  </a:lnTo>
                  <a:lnTo>
                    <a:pt x="3055103" y="1129783"/>
                  </a:lnTo>
                  <a:lnTo>
                    <a:pt x="2978726" y="1155395"/>
                  </a:lnTo>
                  <a:lnTo>
                    <a:pt x="2902348" y="1181052"/>
                  </a:lnTo>
                  <a:lnTo>
                    <a:pt x="2825971" y="1206760"/>
                  </a:lnTo>
                  <a:lnTo>
                    <a:pt x="2749593" y="1232526"/>
                  </a:lnTo>
                  <a:lnTo>
                    <a:pt x="2673215" y="1258356"/>
                  </a:lnTo>
                  <a:lnTo>
                    <a:pt x="2596838" y="1284257"/>
                  </a:lnTo>
                  <a:lnTo>
                    <a:pt x="2520460" y="1310235"/>
                  </a:lnTo>
                  <a:lnTo>
                    <a:pt x="2444083" y="1336297"/>
                  </a:lnTo>
                  <a:lnTo>
                    <a:pt x="2367705" y="1362450"/>
                  </a:lnTo>
                  <a:lnTo>
                    <a:pt x="2291327" y="1388699"/>
                  </a:lnTo>
                  <a:lnTo>
                    <a:pt x="2214950" y="1415049"/>
                  </a:lnTo>
                  <a:lnTo>
                    <a:pt x="2138572" y="1441502"/>
                  </a:lnTo>
                  <a:lnTo>
                    <a:pt x="2062195" y="1468059"/>
                  </a:lnTo>
                  <a:lnTo>
                    <a:pt x="1985817" y="1494720"/>
                  </a:lnTo>
                  <a:lnTo>
                    <a:pt x="1909439" y="1521483"/>
                  </a:lnTo>
                  <a:lnTo>
                    <a:pt x="1833062" y="1548342"/>
                  </a:lnTo>
                  <a:lnTo>
                    <a:pt x="1756684" y="1575294"/>
                  </a:lnTo>
                  <a:lnTo>
                    <a:pt x="1680307" y="1602331"/>
                  </a:lnTo>
                  <a:lnTo>
                    <a:pt x="1603929" y="1629447"/>
                  </a:lnTo>
                  <a:lnTo>
                    <a:pt x="1527551" y="1656635"/>
                  </a:lnTo>
                  <a:lnTo>
                    <a:pt x="1451174" y="1683888"/>
                  </a:lnTo>
                  <a:lnTo>
                    <a:pt x="1374796" y="1711200"/>
                  </a:lnTo>
                  <a:lnTo>
                    <a:pt x="1298419" y="1738564"/>
                  </a:lnTo>
                  <a:lnTo>
                    <a:pt x="1222041" y="1765976"/>
                  </a:lnTo>
                  <a:lnTo>
                    <a:pt x="1145663" y="1793429"/>
                  </a:lnTo>
                  <a:lnTo>
                    <a:pt x="1069286" y="1820920"/>
                  </a:lnTo>
                  <a:lnTo>
                    <a:pt x="992908" y="1848444"/>
                  </a:lnTo>
                  <a:lnTo>
                    <a:pt x="916531" y="1875998"/>
                  </a:lnTo>
                  <a:lnTo>
                    <a:pt x="840153" y="1903578"/>
                  </a:lnTo>
                  <a:lnTo>
                    <a:pt x="763775" y="1931182"/>
                  </a:lnTo>
                  <a:lnTo>
                    <a:pt x="687398" y="1958807"/>
                  </a:lnTo>
                  <a:lnTo>
                    <a:pt x="611020" y="1986452"/>
                  </a:lnTo>
                  <a:lnTo>
                    <a:pt x="534643" y="2014113"/>
                  </a:lnTo>
                  <a:lnTo>
                    <a:pt x="458265" y="2041789"/>
                  </a:lnTo>
                  <a:lnTo>
                    <a:pt x="381887" y="2069480"/>
                  </a:lnTo>
                  <a:lnTo>
                    <a:pt x="305510" y="2097183"/>
                  </a:lnTo>
                  <a:lnTo>
                    <a:pt x="229132" y="2124897"/>
                  </a:lnTo>
                  <a:lnTo>
                    <a:pt x="152755" y="2152622"/>
                  </a:lnTo>
                  <a:lnTo>
                    <a:pt x="76377" y="2180356"/>
                  </a:lnTo>
                  <a:lnTo>
                    <a:pt x="0" y="2208099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985667" y="2659304"/>
              <a:ext cx="6033829" cy="2124553"/>
            </a:xfrm>
            <a:custGeom>
              <a:avLst/>
              <a:pathLst>
                <a:path w="6033829" h="2124553">
                  <a:moveTo>
                    <a:pt x="0" y="2124553"/>
                  </a:moveTo>
                  <a:lnTo>
                    <a:pt x="76377" y="2099264"/>
                  </a:lnTo>
                  <a:lnTo>
                    <a:pt x="152755" y="2073967"/>
                  </a:lnTo>
                  <a:lnTo>
                    <a:pt x="229132" y="2048660"/>
                  </a:lnTo>
                  <a:lnTo>
                    <a:pt x="305510" y="2023343"/>
                  </a:lnTo>
                  <a:lnTo>
                    <a:pt x="381887" y="1998014"/>
                  </a:lnTo>
                  <a:lnTo>
                    <a:pt x="458265" y="1972673"/>
                  </a:lnTo>
                  <a:lnTo>
                    <a:pt x="534643" y="1947318"/>
                  </a:lnTo>
                  <a:lnTo>
                    <a:pt x="611020" y="1921948"/>
                  </a:lnTo>
                  <a:lnTo>
                    <a:pt x="687398" y="1896560"/>
                  </a:lnTo>
                  <a:lnTo>
                    <a:pt x="763775" y="1871154"/>
                  </a:lnTo>
                  <a:lnTo>
                    <a:pt x="840153" y="1845726"/>
                  </a:lnTo>
                  <a:lnTo>
                    <a:pt x="916531" y="1820275"/>
                  </a:lnTo>
                  <a:lnTo>
                    <a:pt x="992908" y="1794797"/>
                  </a:lnTo>
                  <a:lnTo>
                    <a:pt x="1069286" y="1769290"/>
                  </a:lnTo>
                  <a:lnTo>
                    <a:pt x="1145663" y="1743749"/>
                  </a:lnTo>
                  <a:lnTo>
                    <a:pt x="1222041" y="1718171"/>
                  </a:lnTo>
                  <a:lnTo>
                    <a:pt x="1298419" y="1692551"/>
                  </a:lnTo>
                  <a:lnTo>
                    <a:pt x="1374796" y="1666884"/>
                  </a:lnTo>
                  <a:lnTo>
                    <a:pt x="1451174" y="1641164"/>
                  </a:lnTo>
                  <a:lnTo>
                    <a:pt x="1527551" y="1615386"/>
                  </a:lnTo>
                  <a:lnTo>
                    <a:pt x="1603929" y="1589542"/>
                  </a:lnTo>
                  <a:lnTo>
                    <a:pt x="1680307" y="1563626"/>
                  </a:lnTo>
                  <a:lnTo>
                    <a:pt x="1756684" y="1537632"/>
                  </a:lnTo>
                  <a:lnTo>
                    <a:pt x="1833062" y="1511552"/>
                  </a:lnTo>
                  <a:lnTo>
                    <a:pt x="1909439" y="1485380"/>
                  </a:lnTo>
                  <a:lnTo>
                    <a:pt x="1985817" y="1459110"/>
                  </a:lnTo>
                  <a:lnTo>
                    <a:pt x="2062195" y="1432740"/>
                  </a:lnTo>
                  <a:lnTo>
                    <a:pt x="2138572" y="1406266"/>
                  </a:lnTo>
                  <a:lnTo>
                    <a:pt x="2214950" y="1379687"/>
                  </a:lnTo>
                  <a:lnTo>
                    <a:pt x="2291327" y="1353005"/>
                  </a:lnTo>
                  <a:lnTo>
                    <a:pt x="2367705" y="1326223"/>
                  </a:lnTo>
                  <a:lnTo>
                    <a:pt x="2444083" y="1299344"/>
                  </a:lnTo>
                  <a:lnTo>
                    <a:pt x="2520460" y="1272375"/>
                  </a:lnTo>
                  <a:lnTo>
                    <a:pt x="2596838" y="1245321"/>
                  </a:lnTo>
                  <a:lnTo>
                    <a:pt x="2673215" y="1218190"/>
                  </a:lnTo>
                  <a:lnTo>
                    <a:pt x="2749593" y="1190989"/>
                  </a:lnTo>
                  <a:lnTo>
                    <a:pt x="2825971" y="1163723"/>
                  </a:lnTo>
                  <a:lnTo>
                    <a:pt x="2902348" y="1136400"/>
                  </a:lnTo>
                  <a:lnTo>
                    <a:pt x="2978726" y="1109025"/>
                  </a:lnTo>
                  <a:lnTo>
                    <a:pt x="3055103" y="1081605"/>
                  </a:lnTo>
                  <a:lnTo>
                    <a:pt x="3131481" y="1054144"/>
                  </a:lnTo>
                  <a:lnTo>
                    <a:pt x="3207858" y="1026646"/>
                  </a:lnTo>
                  <a:lnTo>
                    <a:pt x="3284236" y="999115"/>
                  </a:lnTo>
                  <a:lnTo>
                    <a:pt x="3360614" y="971556"/>
                  </a:lnTo>
                  <a:lnTo>
                    <a:pt x="3436991" y="943970"/>
                  </a:lnTo>
                  <a:lnTo>
                    <a:pt x="3513369" y="916362"/>
                  </a:lnTo>
                  <a:lnTo>
                    <a:pt x="3589746" y="888733"/>
                  </a:lnTo>
                  <a:lnTo>
                    <a:pt x="3666124" y="861085"/>
                  </a:lnTo>
                  <a:lnTo>
                    <a:pt x="3742502" y="833421"/>
                  </a:lnTo>
                  <a:lnTo>
                    <a:pt x="3818879" y="805741"/>
                  </a:lnTo>
                  <a:lnTo>
                    <a:pt x="3895257" y="778048"/>
                  </a:lnTo>
                  <a:lnTo>
                    <a:pt x="3971634" y="750343"/>
                  </a:lnTo>
                  <a:lnTo>
                    <a:pt x="4048012" y="722626"/>
                  </a:lnTo>
                  <a:lnTo>
                    <a:pt x="4124390" y="694899"/>
                  </a:lnTo>
                  <a:lnTo>
                    <a:pt x="4200767" y="667163"/>
                  </a:lnTo>
                  <a:lnTo>
                    <a:pt x="4277145" y="639419"/>
                  </a:lnTo>
                  <a:lnTo>
                    <a:pt x="4353522" y="611667"/>
                  </a:lnTo>
                  <a:lnTo>
                    <a:pt x="4429900" y="583908"/>
                  </a:lnTo>
                  <a:lnTo>
                    <a:pt x="4506278" y="556142"/>
                  </a:lnTo>
                  <a:lnTo>
                    <a:pt x="4582655" y="528370"/>
                  </a:lnTo>
                  <a:lnTo>
                    <a:pt x="4659033" y="500593"/>
                  </a:lnTo>
                  <a:lnTo>
                    <a:pt x="4735410" y="472811"/>
                  </a:lnTo>
                  <a:lnTo>
                    <a:pt x="4811788" y="445024"/>
                  </a:lnTo>
                  <a:lnTo>
                    <a:pt x="4888166" y="417233"/>
                  </a:lnTo>
                  <a:lnTo>
                    <a:pt x="4964543" y="389437"/>
                  </a:lnTo>
                  <a:lnTo>
                    <a:pt x="5040921" y="361638"/>
                  </a:lnTo>
                  <a:lnTo>
                    <a:pt x="5117298" y="333836"/>
                  </a:lnTo>
                  <a:lnTo>
                    <a:pt x="5193676" y="306030"/>
                  </a:lnTo>
                  <a:lnTo>
                    <a:pt x="5270054" y="278221"/>
                  </a:lnTo>
                  <a:lnTo>
                    <a:pt x="5346431" y="250409"/>
                  </a:lnTo>
                  <a:lnTo>
                    <a:pt x="5422809" y="222594"/>
                  </a:lnTo>
                  <a:lnTo>
                    <a:pt x="5499186" y="194777"/>
                  </a:lnTo>
                  <a:lnTo>
                    <a:pt x="5575564" y="166958"/>
                  </a:lnTo>
                  <a:lnTo>
                    <a:pt x="5651942" y="139136"/>
                  </a:lnTo>
                  <a:lnTo>
                    <a:pt x="5728319" y="111313"/>
                  </a:lnTo>
                  <a:lnTo>
                    <a:pt x="5804697" y="83487"/>
                  </a:lnTo>
                  <a:lnTo>
                    <a:pt x="5881074" y="55660"/>
                  </a:lnTo>
                  <a:lnTo>
                    <a:pt x="5957452" y="27830"/>
                  </a:lnTo>
                  <a:lnTo>
                    <a:pt x="603382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985667" y="2802461"/>
              <a:ext cx="6033829" cy="2064942"/>
            </a:xfrm>
            <a:custGeom>
              <a:avLst/>
              <a:pathLst>
                <a:path w="6033829" h="2064942">
                  <a:moveTo>
                    <a:pt x="6033829" y="0"/>
                  </a:moveTo>
                  <a:lnTo>
                    <a:pt x="5957452" y="25200"/>
                  </a:lnTo>
                  <a:lnTo>
                    <a:pt x="5881074" y="50403"/>
                  </a:lnTo>
                  <a:lnTo>
                    <a:pt x="5804697" y="75607"/>
                  </a:lnTo>
                  <a:lnTo>
                    <a:pt x="5728319" y="100813"/>
                  </a:lnTo>
                  <a:lnTo>
                    <a:pt x="5651942" y="126021"/>
                  </a:lnTo>
                  <a:lnTo>
                    <a:pt x="5575564" y="151231"/>
                  </a:lnTo>
                  <a:lnTo>
                    <a:pt x="5499186" y="176443"/>
                  </a:lnTo>
                  <a:lnTo>
                    <a:pt x="5422809" y="201657"/>
                  </a:lnTo>
                  <a:lnTo>
                    <a:pt x="5346431" y="226875"/>
                  </a:lnTo>
                  <a:lnTo>
                    <a:pt x="5270054" y="252094"/>
                  </a:lnTo>
                  <a:lnTo>
                    <a:pt x="5193676" y="277317"/>
                  </a:lnTo>
                  <a:lnTo>
                    <a:pt x="5117298" y="302543"/>
                  </a:lnTo>
                  <a:lnTo>
                    <a:pt x="5040921" y="327772"/>
                  </a:lnTo>
                  <a:lnTo>
                    <a:pt x="4964543" y="353004"/>
                  </a:lnTo>
                  <a:lnTo>
                    <a:pt x="4888166" y="378240"/>
                  </a:lnTo>
                  <a:lnTo>
                    <a:pt x="4811788" y="403480"/>
                  </a:lnTo>
                  <a:lnTo>
                    <a:pt x="4735410" y="428725"/>
                  </a:lnTo>
                  <a:lnTo>
                    <a:pt x="4659033" y="453974"/>
                  </a:lnTo>
                  <a:lnTo>
                    <a:pt x="4582655" y="479229"/>
                  </a:lnTo>
                  <a:lnTo>
                    <a:pt x="4506278" y="504489"/>
                  </a:lnTo>
                  <a:lnTo>
                    <a:pt x="4429900" y="529755"/>
                  </a:lnTo>
                  <a:lnTo>
                    <a:pt x="4353522" y="555027"/>
                  </a:lnTo>
                  <a:lnTo>
                    <a:pt x="4277145" y="580307"/>
                  </a:lnTo>
                  <a:lnTo>
                    <a:pt x="4200767" y="605594"/>
                  </a:lnTo>
                  <a:lnTo>
                    <a:pt x="4124390" y="630889"/>
                  </a:lnTo>
                  <a:lnTo>
                    <a:pt x="4048012" y="656194"/>
                  </a:lnTo>
                  <a:lnTo>
                    <a:pt x="3971634" y="681509"/>
                  </a:lnTo>
                  <a:lnTo>
                    <a:pt x="3895257" y="706836"/>
                  </a:lnTo>
                  <a:lnTo>
                    <a:pt x="3818879" y="732174"/>
                  </a:lnTo>
                  <a:lnTo>
                    <a:pt x="3742502" y="757526"/>
                  </a:lnTo>
                  <a:lnTo>
                    <a:pt x="3666124" y="782893"/>
                  </a:lnTo>
                  <a:lnTo>
                    <a:pt x="3589746" y="808277"/>
                  </a:lnTo>
                  <a:lnTo>
                    <a:pt x="3513369" y="833679"/>
                  </a:lnTo>
                  <a:lnTo>
                    <a:pt x="3436991" y="859103"/>
                  </a:lnTo>
                  <a:lnTo>
                    <a:pt x="3360614" y="884549"/>
                  </a:lnTo>
                  <a:lnTo>
                    <a:pt x="3284236" y="910021"/>
                  </a:lnTo>
                  <a:lnTo>
                    <a:pt x="3207858" y="935522"/>
                  </a:lnTo>
                  <a:lnTo>
                    <a:pt x="3131481" y="961056"/>
                  </a:lnTo>
                  <a:lnTo>
                    <a:pt x="3055103" y="986626"/>
                  </a:lnTo>
                  <a:lnTo>
                    <a:pt x="2978726" y="1012237"/>
                  </a:lnTo>
                  <a:lnTo>
                    <a:pt x="2902348" y="1037894"/>
                  </a:lnTo>
                  <a:lnTo>
                    <a:pt x="2825971" y="1063603"/>
                  </a:lnTo>
                  <a:lnTo>
                    <a:pt x="2749593" y="1089369"/>
                  </a:lnTo>
                  <a:lnTo>
                    <a:pt x="2673215" y="1115199"/>
                  </a:lnTo>
                  <a:lnTo>
                    <a:pt x="2596838" y="1141099"/>
                  </a:lnTo>
                  <a:lnTo>
                    <a:pt x="2520460" y="1167077"/>
                  </a:lnTo>
                  <a:lnTo>
                    <a:pt x="2444083" y="1193140"/>
                  </a:lnTo>
                  <a:lnTo>
                    <a:pt x="2367705" y="1219293"/>
                  </a:lnTo>
                  <a:lnTo>
                    <a:pt x="2291327" y="1245542"/>
                  </a:lnTo>
                  <a:lnTo>
                    <a:pt x="2214950" y="1271891"/>
                  </a:lnTo>
                  <a:lnTo>
                    <a:pt x="2138572" y="1298344"/>
                  </a:lnTo>
                  <a:lnTo>
                    <a:pt x="2062195" y="1324902"/>
                  </a:lnTo>
                  <a:lnTo>
                    <a:pt x="1985817" y="1351563"/>
                  </a:lnTo>
                  <a:lnTo>
                    <a:pt x="1909439" y="1378325"/>
                  </a:lnTo>
                  <a:lnTo>
                    <a:pt x="1833062" y="1405185"/>
                  </a:lnTo>
                  <a:lnTo>
                    <a:pt x="1756684" y="1432136"/>
                  </a:lnTo>
                  <a:lnTo>
                    <a:pt x="1680307" y="1459173"/>
                  </a:lnTo>
                  <a:lnTo>
                    <a:pt x="1603929" y="1486289"/>
                  </a:lnTo>
                  <a:lnTo>
                    <a:pt x="1527551" y="1513477"/>
                  </a:lnTo>
                  <a:lnTo>
                    <a:pt x="1451174" y="1540730"/>
                  </a:lnTo>
                  <a:lnTo>
                    <a:pt x="1374796" y="1568042"/>
                  </a:lnTo>
                  <a:lnTo>
                    <a:pt x="1298419" y="1595407"/>
                  </a:lnTo>
                  <a:lnTo>
                    <a:pt x="1222041" y="1622818"/>
                  </a:lnTo>
                  <a:lnTo>
                    <a:pt x="1145663" y="1650272"/>
                  </a:lnTo>
                  <a:lnTo>
                    <a:pt x="1069286" y="1677763"/>
                  </a:lnTo>
                  <a:lnTo>
                    <a:pt x="992908" y="1705287"/>
                  </a:lnTo>
                  <a:lnTo>
                    <a:pt x="916531" y="1732841"/>
                  </a:lnTo>
                  <a:lnTo>
                    <a:pt x="840153" y="1760421"/>
                  </a:lnTo>
                  <a:lnTo>
                    <a:pt x="763775" y="1788025"/>
                  </a:lnTo>
                  <a:lnTo>
                    <a:pt x="687398" y="1815650"/>
                  </a:lnTo>
                  <a:lnTo>
                    <a:pt x="611020" y="1843294"/>
                  </a:lnTo>
                  <a:lnTo>
                    <a:pt x="534643" y="1870955"/>
                  </a:lnTo>
                  <a:lnTo>
                    <a:pt x="458265" y="1898632"/>
                  </a:lnTo>
                  <a:lnTo>
                    <a:pt x="381887" y="1926323"/>
                  </a:lnTo>
                  <a:lnTo>
                    <a:pt x="305510" y="1954026"/>
                  </a:lnTo>
                  <a:lnTo>
                    <a:pt x="229132" y="1981740"/>
                  </a:lnTo>
                  <a:lnTo>
                    <a:pt x="152755" y="2009465"/>
                  </a:lnTo>
                  <a:lnTo>
                    <a:pt x="76377" y="2037199"/>
                  </a:lnTo>
                  <a:lnTo>
                    <a:pt x="0" y="20649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985667" y="2730883"/>
              <a:ext cx="6033829" cy="2094747"/>
            </a:xfrm>
            <a:custGeom>
              <a:avLst/>
              <a:pathLst>
                <a:path w="6033829" h="2094747">
                  <a:moveTo>
                    <a:pt x="0" y="2094747"/>
                  </a:moveTo>
                  <a:lnTo>
                    <a:pt x="76377" y="2068232"/>
                  </a:lnTo>
                  <a:lnTo>
                    <a:pt x="152755" y="2041716"/>
                  </a:lnTo>
                  <a:lnTo>
                    <a:pt x="229132" y="2015200"/>
                  </a:lnTo>
                  <a:lnTo>
                    <a:pt x="305510" y="1988684"/>
                  </a:lnTo>
                  <a:lnTo>
                    <a:pt x="381887" y="1962168"/>
                  </a:lnTo>
                  <a:lnTo>
                    <a:pt x="458265" y="1935653"/>
                  </a:lnTo>
                  <a:lnTo>
                    <a:pt x="534643" y="1909137"/>
                  </a:lnTo>
                  <a:lnTo>
                    <a:pt x="611020" y="1882621"/>
                  </a:lnTo>
                  <a:lnTo>
                    <a:pt x="687398" y="1856105"/>
                  </a:lnTo>
                  <a:lnTo>
                    <a:pt x="763775" y="1829589"/>
                  </a:lnTo>
                  <a:lnTo>
                    <a:pt x="840153" y="1803074"/>
                  </a:lnTo>
                  <a:lnTo>
                    <a:pt x="916531" y="1776558"/>
                  </a:lnTo>
                  <a:lnTo>
                    <a:pt x="992908" y="1750042"/>
                  </a:lnTo>
                  <a:lnTo>
                    <a:pt x="1069286" y="1723526"/>
                  </a:lnTo>
                  <a:lnTo>
                    <a:pt x="1145663" y="1697010"/>
                  </a:lnTo>
                  <a:lnTo>
                    <a:pt x="1222041" y="1670495"/>
                  </a:lnTo>
                  <a:lnTo>
                    <a:pt x="1298419" y="1643979"/>
                  </a:lnTo>
                  <a:lnTo>
                    <a:pt x="1374796" y="1617463"/>
                  </a:lnTo>
                  <a:lnTo>
                    <a:pt x="1451174" y="1590947"/>
                  </a:lnTo>
                  <a:lnTo>
                    <a:pt x="1527551" y="1564431"/>
                  </a:lnTo>
                  <a:lnTo>
                    <a:pt x="1603929" y="1537916"/>
                  </a:lnTo>
                  <a:lnTo>
                    <a:pt x="1680307" y="1511400"/>
                  </a:lnTo>
                  <a:lnTo>
                    <a:pt x="1756684" y="1484884"/>
                  </a:lnTo>
                  <a:lnTo>
                    <a:pt x="1833062" y="1458368"/>
                  </a:lnTo>
                  <a:lnTo>
                    <a:pt x="1909439" y="1431852"/>
                  </a:lnTo>
                  <a:lnTo>
                    <a:pt x="1985817" y="1405337"/>
                  </a:lnTo>
                  <a:lnTo>
                    <a:pt x="2062195" y="1378821"/>
                  </a:lnTo>
                  <a:lnTo>
                    <a:pt x="2138572" y="1352305"/>
                  </a:lnTo>
                  <a:lnTo>
                    <a:pt x="2214950" y="1325789"/>
                  </a:lnTo>
                  <a:lnTo>
                    <a:pt x="2291327" y="1299273"/>
                  </a:lnTo>
                  <a:lnTo>
                    <a:pt x="2367705" y="1272758"/>
                  </a:lnTo>
                  <a:lnTo>
                    <a:pt x="2444083" y="1246242"/>
                  </a:lnTo>
                  <a:lnTo>
                    <a:pt x="2520460" y="1219726"/>
                  </a:lnTo>
                  <a:lnTo>
                    <a:pt x="2596838" y="1193210"/>
                  </a:lnTo>
                  <a:lnTo>
                    <a:pt x="2673215" y="1166695"/>
                  </a:lnTo>
                  <a:lnTo>
                    <a:pt x="2749593" y="1140179"/>
                  </a:lnTo>
                  <a:lnTo>
                    <a:pt x="2825971" y="1113663"/>
                  </a:lnTo>
                  <a:lnTo>
                    <a:pt x="2902348" y="1087147"/>
                  </a:lnTo>
                  <a:lnTo>
                    <a:pt x="2978726" y="1060631"/>
                  </a:lnTo>
                  <a:lnTo>
                    <a:pt x="3055103" y="1034116"/>
                  </a:lnTo>
                  <a:lnTo>
                    <a:pt x="3131481" y="1007600"/>
                  </a:lnTo>
                  <a:lnTo>
                    <a:pt x="3207858" y="981084"/>
                  </a:lnTo>
                  <a:lnTo>
                    <a:pt x="3284236" y="954568"/>
                  </a:lnTo>
                  <a:lnTo>
                    <a:pt x="3360614" y="928052"/>
                  </a:lnTo>
                  <a:lnTo>
                    <a:pt x="3436991" y="901537"/>
                  </a:lnTo>
                  <a:lnTo>
                    <a:pt x="3513369" y="875021"/>
                  </a:lnTo>
                  <a:lnTo>
                    <a:pt x="3589746" y="848505"/>
                  </a:lnTo>
                  <a:lnTo>
                    <a:pt x="3666124" y="821989"/>
                  </a:lnTo>
                  <a:lnTo>
                    <a:pt x="3742502" y="795473"/>
                  </a:lnTo>
                  <a:lnTo>
                    <a:pt x="3818879" y="768958"/>
                  </a:lnTo>
                  <a:lnTo>
                    <a:pt x="3895257" y="742442"/>
                  </a:lnTo>
                  <a:lnTo>
                    <a:pt x="3971634" y="715926"/>
                  </a:lnTo>
                  <a:lnTo>
                    <a:pt x="4048012" y="689410"/>
                  </a:lnTo>
                  <a:lnTo>
                    <a:pt x="4124390" y="662894"/>
                  </a:lnTo>
                  <a:lnTo>
                    <a:pt x="4200767" y="636379"/>
                  </a:lnTo>
                  <a:lnTo>
                    <a:pt x="4277145" y="609863"/>
                  </a:lnTo>
                  <a:lnTo>
                    <a:pt x="4353522" y="583347"/>
                  </a:lnTo>
                  <a:lnTo>
                    <a:pt x="4429900" y="556831"/>
                  </a:lnTo>
                  <a:lnTo>
                    <a:pt x="4506278" y="530315"/>
                  </a:lnTo>
                  <a:lnTo>
                    <a:pt x="4582655" y="503800"/>
                  </a:lnTo>
                  <a:lnTo>
                    <a:pt x="4659033" y="477284"/>
                  </a:lnTo>
                  <a:lnTo>
                    <a:pt x="4735410" y="450768"/>
                  </a:lnTo>
                  <a:lnTo>
                    <a:pt x="4811788" y="424252"/>
                  </a:lnTo>
                  <a:lnTo>
                    <a:pt x="4888166" y="397736"/>
                  </a:lnTo>
                  <a:lnTo>
                    <a:pt x="4964543" y="371221"/>
                  </a:lnTo>
                  <a:lnTo>
                    <a:pt x="5040921" y="344705"/>
                  </a:lnTo>
                  <a:lnTo>
                    <a:pt x="5117298" y="318189"/>
                  </a:lnTo>
                  <a:lnTo>
                    <a:pt x="5193676" y="291673"/>
                  </a:lnTo>
                  <a:lnTo>
                    <a:pt x="5270054" y="265157"/>
                  </a:lnTo>
                  <a:lnTo>
                    <a:pt x="5346431" y="238642"/>
                  </a:lnTo>
                  <a:lnTo>
                    <a:pt x="5422809" y="212126"/>
                  </a:lnTo>
                  <a:lnTo>
                    <a:pt x="5499186" y="185610"/>
                  </a:lnTo>
                  <a:lnTo>
                    <a:pt x="5575564" y="159094"/>
                  </a:lnTo>
                  <a:lnTo>
                    <a:pt x="5651942" y="132578"/>
                  </a:lnTo>
                  <a:lnTo>
                    <a:pt x="5728319" y="106063"/>
                  </a:lnTo>
                  <a:lnTo>
                    <a:pt x="5804697" y="79547"/>
                  </a:lnTo>
                  <a:lnTo>
                    <a:pt x="5881074" y="53031"/>
                  </a:lnTo>
                  <a:lnTo>
                    <a:pt x="5957452" y="26515"/>
                  </a:lnTo>
                  <a:lnTo>
                    <a:pt x="6033829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2425754" y="2928084"/>
              <a:ext cx="6191456" cy="1817128"/>
            </a:xfrm>
            <a:custGeom>
              <a:avLst/>
              <a:pathLst>
                <a:path w="6191456" h="1817128">
                  <a:moveTo>
                    <a:pt x="0" y="1669429"/>
                  </a:moveTo>
                  <a:lnTo>
                    <a:pt x="157354" y="1630708"/>
                  </a:lnTo>
                  <a:lnTo>
                    <a:pt x="314709" y="1591943"/>
                  </a:lnTo>
                  <a:lnTo>
                    <a:pt x="472064" y="1553128"/>
                  </a:lnTo>
                  <a:lnTo>
                    <a:pt x="629419" y="1514254"/>
                  </a:lnTo>
                  <a:lnTo>
                    <a:pt x="786774" y="1475312"/>
                  </a:lnTo>
                  <a:lnTo>
                    <a:pt x="944129" y="1436290"/>
                  </a:lnTo>
                  <a:lnTo>
                    <a:pt x="1101484" y="1397174"/>
                  </a:lnTo>
                  <a:lnTo>
                    <a:pt x="1258839" y="1357946"/>
                  </a:lnTo>
                  <a:lnTo>
                    <a:pt x="1416194" y="1318587"/>
                  </a:lnTo>
                  <a:lnTo>
                    <a:pt x="1573548" y="1279072"/>
                  </a:lnTo>
                  <a:lnTo>
                    <a:pt x="1730903" y="1239372"/>
                  </a:lnTo>
                  <a:lnTo>
                    <a:pt x="1888258" y="1199452"/>
                  </a:lnTo>
                  <a:lnTo>
                    <a:pt x="2045613" y="1159275"/>
                  </a:lnTo>
                  <a:lnTo>
                    <a:pt x="2202968" y="1118801"/>
                  </a:lnTo>
                  <a:lnTo>
                    <a:pt x="2360323" y="1077987"/>
                  </a:lnTo>
                  <a:lnTo>
                    <a:pt x="2517678" y="1036795"/>
                  </a:lnTo>
                  <a:lnTo>
                    <a:pt x="2675033" y="995195"/>
                  </a:lnTo>
                  <a:lnTo>
                    <a:pt x="2832388" y="953171"/>
                  </a:lnTo>
                  <a:lnTo>
                    <a:pt x="2989743" y="910719"/>
                  </a:lnTo>
                  <a:lnTo>
                    <a:pt x="3147097" y="867856"/>
                  </a:lnTo>
                  <a:lnTo>
                    <a:pt x="3304452" y="824608"/>
                  </a:lnTo>
                  <a:lnTo>
                    <a:pt x="3461807" y="781013"/>
                  </a:lnTo>
                  <a:lnTo>
                    <a:pt x="3619162" y="737112"/>
                  </a:lnTo>
                  <a:lnTo>
                    <a:pt x="3776517" y="692946"/>
                  </a:lnTo>
                  <a:lnTo>
                    <a:pt x="3933872" y="648554"/>
                  </a:lnTo>
                  <a:lnTo>
                    <a:pt x="4091227" y="603970"/>
                  </a:lnTo>
                  <a:lnTo>
                    <a:pt x="4248582" y="559225"/>
                  </a:lnTo>
                  <a:lnTo>
                    <a:pt x="4405937" y="514344"/>
                  </a:lnTo>
                  <a:lnTo>
                    <a:pt x="4563291" y="469348"/>
                  </a:lnTo>
                  <a:lnTo>
                    <a:pt x="4720646" y="424255"/>
                  </a:lnTo>
                  <a:lnTo>
                    <a:pt x="4878001" y="379080"/>
                  </a:lnTo>
                  <a:lnTo>
                    <a:pt x="5035356" y="333834"/>
                  </a:lnTo>
                  <a:lnTo>
                    <a:pt x="5192711" y="288528"/>
                  </a:lnTo>
                  <a:lnTo>
                    <a:pt x="5350066" y="243170"/>
                  </a:lnTo>
                  <a:lnTo>
                    <a:pt x="5507421" y="197767"/>
                  </a:lnTo>
                  <a:lnTo>
                    <a:pt x="5664776" y="152325"/>
                  </a:lnTo>
                  <a:lnTo>
                    <a:pt x="5822131" y="106849"/>
                  </a:lnTo>
                  <a:lnTo>
                    <a:pt x="5979486" y="61343"/>
                  </a:lnTo>
                  <a:lnTo>
                    <a:pt x="6136840" y="15811"/>
                  </a:lnTo>
                  <a:lnTo>
                    <a:pt x="6191456" y="0"/>
                  </a:lnTo>
                  <a:lnTo>
                    <a:pt x="6191456" y="176204"/>
                  </a:lnTo>
                  <a:lnTo>
                    <a:pt x="6136840" y="189594"/>
                  </a:lnTo>
                  <a:lnTo>
                    <a:pt x="5979486" y="228194"/>
                  </a:lnTo>
                  <a:lnTo>
                    <a:pt x="5822131" y="266820"/>
                  </a:lnTo>
                  <a:lnTo>
                    <a:pt x="5664776" y="305476"/>
                  </a:lnTo>
                  <a:lnTo>
                    <a:pt x="5507421" y="344166"/>
                  </a:lnTo>
                  <a:lnTo>
                    <a:pt x="5350066" y="382896"/>
                  </a:lnTo>
                  <a:lnTo>
                    <a:pt x="5192711" y="421670"/>
                  </a:lnTo>
                  <a:lnTo>
                    <a:pt x="5035356" y="460496"/>
                  </a:lnTo>
                  <a:lnTo>
                    <a:pt x="4878001" y="499382"/>
                  </a:lnTo>
                  <a:lnTo>
                    <a:pt x="4720646" y="538339"/>
                  </a:lnTo>
                  <a:lnTo>
                    <a:pt x="4563291" y="577378"/>
                  </a:lnTo>
                  <a:lnTo>
                    <a:pt x="4405937" y="616514"/>
                  </a:lnTo>
                  <a:lnTo>
                    <a:pt x="4248582" y="655765"/>
                  </a:lnTo>
                  <a:lnTo>
                    <a:pt x="4091227" y="695152"/>
                  </a:lnTo>
                  <a:lnTo>
                    <a:pt x="3933872" y="734701"/>
                  </a:lnTo>
                  <a:lnTo>
                    <a:pt x="3776517" y="774441"/>
                  </a:lnTo>
                  <a:lnTo>
                    <a:pt x="3619162" y="814407"/>
                  </a:lnTo>
                  <a:lnTo>
                    <a:pt x="3461807" y="854638"/>
                  </a:lnTo>
                  <a:lnTo>
                    <a:pt x="3304452" y="895175"/>
                  </a:lnTo>
                  <a:lnTo>
                    <a:pt x="3147097" y="936059"/>
                  </a:lnTo>
                  <a:lnTo>
                    <a:pt x="2989743" y="977328"/>
                  </a:lnTo>
                  <a:lnTo>
                    <a:pt x="2832388" y="1019009"/>
                  </a:lnTo>
                  <a:lnTo>
                    <a:pt x="2675033" y="1061116"/>
                  </a:lnTo>
                  <a:lnTo>
                    <a:pt x="2517678" y="1103649"/>
                  </a:lnTo>
                  <a:lnTo>
                    <a:pt x="2360323" y="1146589"/>
                  </a:lnTo>
                  <a:lnTo>
                    <a:pt x="2202968" y="1189907"/>
                  </a:lnTo>
                  <a:lnTo>
                    <a:pt x="2045613" y="1233564"/>
                  </a:lnTo>
                  <a:lnTo>
                    <a:pt x="1888258" y="1277520"/>
                  </a:lnTo>
                  <a:lnTo>
                    <a:pt x="1730903" y="1321732"/>
                  </a:lnTo>
                  <a:lnTo>
                    <a:pt x="1573548" y="1366164"/>
                  </a:lnTo>
                  <a:lnTo>
                    <a:pt x="1416194" y="1410781"/>
                  </a:lnTo>
                  <a:lnTo>
                    <a:pt x="1258839" y="1455554"/>
                  </a:lnTo>
                  <a:lnTo>
                    <a:pt x="1101484" y="1500459"/>
                  </a:lnTo>
                  <a:lnTo>
                    <a:pt x="944129" y="1545475"/>
                  </a:lnTo>
                  <a:lnTo>
                    <a:pt x="786774" y="1590585"/>
                  </a:lnTo>
                  <a:lnTo>
                    <a:pt x="629419" y="1635775"/>
                  </a:lnTo>
                  <a:lnTo>
                    <a:pt x="472064" y="1681033"/>
                  </a:lnTo>
                  <a:lnTo>
                    <a:pt x="314709" y="1726350"/>
                  </a:lnTo>
                  <a:lnTo>
                    <a:pt x="157354" y="1771717"/>
                  </a:lnTo>
                  <a:lnTo>
                    <a:pt x="0" y="1817128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2425754" y="2928084"/>
              <a:ext cx="6191456" cy="1669429"/>
            </a:xfrm>
            <a:custGeom>
              <a:avLst/>
              <a:pathLst>
                <a:path w="6191456" h="1669429">
                  <a:moveTo>
                    <a:pt x="0" y="1669429"/>
                  </a:moveTo>
                  <a:lnTo>
                    <a:pt x="157354" y="1630708"/>
                  </a:lnTo>
                  <a:lnTo>
                    <a:pt x="314709" y="1591943"/>
                  </a:lnTo>
                  <a:lnTo>
                    <a:pt x="472064" y="1553128"/>
                  </a:lnTo>
                  <a:lnTo>
                    <a:pt x="629419" y="1514254"/>
                  </a:lnTo>
                  <a:lnTo>
                    <a:pt x="786774" y="1475312"/>
                  </a:lnTo>
                  <a:lnTo>
                    <a:pt x="944129" y="1436290"/>
                  </a:lnTo>
                  <a:lnTo>
                    <a:pt x="1101484" y="1397174"/>
                  </a:lnTo>
                  <a:lnTo>
                    <a:pt x="1258839" y="1357946"/>
                  </a:lnTo>
                  <a:lnTo>
                    <a:pt x="1416194" y="1318587"/>
                  </a:lnTo>
                  <a:lnTo>
                    <a:pt x="1573548" y="1279072"/>
                  </a:lnTo>
                  <a:lnTo>
                    <a:pt x="1730903" y="1239372"/>
                  </a:lnTo>
                  <a:lnTo>
                    <a:pt x="1888258" y="1199452"/>
                  </a:lnTo>
                  <a:lnTo>
                    <a:pt x="2045613" y="1159275"/>
                  </a:lnTo>
                  <a:lnTo>
                    <a:pt x="2202968" y="1118801"/>
                  </a:lnTo>
                  <a:lnTo>
                    <a:pt x="2360323" y="1077987"/>
                  </a:lnTo>
                  <a:lnTo>
                    <a:pt x="2517678" y="1036795"/>
                  </a:lnTo>
                  <a:lnTo>
                    <a:pt x="2675033" y="995195"/>
                  </a:lnTo>
                  <a:lnTo>
                    <a:pt x="2832388" y="953171"/>
                  </a:lnTo>
                  <a:lnTo>
                    <a:pt x="2989743" y="910719"/>
                  </a:lnTo>
                  <a:lnTo>
                    <a:pt x="3147097" y="867856"/>
                  </a:lnTo>
                  <a:lnTo>
                    <a:pt x="3304452" y="824608"/>
                  </a:lnTo>
                  <a:lnTo>
                    <a:pt x="3461807" y="781013"/>
                  </a:lnTo>
                  <a:lnTo>
                    <a:pt x="3619162" y="737112"/>
                  </a:lnTo>
                  <a:lnTo>
                    <a:pt x="3776517" y="692946"/>
                  </a:lnTo>
                  <a:lnTo>
                    <a:pt x="3933872" y="648554"/>
                  </a:lnTo>
                  <a:lnTo>
                    <a:pt x="4091227" y="603970"/>
                  </a:lnTo>
                  <a:lnTo>
                    <a:pt x="4248582" y="559225"/>
                  </a:lnTo>
                  <a:lnTo>
                    <a:pt x="4405937" y="514344"/>
                  </a:lnTo>
                  <a:lnTo>
                    <a:pt x="4563291" y="469348"/>
                  </a:lnTo>
                  <a:lnTo>
                    <a:pt x="4720646" y="424255"/>
                  </a:lnTo>
                  <a:lnTo>
                    <a:pt x="4878001" y="379080"/>
                  </a:lnTo>
                  <a:lnTo>
                    <a:pt x="5035356" y="333834"/>
                  </a:lnTo>
                  <a:lnTo>
                    <a:pt x="5192711" y="288528"/>
                  </a:lnTo>
                  <a:lnTo>
                    <a:pt x="5350066" y="243170"/>
                  </a:lnTo>
                  <a:lnTo>
                    <a:pt x="5507421" y="197767"/>
                  </a:lnTo>
                  <a:lnTo>
                    <a:pt x="5664776" y="152325"/>
                  </a:lnTo>
                  <a:lnTo>
                    <a:pt x="5822131" y="106849"/>
                  </a:lnTo>
                  <a:lnTo>
                    <a:pt x="5979486" y="61343"/>
                  </a:lnTo>
                  <a:lnTo>
                    <a:pt x="6136840" y="15811"/>
                  </a:lnTo>
                  <a:lnTo>
                    <a:pt x="6191456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2425754" y="3104288"/>
              <a:ext cx="6191456" cy="1640923"/>
            </a:xfrm>
            <a:custGeom>
              <a:avLst/>
              <a:pathLst>
                <a:path w="6191456" h="1640923">
                  <a:moveTo>
                    <a:pt x="6191456" y="0"/>
                  </a:moveTo>
                  <a:lnTo>
                    <a:pt x="6136840" y="13389"/>
                  </a:lnTo>
                  <a:lnTo>
                    <a:pt x="5979486" y="51989"/>
                  </a:lnTo>
                  <a:lnTo>
                    <a:pt x="5822131" y="90615"/>
                  </a:lnTo>
                  <a:lnTo>
                    <a:pt x="5664776" y="129271"/>
                  </a:lnTo>
                  <a:lnTo>
                    <a:pt x="5507421" y="167961"/>
                  </a:lnTo>
                  <a:lnTo>
                    <a:pt x="5350066" y="206691"/>
                  </a:lnTo>
                  <a:lnTo>
                    <a:pt x="5192711" y="245465"/>
                  </a:lnTo>
                  <a:lnTo>
                    <a:pt x="5035356" y="284291"/>
                  </a:lnTo>
                  <a:lnTo>
                    <a:pt x="4878001" y="323177"/>
                  </a:lnTo>
                  <a:lnTo>
                    <a:pt x="4720646" y="362134"/>
                  </a:lnTo>
                  <a:lnTo>
                    <a:pt x="4563291" y="401173"/>
                  </a:lnTo>
                  <a:lnTo>
                    <a:pt x="4405937" y="440309"/>
                  </a:lnTo>
                  <a:lnTo>
                    <a:pt x="4248582" y="479560"/>
                  </a:lnTo>
                  <a:lnTo>
                    <a:pt x="4091227" y="518947"/>
                  </a:lnTo>
                  <a:lnTo>
                    <a:pt x="3933872" y="558496"/>
                  </a:lnTo>
                  <a:lnTo>
                    <a:pt x="3776517" y="598236"/>
                  </a:lnTo>
                  <a:lnTo>
                    <a:pt x="3619162" y="638202"/>
                  </a:lnTo>
                  <a:lnTo>
                    <a:pt x="3461807" y="678433"/>
                  </a:lnTo>
                  <a:lnTo>
                    <a:pt x="3304452" y="718970"/>
                  </a:lnTo>
                  <a:lnTo>
                    <a:pt x="3147097" y="759854"/>
                  </a:lnTo>
                  <a:lnTo>
                    <a:pt x="2989743" y="801123"/>
                  </a:lnTo>
                  <a:lnTo>
                    <a:pt x="2832388" y="842804"/>
                  </a:lnTo>
                  <a:lnTo>
                    <a:pt x="2675033" y="884911"/>
                  </a:lnTo>
                  <a:lnTo>
                    <a:pt x="2517678" y="927444"/>
                  </a:lnTo>
                  <a:lnTo>
                    <a:pt x="2360323" y="970384"/>
                  </a:lnTo>
                  <a:lnTo>
                    <a:pt x="2202968" y="1013702"/>
                  </a:lnTo>
                  <a:lnTo>
                    <a:pt x="2045613" y="1057359"/>
                  </a:lnTo>
                  <a:lnTo>
                    <a:pt x="1888258" y="1101315"/>
                  </a:lnTo>
                  <a:lnTo>
                    <a:pt x="1730903" y="1145527"/>
                  </a:lnTo>
                  <a:lnTo>
                    <a:pt x="1573548" y="1189959"/>
                  </a:lnTo>
                  <a:lnTo>
                    <a:pt x="1416194" y="1234576"/>
                  </a:lnTo>
                  <a:lnTo>
                    <a:pt x="1258839" y="1279349"/>
                  </a:lnTo>
                  <a:lnTo>
                    <a:pt x="1101484" y="1324254"/>
                  </a:lnTo>
                  <a:lnTo>
                    <a:pt x="944129" y="1369270"/>
                  </a:lnTo>
                  <a:lnTo>
                    <a:pt x="786774" y="1414380"/>
                  </a:lnTo>
                  <a:lnTo>
                    <a:pt x="629419" y="1459570"/>
                  </a:lnTo>
                  <a:lnTo>
                    <a:pt x="472064" y="1504828"/>
                  </a:lnTo>
                  <a:lnTo>
                    <a:pt x="314709" y="1550145"/>
                  </a:lnTo>
                  <a:lnTo>
                    <a:pt x="157354" y="1595512"/>
                  </a:lnTo>
                  <a:lnTo>
                    <a:pt x="0" y="16409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2425754" y="3016186"/>
              <a:ext cx="6191456" cy="1655176"/>
            </a:xfrm>
            <a:custGeom>
              <a:avLst/>
              <a:pathLst>
                <a:path w="6191456" h="1655176">
                  <a:moveTo>
                    <a:pt x="0" y="1655176"/>
                  </a:moveTo>
                  <a:lnTo>
                    <a:pt x="157354" y="1613110"/>
                  </a:lnTo>
                  <a:lnTo>
                    <a:pt x="314709" y="1571044"/>
                  </a:lnTo>
                  <a:lnTo>
                    <a:pt x="472064" y="1528978"/>
                  </a:lnTo>
                  <a:lnTo>
                    <a:pt x="629419" y="1486912"/>
                  </a:lnTo>
                  <a:lnTo>
                    <a:pt x="786774" y="1444846"/>
                  </a:lnTo>
                  <a:lnTo>
                    <a:pt x="944129" y="1402780"/>
                  </a:lnTo>
                  <a:lnTo>
                    <a:pt x="1101484" y="1360714"/>
                  </a:lnTo>
                  <a:lnTo>
                    <a:pt x="1258839" y="1318648"/>
                  </a:lnTo>
                  <a:lnTo>
                    <a:pt x="1416194" y="1276582"/>
                  </a:lnTo>
                  <a:lnTo>
                    <a:pt x="1573548" y="1234515"/>
                  </a:lnTo>
                  <a:lnTo>
                    <a:pt x="1730903" y="1192449"/>
                  </a:lnTo>
                  <a:lnTo>
                    <a:pt x="1888258" y="1150383"/>
                  </a:lnTo>
                  <a:lnTo>
                    <a:pt x="2045613" y="1108317"/>
                  </a:lnTo>
                  <a:lnTo>
                    <a:pt x="2202968" y="1066251"/>
                  </a:lnTo>
                  <a:lnTo>
                    <a:pt x="2360323" y="1024185"/>
                  </a:lnTo>
                  <a:lnTo>
                    <a:pt x="2517678" y="982119"/>
                  </a:lnTo>
                  <a:lnTo>
                    <a:pt x="2675033" y="940053"/>
                  </a:lnTo>
                  <a:lnTo>
                    <a:pt x="2832388" y="897987"/>
                  </a:lnTo>
                  <a:lnTo>
                    <a:pt x="2989743" y="855921"/>
                  </a:lnTo>
                  <a:lnTo>
                    <a:pt x="3147097" y="813855"/>
                  </a:lnTo>
                  <a:lnTo>
                    <a:pt x="3304452" y="771789"/>
                  </a:lnTo>
                  <a:lnTo>
                    <a:pt x="3461807" y="729723"/>
                  </a:lnTo>
                  <a:lnTo>
                    <a:pt x="3619162" y="687657"/>
                  </a:lnTo>
                  <a:lnTo>
                    <a:pt x="3776517" y="645591"/>
                  </a:lnTo>
                  <a:lnTo>
                    <a:pt x="3933872" y="603525"/>
                  </a:lnTo>
                  <a:lnTo>
                    <a:pt x="4091227" y="561459"/>
                  </a:lnTo>
                  <a:lnTo>
                    <a:pt x="4248582" y="519393"/>
                  </a:lnTo>
                  <a:lnTo>
                    <a:pt x="4405937" y="477327"/>
                  </a:lnTo>
                  <a:lnTo>
                    <a:pt x="4563291" y="435260"/>
                  </a:lnTo>
                  <a:lnTo>
                    <a:pt x="4720646" y="393194"/>
                  </a:lnTo>
                  <a:lnTo>
                    <a:pt x="4878001" y="351128"/>
                  </a:lnTo>
                  <a:lnTo>
                    <a:pt x="5035356" y="309062"/>
                  </a:lnTo>
                  <a:lnTo>
                    <a:pt x="5192711" y="266996"/>
                  </a:lnTo>
                  <a:lnTo>
                    <a:pt x="5350066" y="224930"/>
                  </a:lnTo>
                  <a:lnTo>
                    <a:pt x="5507421" y="182864"/>
                  </a:lnTo>
                  <a:lnTo>
                    <a:pt x="5664776" y="140798"/>
                  </a:lnTo>
                  <a:lnTo>
                    <a:pt x="5822131" y="98732"/>
                  </a:lnTo>
                  <a:lnTo>
                    <a:pt x="5979486" y="56666"/>
                  </a:lnTo>
                  <a:lnTo>
                    <a:pt x="6136840" y="14600"/>
                  </a:lnTo>
                  <a:lnTo>
                    <a:pt x="619145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0.54 x +33.0   (R² = 0.63)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0.70 x +27.7   (R² = 0.69)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679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30   |   N = 943, n_red = 287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2026-09-28T16:57:44Z</dcterms:modified>
  <cp:category/>
</cp:coreProperties>
</file>