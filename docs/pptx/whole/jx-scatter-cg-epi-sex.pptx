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5193566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4437028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3680490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923952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2162952" y="2394375"/>
              <a:ext cx="0" cy="3328767"/>
            </a:xfrm>
            <a:custGeom>
              <a:avLst/>
              <a:pathLst>
                <a:path w="0" h="3328767">
                  <a:moveTo>
                    <a:pt x="0" y="332876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907346" y="2394375"/>
              <a:ext cx="0" cy="3328767"/>
            </a:xfrm>
            <a:custGeom>
              <a:avLst/>
              <a:pathLst>
                <a:path w="0" h="3328767">
                  <a:moveTo>
                    <a:pt x="0" y="332876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51740" y="2394375"/>
              <a:ext cx="0" cy="3328767"/>
            </a:xfrm>
            <a:custGeom>
              <a:avLst/>
              <a:pathLst>
                <a:path w="0" h="3328767">
                  <a:moveTo>
                    <a:pt x="0" y="332876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396134" y="2394375"/>
              <a:ext cx="0" cy="3328767"/>
            </a:xfrm>
            <a:custGeom>
              <a:avLst/>
              <a:pathLst>
                <a:path w="0" h="3328767">
                  <a:moveTo>
                    <a:pt x="0" y="332876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571835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815297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4058759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3302221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2545683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1290755" y="2394375"/>
              <a:ext cx="0" cy="3328767"/>
            </a:xfrm>
            <a:custGeom>
              <a:avLst/>
              <a:pathLst>
                <a:path w="0" h="3328767">
                  <a:moveTo>
                    <a:pt x="0" y="332876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035149" y="2394375"/>
              <a:ext cx="0" cy="3328767"/>
            </a:xfrm>
            <a:custGeom>
              <a:avLst/>
              <a:pathLst>
                <a:path w="0" h="3328767">
                  <a:moveTo>
                    <a:pt x="0" y="332876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779543" y="2394375"/>
              <a:ext cx="0" cy="3328767"/>
            </a:xfrm>
            <a:custGeom>
              <a:avLst/>
              <a:pathLst>
                <a:path w="0" h="3328767">
                  <a:moveTo>
                    <a:pt x="0" y="332876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523937" y="2394375"/>
              <a:ext cx="0" cy="3328767"/>
            </a:xfrm>
            <a:custGeom>
              <a:avLst/>
              <a:pathLst>
                <a:path w="0" h="3328767">
                  <a:moveTo>
                    <a:pt x="0" y="332876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268332" y="2394375"/>
              <a:ext cx="0" cy="3328767"/>
            </a:xfrm>
            <a:custGeom>
              <a:avLst/>
              <a:pathLst>
                <a:path w="0" h="3328767">
                  <a:moveTo>
                    <a:pt x="0" y="332876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941876" y="2394375"/>
              <a:ext cx="7675334" cy="3328767"/>
            </a:xfrm>
            <a:custGeom>
              <a:avLst/>
              <a:pathLst>
                <a:path w="7675334" h="3328767">
                  <a:moveTo>
                    <a:pt x="0" y="3328767"/>
                  </a:move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3" name="pt23"/>
            <p:cNvSpPr/>
            <p:nvPr/>
          </p:nvSpPr>
          <p:spPr>
            <a:xfrm>
              <a:off x="2647934" y="48754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4"/>
            <p:cNvSpPr/>
            <p:nvPr/>
          </p:nvSpPr>
          <p:spPr>
            <a:xfrm>
              <a:off x="5565628" y="42092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5"/>
            <p:cNvSpPr/>
            <p:nvPr/>
          </p:nvSpPr>
          <p:spPr>
            <a:xfrm>
              <a:off x="4527991" y="400604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6"/>
            <p:cNvSpPr/>
            <p:nvPr/>
          </p:nvSpPr>
          <p:spPr>
            <a:xfrm>
              <a:off x="2742298" y="503108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7"/>
            <p:cNvSpPr/>
            <p:nvPr/>
          </p:nvSpPr>
          <p:spPr>
            <a:xfrm>
              <a:off x="2820842" y="489215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8"/>
            <p:cNvSpPr/>
            <p:nvPr/>
          </p:nvSpPr>
          <p:spPr>
            <a:xfrm>
              <a:off x="2745414" y="49953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9"/>
            <p:cNvSpPr/>
            <p:nvPr/>
          </p:nvSpPr>
          <p:spPr>
            <a:xfrm>
              <a:off x="5059417" y="39289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30"/>
            <p:cNvSpPr/>
            <p:nvPr/>
          </p:nvSpPr>
          <p:spPr>
            <a:xfrm>
              <a:off x="3059905" y="43023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31"/>
            <p:cNvSpPr/>
            <p:nvPr/>
          </p:nvSpPr>
          <p:spPr>
            <a:xfrm>
              <a:off x="4792051" y="42758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32"/>
            <p:cNvSpPr/>
            <p:nvPr/>
          </p:nvSpPr>
          <p:spPr>
            <a:xfrm>
              <a:off x="3828172" y="407777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t33"/>
            <p:cNvSpPr/>
            <p:nvPr/>
          </p:nvSpPr>
          <p:spPr>
            <a:xfrm>
              <a:off x="2810507" y="475795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t34"/>
            <p:cNvSpPr/>
            <p:nvPr/>
          </p:nvSpPr>
          <p:spPr>
            <a:xfrm>
              <a:off x="3627753" y="47272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t35"/>
            <p:cNvSpPr/>
            <p:nvPr/>
          </p:nvSpPr>
          <p:spPr>
            <a:xfrm>
              <a:off x="4738376" y="420626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t36"/>
            <p:cNvSpPr/>
            <p:nvPr/>
          </p:nvSpPr>
          <p:spPr>
            <a:xfrm>
              <a:off x="3538061" y="457269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t37"/>
            <p:cNvSpPr/>
            <p:nvPr/>
          </p:nvSpPr>
          <p:spPr>
            <a:xfrm>
              <a:off x="2874636" y="431138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t38"/>
            <p:cNvSpPr/>
            <p:nvPr/>
          </p:nvSpPr>
          <p:spPr>
            <a:xfrm>
              <a:off x="3827046" y="416868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t39"/>
            <p:cNvSpPr/>
            <p:nvPr/>
          </p:nvSpPr>
          <p:spPr>
            <a:xfrm>
              <a:off x="3279778" y="45046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t40"/>
            <p:cNvSpPr/>
            <p:nvPr/>
          </p:nvSpPr>
          <p:spPr>
            <a:xfrm>
              <a:off x="2836660" y="501350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t41"/>
            <p:cNvSpPr/>
            <p:nvPr/>
          </p:nvSpPr>
          <p:spPr>
            <a:xfrm>
              <a:off x="5376478" y="460740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t42"/>
            <p:cNvSpPr/>
            <p:nvPr/>
          </p:nvSpPr>
          <p:spPr>
            <a:xfrm>
              <a:off x="3618060" y="450005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t43"/>
            <p:cNvSpPr/>
            <p:nvPr/>
          </p:nvSpPr>
          <p:spPr>
            <a:xfrm>
              <a:off x="3833619" y="426756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t44"/>
            <p:cNvSpPr/>
            <p:nvPr/>
          </p:nvSpPr>
          <p:spPr>
            <a:xfrm>
              <a:off x="4359485" y="446806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t45"/>
            <p:cNvSpPr/>
            <p:nvPr/>
          </p:nvSpPr>
          <p:spPr>
            <a:xfrm>
              <a:off x="4182732" y="398255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t46"/>
            <p:cNvSpPr/>
            <p:nvPr/>
          </p:nvSpPr>
          <p:spPr>
            <a:xfrm>
              <a:off x="3544671" y="45520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t47"/>
            <p:cNvSpPr/>
            <p:nvPr/>
          </p:nvSpPr>
          <p:spPr>
            <a:xfrm>
              <a:off x="4650756" y="433968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t48"/>
            <p:cNvSpPr/>
            <p:nvPr/>
          </p:nvSpPr>
          <p:spPr>
            <a:xfrm>
              <a:off x="2915676" y="461544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t49"/>
            <p:cNvSpPr/>
            <p:nvPr/>
          </p:nvSpPr>
          <p:spPr>
            <a:xfrm>
              <a:off x="5095198" y="38833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t50"/>
            <p:cNvSpPr/>
            <p:nvPr/>
          </p:nvSpPr>
          <p:spPr>
            <a:xfrm>
              <a:off x="3563214" y="458438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t51"/>
            <p:cNvSpPr/>
            <p:nvPr/>
          </p:nvSpPr>
          <p:spPr>
            <a:xfrm>
              <a:off x="2706884" y="467543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t52"/>
            <p:cNvSpPr/>
            <p:nvPr/>
          </p:nvSpPr>
          <p:spPr>
            <a:xfrm>
              <a:off x="3323622" y="46191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t53"/>
            <p:cNvSpPr/>
            <p:nvPr/>
          </p:nvSpPr>
          <p:spPr>
            <a:xfrm>
              <a:off x="3683950" y="43855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t54"/>
            <p:cNvSpPr/>
            <p:nvPr/>
          </p:nvSpPr>
          <p:spPr>
            <a:xfrm>
              <a:off x="2609000" y="485166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t55"/>
            <p:cNvSpPr/>
            <p:nvPr/>
          </p:nvSpPr>
          <p:spPr>
            <a:xfrm>
              <a:off x="3426902" y="44554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t56"/>
            <p:cNvSpPr/>
            <p:nvPr/>
          </p:nvSpPr>
          <p:spPr>
            <a:xfrm>
              <a:off x="3548657" y="45313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t57"/>
            <p:cNvSpPr/>
            <p:nvPr/>
          </p:nvSpPr>
          <p:spPr>
            <a:xfrm>
              <a:off x="3938592" y="43763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t58"/>
            <p:cNvSpPr/>
            <p:nvPr/>
          </p:nvSpPr>
          <p:spPr>
            <a:xfrm>
              <a:off x="5288556" y="34259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t59"/>
            <p:cNvSpPr/>
            <p:nvPr/>
          </p:nvSpPr>
          <p:spPr>
            <a:xfrm>
              <a:off x="3030284" y="465768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t60"/>
            <p:cNvSpPr/>
            <p:nvPr/>
          </p:nvSpPr>
          <p:spPr>
            <a:xfrm>
              <a:off x="3865818" y="458554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t61"/>
            <p:cNvSpPr/>
            <p:nvPr/>
          </p:nvSpPr>
          <p:spPr>
            <a:xfrm>
              <a:off x="3698294" y="463899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t62"/>
            <p:cNvSpPr/>
            <p:nvPr/>
          </p:nvSpPr>
          <p:spPr>
            <a:xfrm>
              <a:off x="4620214" y="407771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t63"/>
            <p:cNvSpPr/>
            <p:nvPr/>
          </p:nvSpPr>
          <p:spPr>
            <a:xfrm>
              <a:off x="3481633" y="45023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t64"/>
            <p:cNvSpPr/>
            <p:nvPr/>
          </p:nvSpPr>
          <p:spPr>
            <a:xfrm>
              <a:off x="3635187" y="41576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t65"/>
            <p:cNvSpPr/>
            <p:nvPr/>
          </p:nvSpPr>
          <p:spPr>
            <a:xfrm>
              <a:off x="2943095" y="45040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t66"/>
            <p:cNvSpPr/>
            <p:nvPr/>
          </p:nvSpPr>
          <p:spPr>
            <a:xfrm>
              <a:off x="3279622" y="453579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t67"/>
            <p:cNvSpPr/>
            <p:nvPr/>
          </p:nvSpPr>
          <p:spPr>
            <a:xfrm>
              <a:off x="5411309" y="406865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t68"/>
            <p:cNvSpPr/>
            <p:nvPr/>
          </p:nvSpPr>
          <p:spPr>
            <a:xfrm>
              <a:off x="3222041" y="46604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t69"/>
            <p:cNvSpPr/>
            <p:nvPr/>
          </p:nvSpPr>
          <p:spPr>
            <a:xfrm>
              <a:off x="4428339" y="434831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t70"/>
            <p:cNvSpPr/>
            <p:nvPr/>
          </p:nvSpPr>
          <p:spPr>
            <a:xfrm>
              <a:off x="4631401" y="40784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t71"/>
            <p:cNvSpPr/>
            <p:nvPr/>
          </p:nvSpPr>
          <p:spPr>
            <a:xfrm>
              <a:off x="3782787" y="45589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t72"/>
            <p:cNvSpPr/>
            <p:nvPr/>
          </p:nvSpPr>
          <p:spPr>
            <a:xfrm>
              <a:off x="3757867" y="44314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t73"/>
            <p:cNvSpPr/>
            <p:nvPr/>
          </p:nvSpPr>
          <p:spPr>
            <a:xfrm>
              <a:off x="4257359" y="43673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t74"/>
            <p:cNvSpPr/>
            <p:nvPr/>
          </p:nvSpPr>
          <p:spPr>
            <a:xfrm>
              <a:off x="3951553" y="45700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t75"/>
            <p:cNvSpPr/>
            <p:nvPr/>
          </p:nvSpPr>
          <p:spPr>
            <a:xfrm>
              <a:off x="2671200" y="503294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t76"/>
            <p:cNvSpPr/>
            <p:nvPr/>
          </p:nvSpPr>
          <p:spPr>
            <a:xfrm>
              <a:off x="6078890" y="414107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t77"/>
            <p:cNvSpPr/>
            <p:nvPr/>
          </p:nvSpPr>
          <p:spPr>
            <a:xfrm>
              <a:off x="5837247" y="405433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t78"/>
            <p:cNvSpPr/>
            <p:nvPr/>
          </p:nvSpPr>
          <p:spPr>
            <a:xfrm>
              <a:off x="5128077" y="37279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t79"/>
            <p:cNvSpPr/>
            <p:nvPr/>
          </p:nvSpPr>
          <p:spPr>
            <a:xfrm>
              <a:off x="4544743" y="41308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t80"/>
            <p:cNvSpPr/>
            <p:nvPr/>
          </p:nvSpPr>
          <p:spPr>
            <a:xfrm>
              <a:off x="3346499" y="45421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t81"/>
            <p:cNvSpPr/>
            <p:nvPr/>
          </p:nvSpPr>
          <p:spPr>
            <a:xfrm>
              <a:off x="3165317" y="435763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t82"/>
            <p:cNvSpPr/>
            <p:nvPr/>
          </p:nvSpPr>
          <p:spPr>
            <a:xfrm>
              <a:off x="2323195" y="522348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t83"/>
            <p:cNvSpPr/>
            <p:nvPr/>
          </p:nvSpPr>
          <p:spPr>
            <a:xfrm>
              <a:off x="6405691" y="375456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t84"/>
            <p:cNvSpPr/>
            <p:nvPr/>
          </p:nvSpPr>
          <p:spPr>
            <a:xfrm>
              <a:off x="3188829" y="459301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t85"/>
            <p:cNvSpPr/>
            <p:nvPr/>
          </p:nvSpPr>
          <p:spPr>
            <a:xfrm>
              <a:off x="3280870" y="454604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t86"/>
            <p:cNvSpPr/>
            <p:nvPr/>
          </p:nvSpPr>
          <p:spPr>
            <a:xfrm>
              <a:off x="3832869" y="426952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t87"/>
            <p:cNvSpPr/>
            <p:nvPr/>
          </p:nvSpPr>
          <p:spPr>
            <a:xfrm>
              <a:off x="4694711" y="42496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t88"/>
            <p:cNvSpPr/>
            <p:nvPr/>
          </p:nvSpPr>
          <p:spPr>
            <a:xfrm>
              <a:off x="7133915" y="37060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t89"/>
            <p:cNvSpPr/>
            <p:nvPr/>
          </p:nvSpPr>
          <p:spPr>
            <a:xfrm>
              <a:off x="2745877" y="477001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t90"/>
            <p:cNvSpPr/>
            <p:nvPr/>
          </p:nvSpPr>
          <p:spPr>
            <a:xfrm>
              <a:off x="4675440" y="39269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t91"/>
            <p:cNvSpPr/>
            <p:nvPr/>
          </p:nvSpPr>
          <p:spPr>
            <a:xfrm>
              <a:off x="6884761" y="37508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t92"/>
            <p:cNvSpPr/>
            <p:nvPr/>
          </p:nvSpPr>
          <p:spPr>
            <a:xfrm>
              <a:off x="2947671" y="50058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t93"/>
            <p:cNvSpPr/>
            <p:nvPr/>
          </p:nvSpPr>
          <p:spPr>
            <a:xfrm>
              <a:off x="4656015" y="37031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t94"/>
            <p:cNvSpPr/>
            <p:nvPr/>
          </p:nvSpPr>
          <p:spPr>
            <a:xfrm>
              <a:off x="2465853" y="50254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t95"/>
            <p:cNvSpPr/>
            <p:nvPr/>
          </p:nvSpPr>
          <p:spPr>
            <a:xfrm>
              <a:off x="3223019" y="48092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t96"/>
            <p:cNvSpPr/>
            <p:nvPr/>
          </p:nvSpPr>
          <p:spPr>
            <a:xfrm>
              <a:off x="3863678" y="44449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t97"/>
            <p:cNvSpPr/>
            <p:nvPr/>
          </p:nvSpPr>
          <p:spPr>
            <a:xfrm>
              <a:off x="2929771" y="46281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t98"/>
            <p:cNvSpPr/>
            <p:nvPr/>
          </p:nvSpPr>
          <p:spPr>
            <a:xfrm>
              <a:off x="6419508" y="34835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t99"/>
            <p:cNvSpPr/>
            <p:nvPr/>
          </p:nvSpPr>
          <p:spPr>
            <a:xfrm>
              <a:off x="4865453" y="37783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t100"/>
            <p:cNvSpPr/>
            <p:nvPr/>
          </p:nvSpPr>
          <p:spPr>
            <a:xfrm>
              <a:off x="3370706" y="45324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t101"/>
            <p:cNvSpPr/>
            <p:nvPr/>
          </p:nvSpPr>
          <p:spPr>
            <a:xfrm>
              <a:off x="4887909" y="375926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t102"/>
            <p:cNvSpPr/>
            <p:nvPr/>
          </p:nvSpPr>
          <p:spPr>
            <a:xfrm>
              <a:off x="3015557" y="455000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t103"/>
            <p:cNvSpPr/>
            <p:nvPr/>
          </p:nvSpPr>
          <p:spPr>
            <a:xfrm>
              <a:off x="3970218" y="438359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t104"/>
            <p:cNvSpPr/>
            <p:nvPr/>
          </p:nvSpPr>
          <p:spPr>
            <a:xfrm>
              <a:off x="2595219" y="466693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t105"/>
            <p:cNvSpPr/>
            <p:nvPr/>
          </p:nvSpPr>
          <p:spPr>
            <a:xfrm>
              <a:off x="6093904" y="36571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t106"/>
            <p:cNvSpPr/>
            <p:nvPr/>
          </p:nvSpPr>
          <p:spPr>
            <a:xfrm>
              <a:off x="3691789" y="450239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t107"/>
            <p:cNvSpPr/>
            <p:nvPr/>
          </p:nvSpPr>
          <p:spPr>
            <a:xfrm>
              <a:off x="5839142" y="40236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t108"/>
            <p:cNvSpPr/>
            <p:nvPr/>
          </p:nvSpPr>
          <p:spPr>
            <a:xfrm>
              <a:off x="2989285" y="434311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t109"/>
            <p:cNvSpPr/>
            <p:nvPr/>
          </p:nvSpPr>
          <p:spPr>
            <a:xfrm>
              <a:off x="4906861" y="381569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t110"/>
            <p:cNvSpPr/>
            <p:nvPr/>
          </p:nvSpPr>
          <p:spPr>
            <a:xfrm>
              <a:off x="3938768" y="425010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t111"/>
            <p:cNvSpPr/>
            <p:nvPr/>
          </p:nvSpPr>
          <p:spPr>
            <a:xfrm>
              <a:off x="4569621" y="39794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t112"/>
            <p:cNvSpPr/>
            <p:nvPr/>
          </p:nvSpPr>
          <p:spPr>
            <a:xfrm>
              <a:off x="5262586" y="38568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t113"/>
            <p:cNvSpPr/>
            <p:nvPr/>
          </p:nvSpPr>
          <p:spPr>
            <a:xfrm>
              <a:off x="3509416" y="45215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t114"/>
            <p:cNvSpPr/>
            <p:nvPr/>
          </p:nvSpPr>
          <p:spPr>
            <a:xfrm>
              <a:off x="2854842" y="49657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t115"/>
            <p:cNvSpPr/>
            <p:nvPr/>
          </p:nvSpPr>
          <p:spPr>
            <a:xfrm>
              <a:off x="4019812" y="415801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t116"/>
            <p:cNvSpPr/>
            <p:nvPr/>
          </p:nvSpPr>
          <p:spPr>
            <a:xfrm>
              <a:off x="4245447" y="402210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t117"/>
            <p:cNvSpPr/>
            <p:nvPr/>
          </p:nvSpPr>
          <p:spPr>
            <a:xfrm>
              <a:off x="5340389" y="413485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t118"/>
            <p:cNvSpPr/>
            <p:nvPr/>
          </p:nvSpPr>
          <p:spPr>
            <a:xfrm>
              <a:off x="5064241" y="38423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t119"/>
            <p:cNvSpPr/>
            <p:nvPr/>
          </p:nvSpPr>
          <p:spPr>
            <a:xfrm>
              <a:off x="3732460" y="416576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t120"/>
            <p:cNvSpPr/>
            <p:nvPr/>
          </p:nvSpPr>
          <p:spPr>
            <a:xfrm>
              <a:off x="4228341" y="420678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t121"/>
            <p:cNvSpPr/>
            <p:nvPr/>
          </p:nvSpPr>
          <p:spPr>
            <a:xfrm>
              <a:off x="5238763" y="39246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t122"/>
            <p:cNvSpPr/>
            <p:nvPr/>
          </p:nvSpPr>
          <p:spPr>
            <a:xfrm>
              <a:off x="4038719" y="42525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t123"/>
            <p:cNvSpPr/>
            <p:nvPr/>
          </p:nvSpPr>
          <p:spPr>
            <a:xfrm>
              <a:off x="3511343" y="45681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t124"/>
            <p:cNvSpPr/>
            <p:nvPr/>
          </p:nvSpPr>
          <p:spPr>
            <a:xfrm>
              <a:off x="5845362" y="381915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t125"/>
            <p:cNvSpPr/>
            <p:nvPr/>
          </p:nvSpPr>
          <p:spPr>
            <a:xfrm>
              <a:off x="5557418" y="405807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t126"/>
            <p:cNvSpPr/>
            <p:nvPr/>
          </p:nvSpPr>
          <p:spPr>
            <a:xfrm>
              <a:off x="4350781" y="41119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t127"/>
            <p:cNvSpPr/>
            <p:nvPr/>
          </p:nvSpPr>
          <p:spPr>
            <a:xfrm>
              <a:off x="4905878" y="42269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t128"/>
            <p:cNvSpPr/>
            <p:nvPr/>
          </p:nvSpPr>
          <p:spPr>
            <a:xfrm>
              <a:off x="2736225" y="460831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t129"/>
            <p:cNvSpPr/>
            <p:nvPr/>
          </p:nvSpPr>
          <p:spPr>
            <a:xfrm>
              <a:off x="2968979" y="466588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t130"/>
            <p:cNvSpPr/>
            <p:nvPr/>
          </p:nvSpPr>
          <p:spPr>
            <a:xfrm>
              <a:off x="2789853" y="46504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t131"/>
            <p:cNvSpPr/>
            <p:nvPr/>
          </p:nvSpPr>
          <p:spPr>
            <a:xfrm>
              <a:off x="4906980" y="403988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t132"/>
            <p:cNvSpPr/>
            <p:nvPr/>
          </p:nvSpPr>
          <p:spPr>
            <a:xfrm>
              <a:off x="3263188" y="44918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t133"/>
            <p:cNvSpPr/>
            <p:nvPr/>
          </p:nvSpPr>
          <p:spPr>
            <a:xfrm>
              <a:off x="2691263" y="49563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t134"/>
            <p:cNvSpPr/>
            <p:nvPr/>
          </p:nvSpPr>
          <p:spPr>
            <a:xfrm>
              <a:off x="3192516" y="47689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t135"/>
            <p:cNvSpPr/>
            <p:nvPr/>
          </p:nvSpPr>
          <p:spPr>
            <a:xfrm>
              <a:off x="6537487" y="36512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t136"/>
            <p:cNvSpPr/>
            <p:nvPr/>
          </p:nvSpPr>
          <p:spPr>
            <a:xfrm>
              <a:off x="4080134" y="41459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t137"/>
            <p:cNvSpPr/>
            <p:nvPr/>
          </p:nvSpPr>
          <p:spPr>
            <a:xfrm>
              <a:off x="4997079" y="43748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t138"/>
            <p:cNvSpPr/>
            <p:nvPr/>
          </p:nvSpPr>
          <p:spPr>
            <a:xfrm>
              <a:off x="7438931" y="407836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t139"/>
            <p:cNvSpPr/>
            <p:nvPr/>
          </p:nvSpPr>
          <p:spPr>
            <a:xfrm>
              <a:off x="3523892" y="42209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t140"/>
            <p:cNvSpPr/>
            <p:nvPr/>
          </p:nvSpPr>
          <p:spPr>
            <a:xfrm>
              <a:off x="2876355" y="45550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t141"/>
            <p:cNvSpPr/>
            <p:nvPr/>
          </p:nvSpPr>
          <p:spPr>
            <a:xfrm>
              <a:off x="5256595" y="403786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t142"/>
            <p:cNvSpPr/>
            <p:nvPr/>
          </p:nvSpPr>
          <p:spPr>
            <a:xfrm>
              <a:off x="2796328" y="478025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t143"/>
            <p:cNvSpPr/>
            <p:nvPr/>
          </p:nvSpPr>
          <p:spPr>
            <a:xfrm>
              <a:off x="5999291" y="389250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t144"/>
            <p:cNvSpPr/>
            <p:nvPr/>
          </p:nvSpPr>
          <p:spPr>
            <a:xfrm>
              <a:off x="4322005" y="41049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t145"/>
            <p:cNvSpPr/>
            <p:nvPr/>
          </p:nvSpPr>
          <p:spPr>
            <a:xfrm>
              <a:off x="4517297" y="41307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t146"/>
            <p:cNvSpPr/>
            <p:nvPr/>
          </p:nvSpPr>
          <p:spPr>
            <a:xfrm>
              <a:off x="5453976" y="42900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t147"/>
            <p:cNvSpPr/>
            <p:nvPr/>
          </p:nvSpPr>
          <p:spPr>
            <a:xfrm>
              <a:off x="4142252" y="42876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t148"/>
            <p:cNvSpPr/>
            <p:nvPr/>
          </p:nvSpPr>
          <p:spPr>
            <a:xfrm>
              <a:off x="3001601" y="459985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t149"/>
            <p:cNvSpPr/>
            <p:nvPr/>
          </p:nvSpPr>
          <p:spPr>
            <a:xfrm>
              <a:off x="3698937" y="41321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t150"/>
            <p:cNvSpPr/>
            <p:nvPr/>
          </p:nvSpPr>
          <p:spPr>
            <a:xfrm>
              <a:off x="4671221" y="416608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t151"/>
            <p:cNvSpPr/>
            <p:nvPr/>
          </p:nvSpPr>
          <p:spPr>
            <a:xfrm>
              <a:off x="3828484" y="421968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t152"/>
            <p:cNvSpPr/>
            <p:nvPr/>
          </p:nvSpPr>
          <p:spPr>
            <a:xfrm>
              <a:off x="4418945" y="36534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t153"/>
            <p:cNvSpPr/>
            <p:nvPr/>
          </p:nvSpPr>
          <p:spPr>
            <a:xfrm>
              <a:off x="3098979" y="45110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t154"/>
            <p:cNvSpPr/>
            <p:nvPr/>
          </p:nvSpPr>
          <p:spPr>
            <a:xfrm>
              <a:off x="4039019" y="43404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t155"/>
            <p:cNvSpPr/>
            <p:nvPr/>
          </p:nvSpPr>
          <p:spPr>
            <a:xfrm>
              <a:off x="6232187" y="35701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t156"/>
            <p:cNvSpPr/>
            <p:nvPr/>
          </p:nvSpPr>
          <p:spPr>
            <a:xfrm>
              <a:off x="3160910" y="478430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t157"/>
            <p:cNvSpPr/>
            <p:nvPr/>
          </p:nvSpPr>
          <p:spPr>
            <a:xfrm>
              <a:off x="6535533" y="40783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t158"/>
            <p:cNvSpPr/>
            <p:nvPr/>
          </p:nvSpPr>
          <p:spPr>
            <a:xfrm>
              <a:off x="3090675" y="48213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t159"/>
            <p:cNvSpPr/>
            <p:nvPr/>
          </p:nvSpPr>
          <p:spPr>
            <a:xfrm>
              <a:off x="4629174" y="387678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t160"/>
            <p:cNvSpPr/>
            <p:nvPr/>
          </p:nvSpPr>
          <p:spPr>
            <a:xfrm>
              <a:off x="5130831" y="394504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t161"/>
            <p:cNvSpPr/>
            <p:nvPr/>
          </p:nvSpPr>
          <p:spPr>
            <a:xfrm>
              <a:off x="3622931" y="434254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t162"/>
            <p:cNvSpPr/>
            <p:nvPr/>
          </p:nvSpPr>
          <p:spPr>
            <a:xfrm>
              <a:off x="4118670" y="43971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t163"/>
            <p:cNvSpPr/>
            <p:nvPr/>
          </p:nvSpPr>
          <p:spPr>
            <a:xfrm>
              <a:off x="3532440" y="450638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t164"/>
            <p:cNvSpPr/>
            <p:nvPr/>
          </p:nvSpPr>
          <p:spPr>
            <a:xfrm>
              <a:off x="4591003" y="390617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t165"/>
            <p:cNvSpPr/>
            <p:nvPr/>
          </p:nvSpPr>
          <p:spPr>
            <a:xfrm>
              <a:off x="3881376" y="42043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t166"/>
            <p:cNvSpPr/>
            <p:nvPr/>
          </p:nvSpPr>
          <p:spPr>
            <a:xfrm>
              <a:off x="4199133" y="43533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" name="pt167"/>
            <p:cNvSpPr/>
            <p:nvPr/>
          </p:nvSpPr>
          <p:spPr>
            <a:xfrm>
              <a:off x="3317292" y="44018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" name="pt168"/>
            <p:cNvSpPr/>
            <p:nvPr/>
          </p:nvSpPr>
          <p:spPr>
            <a:xfrm>
              <a:off x="3338477" y="44450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pt169"/>
            <p:cNvSpPr/>
            <p:nvPr/>
          </p:nvSpPr>
          <p:spPr>
            <a:xfrm>
              <a:off x="4044504" y="43196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pt170"/>
            <p:cNvSpPr/>
            <p:nvPr/>
          </p:nvSpPr>
          <p:spPr>
            <a:xfrm>
              <a:off x="4670930" y="42860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" name="pt171"/>
            <p:cNvSpPr/>
            <p:nvPr/>
          </p:nvSpPr>
          <p:spPr>
            <a:xfrm>
              <a:off x="8701080" y="35341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" name="pt172"/>
            <p:cNvSpPr/>
            <p:nvPr/>
          </p:nvSpPr>
          <p:spPr>
            <a:xfrm>
              <a:off x="3841622" y="413602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" name="pt173"/>
            <p:cNvSpPr/>
            <p:nvPr/>
          </p:nvSpPr>
          <p:spPr>
            <a:xfrm>
              <a:off x="6042738" y="40456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" name="pt174"/>
            <p:cNvSpPr/>
            <p:nvPr/>
          </p:nvSpPr>
          <p:spPr>
            <a:xfrm>
              <a:off x="6211059" y="37505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" name="pt175"/>
            <p:cNvSpPr/>
            <p:nvPr/>
          </p:nvSpPr>
          <p:spPr>
            <a:xfrm>
              <a:off x="3976580" y="42597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" name="pt176"/>
            <p:cNvSpPr/>
            <p:nvPr/>
          </p:nvSpPr>
          <p:spPr>
            <a:xfrm>
              <a:off x="2865892" y="476051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" name="pt177"/>
            <p:cNvSpPr/>
            <p:nvPr/>
          </p:nvSpPr>
          <p:spPr>
            <a:xfrm>
              <a:off x="4400447" y="477648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" name="pt178"/>
            <p:cNvSpPr/>
            <p:nvPr/>
          </p:nvSpPr>
          <p:spPr>
            <a:xfrm>
              <a:off x="6146643" y="33315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" name="pt179"/>
            <p:cNvSpPr/>
            <p:nvPr/>
          </p:nvSpPr>
          <p:spPr>
            <a:xfrm>
              <a:off x="5358834" y="37708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" name="pt180"/>
            <p:cNvSpPr/>
            <p:nvPr/>
          </p:nvSpPr>
          <p:spPr>
            <a:xfrm>
              <a:off x="6372644" y="372895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" name="pt181"/>
            <p:cNvSpPr/>
            <p:nvPr/>
          </p:nvSpPr>
          <p:spPr>
            <a:xfrm>
              <a:off x="5816061" y="39084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" name="pt182"/>
            <p:cNvSpPr/>
            <p:nvPr/>
          </p:nvSpPr>
          <p:spPr>
            <a:xfrm>
              <a:off x="3900617" y="461357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" name="pt183"/>
            <p:cNvSpPr/>
            <p:nvPr/>
          </p:nvSpPr>
          <p:spPr>
            <a:xfrm>
              <a:off x="4252091" y="40565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" name="pt184"/>
            <p:cNvSpPr/>
            <p:nvPr/>
          </p:nvSpPr>
          <p:spPr>
            <a:xfrm>
              <a:off x="4888174" y="430486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" name="pt185"/>
            <p:cNvSpPr/>
            <p:nvPr/>
          </p:nvSpPr>
          <p:spPr>
            <a:xfrm>
              <a:off x="6706825" y="35700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" name="pt186"/>
            <p:cNvSpPr/>
            <p:nvPr/>
          </p:nvSpPr>
          <p:spPr>
            <a:xfrm>
              <a:off x="3625468" y="47921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" name="pt187"/>
            <p:cNvSpPr/>
            <p:nvPr/>
          </p:nvSpPr>
          <p:spPr>
            <a:xfrm>
              <a:off x="4059662" y="44419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" name="pt188"/>
            <p:cNvSpPr/>
            <p:nvPr/>
          </p:nvSpPr>
          <p:spPr>
            <a:xfrm>
              <a:off x="4102212" y="42821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" name="pt189"/>
            <p:cNvSpPr/>
            <p:nvPr/>
          </p:nvSpPr>
          <p:spPr>
            <a:xfrm>
              <a:off x="4456107" y="41647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" name="pt190"/>
            <p:cNvSpPr/>
            <p:nvPr/>
          </p:nvSpPr>
          <p:spPr>
            <a:xfrm>
              <a:off x="3836370" y="444605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pt191"/>
            <p:cNvSpPr/>
            <p:nvPr/>
          </p:nvSpPr>
          <p:spPr>
            <a:xfrm>
              <a:off x="6930312" y="41773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t192"/>
            <p:cNvSpPr/>
            <p:nvPr/>
          </p:nvSpPr>
          <p:spPr>
            <a:xfrm>
              <a:off x="2896393" y="49557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" name="pt193"/>
            <p:cNvSpPr/>
            <p:nvPr/>
          </p:nvSpPr>
          <p:spPr>
            <a:xfrm>
              <a:off x="3884873" y="477349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pt194"/>
            <p:cNvSpPr/>
            <p:nvPr/>
          </p:nvSpPr>
          <p:spPr>
            <a:xfrm>
              <a:off x="2701128" y="495324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t195"/>
            <p:cNvSpPr/>
            <p:nvPr/>
          </p:nvSpPr>
          <p:spPr>
            <a:xfrm>
              <a:off x="3789726" y="44499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t196"/>
            <p:cNvSpPr/>
            <p:nvPr/>
          </p:nvSpPr>
          <p:spPr>
            <a:xfrm>
              <a:off x="3646593" y="42838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t197"/>
            <p:cNvSpPr/>
            <p:nvPr/>
          </p:nvSpPr>
          <p:spPr>
            <a:xfrm>
              <a:off x="3599269" y="44402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t198"/>
            <p:cNvSpPr/>
            <p:nvPr/>
          </p:nvSpPr>
          <p:spPr>
            <a:xfrm>
              <a:off x="3099094" y="43433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t199"/>
            <p:cNvSpPr/>
            <p:nvPr/>
          </p:nvSpPr>
          <p:spPr>
            <a:xfrm>
              <a:off x="2899522" y="450064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t200"/>
            <p:cNvSpPr/>
            <p:nvPr/>
          </p:nvSpPr>
          <p:spPr>
            <a:xfrm>
              <a:off x="2922243" y="48088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t201"/>
            <p:cNvSpPr/>
            <p:nvPr/>
          </p:nvSpPr>
          <p:spPr>
            <a:xfrm>
              <a:off x="6157919" y="34488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pt202"/>
            <p:cNvSpPr/>
            <p:nvPr/>
          </p:nvSpPr>
          <p:spPr>
            <a:xfrm>
              <a:off x="4157237" y="43640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pt203"/>
            <p:cNvSpPr/>
            <p:nvPr/>
          </p:nvSpPr>
          <p:spPr>
            <a:xfrm>
              <a:off x="5035441" y="37043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" name="pt204"/>
            <p:cNvSpPr/>
            <p:nvPr/>
          </p:nvSpPr>
          <p:spPr>
            <a:xfrm>
              <a:off x="3518080" y="46101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" name="pt205"/>
            <p:cNvSpPr/>
            <p:nvPr/>
          </p:nvSpPr>
          <p:spPr>
            <a:xfrm>
              <a:off x="4527054" y="40690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" name="pt206"/>
            <p:cNvSpPr/>
            <p:nvPr/>
          </p:nvSpPr>
          <p:spPr>
            <a:xfrm>
              <a:off x="4281201" y="40991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" name="pt207"/>
            <p:cNvSpPr/>
            <p:nvPr/>
          </p:nvSpPr>
          <p:spPr>
            <a:xfrm>
              <a:off x="3785541" y="44159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" name="pt208"/>
            <p:cNvSpPr/>
            <p:nvPr/>
          </p:nvSpPr>
          <p:spPr>
            <a:xfrm>
              <a:off x="4892634" y="37289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" name="pt209"/>
            <p:cNvSpPr/>
            <p:nvPr/>
          </p:nvSpPr>
          <p:spPr>
            <a:xfrm>
              <a:off x="4488845" y="435760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" name="pt210"/>
            <p:cNvSpPr/>
            <p:nvPr/>
          </p:nvSpPr>
          <p:spPr>
            <a:xfrm>
              <a:off x="3424979" y="466904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" name="pt211"/>
            <p:cNvSpPr/>
            <p:nvPr/>
          </p:nvSpPr>
          <p:spPr>
            <a:xfrm>
              <a:off x="6295388" y="38605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" name="pt212"/>
            <p:cNvSpPr/>
            <p:nvPr/>
          </p:nvSpPr>
          <p:spPr>
            <a:xfrm>
              <a:off x="7988727" y="37923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" name="pt213"/>
            <p:cNvSpPr/>
            <p:nvPr/>
          </p:nvSpPr>
          <p:spPr>
            <a:xfrm>
              <a:off x="3432574" y="43305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" name="pt214"/>
            <p:cNvSpPr/>
            <p:nvPr/>
          </p:nvSpPr>
          <p:spPr>
            <a:xfrm>
              <a:off x="4139700" y="44591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" name="pt215"/>
            <p:cNvSpPr/>
            <p:nvPr/>
          </p:nvSpPr>
          <p:spPr>
            <a:xfrm>
              <a:off x="3184822" y="46106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" name="pt216"/>
            <p:cNvSpPr/>
            <p:nvPr/>
          </p:nvSpPr>
          <p:spPr>
            <a:xfrm>
              <a:off x="4419139" y="41583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" name="pt217"/>
            <p:cNvSpPr/>
            <p:nvPr/>
          </p:nvSpPr>
          <p:spPr>
            <a:xfrm>
              <a:off x="4000972" y="40051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" name="pt218"/>
            <p:cNvSpPr/>
            <p:nvPr/>
          </p:nvSpPr>
          <p:spPr>
            <a:xfrm>
              <a:off x="3336636" y="44416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" name="pt219"/>
            <p:cNvSpPr/>
            <p:nvPr/>
          </p:nvSpPr>
          <p:spPr>
            <a:xfrm>
              <a:off x="4146130" y="42630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" name="pt220"/>
            <p:cNvSpPr/>
            <p:nvPr/>
          </p:nvSpPr>
          <p:spPr>
            <a:xfrm>
              <a:off x="4239720" y="434968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" name="pt221"/>
            <p:cNvSpPr/>
            <p:nvPr/>
          </p:nvSpPr>
          <p:spPr>
            <a:xfrm>
              <a:off x="3494652" y="445510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" name="pt222"/>
            <p:cNvSpPr/>
            <p:nvPr/>
          </p:nvSpPr>
          <p:spPr>
            <a:xfrm>
              <a:off x="3599968" y="457284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" name="pt223"/>
            <p:cNvSpPr/>
            <p:nvPr/>
          </p:nvSpPr>
          <p:spPr>
            <a:xfrm>
              <a:off x="3686041" y="475228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" name="pt224"/>
            <p:cNvSpPr/>
            <p:nvPr/>
          </p:nvSpPr>
          <p:spPr>
            <a:xfrm>
              <a:off x="5135505" y="38643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" name="pt225"/>
            <p:cNvSpPr/>
            <p:nvPr/>
          </p:nvSpPr>
          <p:spPr>
            <a:xfrm>
              <a:off x="4246787" y="434199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" name="pt226"/>
            <p:cNvSpPr/>
            <p:nvPr/>
          </p:nvSpPr>
          <p:spPr>
            <a:xfrm>
              <a:off x="4018474" y="41583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" name="pt227"/>
            <p:cNvSpPr/>
            <p:nvPr/>
          </p:nvSpPr>
          <p:spPr>
            <a:xfrm>
              <a:off x="4451768" y="41230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" name="pt228"/>
            <p:cNvSpPr/>
            <p:nvPr/>
          </p:nvSpPr>
          <p:spPr>
            <a:xfrm>
              <a:off x="4562854" y="45249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" name="pt229"/>
            <p:cNvSpPr/>
            <p:nvPr/>
          </p:nvSpPr>
          <p:spPr>
            <a:xfrm>
              <a:off x="3097844" y="46793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" name="pt230"/>
            <p:cNvSpPr/>
            <p:nvPr/>
          </p:nvSpPr>
          <p:spPr>
            <a:xfrm>
              <a:off x="3520631" y="427086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" name="pt231"/>
            <p:cNvSpPr/>
            <p:nvPr/>
          </p:nvSpPr>
          <p:spPr>
            <a:xfrm>
              <a:off x="4641405" y="40524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" name="pt232"/>
            <p:cNvSpPr/>
            <p:nvPr/>
          </p:nvSpPr>
          <p:spPr>
            <a:xfrm>
              <a:off x="3397657" y="444248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" name="pt233"/>
            <p:cNvSpPr/>
            <p:nvPr/>
          </p:nvSpPr>
          <p:spPr>
            <a:xfrm>
              <a:off x="4449598" y="43395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" name="pt234"/>
            <p:cNvSpPr/>
            <p:nvPr/>
          </p:nvSpPr>
          <p:spPr>
            <a:xfrm>
              <a:off x="3759535" y="431570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" name="pt235"/>
            <p:cNvSpPr/>
            <p:nvPr/>
          </p:nvSpPr>
          <p:spPr>
            <a:xfrm>
              <a:off x="3937643" y="458878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" name="pt236"/>
            <p:cNvSpPr/>
            <p:nvPr/>
          </p:nvSpPr>
          <p:spPr>
            <a:xfrm>
              <a:off x="3838069" y="41753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" name="pt237"/>
            <p:cNvSpPr/>
            <p:nvPr/>
          </p:nvSpPr>
          <p:spPr>
            <a:xfrm>
              <a:off x="4749311" y="37802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" name="pt238"/>
            <p:cNvSpPr/>
            <p:nvPr/>
          </p:nvSpPr>
          <p:spPr>
            <a:xfrm>
              <a:off x="2852819" y="464707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" name="pt239"/>
            <p:cNvSpPr/>
            <p:nvPr/>
          </p:nvSpPr>
          <p:spPr>
            <a:xfrm>
              <a:off x="3788873" y="414821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" name="pt240"/>
            <p:cNvSpPr/>
            <p:nvPr/>
          </p:nvSpPr>
          <p:spPr>
            <a:xfrm>
              <a:off x="3959634" y="42450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" name="pt241"/>
            <p:cNvSpPr/>
            <p:nvPr/>
          </p:nvSpPr>
          <p:spPr>
            <a:xfrm>
              <a:off x="3492653" y="422754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" name="pt242"/>
            <p:cNvSpPr/>
            <p:nvPr/>
          </p:nvSpPr>
          <p:spPr>
            <a:xfrm>
              <a:off x="4783129" y="37319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" name="pt243"/>
            <p:cNvSpPr/>
            <p:nvPr/>
          </p:nvSpPr>
          <p:spPr>
            <a:xfrm>
              <a:off x="4706312" y="384131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" name="pt244"/>
            <p:cNvSpPr/>
            <p:nvPr/>
          </p:nvSpPr>
          <p:spPr>
            <a:xfrm>
              <a:off x="4732274" y="410613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" name="pt245"/>
            <p:cNvSpPr/>
            <p:nvPr/>
          </p:nvSpPr>
          <p:spPr>
            <a:xfrm>
              <a:off x="3408416" y="45011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" name="pt246"/>
            <p:cNvSpPr/>
            <p:nvPr/>
          </p:nvSpPr>
          <p:spPr>
            <a:xfrm>
              <a:off x="4740647" y="38568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" name="pt247"/>
            <p:cNvSpPr/>
            <p:nvPr/>
          </p:nvSpPr>
          <p:spPr>
            <a:xfrm>
              <a:off x="4114369" y="435349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" name="pt248"/>
            <p:cNvSpPr/>
            <p:nvPr/>
          </p:nvSpPr>
          <p:spPr>
            <a:xfrm>
              <a:off x="3470071" y="45215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" name="pt249"/>
            <p:cNvSpPr/>
            <p:nvPr/>
          </p:nvSpPr>
          <p:spPr>
            <a:xfrm>
              <a:off x="3725068" y="467292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" name="pt250"/>
            <p:cNvSpPr/>
            <p:nvPr/>
          </p:nvSpPr>
          <p:spPr>
            <a:xfrm>
              <a:off x="4657385" y="38212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" name="pt251"/>
            <p:cNvSpPr/>
            <p:nvPr/>
          </p:nvSpPr>
          <p:spPr>
            <a:xfrm>
              <a:off x="2390429" y="474199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" name="pt252"/>
            <p:cNvSpPr/>
            <p:nvPr/>
          </p:nvSpPr>
          <p:spPr>
            <a:xfrm>
              <a:off x="4175304" y="39279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" name="pt253"/>
            <p:cNvSpPr/>
            <p:nvPr/>
          </p:nvSpPr>
          <p:spPr>
            <a:xfrm>
              <a:off x="4160749" y="438549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" name="pt254"/>
            <p:cNvSpPr/>
            <p:nvPr/>
          </p:nvSpPr>
          <p:spPr>
            <a:xfrm>
              <a:off x="2399573" y="523225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" name="pt255"/>
            <p:cNvSpPr/>
            <p:nvPr/>
          </p:nvSpPr>
          <p:spPr>
            <a:xfrm>
              <a:off x="3433196" y="45410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" name="pt256"/>
            <p:cNvSpPr/>
            <p:nvPr/>
          </p:nvSpPr>
          <p:spPr>
            <a:xfrm>
              <a:off x="5422313" y="42937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" name="pt257"/>
            <p:cNvSpPr/>
            <p:nvPr/>
          </p:nvSpPr>
          <p:spPr>
            <a:xfrm>
              <a:off x="6067083" y="39945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" name="pt258"/>
            <p:cNvSpPr/>
            <p:nvPr/>
          </p:nvSpPr>
          <p:spPr>
            <a:xfrm>
              <a:off x="3368157" y="44673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" name="pt259"/>
            <p:cNvSpPr/>
            <p:nvPr/>
          </p:nvSpPr>
          <p:spPr>
            <a:xfrm>
              <a:off x="6223686" y="379916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" name="pt260"/>
            <p:cNvSpPr/>
            <p:nvPr/>
          </p:nvSpPr>
          <p:spPr>
            <a:xfrm>
              <a:off x="4989839" y="39457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" name="pt261"/>
            <p:cNvSpPr/>
            <p:nvPr/>
          </p:nvSpPr>
          <p:spPr>
            <a:xfrm>
              <a:off x="3564789" y="42871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" name="pt262"/>
            <p:cNvSpPr/>
            <p:nvPr/>
          </p:nvSpPr>
          <p:spPr>
            <a:xfrm>
              <a:off x="4301215" y="42095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" name="pt263"/>
            <p:cNvSpPr/>
            <p:nvPr/>
          </p:nvSpPr>
          <p:spPr>
            <a:xfrm>
              <a:off x="3278979" y="45472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" name="pt264"/>
            <p:cNvSpPr/>
            <p:nvPr/>
          </p:nvSpPr>
          <p:spPr>
            <a:xfrm>
              <a:off x="3012188" y="469097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" name="pt265"/>
            <p:cNvSpPr/>
            <p:nvPr/>
          </p:nvSpPr>
          <p:spPr>
            <a:xfrm>
              <a:off x="3249976" y="435553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" name="pt266"/>
            <p:cNvSpPr/>
            <p:nvPr/>
          </p:nvSpPr>
          <p:spPr>
            <a:xfrm>
              <a:off x="5224068" y="395516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" name="pt267"/>
            <p:cNvSpPr/>
            <p:nvPr/>
          </p:nvSpPr>
          <p:spPr>
            <a:xfrm>
              <a:off x="4884645" y="37961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" name="pt268"/>
            <p:cNvSpPr/>
            <p:nvPr/>
          </p:nvSpPr>
          <p:spPr>
            <a:xfrm>
              <a:off x="3710418" y="44935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" name="pt269"/>
            <p:cNvSpPr/>
            <p:nvPr/>
          </p:nvSpPr>
          <p:spPr>
            <a:xfrm>
              <a:off x="4340798" y="41098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" name="pt270"/>
            <p:cNvSpPr/>
            <p:nvPr/>
          </p:nvSpPr>
          <p:spPr>
            <a:xfrm>
              <a:off x="5263012" y="405338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" name="pt271"/>
            <p:cNvSpPr/>
            <p:nvPr/>
          </p:nvSpPr>
          <p:spPr>
            <a:xfrm>
              <a:off x="3653167" y="433637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" name="pt272"/>
            <p:cNvSpPr/>
            <p:nvPr/>
          </p:nvSpPr>
          <p:spPr>
            <a:xfrm>
              <a:off x="3034009" y="44389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" name="pt273"/>
            <p:cNvSpPr/>
            <p:nvPr/>
          </p:nvSpPr>
          <p:spPr>
            <a:xfrm>
              <a:off x="3537980" y="461796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" name="pt274"/>
            <p:cNvSpPr/>
            <p:nvPr/>
          </p:nvSpPr>
          <p:spPr>
            <a:xfrm>
              <a:off x="4750041" y="39752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" name="pt275"/>
            <p:cNvSpPr/>
            <p:nvPr/>
          </p:nvSpPr>
          <p:spPr>
            <a:xfrm>
              <a:off x="4894956" y="44044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" name="pt276"/>
            <p:cNvSpPr/>
            <p:nvPr/>
          </p:nvSpPr>
          <p:spPr>
            <a:xfrm>
              <a:off x="4753924" y="441044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" name="pt277"/>
            <p:cNvSpPr/>
            <p:nvPr/>
          </p:nvSpPr>
          <p:spPr>
            <a:xfrm>
              <a:off x="4344132" y="38449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" name="pt278"/>
            <p:cNvSpPr/>
            <p:nvPr/>
          </p:nvSpPr>
          <p:spPr>
            <a:xfrm>
              <a:off x="4026787" y="41501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" name="pt279"/>
            <p:cNvSpPr/>
            <p:nvPr/>
          </p:nvSpPr>
          <p:spPr>
            <a:xfrm>
              <a:off x="3709095" y="431700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" name="pt280"/>
            <p:cNvSpPr/>
            <p:nvPr/>
          </p:nvSpPr>
          <p:spPr>
            <a:xfrm>
              <a:off x="3324858" y="45194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" name="pt281"/>
            <p:cNvSpPr/>
            <p:nvPr/>
          </p:nvSpPr>
          <p:spPr>
            <a:xfrm>
              <a:off x="4715385" y="409065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" name="pt282"/>
            <p:cNvSpPr/>
            <p:nvPr/>
          </p:nvSpPr>
          <p:spPr>
            <a:xfrm>
              <a:off x="4576141" y="42843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" name="pt283"/>
            <p:cNvSpPr/>
            <p:nvPr/>
          </p:nvSpPr>
          <p:spPr>
            <a:xfrm>
              <a:off x="4084771" y="412121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" name="pt284"/>
            <p:cNvSpPr/>
            <p:nvPr/>
          </p:nvSpPr>
          <p:spPr>
            <a:xfrm>
              <a:off x="4035906" y="41542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" name="pt285"/>
            <p:cNvSpPr/>
            <p:nvPr/>
          </p:nvSpPr>
          <p:spPr>
            <a:xfrm>
              <a:off x="4678196" y="41014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" name="pt286"/>
            <p:cNvSpPr/>
            <p:nvPr/>
          </p:nvSpPr>
          <p:spPr>
            <a:xfrm>
              <a:off x="5080759" y="42491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" name="pt287"/>
            <p:cNvSpPr/>
            <p:nvPr/>
          </p:nvSpPr>
          <p:spPr>
            <a:xfrm>
              <a:off x="3083549" y="46661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" name="pt288"/>
            <p:cNvSpPr/>
            <p:nvPr/>
          </p:nvSpPr>
          <p:spPr>
            <a:xfrm>
              <a:off x="4584018" y="436820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" name="pt289"/>
            <p:cNvSpPr/>
            <p:nvPr/>
          </p:nvSpPr>
          <p:spPr>
            <a:xfrm>
              <a:off x="4680202" y="41209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" name="pt290"/>
            <p:cNvSpPr/>
            <p:nvPr/>
          </p:nvSpPr>
          <p:spPr>
            <a:xfrm>
              <a:off x="7656090" y="37143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" name="pt291"/>
            <p:cNvSpPr/>
            <p:nvPr/>
          </p:nvSpPr>
          <p:spPr>
            <a:xfrm>
              <a:off x="2706179" y="48856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" name="pt292"/>
            <p:cNvSpPr/>
            <p:nvPr/>
          </p:nvSpPr>
          <p:spPr>
            <a:xfrm>
              <a:off x="3746955" y="451044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" name="pt293"/>
            <p:cNvSpPr/>
            <p:nvPr/>
          </p:nvSpPr>
          <p:spPr>
            <a:xfrm>
              <a:off x="5250677" y="40978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" name="pt294"/>
            <p:cNvSpPr/>
            <p:nvPr/>
          </p:nvSpPr>
          <p:spPr>
            <a:xfrm>
              <a:off x="2990444" y="45012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" name="pt295"/>
            <p:cNvSpPr/>
            <p:nvPr/>
          </p:nvSpPr>
          <p:spPr>
            <a:xfrm>
              <a:off x="3124791" y="44598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" name="pt296"/>
            <p:cNvSpPr/>
            <p:nvPr/>
          </p:nvSpPr>
          <p:spPr>
            <a:xfrm>
              <a:off x="5234291" y="391944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" name="pt297"/>
            <p:cNvSpPr/>
            <p:nvPr/>
          </p:nvSpPr>
          <p:spPr>
            <a:xfrm>
              <a:off x="6456892" y="34979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" name="pt298"/>
            <p:cNvSpPr/>
            <p:nvPr/>
          </p:nvSpPr>
          <p:spPr>
            <a:xfrm>
              <a:off x="3396531" y="45888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" name="pt299"/>
            <p:cNvSpPr/>
            <p:nvPr/>
          </p:nvSpPr>
          <p:spPr>
            <a:xfrm>
              <a:off x="3415603" y="444229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" name="pt300"/>
            <p:cNvSpPr/>
            <p:nvPr/>
          </p:nvSpPr>
          <p:spPr>
            <a:xfrm>
              <a:off x="3425994" y="46106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" name="pt301"/>
            <p:cNvSpPr/>
            <p:nvPr/>
          </p:nvSpPr>
          <p:spPr>
            <a:xfrm>
              <a:off x="3970789" y="45744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" name="pt302"/>
            <p:cNvSpPr/>
            <p:nvPr/>
          </p:nvSpPr>
          <p:spPr>
            <a:xfrm>
              <a:off x="4096158" y="38883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" name="pt303"/>
            <p:cNvSpPr/>
            <p:nvPr/>
          </p:nvSpPr>
          <p:spPr>
            <a:xfrm>
              <a:off x="4056725" y="41767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" name="pt304"/>
            <p:cNvSpPr/>
            <p:nvPr/>
          </p:nvSpPr>
          <p:spPr>
            <a:xfrm>
              <a:off x="3195920" y="484045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" name="pt305"/>
            <p:cNvSpPr/>
            <p:nvPr/>
          </p:nvSpPr>
          <p:spPr>
            <a:xfrm>
              <a:off x="3784012" y="441940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" name="pt306"/>
            <p:cNvSpPr/>
            <p:nvPr/>
          </p:nvSpPr>
          <p:spPr>
            <a:xfrm>
              <a:off x="3832142" y="410800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" name="pt307"/>
            <p:cNvSpPr/>
            <p:nvPr/>
          </p:nvSpPr>
          <p:spPr>
            <a:xfrm>
              <a:off x="4300351" y="41124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" name="pt308"/>
            <p:cNvSpPr/>
            <p:nvPr/>
          </p:nvSpPr>
          <p:spPr>
            <a:xfrm>
              <a:off x="4107847" y="44521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" name="pt309"/>
            <p:cNvSpPr/>
            <p:nvPr/>
          </p:nvSpPr>
          <p:spPr>
            <a:xfrm>
              <a:off x="4459477" y="390989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" name="pt310"/>
            <p:cNvSpPr/>
            <p:nvPr/>
          </p:nvSpPr>
          <p:spPr>
            <a:xfrm>
              <a:off x="5050236" y="40304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" name="pt311"/>
            <p:cNvSpPr/>
            <p:nvPr/>
          </p:nvSpPr>
          <p:spPr>
            <a:xfrm>
              <a:off x="4270463" y="412667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" name="pt312"/>
            <p:cNvSpPr/>
            <p:nvPr/>
          </p:nvSpPr>
          <p:spPr>
            <a:xfrm>
              <a:off x="3977957" y="46008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" name="pt313"/>
            <p:cNvSpPr/>
            <p:nvPr/>
          </p:nvSpPr>
          <p:spPr>
            <a:xfrm>
              <a:off x="7704467" y="321245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" name="pt314"/>
            <p:cNvSpPr/>
            <p:nvPr/>
          </p:nvSpPr>
          <p:spPr>
            <a:xfrm>
              <a:off x="6559294" y="38021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" name="pt315"/>
            <p:cNvSpPr/>
            <p:nvPr/>
          </p:nvSpPr>
          <p:spPr>
            <a:xfrm>
              <a:off x="3466387" y="425885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" name="pt316"/>
            <p:cNvSpPr/>
            <p:nvPr/>
          </p:nvSpPr>
          <p:spPr>
            <a:xfrm>
              <a:off x="3564514" y="48870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" name="pt317"/>
            <p:cNvSpPr/>
            <p:nvPr/>
          </p:nvSpPr>
          <p:spPr>
            <a:xfrm>
              <a:off x="4490651" y="415671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" name="pt318"/>
            <p:cNvSpPr/>
            <p:nvPr/>
          </p:nvSpPr>
          <p:spPr>
            <a:xfrm>
              <a:off x="3389135" y="447921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" name="pt319"/>
            <p:cNvSpPr/>
            <p:nvPr/>
          </p:nvSpPr>
          <p:spPr>
            <a:xfrm>
              <a:off x="4028007" y="40812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" name="pt320"/>
            <p:cNvSpPr/>
            <p:nvPr/>
          </p:nvSpPr>
          <p:spPr>
            <a:xfrm>
              <a:off x="4076219" y="40714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" name="pt321"/>
            <p:cNvSpPr/>
            <p:nvPr/>
          </p:nvSpPr>
          <p:spPr>
            <a:xfrm>
              <a:off x="5113159" y="391269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" name="pt322"/>
            <p:cNvSpPr/>
            <p:nvPr/>
          </p:nvSpPr>
          <p:spPr>
            <a:xfrm>
              <a:off x="4241707" y="42392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" name="pt323"/>
            <p:cNvSpPr/>
            <p:nvPr/>
          </p:nvSpPr>
          <p:spPr>
            <a:xfrm>
              <a:off x="3291611" y="441852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" name="pt324"/>
            <p:cNvSpPr/>
            <p:nvPr/>
          </p:nvSpPr>
          <p:spPr>
            <a:xfrm>
              <a:off x="3499911" y="466305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" name="pt325"/>
            <p:cNvSpPr/>
            <p:nvPr/>
          </p:nvSpPr>
          <p:spPr>
            <a:xfrm>
              <a:off x="4021513" y="393004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" name="pt326"/>
            <p:cNvSpPr/>
            <p:nvPr/>
          </p:nvSpPr>
          <p:spPr>
            <a:xfrm>
              <a:off x="3520444" y="421523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" name="pt327"/>
            <p:cNvSpPr/>
            <p:nvPr/>
          </p:nvSpPr>
          <p:spPr>
            <a:xfrm>
              <a:off x="3438829" y="45525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" name="pt328"/>
            <p:cNvSpPr/>
            <p:nvPr/>
          </p:nvSpPr>
          <p:spPr>
            <a:xfrm>
              <a:off x="6019613" y="405265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" name="pt329"/>
            <p:cNvSpPr/>
            <p:nvPr/>
          </p:nvSpPr>
          <p:spPr>
            <a:xfrm>
              <a:off x="5184626" y="39495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" name="pt330"/>
            <p:cNvSpPr/>
            <p:nvPr/>
          </p:nvSpPr>
          <p:spPr>
            <a:xfrm>
              <a:off x="4590052" y="42884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" name="pt331"/>
            <p:cNvSpPr/>
            <p:nvPr/>
          </p:nvSpPr>
          <p:spPr>
            <a:xfrm>
              <a:off x="4260751" y="440632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" name="pt332"/>
            <p:cNvSpPr/>
            <p:nvPr/>
          </p:nvSpPr>
          <p:spPr>
            <a:xfrm>
              <a:off x="4770370" y="37054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" name="pt333"/>
            <p:cNvSpPr/>
            <p:nvPr/>
          </p:nvSpPr>
          <p:spPr>
            <a:xfrm>
              <a:off x="2145281" y="505574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" name="pt334"/>
            <p:cNvSpPr/>
            <p:nvPr/>
          </p:nvSpPr>
          <p:spPr>
            <a:xfrm>
              <a:off x="4079143" y="45106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" name="pt335"/>
            <p:cNvSpPr/>
            <p:nvPr/>
          </p:nvSpPr>
          <p:spPr>
            <a:xfrm>
              <a:off x="7460099" y="357781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" name="pt336"/>
            <p:cNvSpPr/>
            <p:nvPr/>
          </p:nvSpPr>
          <p:spPr>
            <a:xfrm>
              <a:off x="3728045" y="418480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" name="pt337"/>
            <p:cNvSpPr/>
            <p:nvPr/>
          </p:nvSpPr>
          <p:spPr>
            <a:xfrm>
              <a:off x="4797878" y="39583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" name="pt338"/>
            <p:cNvSpPr/>
            <p:nvPr/>
          </p:nvSpPr>
          <p:spPr>
            <a:xfrm>
              <a:off x="4907453" y="38880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" name="pt339"/>
            <p:cNvSpPr/>
            <p:nvPr/>
          </p:nvSpPr>
          <p:spPr>
            <a:xfrm>
              <a:off x="5172299" y="387424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" name="pt340"/>
            <p:cNvSpPr/>
            <p:nvPr/>
          </p:nvSpPr>
          <p:spPr>
            <a:xfrm>
              <a:off x="3134636" y="46109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" name="pt341"/>
            <p:cNvSpPr/>
            <p:nvPr/>
          </p:nvSpPr>
          <p:spPr>
            <a:xfrm>
              <a:off x="4214917" y="455353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" name="pt342"/>
            <p:cNvSpPr/>
            <p:nvPr/>
          </p:nvSpPr>
          <p:spPr>
            <a:xfrm>
              <a:off x="3888710" y="39009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" name="pt343"/>
            <p:cNvSpPr/>
            <p:nvPr/>
          </p:nvSpPr>
          <p:spPr>
            <a:xfrm>
              <a:off x="3393956" y="48191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" name="pt344"/>
            <p:cNvSpPr/>
            <p:nvPr/>
          </p:nvSpPr>
          <p:spPr>
            <a:xfrm>
              <a:off x="3947009" y="40874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" name="pt345"/>
            <p:cNvSpPr/>
            <p:nvPr/>
          </p:nvSpPr>
          <p:spPr>
            <a:xfrm>
              <a:off x="8223735" y="33703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" name="pt346"/>
            <p:cNvSpPr/>
            <p:nvPr/>
          </p:nvSpPr>
          <p:spPr>
            <a:xfrm>
              <a:off x="2918145" y="495794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" name="pt347"/>
            <p:cNvSpPr/>
            <p:nvPr/>
          </p:nvSpPr>
          <p:spPr>
            <a:xfrm>
              <a:off x="7111148" y="35284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" name="pt348"/>
            <p:cNvSpPr/>
            <p:nvPr/>
          </p:nvSpPr>
          <p:spPr>
            <a:xfrm>
              <a:off x="2886955" y="49135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" name="pt349"/>
            <p:cNvSpPr/>
            <p:nvPr/>
          </p:nvSpPr>
          <p:spPr>
            <a:xfrm>
              <a:off x="5372856" y="35043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" name="pt350"/>
            <p:cNvSpPr/>
            <p:nvPr/>
          </p:nvSpPr>
          <p:spPr>
            <a:xfrm>
              <a:off x="4620892" y="43621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" name="pt351"/>
            <p:cNvSpPr/>
            <p:nvPr/>
          </p:nvSpPr>
          <p:spPr>
            <a:xfrm>
              <a:off x="4558116" y="434100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" name="pt352"/>
            <p:cNvSpPr/>
            <p:nvPr/>
          </p:nvSpPr>
          <p:spPr>
            <a:xfrm>
              <a:off x="2579773" y="50082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" name="pt353"/>
            <p:cNvSpPr/>
            <p:nvPr/>
          </p:nvSpPr>
          <p:spPr>
            <a:xfrm>
              <a:off x="6435663" y="36706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" name="pt354"/>
            <p:cNvSpPr/>
            <p:nvPr/>
          </p:nvSpPr>
          <p:spPr>
            <a:xfrm>
              <a:off x="5430976" y="35810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" name="pt355"/>
            <p:cNvSpPr/>
            <p:nvPr/>
          </p:nvSpPr>
          <p:spPr>
            <a:xfrm>
              <a:off x="3726428" y="43989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" name="pt356"/>
            <p:cNvSpPr/>
            <p:nvPr/>
          </p:nvSpPr>
          <p:spPr>
            <a:xfrm>
              <a:off x="5752354" y="34364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" name="pt357"/>
            <p:cNvSpPr/>
            <p:nvPr/>
          </p:nvSpPr>
          <p:spPr>
            <a:xfrm>
              <a:off x="4237944" y="44028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" name="pt358"/>
            <p:cNvSpPr/>
            <p:nvPr/>
          </p:nvSpPr>
          <p:spPr>
            <a:xfrm>
              <a:off x="2863390" y="506487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" name="pt359"/>
            <p:cNvSpPr/>
            <p:nvPr/>
          </p:nvSpPr>
          <p:spPr>
            <a:xfrm>
              <a:off x="5126964" y="397357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" name="pt360"/>
            <p:cNvSpPr/>
            <p:nvPr/>
          </p:nvSpPr>
          <p:spPr>
            <a:xfrm>
              <a:off x="3648120" y="421829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" name="pt361"/>
            <p:cNvSpPr/>
            <p:nvPr/>
          </p:nvSpPr>
          <p:spPr>
            <a:xfrm>
              <a:off x="4907638" y="41243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" name="pt362"/>
            <p:cNvSpPr/>
            <p:nvPr/>
          </p:nvSpPr>
          <p:spPr>
            <a:xfrm>
              <a:off x="3824742" y="448487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" name="pt363"/>
            <p:cNvSpPr/>
            <p:nvPr/>
          </p:nvSpPr>
          <p:spPr>
            <a:xfrm>
              <a:off x="5445402" y="37526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" name="pt364"/>
            <p:cNvSpPr/>
            <p:nvPr/>
          </p:nvSpPr>
          <p:spPr>
            <a:xfrm>
              <a:off x="5070462" y="407746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" name="pt365"/>
            <p:cNvSpPr/>
            <p:nvPr/>
          </p:nvSpPr>
          <p:spPr>
            <a:xfrm>
              <a:off x="4422452" y="42349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" name="pt366"/>
            <p:cNvSpPr/>
            <p:nvPr/>
          </p:nvSpPr>
          <p:spPr>
            <a:xfrm>
              <a:off x="2660226" y="498396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" name="pt367"/>
            <p:cNvSpPr/>
            <p:nvPr/>
          </p:nvSpPr>
          <p:spPr>
            <a:xfrm>
              <a:off x="3028503" y="45702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" name="pt368"/>
            <p:cNvSpPr/>
            <p:nvPr/>
          </p:nvSpPr>
          <p:spPr>
            <a:xfrm>
              <a:off x="6720092" y="364427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" name="pt369"/>
            <p:cNvSpPr/>
            <p:nvPr/>
          </p:nvSpPr>
          <p:spPr>
            <a:xfrm>
              <a:off x="2312186" y="513288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" name="pt370"/>
            <p:cNvSpPr/>
            <p:nvPr/>
          </p:nvSpPr>
          <p:spPr>
            <a:xfrm>
              <a:off x="4151041" y="37891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" name="pt371"/>
            <p:cNvSpPr/>
            <p:nvPr/>
          </p:nvSpPr>
          <p:spPr>
            <a:xfrm>
              <a:off x="4977096" y="40818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" name="pt372"/>
            <p:cNvSpPr/>
            <p:nvPr/>
          </p:nvSpPr>
          <p:spPr>
            <a:xfrm>
              <a:off x="2866814" y="48963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" name="pt373"/>
            <p:cNvSpPr/>
            <p:nvPr/>
          </p:nvSpPr>
          <p:spPr>
            <a:xfrm>
              <a:off x="4628013" y="41663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" name="pt374"/>
            <p:cNvSpPr/>
            <p:nvPr/>
          </p:nvSpPr>
          <p:spPr>
            <a:xfrm>
              <a:off x="5244681" y="37891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" name="pt375"/>
            <p:cNvSpPr/>
            <p:nvPr/>
          </p:nvSpPr>
          <p:spPr>
            <a:xfrm>
              <a:off x="4247597" y="421510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" name="pt376"/>
            <p:cNvSpPr/>
            <p:nvPr/>
          </p:nvSpPr>
          <p:spPr>
            <a:xfrm>
              <a:off x="5104376" y="41661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" name="pt377"/>
            <p:cNvSpPr/>
            <p:nvPr/>
          </p:nvSpPr>
          <p:spPr>
            <a:xfrm>
              <a:off x="4722718" y="416560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" name="pt378"/>
            <p:cNvSpPr/>
            <p:nvPr/>
          </p:nvSpPr>
          <p:spPr>
            <a:xfrm>
              <a:off x="4056749" y="41301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" name="pt379"/>
            <p:cNvSpPr/>
            <p:nvPr/>
          </p:nvSpPr>
          <p:spPr>
            <a:xfrm>
              <a:off x="3386924" y="453497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" name="pt380"/>
            <p:cNvSpPr/>
            <p:nvPr/>
          </p:nvSpPr>
          <p:spPr>
            <a:xfrm>
              <a:off x="5363004" y="40580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" name="pt381"/>
            <p:cNvSpPr/>
            <p:nvPr/>
          </p:nvSpPr>
          <p:spPr>
            <a:xfrm>
              <a:off x="3317494" y="464337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" name="pt382"/>
            <p:cNvSpPr/>
            <p:nvPr/>
          </p:nvSpPr>
          <p:spPr>
            <a:xfrm>
              <a:off x="5354724" y="431766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" name="pt383"/>
            <p:cNvSpPr/>
            <p:nvPr/>
          </p:nvSpPr>
          <p:spPr>
            <a:xfrm>
              <a:off x="5414058" y="41845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" name="pt384"/>
            <p:cNvSpPr/>
            <p:nvPr/>
          </p:nvSpPr>
          <p:spPr>
            <a:xfrm>
              <a:off x="2428275" y="50639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" name="pt385"/>
            <p:cNvSpPr/>
            <p:nvPr/>
          </p:nvSpPr>
          <p:spPr>
            <a:xfrm>
              <a:off x="4732841" y="426664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" name="pt386"/>
            <p:cNvSpPr/>
            <p:nvPr/>
          </p:nvSpPr>
          <p:spPr>
            <a:xfrm>
              <a:off x="3532263" y="44898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" name="pt387"/>
            <p:cNvSpPr/>
            <p:nvPr/>
          </p:nvSpPr>
          <p:spPr>
            <a:xfrm>
              <a:off x="5075231" y="418355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" name="pt388"/>
            <p:cNvSpPr/>
            <p:nvPr/>
          </p:nvSpPr>
          <p:spPr>
            <a:xfrm>
              <a:off x="6146290" y="37450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" name="pt389"/>
            <p:cNvSpPr/>
            <p:nvPr/>
          </p:nvSpPr>
          <p:spPr>
            <a:xfrm>
              <a:off x="4140031" y="443302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" name="pt390"/>
            <p:cNvSpPr/>
            <p:nvPr/>
          </p:nvSpPr>
          <p:spPr>
            <a:xfrm>
              <a:off x="4716083" y="42236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" name="pt391"/>
            <p:cNvSpPr/>
            <p:nvPr/>
          </p:nvSpPr>
          <p:spPr>
            <a:xfrm>
              <a:off x="3173324" y="460324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" name="pt392"/>
            <p:cNvSpPr/>
            <p:nvPr/>
          </p:nvSpPr>
          <p:spPr>
            <a:xfrm>
              <a:off x="3515127" y="45664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" name="pt393"/>
            <p:cNvSpPr/>
            <p:nvPr/>
          </p:nvSpPr>
          <p:spPr>
            <a:xfrm>
              <a:off x="6156452" y="384607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" name="pt394"/>
            <p:cNvSpPr/>
            <p:nvPr/>
          </p:nvSpPr>
          <p:spPr>
            <a:xfrm>
              <a:off x="3865121" y="426265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" name="pt395"/>
            <p:cNvSpPr/>
            <p:nvPr/>
          </p:nvSpPr>
          <p:spPr>
            <a:xfrm>
              <a:off x="5083592" y="418844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" name="pt396"/>
            <p:cNvSpPr/>
            <p:nvPr/>
          </p:nvSpPr>
          <p:spPr>
            <a:xfrm>
              <a:off x="3263540" y="43812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" name="pt397"/>
            <p:cNvSpPr/>
            <p:nvPr/>
          </p:nvSpPr>
          <p:spPr>
            <a:xfrm>
              <a:off x="4003687" y="41018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" name="pt398"/>
            <p:cNvSpPr/>
            <p:nvPr/>
          </p:nvSpPr>
          <p:spPr>
            <a:xfrm>
              <a:off x="4422060" y="432033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" name="pt399"/>
            <p:cNvSpPr/>
            <p:nvPr/>
          </p:nvSpPr>
          <p:spPr>
            <a:xfrm>
              <a:off x="3440157" y="441692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" name="pt400"/>
            <p:cNvSpPr/>
            <p:nvPr/>
          </p:nvSpPr>
          <p:spPr>
            <a:xfrm>
              <a:off x="5036679" y="443209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" name="pt401"/>
            <p:cNvSpPr/>
            <p:nvPr/>
          </p:nvSpPr>
          <p:spPr>
            <a:xfrm>
              <a:off x="2806929" y="46038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" name="pt402"/>
            <p:cNvSpPr/>
            <p:nvPr/>
          </p:nvSpPr>
          <p:spPr>
            <a:xfrm>
              <a:off x="4670718" y="40179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" name="pt403"/>
            <p:cNvSpPr/>
            <p:nvPr/>
          </p:nvSpPr>
          <p:spPr>
            <a:xfrm>
              <a:off x="2732209" y="47628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" name="pt404"/>
            <p:cNvSpPr/>
            <p:nvPr/>
          </p:nvSpPr>
          <p:spPr>
            <a:xfrm>
              <a:off x="4399008" y="40516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" name="pt405"/>
            <p:cNvSpPr/>
            <p:nvPr/>
          </p:nvSpPr>
          <p:spPr>
            <a:xfrm>
              <a:off x="2803392" y="49309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" name="pt406"/>
            <p:cNvSpPr/>
            <p:nvPr/>
          </p:nvSpPr>
          <p:spPr>
            <a:xfrm>
              <a:off x="4487385" y="43304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" name="pt407"/>
            <p:cNvSpPr/>
            <p:nvPr/>
          </p:nvSpPr>
          <p:spPr>
            <a:xfrm>
              <a:off x="3686949" y="457110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" name="pt408"/>
            <p:cNvSpPr/>
            <p:nvPr/>
          </p:nvSpPr>
          <p:spPr>
            <a:xfrm>
              <a:off x="3484271" y="462175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" name="pt409"/>
            <p:cNvSpPr/>
            <p:nvPr/>
          </p:nvSpPr>
          <p:spPr>
            <a:xfrm>
              <a:off x="7404184" y="34628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" name="pt410"/>
            <p:cNvSpPr/>
            <p:nvPr/>
          </p:nvSpPr>
          <p:spPr>
            <a:xfrm>
              <a:off x="4961684" y="401418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" name="pt411"/>
            <p:cNvSpPr/>
            <p:nvPr/>
          </p:nvSpPr>
          <p:spPr>
            <a:xfrm>
              <a:off x="3477280" y="44818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" name="pt412"/>
            <p:cNvSpPr/>
            <p:nvPr/>
          </p:nvSpPr>
          <p:spPr>
            <a:xfrm>
              <a:off x="3947179" y="422345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" name="pt413"/>
            <p:cNvSpPr/>
            <p:nvPr/>
          </p:nvSpPr>
          <p:spPr>
            <a:xfrm>
              <a:off x="3830792" y="41883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" name="pt414"/>
            <p:cNvSpPr/>
            <p:nvPr/>
          </p:nvSpPr>
          <p:spPr>
            <a:xfrm>
              <a:off x="4673596" y="37143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" name="pt415"/>
            <p:cNvSpPr/>
            <p:nvPr/>
          </p:nvSpPr>
          <p:spPr>
            <a:xfrm>
              <a:off x="4204038" y="41586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" name="pt416"/>
            <p:cNvSpPr/>
            <p:nvPr/>
          </p:nvSpPr>
          <p:spPr>
            <a:xfrm>
              <a:off x="4222431" y="440188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" name="pt417"/>
            <p:cNvSpPr/>
            <p:nvPr/>
          </p:nvSpPr>
          <p:spPr>
            <a:xfrm>
              <a:off x="2244865" y="516855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" name="pt418"/>
            <p:cNvSpPr/>
            <p:nvPr/>
          </p:nvSpPr>
          <p:spPr>
            <a:xfrm>
              <a:off x="3540553" y="45042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" name="pt419"/>
            <p:cNvSpPr/>
            <p:nvPr/>
          </p:nvSpPr>
          <p:spPr>
            <a:xfrm>
              <a:off x="4357171" y="397085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" name="pt420"/>
            <p:cNvSpPr/>
            <p:nvPr/>
          </p:nvSpPr>
          <p:spPr>
            <a:xfrm>
              <a:off x="5927785" y="374683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" name="pt421"/>
            <p:cNvSpPr/>
            <p:nvPr/>
          </p:nvSpPr>
          <p:spPr>
            <a:xfrm>
              <a:off x="2430745" y="50805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" name="pt422"/>
            <p:cNvSpPr/>
            <p:nvPr/>
          </p:nvSpPr>
          <p:spPr>
            <a:xfrm>
              <a:off x="3662089" y="41342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" name="pt423"/>
            <p:cNvSpPr/>
            <p:nvPr/>
          </p:nvSpPr>
          <p:spPr>
            <a:xfrm>
              <a:off x="3661305" y="43755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" name="pt424"/>
            <p:cNvSpPr/>
            <p:nvPr/>
          </p:nvSpPr>
          <p:spPr>
            <a:xfrm>
              <a:off x="2809527" y="44336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" name="pt425"/>
            <p:cNvSpPr/>
            <p:nvPr/>
          </p:nvSpPr>
          <p:spPr>
            <a:xfrm>
              <a:off x="3870217" y="436514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" name="pt426"/>
            <p:cNvSpPr/>
            <p:nvPr/>
          </p:nvSpPr>
          <p:spPr>
            <a:xfrm>
              <a:off x="5617294" y="35562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" name="pt427"/>
            <p:cNvSpPr/>
            <p:nvPr/>
          </p:nvSpPr>
          <p:spPr>
            <a:xfrm>
              <a:off x="4455133" y="412885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" name="pt428"/>
            <p:cNvSpPr/>
            <p:nvPr/>
          </p:nvSpPr>
          <p:spPr>
            <a:xfrm>
              <a:off x="3782805" y="41270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" name="pt429"/>
            <p:cNvSpPr/>
            <p:nvPr/>
          </p:nvSpPr>
          <p:spPr>
            <a:xfrm>
              <a:off x="3492402" y="43571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" name="pt430"/>
            <p:cNvSpPr/>
            <p:nvPr/>
          </p:nvSpPr>
          <p:spPr>
            <a:xfrm>
              <a:off x="4658103" y="426535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" name="pt431"/>
            <p:cNvSpPr/>
            <p:nvPr/>
          </p:nvSpPr>
          <p:spPr>
            <a:xfrm>
              <a:off x="3148069" y="499877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" name="pt432"/>
            <p:cNvSpPr/>
            <p:nvPr/>
          </p:nvSpPr>
          <p:spPr>
            <a:xfrm>
              <a:off x="5049812" y="405911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" name="pt433"/>
            <p:cNvSpPr/>
            <p:nvPr/>
          </p:nvSpPr>
          <p:spPr>
            <a:xfrm>
              <a:off x="3910201" y="40385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" name="pt434"/>
            <p:cNvSpPr/>
            <p:nvPr/>
          </p:nvSpPr>
          <p:spPr>
            <a:xfrm>
              <a:off x="2816003" y="50776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" name="pt435"/>
            <p:cNvSpPr/>
            <p:nvPr/>
          </p:nvSpPr>
          <p:spPr>
            <a:xfrm>
              <a:off x="8331949" y="403932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" name="pt436"/>
            <p:cNvSpPr/>
            <p:nvPr/>
          </p:nvSpPr>
          <p:spPr>
            <a:xfrm>
              <a:off x="5509359" y="37878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" name="pt437"/>
            <p:cNvSpPr/>
            <p:nvPr/>
          </p:nvSpPr>
          <p:spPr>
            <a:xfrm>
              <a:off x="4306564" y="416822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" name="pt438"/>
            <p:cNvSpPr/>
            <p:nvPr/>
          </p:nvSpPr>
          <p:spPr>
            <a:xfrm>
              <a:off x="6390244" y="33684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" name="pt439"/>
            <p:cNvSpPr/>
            <p:nvPr/>
          </p:nvSpPr>
          <p:spPr>
            <a:xfrm>
              <a:off x="4628522" y="42149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" name="pt440"/>
            <p:cNvSpPr/>
            <p:nvPr/>
          </p:nvSpPr>
          <p:spPr>
            <a:xfrm>
              <a:off x="3327482" y="48042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" name="pt441"/>
            <p:cNvSpPr/>
            <p:nvPr/>
          </p:nvSpPr>
          <p:spPr>
            <a:xfrm>
              <a:off x="5650021" y="42801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" name="pt442"/>
            <p:cNvSpPr/>
            <p:nvPr/>
          </p:nvSpPr>
          <p:spPr>
            <a:xfrm>
              <a:off x="4274956" y="400698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" name="pt443"/>
            <p:cNvSpPr/>
            <p:nvPr/>
          </p:nvSpPr>
          <p:spPr>
            <a:xfrm>
              <a:off x="3696625" y="463495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" name="pt444"/>
            <p:cNvSpPr/>
            <p:nvPr/>
          </p:nvSpPr>
          <p:spPr>
            <a:xfrm>
              <a:off x="3525760" y="412205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" name="pt445"/>
            <p:cNvSpPr/>
            <p:nvPr/>
          </p:nvSpPr>
          <p:spPr>
            <a:xfrm>
              <a:off x="3934839" y="435754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" name="pt446"/>
            <p:cNvSpPr/>
            <p:nvPr/>
          </p:nvSpPr>
          <p:spPr>
            <a:xfrm>
              <a:off x="5580993" y="41009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" name="pt447"/>
            <p:cNvSpPr/>
            <p:nvPr/>
          </p:nvSpPr>
          <p:spPr>
            <a:xfrm>
              <a:off x="4273305" y="450439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" name="pt448"/>
            <p:cNvSpPr/>
            <p:nvPr/>
          </p:nvSpPr>
          <p:spPr>
            <a:xfrm>
              <a:off x="3653825" y="41029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" name="pt449"/>
            <p:cNvSpPr/>
            <p:nvPr/>
          </p:nvSpPr>
          <p:spPr>
            <a:xfrm>
              <a:off x="4317017" y="45020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" name="pt450"/>
            <p:cNvSpPr/>
            <p:nvPr/>
          </p:nvSpPr>
          <p:spPr>
            <a:xfrm>
              <a:off x="4729721" y="40545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" name="pt451"/>
            <p:cNvSpPr/>
            <p:nvPr/>
          </p:nvSpPr>
          <p:spPr>
            <a:xfrm>
              <a:off x="4013836" y="444013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" name="pt452"/>
            <p:cNvSpPr/>
            <p:nvPr/>
          </p:nvSpPr>
          <p:spPr>
            <a:xfrm>
              <a:off x="4475153" y="398874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" name="pt453"/>
            <p:cNvSpPr/>
            <p:nvPr/>
          </p:nvSpPr>
          <p:spPr>
            <a:xfrm>
              <a:off x="3432354" y="428706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" name="pt454"/>
            <p:cNvSpPr/>
            <p:nvPr/>
          </p:nvSpPr>
          <p:spPr>
            <a:xfrm>
              <a:off x="4526172" y="417188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" name="pt455"/>
            <p:cNvSpPr/>
            <p:nvPr/>
          </p:nvSpPr>
          <p:spPr>
            <a:xfrm>
              <a:off x="3712382" y="42386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" name="pt456"/>
            <p:cNvSpPr/>
            <p:nvPr/>
          </p:nvSpPr>
          <p:spPr>
            <a:xfrm>
              <a:off x="6802962" y="37785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" name="pt457"/>
            <p:cNvSpPr/>
            <p:nvPr/>
          </p:nvSpPr>
          <p:spPr>
            <a:xfrm>
              <a:off x="5721528" y="37916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" name="pt458"/>
            <p:cNvSpPr/>
            <p:nvPr/>
          </p:nvSpPr>
          <p:spPr>
            <a:xfrm>
              <a:off x="3243284" y="47414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" name="pt459"/>
            <p:cNvSpPr/>
            <p:nvPr/>
          </p:nvSpPr>
          <p:spPr>
            <a:xfrm>
              <a:off x="3500165" y="42910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" name="pt460"/>
            <p:cNvSpPr/>
            <p:nvPr/>
          </p:nvSpPr>
          <p:spPr>
            <a:xfrm>
              <a:off x="5330768" y="38420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" name="pt461"/>
            <p:cNvSpPr/>
            <p:nvPr/>
          </p:nvSpPr>
          <p:spPr>
            <a:xfrm>
              <a:off x="4796440" y="436842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" name="pt462"/>
            <p:cNvSpPr/>
            <p:nvPr/>
          </p:nvSpPr>
          <p:spPr>
            <a:xfrm>
              <a:off x="5186445" y="436205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" name="pt463"/>
            <p:cNvSpPr/>
            <p:nvPr/>
          </p:nvSpPr>
          <p:spPr>
            <a:xfrm>
              <a:off x="4547521" y="40905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" name="pt464"/>
            <p:cNvSpPr/>
            <p:nvPr/>
          </p:nvSpPr>
          <p:spPr>
            <a:xfrm>
              <a:off x="6416789" y="370515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" name="pt465"/>
            <p:cNvSpPr/>
            <p:nvPr/>
          </p:nvSpPr>
          <p:spPr>
            <a:xfrm>
              <a:off x="3984262" y="489040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" name="pt466"/>
            <p:cNvSpPr/>
            <p:nvPr/>
          </p:nvSpPr>
          <p:spPr>
            <a:xfrm>
              <a:off x="5062046" y="40626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" name="pt467"/>
            <p:cNvSpPr/>
            <p:nvPr/>
          </p:nvSpPr>
          <p:spPr>
            <a:xfrm>
              <a:off x="5557965" y="37981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" name="pt468"/>
            <p:cNvSpPr/>
            <p:nvPr/>
          </p:nvSpPr>
          <p:spPr>
            <a:xfrm>
              <a:off x="2923662" y="45385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" name="pt469"/>
            <p:cNvSpPr/>
            <p:nvPr/>
          </p:nvSpPr>
          <p:spPr>
            <a:xfrm>
              <a:off x="4872767" y="40216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" name="pt470"/>
            <p:cNvSpPr/>
            <p:nvPr/>
          </p:nvSpPr>
          <p:spPr>
            <a:xfrm>
              <a:off x="4258381" y="43683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" name="pt471"/>
            <p:cNvSpPr/>
            <p:nvPr/>
          </p:nvSpPr>
          <p:spPr>
            <a:xfrm>
              <a:off x="2626713" y="47996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" name="pt472"/>
            <p:cNvSpPr/>
            <p:nvPr/>
          </p:nvSpPr>
          <p:spPr>
            <a:xfrm>
              <a:off x="4320630" y="39586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" name="pt473"/>
            <p:cNvSpPr/>
            <p:nvPr/>
          </p:nvSpPr>
          <p:spPr>
            <a:xfrm>
              <a:off x="3558480" y="429787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" name="pt474"/>
            <p:cNvSpPr/>
            <p:nvPr/>
          </p:nvSpPr>
          <p:spPr>
            <a:xfrm>
              <a:off x="6302276" y="35686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" name="pt475"/>
            <p:cNvSpPr/>
            <p:nvPr/>
          </p:nvSpPr>
          <p:spPr>
            <a:xfrm>
              <a:off x="4928516" y="406041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" name="pt476"/>
            <p:cNvSpPr/>
            <p:nvPr/>
          </p:nvSpPr>
          <p:spPr>
            <a:xfrm>
              <a:off x="3903347" y="417934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" name="pt477"/>
            <p:cNvSpPr/>
            <p:nvPr/>
          </p:nvSpPr>
          <p:spPr>
            <a:xfrm>
              <a:off x="5869708" y="36275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" name="pt478"/>
            <p:cNvSpPr/>
            <p:nvPr/>
          </p:nvSpPr>
          <p:spPr>
            <a:xfrm>
              <a:off x="5031012" y="45316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" name="pt479"/>
            <p:cNvSpPr/>
            <p:nvPr/>
          </p:nvSpPr>
          <p:spPr>
            <a:xfrm>
              <a:off x="3742976" y="42887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" name="pt480"/>
            <p:cNvSpPr/>
            <p:nvPr/>
          </p:nvSpPr>
          <p:spPr>
            <a:xfrm>
              <a:off x="3474118" y="45277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" name="pt481"/>
            <p:cNvSpPr/>
            <p:nvPr/>
          </p:nvSpPr>
          <p:spPr>
            <a:xfrm>
              <a:off x="3692331" y="42854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" name="pt482"/>
            <p:cNvSpPr/>
            <p:nvPr/>
          </p:nvSpPr>
          <p:spPr>
            <a:xfrm>
              <a:off x="3847379" y="436403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" name="pt483"/>
            <p:cNvSpPr/>
            <p:nvPr/>
          </p:nvSpPr>
          <p:spPr>
            <a:xfrm>
              <a:off x="5933635" y="34802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" name="pt484"/>
            <p:cNvSpPr/>
            <p:nvPr/>
          </p:nvSpPr>
          <p:spPr>
            <a:xfrm>
              <a:off x="3956221" y="429634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" name="pt485"/>
            <p:cNvSpPr/>
            <p:nvPr/>
          </p:nvSpPr>
          <p:spPr>
            <a:xfrm>
              <a:off x="3112313" y="457940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" name="pt486"/>
            <p:cNvSpPr/>
            <p:nvPr/>
          </p:nvSpPr>
          <p:spPr>
            <a:xfrm>
              <a:off x="4433689" y="40406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" name="pt487"/>
            <p:cNvSpPr/>
            <p:nvPr/>
          </p:nvSpPr>
          <p:spPr>
            <a:xfrm>
              <a:off x="4018953" y="41935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" name="pt488"/>
            <p:cNvSpPr/>
            <p:nvPr/>
          </p:nvSpPr>
          <p:spPr>
            <a:xfrm>
              <a:off x="3683094" y="430192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" name="pt489"/>
            <p:cNvSpPr/>
            <p:nvPr/>
          </p:nvSpPr>
          <p:spPr>
            <a:xfrm>
              <a:off x="3310129" y="44387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" name="pt490"/>
            <p:cNvSpPr/>
            <p:nvPr/>
          </p:nvSpPr>
          <p:spPr>
            <a:xfrm>
              <a:off x="5418150" y="380495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" name="pt491"/>
            <p:cNvSpPr/>
            <p:nvPr/>
          </p:nvSpPr>
          <p:spPr>
            <a:xfrm>
              <a:off x="3487061" y="45952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" name="pt492"/>
            <p:cNvSpPr/>
            <p:nvPr/>
          </p:nvSpPr>
          <p:spPr>
            <a:xfrm>
              <a:off x="2673087" y="47052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" name="pt493"/>
            <p:cNvSpPr/>
            <p:nvPr/>
          </p:nvSpPr>
          <p:spPr>
            <a:xfrm>
              <a:off x="4615613" y="37462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" name="pt494"/>
            <p:cNvSpPr/>
            <p:nvPr/>
          </p:nvSpPr>
          <p:spPr>
            <a:xfrm>
              <a:off x="3509837" y="44702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" name="pt495"/>
            <p:cNvSpPr/>
            <p:nvPr/>
          </p:nvSpPr>
          <p:spPr>
            <a:xfrm>
              <a:off x="4526167" y="44526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" name="pt496"/>
            <p:cNvSpPr/>
            <p:nvPr/>
          </p:nvSpPr>
          <p:spPr>
            <a:xfrm>
              <a:off x="5048280" y="37343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" name="pt497"/>
            <p:cNvSpPr/>
            <p:nvPr/>
          </p:nvSpPr>
          <p:spPr>
            <a:xfrm>
              <a:off x="5249111" y="36943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" name="pt498"/>
            <p:cNvSpPr/>
            <p:nvPr/>
          </p:nvSpPr>
          <p:spPr>
            <a:xfrm>
              <a:off x="3716355" y="441386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" name="pt499"/>
            <p:cNvSpPr/>
            <p:nvPr/>
          </p:nvSpPr>
          <p:spPr>
            <a:xfrm>
              <a:off x="3823415" y="42179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" name="pt500"/>
            <p:cNvSpPr/>
            <p:nvPr/>
          </p:nvSpPr>
          <p:spPr>
            <a:xfrm>
              <a:off x="5346422" y="41236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" name="pt501"/>
            <p:cNvSpPr/>
            <p:nvPr/>
          </p:nvSpPr>
          <p:spPr>
            <a:xfrm>
              <a:off x="4096505" y="41421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" name="pt502"/>
            <p:cNvSpPr/>
            <p:nvPr/>
          </p:nvSpPr>
          <p:spPr>
            <a:xfrm>
              <a:off x="3495765" y="41366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" name="pt503"/>
            <p:cNvSpPr/>
            <p:nvPr/>
          </p:nvSpPr>
          <p:spPr>
            <a:xfrm>
              <a:off x="2519080" y="506605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" name="pt504"/>
            <p:cNvSpPr/>
            <p:nvPr/>
          </p:nvSpPr>
          <p:spPr>
            <a:xfrm>
              <a:off x="5221771" y="402033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" name="pt505"/>
            <p:cNvSpPr/>
            <p:nvPr/>
          </p:nvSpPr>
          <p:spPr>
            <a:xfrm>
              <a:off x="4986922" y="37691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" name="pt506"/>
            <p:cNvSpPr/>
            <p:nvPr/>
          </p:nvSpPr>
          <p:spPr>
            <a:xfrm>
              <a:off x="4595593" y="41200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" name="pt507"/>
            <p:cNvSpPr/>
            <p:nvPr/>
          </p:nvSpPr>
          <p:spPr>
            <a:xfrm>
              <a:off x="4136655" y="40750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" name="pt508"/>
            <p:cNvSpPr/>
            <p:nvPr/>
          </p:nvSpPr>
          <p:spPr>
            <a:xfrm>
              <a:off x="4569977" y="43090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" name="pt509"/>
            <p:cNvSpPr/>
            <p:nvPr/>
          </p:nvSpPr>
          <p:spPr>
            <a:xfrm>
              <a:off x="7929590" y="39496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" name="pt510"/>
            <p:cNvSpPr/>
            <p:nvPr/>
          </p:nvSpPr>
          <p:spPr>
            <a:xfrm>
              <a:off x="3718094" y="44837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" name="pt511"/>
            <p:cNvSpPr/>
            <p:nvPr/>
          </p:nvSpPr>
          <p:spPr>
            <a:xfrm>
              <a:off x="3921366" y="43297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" name="pt512"/>
            <p:cNvSpPr/>
            <p:nvPr/>
          </p:nvSpPr>
          <p:spPr>
            <a:xfrm>
              <a:off x="3954693" y="41209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" name="pt513"/>
            <p:cNvSpPr/>
            <p:nvPr/>
          </p:nvSpPr>
          <p:spPr>
            <a:xfrm>
              <a:off x="5186611" y="37505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" name="pt514"/>
            <p:cNvSpPr/>
            <p:nvPr/>
          </p:nvSpPr>
          <p:spPr>
            <a:xfrm>
              <a:off x="7190853" y="40636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" name="pt515"/>
            <p:cNvSpPr/>
            <p:nvPr/>
          </p:nvSpPr>
          <p:spPr>
            <a:xfrm>
              <a:off x="3786184" y="39897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" name="pt516"/>
            <p:cNvSpPr/>
            <p:nvPr/>
          </p:nvSpPr>
          <p:spPr>
            <a:xfrm>
              <a:off x="3554803" y="450061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" name="pt517"/>
            <p:cNvSpPr/>
            <p:nvPr/>
          </p:nvSpPr>
          <p:spPr>
            <a:xfrm>
              <a:off x="5343925" y="365748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" name="pt518"/>
            <p:cNvSpPr/>
            <p:nvPr/>
          </p:nvSpPr>
          <p:spPr>
            <a:xfrm>
              <a:off x="3581580" y="45356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" name="pt519"/>
            <p:cNvSpPr/>
            <p:nvPr/>
          </p:nvSpPr>
          <p:spPr>
            <a:xfrm>
              <a:off x="5584266" y="397525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" name="pt520"/>
            <p:cNvSpPr/>
            <p:nvPr/>
          </p:nvSpPr>
          <p:spPr>
            <a:xfrm>
              <a:off x="5033944" y="45135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" name="pt521"/>
            <p:cNvSpPr/>
            <p:nvPr/>
          </p:nvSpPr>
          <p:spPr>
            <a:xfrm>
              <a:off x="4174465" y="432277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" name="pt522"/>
            <p:cNvSpPr/>
            <p:nvPr/>
          </p:nvSpPr>
          <p:spPr>
            <a:xfrm>
              <a:off x="4537599" y="43610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" name="pt523"/>
            <p:cNvSpPr/>
            <p:nvPr/>
          </p:nvSpPr>
          <p:spPr>
            <a:xfrm>
              <a:off x="4803780" y="39894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" name="pt524"/>
            <p:cNvSpPr/>
            <p:nvPr/>
          </p:nvSpPr>
          <p:spPr>
            <a:xfrm>
              <a:off x="7138911" y="349127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" name="pt525"/>
            <p:cNvSpPr/>
            <p:nvPr/>
          </p:nvSpPr>
          <p:spPr>
            <a:xfrm>
              <a:off x="4456989" y="424827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" name="pt526"/>
            <p:cNvSpPr/>
            <p:nvPr/>
          </p:nvSpPr>
          <p:spPr>
            <a:xfrm>
              <a:off x="4896694" y="38734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" name="pt527"/>
            <p:cNvSpPr/>
            <p:nvPr/>
          </p:nvSpPr>
          <p:spPr>
            <a:xfrm>
              <a:off x="5471876" y="40245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" name="pt528"/>
            <p:cNvSpPr/>
            <p:nvPr/>
          </p:nvSpPr>
          <p:spPr>
            <a:xfrm>
              <a:off x="5118156" y="443996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" name="pt529"/>
            <p:cNvSpPr/>
            <p:nvPr/>
          </p:nvSpPr>
          <p:spPr>
            <a:xfrm>
              <a:off x="4664468" y="38949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" name="pt530"/>
            <p:cNvSpPr/>
            <p:nvPr/>
          </p:nvSpPr>
          <p:spPr>
            <a:xfrm>
              <a:off x="5460198" y="456813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" name="pt531"/>
            <p:cNvSpPr/>
            <p:nvPr/>
          </p:nvSpPr>
          <p:spPr>
            <a:xfrm>
              <a:off x="2709978" y="482681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" name="pt532"/>
            <p:cNvSpPr/>
            <p:nvPr/>
          </p:nvSpPr>
          <p:spPr>
            <a:xfrm>
              <a:off x="3814714" y="41769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" name="pt533"/>
            <p:cNvSpPr/>
            <p:nvPr/>
          </p:nvSpPr>
          <p:spPr>
            <a:xfrm>
              <a:off x="4983111" y="38784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" name="pt534"/>
            <p:cNvSpPr/>
            <p:nvPr/>
          </p:nvSpPr>
          <p:spPr>
            <a:xfrm>
              <a:off x="5039064" y="39396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" name="pt535"/>
            <p:cNvSpPr/>
            <p:nvPr/>
          </p:nvSpPr>
          <p:spPr>
            <a:xfrm>
              <a:off x="2940186" y="497489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" name="pt536"/>
            <p:cNvSpPr/>
            <p:nvPr/>
          </p:nvSpPr>
          <p:spPr>
            <a:xfrm>
              <a:off x="3332172" y="456982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" name="pt537"/>
            <p:cNvSpPr/>
            <p:nvPr/>
          </p:nvSpPr>
          <p:spPr>
            <a:xfrm>
              <a:off x="3686637" y="457698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" name="pt538"/>
            <p:cNvSpPr/>
            <p:nvPr/>
          </p:nvSpPr>
          <p:spPr>
            <a:xfrm>
              <a:off x="3510806" y="45061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" name="pt539"/>
            <p:cNvSpPr/>
            <p:nvPr/>
          </p:nvSpPr>
          <p:spPr>
            <a:xfrm>
              <a:off x="6079407" y="38753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" name="pt540"/>
            <p:cNvSpPr/>
            <p:nvPr/>
          </p:nvSpPr>
          <p:spPr>
            <a:xfrm>
              <a:off x="3568143" y="450196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" name="pt541"/>
            <p:cNvSpPr/>
            <p:nvPr/>
          </p:nvSpPr>
          <p:spPr>
            <a:xfrm>
              <a:off x="3164005" y="46238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" name="pt542"/>
            <p:cNvSpPr/>
            <p:nvPr/>
          </p:nvSpPr>
          <p:spPr>
            <a:xfrm>
              <a:off x="3603676" y="43470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" name="pt543"/>
            <p:cNvSpPr/>
            <p:nvPr/>
          </p:nvSpPr>
          <p:spPr>
            <a:xfrm>
              <a:off x="2837667" y="50212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" name="pt544"/>
            <p:cNvSpPr/>
            <p:nvPr/>
          </p:nvSpPr>
          <p:spPr>
            <a:xfrm>
              <a:off x="4592098" y="40770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" name="pt545"/>
            <p:cNvSpPr/>
            <p:nvPr/>
          </p:nvSpPr>
          <p:spPr>
            <a:xfrm>
              <a:off x="6661802" y="42009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" name="pt546"/>
            <p:cNvSpPr/>
            <p:nvPr/>
          </p:nvSpPr>
          <p:spPr>
            <a:xfrm>
              <a:off x="7177026" y="404394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" name="pt547"/>
            <p:cNvSpPr/>
            <p:nvPr/>
          </p:nvSpPr>
          <p:spPr>
            <a:xfrm>
              <a:off x="4748225" y="428825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" name="pt548"/>
            <p:cNvSpPr/>
            <p:nvPr/>
          </p:nvSpPr>
          <p:spPr>
            <a:xfrm>
              <a:off x="5774687" y="38799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" name="pt549"/>
            <p:cNvSpPr/>
            <p:nvPr/>
          </p:nvSpPr>
          <p:spPr>
            <a:xfrm>
              <a:off x="3958685" y="45823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" name="pt550"/>
            <p:cNvSpPr/>
            <p:nvPr/>
          </p:nvSpPr>
          <p:spPr>
            <a:xfrm>
              <a:off x="4030395" y="478479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" name="pt551"/>
            <p:cNvSpPr/>
            <p:nvPr/>
          </p:nvSpPr>
          <p:spPr>
            <a:xfrm>
              <a:off x="5551209" y="39148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" name="pt552"/>
            <p:cNvSpPr/>
            <p:nvPr/>
          </p:nvSpPr>
          <p:spPr>
            <a:xfrm>
              <a:off x="4272347" y="42419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" name="pt553"/>
            <p:cNvSpPr/>
            <p:nvPr/>
          </p:nvSpPr>
          <p:spPr>
            <a:xfrm>
              <a:off x="3827119" y="44834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" name="pt554"/>
            <p:cNvSpPr/>
            <p:nvPr/>
          </p:nvSpPr>
          <p:spPr>
            <a:xfrm>
              <a:off x="3815884" y="463165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" name="pt555"/>
            <p:cNvSpPr/>
            <p:nvPr/>
          </p:nvSpPr>
          <p:spPr>
            <a:xfrm>
              <a:off x="4381329" y="422458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" name="pt556"/>
            <p:cNvSpPr/>
            <p:nvPr/>
          </p:nvSpPr>
          <p:spPr>
            <a:xfrm>
              <a:off x="4810021" y="40608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" name="pt557"/>
            <p:cNvSpPr/>
            <p:nvPr/>
          </p:nvSpPr>
          <p:spPr>
            <a:xfrm>
              <a:off x="7284882" y="383290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" name="pt558"/>
            <p:cNvSpPr/>
            <p:nvPr/>
          </p:nvSpPr>
          <p:spPr>
            <a:xfrm>
              <a:off x="4232443" y="44044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" name="pt559"/>
            <p:cNvSpPr/>
            <p:nvPr/>
          </p:nvSpPr>
          <p:spPr>
            <a:xfrm>
              <a:off x="5445227" y="41135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" name="pt560"/>
            <p:cNvSpPr/>
            <p:nvPr/>
          </p:nvSpPr>
          <p:spPr>
            <a:xfrm>
              <a:off x="4451457" y="39482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" name="pt561"/>
            <p:cNvSpPr/>
            <p:nvPr/>
          </p:nvSpPr>
          <p:spPr>
            <a:xfrm>
              <a:off x="4076722" y="39007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" name="pt562"/>
            <p:cNvSpPr/>
            <p:nvPr/>
          </p:nvSpPr>
          <p:spPr>
            <a:xfrm>
              <a:off x="4540700" y="38594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" name="pt563"/>
            <p:cNvSpPr/>
            <p:nvPr/>
          </p:nvSpPr>
          <p:spPr>
            <a:xfrm>
              <a:off x="4699077" y="39053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" name="pt564"/>
            <p:cNvSpPr/>
            <p:nvPr/>
          </p:nvSpPr>
          <p:spPr>
            <a:xfrm>
              <a:off x="4905929" y="402713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" name="pt565"/>
            <p:cNvSpPr/>
            <p:nvPr/>
          </p:nvSpPr>
          <p:spPr>
            <a:xfrm>
              <a:off x="4753650" y="41002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" name="pt566"/>
            <p:cNvSpPr/>
            <p:nvPr/>
          </p:nvSpPr>
          <p:spPr>
            <a:xfrm>
              <a:off x="5329086" y="39801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" name="pt567"/>
            <p:cNvSpPr/>
            <p:nvPr/>
          </p:nvSpPr>
          <p:spPr>
            <a:xfrm>
              <a:off x="3444984" y="437689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" name="pt568"/>
            <p:cNvSpPr/>
            <p:nvPr/>
          </p:nvSpPr>
          <p:spPr>
            <a:xfrm>
              <a:off x="4043214" y="42686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" name="pt569"/>
            <p:cNvSpPr/>
            <p:nvPr/>
          </p:nvSpPr>
          <p:spPr>
            <a:xfrm>
              <a:off x="4435750" y="439570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" name="pt570"/>
            <p:cNvSpPr/>
            <p:nvPr/>
          </p:nvSpPr>
          <p:spPr>
            <a:xfrm>
              <a:off x="5159916" y="41260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" name="pt571"/>
            <p:cNvSpPr/>
            <p:nvPr/>
          </p:nvSpPr>
          <p:spPr>
            <a:xfrm>
              <a:off x="3819749" y="41961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" name="pt572"/>
            <p:cNvSpPr/>
            <p:nvPr/>
          </p:nvSpPr>
          <p:spPr>
            <a:xfrm>
              <a:off x="4230369" y="44140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" name="pt573"/>
            <p:cNvSpPr/>
            <p:nvPr/>
          </p:nvSpPr>
          <p:spPr>
            <a:xfrm>
              <a:off x="4342471" y="37901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" name="pt574"/>
            <p:cNvSpPr/>
            <p:nvPr/>
          </p:nvSpPr>
          <p:spPr>
            <a:xfrm>
              <a:off x="3712996" y="40686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" name="pt575"/>
            <p:cNvSpPr/>
            <p:nvPr/>
          </p:nvSpPr>
          <p:spPr>
            <a:xfrm>
              <a:off x="4075832" y="443617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" name="pt576"/>
            <p:cNvSpPr/>
            <p:nvPr/>
          </p:nvSpPr>
          <p:spPr>
            <a:xfrm>
              <a:off x="2779553" y="48795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" name="pt577"/>
            <p:cNvSpPr/>
            <p:nvPr/>
          </p:nvSpPr>
          <p:spPr>
            <a:xfrm>
              <a:off x="5899524" y="36089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" name="pt578"/>
            <p:cNvSpPr/>
            <p:nvPr/>
          </p:nvSpPr>
          <p:spPr>
            <a:xfrm>
              <a:off x="4762917" y="40492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" name="pt579"/>
            <p:cNvSpPr/>
            <p:nvPr/>
          </p:nvSpPr>
          <p:spPr>
            <a:xfrm>
              <a:off x="2796660" y="47307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" name="pt580"/>
            <p:cNvSpPr/>
            <p:nvPr/>
          </p:nvSpPr>
          <p:spPr>
            <a:xfrm>
              <a:off x="4342352" y="434875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" name="pt581"/>
            <p:cNvSpPr/>
            <p:nvPr/>
          </p:nvSpPr>
          <p:spPr>
            <a:xfrm>
              <a:off x="4791956" y="44204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" name="pt582"/>
            <p:cNvSpPr/>
            <p:nvPr/>
          </p:nvSpPr>
          <p:spPr>
            <a:xfrm>
              <a:off x="3752584" y="45533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" name="pt583"/>
            <p:cNvSpPr/>
            <p:nvPr/>
          </p:nvSpPr>
          <p:spPr>
            <a:xfrm>
              <a:off x="3068656" y="500879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" name="pt584"/>
            <p:cNvSpPr/>
            <p:nvPr/>
          </p:nvSpPr>
          <p:spPr>
            <a:xfrm>
              <a:off x="3300806" y="449469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" name="pt585"/>
            <p:cNvSpPr/>
            <p:nvPr/>
          </p:nvSpPr>
          <p:spPr>
            <a:xfrm>
              <a:off x="3468225" y="438594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" name="pt586"/>
            <p:cNvSpPr/>
            <p:nvPr/>
          </p:nvSpPr>
          <p:spPr>
            <a:xfrm>
              <a:off x="4364230" y="39587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" name="pt587"/>
            <p:cNvSpPr/>
            <p:nvPr/>
          </p:nvSpPr>
          <p:spPr>
            <a:xfrm>
              <a:off x="3200175" y="465631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" name="pt588"/>
            <p:cNvSpPr/>
            <p:nvPr/>
          </p:nvSpPr>
          <p:spPr>
            <a:xfrm>
              <a:off x="4989742" y="389629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" name="pt589"/>
            <p:cNvSpPr/>
            <p:nvPr/>
          </p:nvSpPr>
          <p:spPr>
            <a:xfrm>
              <a:off x="3897796" y="39945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" name="pt590"/>
            <p:cNvSpPr/>
            <p:nvPr/>
          </p:nvSpPr>
          <p:spPr>
            <a:xfrm>
              <a:off x="5067667" y="39335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" name="pt591"/>
            <p:cNvSpPr/>
            <p:nvPr/>
          </p:nvSpPr>
          <p:spPr>
            <a:xfrm>
              <a:off x="5061781" y="421476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" name="pt592"/>
            <p:cNvSpPr/>
            <p:nvPr/>
          </p:nvSpPr>
          <p:spPr>
            <a:xfrm>
              <a:off x="4931387" y="410698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" name="pt593"/>
            <p:cNvSpPr/>
            <p:nvPr/>
          </p:nvSpPr>
          <p:spPr>
            <a:xfrm>
              <a:off x="3365688" y="476295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" name="pt594"/>
            <p:cNvSpPr/>
            <p:nvPr/>
          </p:nvSpPr>
          <p:spPr>
            <a:xfrm>
              <a:off x="4441632" y="41665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" name="pt595"/>
            <p:cNvSpPr/>
            <p:nvPr/>
          </p:nvSpPr>
          <p:spPr>
            <a:xfrm>
              <a:off x="4248428" y="40925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" name="pt596"/>
            <p:cNvSpPr/>
            <p:nvPr/>
          </p:nvSpPr>
          <p:spPr>
            <a:xfrm>
              <a:off x="5414318" y="37240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" name="pt597"/>
            <p:cNvSpPr/>
            <p:nvPr/>
          </p:nvSpPr>
          <p:spPr>
            <a:xfrm>
              <a:off x="4311681" y="39139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" name="pt598"/>
            <p:cNvSpPr/>
            <p:nvPr/>
          </p:nvSpPr>
          <p:spPr>
            <a:xfrm>
              <a:off x="2342321" y="50703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" name="pt599"/>
            <p:cNvSpPr/>
            <p:nvPr/>
          </p:nvSpPr>
          <p:spPr>
            <a:xfrm>
              <a:off x="2449572" y="480136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" name="pt600"/>
            <p:cNvSpPr/>
            <p:nvPr/>
          </p:nvSpPr>
          <p:spPr>
            <a:xfrm>
              <a:off x="2694103" y="48133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1" name="pt601"/>
            <p:cNvSpPr/>
            <p:nvPr/>
          </p:nvSpPr>
          <p:spPr>
            <a:xfrm>
              <a:off x="3627288" y="48105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2" name="pt602"/>
            <p:cNvSpPr/>
            <p:nvPr/>
          </p:nvSpPr>
          <p:spPr>
            <a:xfrm>
              <a:off x="3461700" y="43530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3" name="pt603"/>
            <p:cNvSpPr/>
            <p:nvPr/>
          </p:nvSpPr>
          <p:spPr>
            <a:xfrm>
              <a:off x="2995833" y="44597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4" name="pt604"/>
            <p:cNvSpPr/>
            <p:nvPr/>
          </p:nvSpPr>
          <p:spPr>
            <a:xfrm>
              <a:off x="3097403" y="46392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5" name="pt605"/>
            <p:cNvSpPr/>
            <p:nvPr/>
          </p:nvSpPr>
          <p:spPr>
            <a:xfrm>
              <a:off x="4038178" y="47443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6" name="pt606"/>
            <p:cNvSpPr/>
            <p:nvPr/>
          </p:nvSpPr>
          <p:spPr>
            <a:xfrm>
              <a:off x="4525932" y="39439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7" name="pt607"/>
            <p:cNvSpPr/>
            <p:nvPr/>
          </p:nvSpPr>
          <p:spPr>
            <a:xfrm>
              <a:off x="3119479" y="474889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8" name="pt608"/>
            <p:cNvSpPr/>
            <p:nvPr/>
          </p:nvSpPr>
          <p:spPr>
            <a:xfrm>
              <a:off x="5808328" y="438318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9" name="pt609"/>
            <p:cNvSpPr/>
            <p:nvPr/>
          </p:nvSpPr>
          <p:spPr>
            <a:xfrm>
              <a:off x="4268486" y="400255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0" name="pt610"/>
            <p:cNvSpPr/>
            <p:nvPr/>
          </p:nvSpPr>
          <p:spPr>
            <a:xfrm>
              <a:off x="4376449" y="418661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1" name="pt611"/>
            <p:cNvSpPr/>
            <p:nvPr/>
          </p:nvSpPr>
          <p:spPr>
            <a:xfrm>
              <a:off x="4891883" y="38499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2" name="pt612"/>
            <p:cNvSpPr/>
            <p:nvPr/>
          </p:nvSpPr>
          <p:spPr>
            <a:xfrm>
              <a:off x="3122420" y="482330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3" name="pt613"/>
            <p:cNvSpPr/>
            <p:nvPr/>
          </p:nvSpPr>
          <p:spPr>
            <a:xfrm>
              <a:off x="6600063" y="371191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4" name="pt614"/>
            <p:cNvSpPr/>
            <p:nvPr/>
          </p:nvSpPr>
          <p:spPr>
            <a:xfrm>
              <a:off x="4629336" y="43238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5" name="pt615"/>
            <p:cNvSpPr/>
            <p:nvPr/>
          </p:nvSpPr>
          <p:spPr>
            <a:xfrm>
              <a:off x="4278069" y="42989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6" name="pt616"/>
            <p:cNvSpPr/>
            <p:nvPr/>
          </p:nvSpPr>
          <p:spPr>
            <a:xfrm>
              <a:off x="3148513" y="465638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7" name="pt617"/>
            <p:cNvSpPr/>
            <p:nvPr/>
          </p:nvSpPr>
          <p:spPr>
            <a:xfrm>
              <a:off x="4142678" y="433464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8" name="pt618"/>
            <p:cNvSpPr/>
            <p:nvPr/>
          </p:nvSpPr>
          <p:spPr>
            <a:xfrm>
              <a:off x="4082884" y="42928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9" name="pt619"/>
            <p:cNvSpPr/>
            <p:nvPr/>
          </p:nvSpPr>
          <p:spPr>
            <a:xfrm>
              <a:off x="2668235" y="48425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0" name="pt620"/>
            <p:cNvSpPr/>
            <p:nvPr/>
          </p:nvSpPr>
          <p:spPr>
            <a:xfrm>
              <a:off x="3966048" y="43081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1" name="pt621"/>
            <p:cNvSpPr/>
            <p:nvPr/>
          </p:nvSpPr>
          <p:spPr>
            <a:xfrm>
              <a:off x="2954849" y="46453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2" name="pt622"/>
            <p:cNvSpPr/>
            <p:nvPr/>
          </p:nvSpPr>
          <p:spPr>
            <a:xfrm>
              <a:off x="4188670" y="40632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3" name="pt623"/>
            <p:cNvSpPr/>
            <p:nvPr/>
          </p:nvSpPr>
          <p:spPr>
            <a:xfrm>
              <a:off x="2992196" y="44859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4" name="pt624"/>
            <p:cNvSpPr/>
            <p:nvPr/>
          </p:nvSpPr>
          <p:spPr>
            <a:xfrm>
              <a:off x="4103132" y="402465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5" name="pt625"/>
            <p:cNvSpPr/>
            <p:nvPr/>
          </p:nvSpPr>
          <p:spPr>
            <a:xfrm>
              <a:off x="4986422" y="42388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6" name="pt626"/>
            <p:cNvSpPr/>
            <p:nvPr/>
          </p:nvSpPr>
          <p:spPr>
            <a:xfrm>
              <a:off x="3079333" y="48026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7" name="pt627"/>
            <p:cNvSpPr/>
            <p:nvPr/>
          </p:nvSpPr>
          <p:spPr>
            <a:xfrm>
              <a:off x="6103485" y="38408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8" name="pt628"/>
            <p:cNvSpPr/>
            <p:nvPr/>
          </p:nvSpPr>
          <p:spPr>
            <a:xfrm>
              <a:off x="2306931" y="49888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9" name="pt629"/>
            <p:cNvSpPr/>
            <p:nvPr/>
          </p:nvSpPr>
          <p:spPr>
            <a:xfrm>
              <a:off x="4670581" y="42697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0" name="pt630"/>
            <p:cNvSpPr/>
            <p:nvPr/>
          </p:nvSpPr>
          <p:spPr>
            <a:xfrm>
              <a:off x="7576389" y="403439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1" name="pt631"/>
            <p:cNvSpPr/>
            <p:nvPr/>
          </p:nvSpPr>
          <p:spPr>
            <a:xfrm>
              <a:off x="3675616" y="41646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2" name="pt632"/>
            <p:cNvSpPr/>
            <p:nvPr/>
          </p:nvSpPr>
          <p:spPr>
            <a:xfrm>
              <a:off x="4089176" y="47129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3" name="pt633"/>
            <p:cNvSpPr/>
            <p:nvPr/>
          </p:nvSpPr>
          <p:spPr>
            <a:xfrm>
              <a:off x="4857006" y="400674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4" name="pt634"/>
            <p:cNvSpPr/>
            <p:nvPr/>
          </p:nvSpPr>
          <p:spPr>
            <a:xfrm>
              <a:off x="3304038" y="43186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5" name="pt635"/>
            <p:cNvSpPr/>
            <p:nvPr/>
          </p:nvSpPr>
          <p:spPr>
            <a:xfrm>
              <a:off x="4883146" y="399799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6" name="pt636"/>
            <p:cNvSpPr/>
            <p:nvPr/>
          </p:nvSpPr>
          <p:spPr>
            <a:xfrm>
              <a:off x="3287727" y="459802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7" name="pt637"/>
            <p:cNvSpPr/>
            <p:nvPr/>
          </p:nvSpPr>
          <p:spPr>
            <a:xfrm>
              <a:off x="4118927" y="42841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8" name="pt638"/>
            <p:cNvSpPr/>
            <p:nvPr/>
          </p:nvSpPr>
          <p:spPr>
            <a:xfrm>
              <a:off x="3622871" y="437077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9" name="pt639"/>
            <p:cNvSpPr/>
            <p:nvPr/>
          </p:nvSpPr>
          <p:spPr>
            <a:xfrm>
              <a:off x="4403040" y="42264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0" name="pt640"/>
            <p:cNvSpPr/>
            <p:nvPr/>
          </p:nvSpPr>
          <p:spPr>
            <a:xfrm>
              <a:off x="4089052" y="42894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1" name="pt641"/>
            <p:cNvSpPr/>
            <p:nvPr/>
          </p:nvSpPr>
          <p:spPr>
            <a:xfrm>
              <a:off x="5601194" y="39068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2" name="pt642"/>
            <p:cNvSpPr/>
            <p:nvPr/>
          </p:nvSpPr>
          <p:spPr>
            <a:xfrm>
              <a:off x="3192932" y="449301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3" name="pt643"/>
            <p:cNvSpPr/>
            <p:nvPr/>
          </p:nvSpPr>
          <p:spPr>
            <a:xfrm>
              <a:off x="5885176" y="36426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4" name="pt644"/>
            <p:cNvSpPr/>
            <p:nvPr/>
          </p:nvSpPr>
          <p:spPr>
            <a:xfrm>
              <a:off x="5187657" y="37405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5" name="pt645"/>
            <p:cNvSpPr/>
            <p:nvPr/>
          </p:nvSpPr>
          <p:spPr>
            <a:xfrm>
              <a:off x="4666777" y="383885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6" name="pt646"/>
            <p:cNvSpPr/>
            <p:nvPr/>
          </p:nvSpPr>
          <p:spPr>
            <a:xfrm>
              <a:off x="6242485" y="418961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7" name="pt647"/>
            <p:cNvSpPr/>
            <p:nvPr/>
          </p:nvSpPr>
          <p:spPr>
            <a:xfrm>
              <a:off x="4776000" y="424014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8" name="pt648"/>
            <p:cNvSpPr/>
            <p:nvPr/>
          </p:nvSpPr>
          <p:spPr>
            <a:xfrm>
              <a:off x="6622072" y="36318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9" name="pt649"/>
            <p:cNvSpPr/>
            <p:nvPr/>
          </p:nvSpPr>
          <p:spPr>
            <a:xfrm>
              <a:off x="5145853" y="38150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0" name="pt650"/>
            <p:cNvSpPr/>
            <p:nvPr/>
          </p:nvSpPr>
          <p:spPr>
            <a:xfrm>
              <a:off x="4184287" y="442055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1" name="pt651"/>
            <p:cNvSpPr/>
            <p:nvPr/>
          </p:nvSpPr>
          <p:spPr>
            <a:xfrm>
              <a:off x="3610912" y="430370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2" name="pt652"/>
            <p:cNvSpPr/>
            <p:nvPr/>
          </p:nvSpPr>
          <p:spPr>
            <a:xfrm>
              <a:off x="3873497" y="455749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3" name="pt653"/>
            <p:cNvSpPr/>
            <p:nvPr/>
          </p:nvSpPr>
          <p:spPr>
            <a:xfrm>
              <a:off x="4503490" y="398658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4" name="pt654"/>
            <p:cNvSpPr/>
            <p:nvPr/>
          </p:nvSpPr>
          <p:spPr>
            <a:xfrm>
              <a:off x="5606129" y="379253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5" name="pt655"/>
            <p:cNvSpPr/>
            <p:nvPr/>
          </p:nvSpPr>
          <p:spPr>
            <a:xfrm>
              <a:off x="3421973" y="47701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6" name="pt656"/>
            <p:cNvSpPr/>
            <p:nvPr/>
          </p:nvSpPr>
          <p:spPr>
            <a:xfrm>
              <a:off x="4259435" y="407335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7" name="pt657"/>
            <p:cNvSpPr/>
            <p:nvPr/>
          </p:nvSpPr>
          <p:spPr>
            <a:xfrm>
              <a:off x="3724215" y="478130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8" name="pt658"/>
            <p:cNvSpPr/>
            <p:nvPr/>
          </p:nvSpPr>
          <p:spPr>
            <a:xfrm>
              <a:off x="6565755" y="347471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9" name="pt659"/>
            <p:cNvSpPr/>
            <p:nvPr/>
          </p:nvSpPr>
          <p:spPr>
            <a:xfrm>
              <a:off x="6470738" y="347174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0" name="pt660"/>
            <p:cNvSpPr/>
            <p:nvPr/>
          </p:nvSpPr>
          <p:spPr>
            <a:xfrm>
              <a:off x="6927089" y="340685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1" name="pt661"/>
            <p:cNvSpPr/>
            <p:nvPr/>
          </p:nvSpPr>
          <p:spPr>
            <a:xfrm>
              <a:off x="4488985" y="39238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2" name="pt662"/>
            <p:cNvSpPr/>
            <p:nvPr/>
          </p:nvSpPr>
          <p:spPr>
            <a:xfrm>
              <a:off x="3238688" y="48473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3" name="pt663"/>
            <p:cNvSpPr/>
            <p:nvPr/>
          </p:nvSpPr>
          <p:spPr>
            <a:xfrm>
              <a:off x="5622922" y="36413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4" name="pt664"/>
            <p:cNvSpPr/>
            <p:nvPr/>
          </p:nvSpPr>
          <p:spPr>
            <a:xfrm>
              <a:off x="3305003" y="470218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5" name="pt665"/>
            <p:cNvSpPr/>
            <p:nvPr/>
          </p:nvSpPr>
          <p:spPr>
            <a:xfrm>
              <a:off x="3951740" y="419221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6" name="pt666"/>
            <p:cNvSpPr/>
            <p:nvPr/>
          </p:nvSpPr>
          <p:spPr>
            <a:xfrm>
              <a:off x="3738008" y="431442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7" name="pt667"/>
            <p:cNvSpPr/>
            <p:nvPr/>
          </p:nvSpPr>
          <p:spPr>
            <a:xfrm>
              <a:off x="5314110" y="39100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8" name="pt668"/>
            <p:cNvSpPr/>
            <p:nvPr/>
          </p:nvSpPr>
          <p:spPr>
            <a:xfrm>
              <a:off x="4366908" y="38769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9" name="pt669"/>
            <p:cNvSpPr/>
            <p:nvPr/>
          </p:nvSpPr>
          <p:spPr>
            <a:xfrm>
              <a:off x="4178959" y="40920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0" name="pt670"/>
            <p:cNvSpPr/>
            <p:nvPr/>
          </p:nvSpPr>
          <p:spPr>
            <a:xfrm>
              <a:off x="3816547" y="425552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1" name="pt671"/>
            <p:cNvSpPr/>
            <p:nvPr/>
          </p:nvSpPr>
          <p:spPr>
            <a:xfrm>
              <a:off x="6214534" y="38905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2" name="pt672"/>
            <p:cNvSpPr/>
            <p:nvPr/>
          </p:nvSpPr>
          <p:spPr>
            <a:xfrm>
              <a:off x="6683267" y="391546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3" name="pt673"/>
            <p:cNvSpPr/>
            <p:nvPr/>
          </p:nvSpPr>
          <p:spPr>
            <a:xfrm>
              <a:off x="3973983" y="425977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4" name="pt674"/>
            <p:cNvSpPr/>
            <p:nvPr/>
          </p:nvSpPr>
          <p:spPr>
            <a:xfrm>
              <a:off x="4575112" y="40958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5" name="pt675"/>
            <p:cNvSpPr/>
            <p:nvPr/>
          </p:nvSpPr>
          <p:spPr>
            <a:xfrm>
              <a:off x="4808348" y="402182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6" name="pt676"/>
            <p:cNvSpPr/>
            <p:nvPr/>
          </p:nvSpPr>
          <p:spPr>
            <a:xfrm>
              <a:off x="4598321" y="43897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7" name="pt677"/>
            <p:cNvSpPr/>
            <p:nvPr/>
          </p:nvSpPr>
          <p:spPr>
            <a:xfrm>
              <a:off x="5598082" y="37916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8" name="pt678"/>
            <p:cNvSpPr/>
            <p:nvPr/>
          </p:nvSpPr>
          <p:spPr>
            <a:xfrm>
              <a:off x="14830610" y="28358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9" name="pt679"/>
            <p:cNvSpPr/>
            <p:nvPr/>
          </p:nvSpPr>
          <p:spPr>
            <a:xfrm>
              <a:off x="3838809" y="44926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0" name="pt680"/>
            <p:cNvSpPr/>
            <p:nvPr/>
          </p:nvSpPr>
          <p:spPr>
            <a:xfrm>
              <a:off x="3810569" y="443705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1" name="pt681"/>
            <p:cNvSpPr/>
            <p:nvPr/>
          </p:nvSpPr>
          <p:spPr>
            <a:xfrm>
              <a:off x="4572322" y="396863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2" name="pt682"/>
            <p:cNvSpPr/>
            <p:nvPr/>
          </p:nvSpPr>
          <p:spPr>
            <a:xfrm>
              <a:off x="4893238" y="409736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3" name="pt683"/>
            <p:cNvSpPr/>
            <p:nvPr/>
          </p:nvSpPr>
          <p:spPr>
            <a:xfrm>
              <a:off x="4769842" y="405743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4" name="pt684"/>
            <p:cNvSpPr/>
            <p:nvPr/>
          </p:nvSpPr>
          <p:spPr>
            <a:xfrm>
              <a:off x="4763500" y="42283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5" name="pt685"/>
            <p:cNvSpPr/>
            <p:nvPr/>
          </p:nvSpPr>
          <p:spPr>
            <a:xfrm>
              <a:off x="5628864" y="37543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6" name="pt686"/>
            <p:cNvSpPr/>
            <p:nvPr/>
          </p:nvSpPr>
          <p:spPr>
            <a:xfrm>
              <a:off x="3261643" y="45412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7" name="pt687"/>
            <p:cNvSpPr/>
            <p:nvPr/>
          </p:nvSpPr>
          <p:spPr>
            <a:xfrm>
              <a:off x="3126665" y="441352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8" name="pt688"/>
            <p:cNvSpPr/>
            <p:nvPr/>
          </p:nvSpPr>
          <p:spPr>
            <a:xfrm>
              <a:off x="2979308" y="467355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9" name="pt689"/>
            <p:cNvSpPr/>
            <p:nvPr/>
          </p:nvSpPr>
          <p:spPr>
            <a:xfrm>
              <a:off x="5330324" y="40745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0" name="pt690"/>
            <p:cNvSpPr/>
            <p:nvPr/>
          </p:nvSpPr>
          <p:spPr>
            <a:xfrm>
              <a:off x="4338979" y="38299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1" name="pt691"/>
            <p:cNvSpPr/>
            <p:nvPr/>
          </p:nvSpPr>
          <p:spPr>
            <a:xfrm>
              <a:off x="6440281" y="34111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2" name="pt692"/>
            <p:cNvSpPr/>
            <p:nvPr/>
          </p:nvSpPr>
          <p:spPr>
            <a:xfrm>
              <a:off x="4614409" y="423289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3" name="pt693"/>
            <p:cNvSpPr/>
            <p:nvPr/>
          </p:nvSpPr>
          <p:spPr>
            <a:xfrm>
              <a:off x="3715059" y="44787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4" name="pt694"/>
            <p:cNvSpPr/>
            <p:nvPr/>
          </p:nvSpPr>
          <p:spPr>
            <a:xfrm>
              <a:off x="3921487" y="439174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5" name="pt695"/>
            <p:cNvSpPr/>
            <p:nvPr/>
          </p:nvSpPr>
          <p:spPr>
            <a:xfrm>
              <a:off x="6100827" y="40356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6" name="pt696"/>
            <p:cNvSpPr/>
            <p:nvPr/>
          </p:nvSpPr>
          <p:spPr>
            <a:xfrm>
              <a:off x="4892732" y="386358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7" name="pt697"/>
            <p:cNvSpPr/>
            <p:nvPr/>
          </p:nvSpPr>
          <p:spPr>
            <a:xfrm>
              <a:off x="6884758" y="37249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8" name="pt698"/>
            <p:cNvSpPr/>
            <p:nvPr/>
          </p:nvSpPr>
          <p:spPr>
            <a:xfrm>
              <a:off x="7653398" y="41234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9" name="pt699"/>
            <p:cNvSpPr/>
            <p:nvPr/>
          </p:nvSpPr>
          <p:spPr>
            <a:xfrm>
              <a:off x="3738309" y="41335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0" name="pt700"/>
            <p:cNvSpPr/>
            <p:nvPr/>
          </p:nvSpPr>
          <p:spPr>
            <a:xfrm>
              <a:off x="3891734" y="407366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1" name="pt701"/>
            <p:cNvSpPr/>
            <p:nvPr/>
          </p:nvSpPr>
          <p:spPr>
            <a:xfrm>
              <a:off x="3143336" y="46337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2" name="pt702"/>
            <p:cNvSpPr/>
            <p:nvPr/>
          </p:nvSpPr>
          <p:spPr>
            <a:xfrm>
              <a:off x="4361511" y="416532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3" name="pt703"/>
            <p:cNvSpPr/>
            <p:nvPr/>
          </p:nvSpPr>
          <p:spPr>
            <a:xfrm>
              <a:off x="3743273" y="452632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4" name="pt704"/>
            <p:cNvSpPr/>
            <p:nvPr/>
          </p:nvSpPr>
          <p:spPr>
            <a:xfrm>
              <a:off x="5938612" y="408805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5" name="pt705"/>
            <p:cNvSpPr/>
            <p:nvPr/>
          </p:nvSpPr>
          <p:spPr>
            <a:xfrm>
              <a:off x="2833536" y="461598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6" name="pt706"/>
            <p:cNvSpPr/>
            <p:nvPr/>
          </p:nvSpPr>
          <p:spPr>
            <a:xfrm>
              <a:off x="4206489" y="394082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7" name="pt707"/>
            <p:cNvSpPr/>
            <p:nvPr/>
          </p:nvSpPr>
          <p:spPr>
            <a:xfrm>
              <a:off x="4865222" y="40054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8" name="pt708"/>
            <p:cNvSpPr/>
            <p:nvPr/>
          </p:nvSpPr>
          <p:spPr>
            <a:xfrm>
              <a:off x="4328087" y="43033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9" name="pt709"/>
            <p:cNvSpPr/>
            <p:nvPr/>
          </p:nvSpPr>
          <p:spPr>
            <a:xfrm>
              <a:off x="5074097" y="42076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0" name="pt710"/>
            <p:cNvSpPr/>
            <p:nvPr/>
          </p:nvSpPr>
          <p:spPr>
            <a:xfrm>
              <a:off x="2869140" y="48663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1" name="pt711"/>
            <p:cNvSpPr/>
            <p:nvPr/>
          </p:nvSpPr>
          <p:spPr>
            <a:xfrm>
              <a:off x="3154123" y="472388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2" name="pt712"/>
            <p:cNvSpPr/>
            <p:nvPr/>
          </p:nvSpPr>
          <p:spPr>
            <a:xfrm>
              <a:off x="3747111" y="427654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3" name="pt713"/>
            <p:cNvSpPr/>
            <p:nvPr/>
          </p:nvSpPr>
          <p:spPr>
            <a:xfrm>
              <a:off x="5558617" y="41273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4" name="pt714"/>
            <p:cNvSpPr/>
            <p:nvPr/>
          </p:nvSpPr>
          <p:spPr>
            <a:xfrm>
              <a:off x="3173448" y="48492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5" name="pt715"/>
            <p:cNvSpPr/>
            <p:nvPr/>
          </p:nvSpPr>
          <p:spPr>
            <a:xfrm>
              <a:off x="5215231" y="433751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6" name="pt716"/>
            <p:cNvSpPr/>
            <p:nvPr/>
          </p:nvSpPr>
          <p:spPr>
            <a:xfrm>
              <a:off x="4875404" y="44897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7" name="pt717"/>
            <p:cNvSpPr/>
            <p:nvPr/>
          </p:nvSpPr>
          <p:spPr>
            <a:xfrm>
              <a:off x="3012844" y="478258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8" name="pt718"/>
            <p:cNvSpPr/>
            <p:nvPr/>
          </p:nvSpPr>
          <p:spPr>
            <a:xfrm>
              <a:off x="3405570" y="447797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9" name="pt719"/>
            <p:cNvSpPr/>
            <p:nvPr/>
          </p:nvSpPr>
          <p:spPr>
            <a:xfrm>
              <a:off x="5257432" y="38019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0" name="pt720"/>
            <p:cNvSpPr/>
            <p:nvPr/>
          </p:nvSpPr>
          <p:spPr>
            <a:xfrm>
              <a:off x="3735227" y="430707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1" name="pt721"/>
            <p:cNvSpPr/>
            <p:nvPr/>
          </p:nvSpPr>
          <p:spPr>
            <a:xfrm>
              <a:off x="4968388" y="38564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2" name="pt722"/>
            <p:cNvSpPr/>
            <p:nvPr/>
          </p:nvSpPr>
          <p:spPr>
            <a:xfrm>
              <a:off x="2940285" y="494288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3" name="pt723"/>
            <p:cNvSpPr/>
            <p:nvPr/>
          </p:nvSpPr>
          <p:spPr>
            <a:xfrm>
              <a:off x="4504887" y="41644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4" name="pt724"/>
            <p:cNvSpPr/>
            <p:nvPr/>
          </p:nvSpPr>
          <p:spPr>
            <a:xfrm>
              <a:off x="5597494" y="391548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5" name="pt725"/>
            <p:cNvSpPr/>
            <p:nvPr/>
          </p:nvSpPr>
          <p:spPr>
            <a:xfrm>
              <a:off x="6144724" y="41913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6" name="pt726"/>
            <p:cNvSpPr/>
            <p:nvPr/>
          </p:nvSpPr>
          <p:spPr>
            <a:xfrm>
              <a:off x="4092310" y="44758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7" name="pt727"/>
            <p:cNvSpPr/>
            <p:nvPr/>
          </p:nvSpPr>
          <p:spPr>
            <a:xfrm>
              <a:off x="4674599" y="39239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8" name="pt728"/>
            <p:cNvSpPr/>
            <p:nvPr/>
          </p:nvSpPr>
          <p:spPr>
            <a:xfrm>
              <a:off x="4365157" y="43621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9" name="pt729"/>
            <p:cNvSpPr/>
            <p:nvPr/>
          </p:nvSpPr>
          <p:spPr>
            <a:xfrm>
              <a:off x="5705745" y="370683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0" name="pt730"/>
            <p:cNvSpPr/>
            <p:nvPr/>
          </p:nvSpPr>
          <p:spPr>
            <a:xfrm>
              <a:off x="3384938" y="458255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1" name="pt731"/>
            <p:cNvSpPr/>
            <p:nvPr/>
          </p:nvSpPr>
          <p:spPr>
            <a:xfrm>
              <a:off x="3277475" y="46627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2" name="pt732"/>
            <p:cNvSpPr/>
            <p:nvPr/>
          </p:nvSpPr>
          <p:spPr>
            <a:xfrm>
              <a:off x="6311465" y="32517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3" name="pt733"/>
            <p:cNvSpPr/>
            <p:nvPr/>
          </p:nvSpPr>
          <p:spPr>
            <a:xfrm>
              <a:off x="4753173" y="470397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4" name="pt734"/>
            <p:cNvSpPr/>
            <p:nvPr/>
          </p:nvSpPr>
          <p:spPr>
            <a:xfrm>
              <a:off x="3785801" y="414548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5" name="pt735"/>
            <p:cNvSpPr/>
            <p:nvPr/>
          </p:nvSpPr>
          <p:spPr>
            <a:xfrm>
              <a:off x="5652347" y="41459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6" name="pt736"/>
            <p:cNvSpPr/>
            <p:nvPr/>
          </p:nvSpPr>
          <p:spPr>
            <a:xfrm>
              <a:off x="3786533" y="43145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7" name="pt737"/>
            <p:cNvSpPr/>
            <p:nvPr/>
          </p:nvSpPr>
          <p:spPr>
            <a:xfrm>
              <a:off x="5450249" y="373404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8" name="pt738"/>
            <p:cNvSpPr/>
            <p:nvPr/>
          </p:nvSpPr>
          <p:spPr>
            <a:xfrm>
              <a:off x="4689823" y="40863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9" name="pt739"/>
            <p:cNvSpPr/>
            <p:nvPr/>
          </p:nvSpPr>
          <p:spPr>
            <a:xfrm>
              <a:off x="5944383" y="38137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0" name="pt740"/>
            <p:cNvSpPr/>
            <p:nvPr/>
          </p:nvSpPr>
          <p:spPr>
            <a:xfrm>
              <a:off x="4322819" y="39814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1" name="pt741"/>
            <p:cNvSpPr/>
            <p:nvPr/>
          </p:nvSpPr>
          <p:spPr>
            <a:xfrm>
              <a:off x="2743459" y="44957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2" name="pt742"/>
            <p:cNvSpPr/>
            <p:nvPr/>
          </p:nvSpPr>
          <p:spPr>
            <a:xfrm>
              <a:off x="5798063" y="42371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3" name="pt743"/>
            <p:cNvSpPr/>
            <p:nvPr/>
          </p:nvSpPr>
          <p:spPr>
            <a:xfrm>
              <a:off x="4246820" y="449888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4" name="pt744"/>
            <p:cNvSpPr/>
            <p:nvPr/>
          </p:nvSpPr>
          <p:spPr>
            <a:xfrm>
              <a:off x="3626117" y="44356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5" name="pt745"/>
            <p:cNvSpPr/>
            <p:nvPr/>
          </p:nvSpPr>
          <p:spPr>
            <a:xfrm>
              <a:off x="4952300" y="39538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6" name="pt746"/>
            <p:cNvSpPr/>
            <p:nvPr/>
          </p:nvSpPr>
          <p:spPr>
            <a:xfrm>
              <a:off x="3533715" y="450242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7" name="pt747"/>
            <p:cNvSpPr/>
            <p:nvPr/>
          </p:nvSpPr>
          <p:spPr>
            <a:xfrm>
              <a:off x="5342031" y="37484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8" name="pt748"/>
            <p:cNvSpPr/>
            <p:nvPr/>
          </p:nvSpPr>
          <p:spPr>
            <a:xfrm>
              <a:off x="3581552" y="458921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9" name="pt749"/>
            <p:cNvSpPr/>
            <p:nvPr/>
          </p:nvSpPr>
          <p:spPr>
            <a:xfrm>
              <a:off x="4601054" y="42173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0" name="pt750"/>
            <p:cNvSpPr/>
            <p:nvPr/>
          </p:nvSpPr>
          <p:spPr>
            <a:xfrm>
              <a:off x="7820330" y="334215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1" name="pt751"/>
            <p:cNvSpPr/>
            <p:nvPr/>
          </p:nvSpPr>
          <p:spPr>
            <a:xfrm>
              <a:off x="5866002" y="36632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2" name="pt752"/>
            <p:cNvSpPr/>
            <p:nvPr/>
          </p:nvSpPr>
          <p:spPr>
            <a:xfrm>
              <a:off x="4813801" y="39264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3" name="pt753"/>
            <p:cNvSpPr/>
            <p:nvPr/>
          </p:nvSpPr>
          <p:spPr>
            <a:xfrm>
              <a:off x="7741311" y="40017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4" name="pt754"/>
            <p:cNvSpPr/>
            <p:nvPr/>
          </p:nvSpPr>
          <p:spPr>
            <a:xfrm>
              <a:off x="4528266" y="45658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5" name="pt755"/>
            <p:cNvSpPr/>
            <p:nvPr/>
          </p:nvSpPr>
          <p:spPr>
            <a:xfrm>
              <a:off x="4509196" y="43216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6" name="pt756"/>
            <p:cNvSpPr/>
            <p:nvPr/>
          </p:nvSpPr>
          <p:spPr>
            <a:xfrm>
              <a:off x="6703571" y="387689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7" name="pt757"/>
            <p:cNvSpPr/>
            <p:nvPr/>
          </p:nvSpPr>
          <p:spPr>
            <a:xfrm>
              <a:off x="7469095" y="36637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8" name="pt758"/>
            <p:cNvSpPr/>
            <p:nvPr/>
          </p:nvSpPr>
          <p:spPr>
            <a:xfrm>
              <a:off x="4497142" y="413898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9" name="pt759"/>
            <p:cNvSpPr/>
            <p:nvPr/>
          </p:nvSpPr>
          <p:spPr>
            <a:xfrm>
              <a:off x="4934923" y="36300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0" name="pt760"/>
            <p:cNvSpPr/>
            <p:nvPr/>
          </p:nvSpPr>
          <p:spPr>
            <a:xfrm>
              <a:off x="4312463" y="416739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1" name="pt761"/>
            <p:cNvSpPr/>
            <p:nvPr/>
          </p:nvSpPr>
          <p:spPr>
            <a:xfrm>
              <a:off x="4752415" y="424587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2" name="pt762"/>
            <p:cNvSpPr/>
            <p:nvPr/>
          </p:nvSpPr>
          <p:spPr>
            <a:xfrm>
              <a:off x="4770014" y="40529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3" name="pt763"/>
            <p:cNvSpPr/>
            <p:nvPr/>
          </p:nvSpPr>
          <p:spPr>
            <a:xfrm>
              <a:off x="3022283" y="45870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4" name="pt764"/>
            <p:cNvSpPr/>
            <p:nvPr/>
          </p:nvSpPr>
          <p:spPr>
            <a:xfrm>
              <a:off x="3852002" y="43870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5" name="pt765"/>
            <p:cNvSpPr/>
            <p:nvPr/>
          </p:nvSpPr>
          <p:spPr>
            <a:xfrm>
              <a:off x="5699787" y="38115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6" name="pt766"/>
            <p:cNvSpPr/>
            <p:nvPr/>
          </p:nvSpPr>
          <p:spPr>
            <a:xfrm>
              <a:off x="6463059" y="378417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7" name="pt767"/>
            <p:cNvSpPr/>
            <p:nvPr/>
          </p:nvSpPr>
          <p:spPr>
            <a:xfrm>
              <a:off x="3402545" y="47859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8" name="pt768"/>
            <p:cNvSpPr/>
            <p:nvPr/>
          </p:nvSpPr>
          <p:spPr>
            <a:xfrm>
              <a:off x="3866429" y="42718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9" name="pt769"/>
            <p:cNvSpPr/>
            <p:nvPr/>
          </p:nvSpPr>
          <p:spPr>
            <a:xfrm>
              <a:off x="4889492" y="42485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0" name="pt770"/>
            <p:cNvSpPr/>
            <p:nvPr/>
          </p:nvSpPr>
          <p:spPr>
            <a:xfrm>
              <a:off x="4365951" y="42686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1" name="pt771"/>
            <p:cNvSpPr/>
            <p:nvPr/>
          </p:nvSpPr>
          <p:spPr>
            <a:xfrm>
              <a:off x="5400208" y="404713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2" name="pt772"/>
            <p:cNvSpPr/>
            <p:nvPr/>
          </p:nvSpPr>
          <p:spPr>
            <a:xfrm>
              <a:off x="5208705" y="39713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3" name="pt773"/>
            <p:cNvSpPr/>
            <p:nvPr/>
          </p:nvSpPr>
          <p:spPr>
            <a:xfrm>
              <a:off x="3983228" y="43020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4" name="pt774"/>
            <p:cNvSpPr/>
            <p:nvPr/>
          </p:nvSpPr>
          <p:spPr>
            <a:xfrm>
              <a:off x="2903896" y="456944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5" name="pt775"/>
            <p:cNvSpPr/>
            <p:nvPr/>
          </p:nvSpPr>
          <p:spPr>
            <a:xfrm>
              <a:off x="5232657" y="34885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6" name="pt776"/>
            <p:cNvSpPr/>
            <p:nvPr/>
          </p:nvSpPr>
          <p:spPr>
            <a:xfrm>
              <a:off x="6837987" y="36475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7" name="pt777"/>
            <p:cNvSpPr/>
            <p:nvPr/>
          </p:nvSpPr>
          <p:spPr>
            <a:xfrm>
              <a:off x="7253945" y="35955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8" name="pt778"/>
            <p:cNvSpPr/>
            <p:nvPr/>
          </p:nvSpPr>
          <p:spPr>
            <a:xfrm>
              <a:off x="3383525" y="434534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9" name="pt779"/>
            <p:cNvSpPr/>
            <p:nvPr/>
          </p:nvSpPr>
          <p:spPr>
            <a:xfrm>
              <a:off x="3193206" y="44551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0" name="pt780"/>
            <p:cNvSpPr/>
            <p:nvPr/>
          </p:nvSpPr>
          <p:spPr>
            <a:xfrm>
              <a:off x="5326356" y="41202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1" name="pt781"/>
            <p:cNvSpPr/>
            <p:nvPr/>
          </p:nvSpPr>
          <p:spPr>
            <a:xfrm>
              <a:off x="5024921" y="39680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2" name="pt782"/>
            <p:cNvSpPr/>
            <p:nvPr/>
          </p:nvSpPr>
          <p:spPr>
            <a:xfrm>
              <a:off x="6338224" y="39499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3" name="pt783"/>
            <p:cNvSpPr/>
            <p:nvPr/>
          </p:nvSpPr>
          <p:spPr>
            <a:xfrm>
              <a:off x="3946894" y="42685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4" name="pt784"/>
            <p:cNvSpPr/>
            <p:nvPr/>
          </p:nvSpPr>
          <p:spPr>
            <a:xfrm>
              <a:off x="7098241" y="36976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5" name="pt785"/>
            <p:cNvSpPr/>
            <p:nvPr/>
          </p:nvSpPr>
          <p:spPr>
            <a:xfrm>
              <a:off x="3398233" y="41332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6" name="pt786"/>
            <p:cNvSpPr/>
            <p:nvPr/>
          </p:nvSpPr>
          <p:spPr>
            <a:xfrm>
              <a:off x="3231451" y="494580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7" name="pt787"/>
            <p:cNvSpPr/>
            <p:nvPr/>
          </p:nvSpPr>
          <p:spPr>
            <a:xfrm>
              <a:off x="3669293" y="46808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8" name="pt788"/>
            <p:cNvSpPr/>
            <p:nvPr/>
          </p:nvSpPr>
          <p:spPr>
            <a:xfrm>
              <a:off x="7109168" y="35474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9" name="pt789"/>
            <p:cNvSpPr/>
            <p:nvPr/>
          </p:nvSpPr>
          <p:spPr>
            <a:xfrm>
              <a:off x="3988116" y="44398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0" name="pt790"/>
            <p:cNvSpPr/>
            <p:nvPr/>
          </p:nvSpPr>
          <p:spPr>
            <a:xfrm>
              <a:off x="8023121" y="33987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1" name="pt791"/>
            <p:cNvSpPr/>
            <p:nvPr/>
          </p:nvSpPr>
          <p:spPr>
            <a:xfrm>
              <a:off x="6826149" y="34025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2" name="pt792"/>
            <p:cNvSpPr/>
            <p:nvPr/>
          </p:nvSpPr>
          <p:spPr>
            <a:xfrm>
              <a:off x="3433138" y="46790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3" name="pt793"/>
            <p:cNvSpPr/>
            <p:nvPr/>
          </p:nvSpPr>
          <p:spPr>
            <a:xfrm>
              <a:off x="5084714" y="424054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4" name="pt794"/>
            <p:cNvSpPr/>
            <p:nvPr/>
          </p:nvSpPr>
          <p:spPr>
            <a:xfrm>
              <a:off x="5029089" y="40973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5" name="pt795"/>
            <p:cNvSpPr/>
            <p:nvPr/>
          </p:nvSpPr>
          <p:spPr>
            <a:xfrm>
              <a:off x="5003127" y="36752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6" name="pt796"/>
            <p:cNvSpPr/>
            <p:nvPr/>
          </p:nvSpPr>
          <p:spPr>
            <a:xfrm>
              <a:off x="4108227" y="43463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7" name="pt797"/>
            <p:cNvSpPr/>
            <p:nvPr/>
          </p:nvSpPr>
          <p:spPr>
            <a:xfrm>
              <a:off x="6058232" y="374338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8" name="pt798"/>
            <p:cNvSpPr/>
            <p:nvPr/>
          </p:nvSpPr>
          <p:spPr>
            <a:xfrm>
              <a:off x="5257676" y="40964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9" name="pt799"/>
            <p:cNvSpPr/>
            <p:nvPr/>
          </p:nvSpPr>
          <p:spPr>
            <a:xfrm>
              <a:off x="3026000" y="50167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0" name="pt800"/>
            <p:cNvSpPr/>
            <p:nvPr/>
          </p:nvSpPr>
          <p:spPr>
            <a:xfrm>
              <a:off x="4047082" y="41692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1" name="pt801"/>
            <p:cNvSpPr/>
            <p:nvPr/>
          </p:nvSpPr>
          <p:spPr>
            <a:xfrm>
              <a:off x="4077465" y="411110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2" name="pt802"/>
            <p:cNvSpPr/>
            <p:nvPr/>
          </p:nvSpPr>
          <p:spPr>
            <a:xfrm>
              <a:off x="5501312" y="41574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3" name="pt803"/>
            <p:cNvSpPr/>
            <p:nvPr/>
          </p:nvSpPr>
          <p:spPr>
            <a:xfrm>
              <a:off x="3060864" y="440930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4" name="pt804"/>
            <p:cNvSpPr/>
            <p:nvPr/>
          </p:nvSpPr>
          <p:spPr>
            <a:xfrm>
              <a:off x="3951883" y="48017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5" name="pt805"/>
            <p:cNvSpPr/>
            <p:nvPr/>
          </p:nvSpPr>
          <p:spPr>
            <a:xfrm>
              <a:off x="3882660" y="432561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6" name="pt806"/>
            <p:cNvSpPr/>
            <p:nvPr/>
          </p:nvSpPr>
          <p:spPr>
            <a:xfrm>
              <a:off x="3840197" y="478715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7" name="pt807"/>
            <p:cNvSpPr/>
            <p:nvPr/>
          </p:nvSpPr>
          <p:spPr>
            <a:xfrm>
              <a:off x="4139322" y="449007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8" name="pt808"/>
            <p:cNvSpPr/>
            <p:nvPr/>
          </p:nvSpPr>
          <p:spPr>
            <a:xfrm>
              <a:off x="5316967" y="37949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9" name="pt809"/>
            <p:cNvSpPr/>
            <p:nvPr/>
          </p:nvSpPr>
          <p:spPr>
            <a:xfrm>
              <a:off x="4824531" y="388776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0" name="pt810"/>
            <p:cNvSpPr/>
            <p:nvPr/>
          </p:nvSpPr>
          <p:spPr>
            <a:xfrm>
              <a:off x="4798494" y="427138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1" name="pt811"/>
            <p:cNvSpPr/>
            <p:nvPr/>
          </p:nvSpPr>
          <p:spPr>
            <a:xfrm>
              <a:off x="3941253" y="45631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2" name="pt812"/>
            <p:cNvSpPr/>
            <p:nvPr/>
          </p:nvSpPr>
          <p:spPr>
            <a:xfrm>
              <a:off x="4099475" y="43159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3" name="pt813"/>
            <p:cNvSpPr/>
            <p:nvPr/>
          </p:nvSpPr>
          <p:spPr>
            <a:xfrm>
              <a:off x="4997152" y="409988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4" name="pt814"/>
            <p:cNvSpPr/>
            <p:nvPr/>
          </p:nvSpPr>
          <p:spPr>
            <a:xfrm>
              <a:off x="5307403" y="369729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5" name="pt815"/>
            <p:cNvSpPr/>
            <p:nvPr/>
          </p:nvSpPr>
          <p:spPr>
            <a:xfrm>
              <a:off x="4579621" y="40390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6" name="pt816"/>
            <p:cNvSpPr/>
            <p:nvPr/>
          </p:nvSpPr>
          <p:spPr>
            <a:xfrm>
              <a:off x="5586558" y="36146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7" name="pt817"/>
            <p:cNvSpPr/>
            <p:nvPr/>
          </p:nvSpPr>
          <p:spPr>
            <a:xfrm>
              <a:off x="3763559" y="43807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8" name="pt818"/>
            <p:cNvSpPr/>
            <p:nvPr/>
          </p:nvSpPr>
          <p:spPr>
            <a:xfrm>
              <a:off x="4714195" y="393702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9" name="pt819"/>
            <p:cNvSpPr/>
            <p:nvPr/>
          </p:nvSpPr>
          <p:spPr>
            <a:xfrm>
              <a:off x="4909438" y="464358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0" name="pt820"/>
            <p:cNvSpPr/>
            <p:nvPr/>
          </p:nvSpPr>
          <p:spPr>
            <a:xfrm>
              <a:off x="3869410" y="42676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1" name="pt821"/>
            <p:cNvSpPr/>
            <p:nvPr/>
          </p:nvSpPr>
          <p:spPr>
            <a:xfrm>
              <a:off x="4496005" y="444308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2" name="pt822"/>
            <p:cNvSpPr/>
            <p:nvPr/>
          </p:nvSpPr>
          <p:spPr>
            <a:xfrm>
              <a:off x="4378218" y="45324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3" name="pt823"/>
            <p:cNvSpPr/>
            <p:nvPr/>
          </p:nvSpPr>
          <p:spPr>
            <a:xfrm>
              <a:off x="4982280" y="40216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4" name="pt824"/>
            <p:cNvSpPr/>
            <p:nvPr/>
          </p:nvSpPr>
          <p:spPr>
            <a:xfrm>
              <a:off x="4177381" y="450091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5" name="pt825"/>
            <p:cNvSpPr/>
            <p:nvPr/>
          </p:nvSpPr>
          <p:spPr>
            <a:xfrm>
              <a:off x="5638222" y="41205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6" name="pt826"/>
            <p:cNvSpPr/>
            <p:nvPr/>
          </p:nvSpPr>
          <p:spPr>
            <a:xfrm>
              <a:off x="4913146" y="41284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7" name="pt827"/>
            <p:cNvSpPr/>
            <p:nvPr/>
          </p:nvSpPr>
          <p:spPr>
            <a:xfrm>
              <a:off x="3792526" y="435480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8" name="pt828"/>
            <p:cNvSpPr/>
            <p:nvPr/>
          </p:nvSpPr>
          <p:spPr>
            <a:xfrm>
              <a:off x="2999069" y="466596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9" name="pt829"/>
            <p:cNvSpPr/>
            <p:nvPr/>
          </p:nvSpPr>
          <p:spPr>
            <a:xfrm>
              <a:off x="2926973" y="450627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0" name="pt830"/>
            <p:cNvSpPr/>
            <p:nvPr/>
          </p:nvSpPr>
          <p:spPr>
            <a:xfrm>
              <a:off x="3703277" y="43263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1" name="pt831"/>
            <p:cNvSpPr/>
            <p:nvPr/>
          </p:nvSpPr>
          <p:spPr>
            <a:xfrm>
              <a:off x="6180717" y="38791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2" name="pt832"/>
            <p:cNvSpPr/>
            <p:nvPr/>
          </p:nvSpPr>
          <p:spPr>
            <a:xfrm>
              <a:off x="4616825" y="412332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3" name="pt833"/>
            <p:cNvSpPr/>
            <p:nvPr/>
          </p:nvSpPr>
          <p:spPr>
            <a:xfrm>
              <a:off x="3003999" y="479427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4" name="pt834"/>
            <p:cNvSpPr/>
            <p:nvPr/>
          </p:nvSpPr>
          <p:spPr>
            <a:xfrm>
              <a:off x="3179854" y="472161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5" name="pt835"/>
            <p:cNvSpPr/>
            <p:nvPr/>
          </p:nvSpPr>
          <p:spPr>
            <a:xfrm>
              <a:off x="4430918" y="40131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6" name="pt836"/>
            <p:cNvSpPr/>
            <p:nvPr/>
          </p:nvSpPr>
          <p:spPr>
            <a:xfrm>
              <a:off x="4065313" y="415563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7" name="pt837"/>
            <p:cNvSpPr/>
            <p:nvPr/>
          </p:nvSpPr>
          <p:spPr>
            <a:xfrm>
              <a:off x="3310907" y="42973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8" name="pt838"/>
            <p:cNvSpPr/>
            <p:nvPr/>
          </p:nvSpPr>
          <p:spPr>
            <a:xfrm>
              <a:off x="3348491" y="41786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9" name="pt839"/>
            <p:cNvSpPr/>
            <p:nvPr/>
          </p:nvSpPr>
          <p:spPr>
            <a:xfrm>
              <a:off x="4231188" y="452239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0" name="pt840"/>
            <p:cNvSpPr/>
            <p:nvPr/>
          </p:nvSpPr>
          <p:spPr>
            <a:xfrm>
              <a:off x="8525379" y="327863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1" name="pt841"/>
            <p:cNvSpPr/>
            <p:nvPr/>
          </p:nvSpPr>
          <p:spPr>
            <a:xfrm>
              <a:off x="7270229" y="33733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2" name="pt842"/>
            <p:cNvSpPr/>
            <p:nvPr/>
          </p:nvSpPr>
          <p:spPr>
            <a:xfrm>
              <a:off x="3244920" y="50510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3" name="pt843"/>
            <p:cNvSpPr/>
            <p:nvPr/>
          </p:nvSpPr>
          <p:spPr>
            <a:xfrm>
              <a:off x="4170501" y="41387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4" name="pt844"/>
            <p:cNvSpPr/>
            <p:nvPr/>
          </p:nvSpPr>
          <p:spPr>
            <a:xfrm>
              <a:off x="6836029" y="34776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5" name="pt845"/>
            <p:cNvSpPr/>
            <p:nvPr/>
          </p:nvSpPr>
          <p:spPr>
            <a:xfrm>
              <a:off x="1959486" y="52864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6" name="pt846"/>
            <p:cNvSpPr/>
            <p:nvPr/>
          </p:nvSpPr>
          <p:spPr>
            <a:xfrm>
              <a:off x="3393376" y="451971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7" name="pt847"/>
            <p:cNvSpPr/>
            <p:nvPr/>
          </p:nvSpPr>
          <p:spPr>
            <a:xfrm>
              <a:off x="3566762" y="456256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8" name="pt848"/>
            <p:cNvSpPr/>
            <p:nvPr/>
          </p:nvSpPr>
          <p:spPr>
            <a:xfrm>
              <a:off x="3946447" y="43563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9" name="pt849"/>
            <p:cNvSpPr/>
            <p:nvPr/>
          </p:nvSpPr>
          <p:spPr>
            <a:xfrm>
              <a:off x="5569703" y="39455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0" name="pt850"/>
            <p:cNvSpPr/>
            <p:nvPr/>
          </p:nvSpPr>
          <p:spPr>
            <a:xfrm>
              <a:off x="3427486" y="44943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1" name="pt851"/>
            <p:cNvSpPr/>
            <p:nvPr/>
          </p:nvSpPr>
          <p:spPr>
            <a:xfrm>
              <a:off x="3284888" y="45123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2" name="pt852"/>
            <p:cNvSpPr/>
            <p:nvPr/>
          </p:nvSpPr>
          <p:spPr>
            <a:xfrm>
              <a:off x="4262898" y="390688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3" name="pt853"/>
            <p:cNvSpPr/>
            <p:nvPr/>
          </p:nvSpPr>
          <p:spPr>
            <a:xfrm>
              <a:off x="9918622" y="35941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4" name="pt854"/>
            <p:cNvSpPr/>
            <p:nvPr/>
          </p:nvSpPr>
          <p:spPr>
            <a:xfrm>
              <a:off x="4275870" y="39599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5" name="pt855"/>
            <p:cNvSpPr/>
            <p:nvPr/>
          </p:nvSpPr>
          <p:spPr>
            <a:xfrm>
              <a:off x="6167787" y="385819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6" name="pt856"/>
            <p:cNvSpPr/>
            <p:nvPr/>
          </p:nvSpPr>
          <p:spPr>
            <a:xfrm>
              <a:off x="7219475" y="33499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7" name="pt857"/>
            <p:cNvSpPr/>
            <p:nvPr/>
          </p:nvSpPr>
          <p:spPr>
            <a:xfrm>
              <a:off x="5725517" y="39009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8" name="pt858"/>
            <p:cNvSpPr/>
            <p:nvPr/>
          </p:nvSpPr>
          <p:spPr>
            <a:xfrm>
              <a:off x="3691054" y="445454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9" name="pt859"/>
            <p:cNvSpPr/>
            <p:nvPr/>
          </p:nvSpPr>
          <p:spPr>
            <a:xfrm>
              <a:off x="7382896" y="34942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0" name="pt860"/>
            <p:cNvSpPr/>
            <p:nvPr/>
          </p:nvSpPr>
          <p:spPr>
            <a:xfrm>
              <a:off x="3673810" y="445983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1" name="pt861"/>
            <p:cNvSpPr/>
            <p:nvPr/>
          </p:nvSpPr>
          <p:spPr>
            <a:xfrm>
              <a:off x="4330855" y="41703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2" name="pt862"/>
            <p:cNvSpPr/>
            <p:nvPr/>
          </p:nvSpPr>
          <p:spPr>
            <a:xfrm>
              <a:off x="3426707" y="459406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3" name="pt863"/>
            <p:cNvSpPr/>
            <p:nvPr/>
          </p:nvSpPr>
          <p:spPr>
            <a:xfrm>
              <a:off x="6341887" y="372706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4" name="pt864"/>
            <p:cNvSpPr/>
            <p:nvPr/>
          </p:nvSpPr>
          <p:spPr>
            <a:xfrm>
              <a:off x="3462335" y="42144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5" name="pt865"/>
            <p:cNvSpPr/>
            <p:nvPr/>
          </p:nvSpPr>
          <p:spPr>
            <a:xfrm>
              <a:off x="4753824" y="390076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6" name="pt866"/>
            <p:cNvSpPr/>
            <p:nvPr/>
          </p:nvSpPr>
          <p:spPr>
            <a:xfrm>
              <a:off x="4543879" y="40633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7" name="pt867"/>
            <p:cNvSpPr/>
            <p:nvPr/>
          </p:nvSpPr>
          <p:spPr>
            <a:xfrm>
              <a:off x="3861325" y="46759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8" name="pt868"/>
            <p:cNvSpPr/>
            <p:nvPr/>
          </p:nvSpPr>
          <p:spPr>
            <a:xfrm>
              <a:off x="5558049" y="38168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9" name="pt869"/>
            <p:cNvSpPr/>
            <p:nvPr/>
          </p:nvSpPr>
          <p:spPr>
            <a:xfrm>
              <a:off x="5185187" y="36229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0" name="pt870"/>
            <p:cNvSpPr/>
            <p:nvPr/>
          </p:nvSpPr>
          <p:spPr>
            <a:xfrm>
              <a:off x="4513173" y="39823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1" name="pt871"/>
            <p:cNvSpPr/>
            <p:nvPr/>
          </p:nvSpPr>
          <p:spPr>
            <a:xfrm>
              <a:off x="4684292" y="432515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2" name="pt872"/>
            <p:cNvSpPr/>
            <p:nvPr/>
          </p:nvSpPr>
          <p:spPr>
            <a:xfrm>
              <a:off x="4281909" y="42919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3" name="pt873"/>
            <p:cNvSpPr/>
            <p:nvPr/>
          </p:nvSpPr>
          <p:spPr>
            <a:xfrm>
              <a:off x="3339035" y="46197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4" name="pt874"/>
            <p:cNvSpPr/>
            <p:nvPr/>
          </p:nvSpPr>
          <p:spPr>
            <a:xfrm>
              <a:off x="4089403" y="39702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5" name="pt875"/>
            <p:cNvSpPr/>
            <p:nvPr/>
          </p:nvSpPr>
          <p:spPr>
            <a:xfrm>
              <a:off x="4402817" y="406892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6" name="pt876"/>
            <p:cNvSpPr/>
            <p:nvPr/>
          </p:nvSpPr>
          <p:spPr>
            <a:xfrm>
              <a:off x="2881482" y="45565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7" name="pt877"/>
            <p:cNvSpPr/>
            <p:nvPr/>
          </p:nvSpPr>
          <p:spPr>
            <a:xfrm>
              <a:off x="7466442" y="32709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8" name="pt878"/>
            <p:cNvSpPr/>
            <p:nvPr/>
          </p:nvSpPr>
          <p:spPr>
            <a:xfrm>
              <a:off x="6176514" y="443189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9" name="pt879"/>
            <p:cNvSpPr/>
            <p:nvPr/>
          </p:nvSpPr>
          <p:spPr>
            <a:xfrm>
              <a:off x="5205047" y="390725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0" name="pt880"/>
            <p:cNvSpPr/>
            <p:nvPr/>
          </p:nvSpPr>
          <p:spPr>
            <a:xfrm>
              <a:off x="3330638" y="44505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1" name="pt881"/>
            <p:cNvSpPr/>
            <p:nvPr/>
          </p:nvSpPr>
          <p:spPr>
            <a:xfrm>
              <a:off x="6563966" y="362880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2" name="pt882"/>
            <p:cNvSpPr/>
            <p:nvPr/>
          </p:nvSpPr>
          <p:spPr>
            <a:xfrm>
              <a:off x="4472592" y="427045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3" name="pt883"/>
            <p:cNvSpPr/>
            <p:nvPr/>
          </p:nvSpPr>
          <p:spPr>
            <a:xfrm>
              <a:off x="6280432" y="38736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4" name="pt884"/>
            <p:cNvSpPr/>
            <p:nvPr/>
          </p:nvSpPr>
          <p:spPr>
            <a:xfrm>
              <a:off x="2610626" y="52779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5" name="pt885"/>
            <p:cNvSpPr/>
            <p:nvPr/>
          </p:nvSpPr>
          <p:spPr>
            <a:xfrm>
              <a:off x="4981185" y="377808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6" name="pt886"/>
            <p:cNvSpPr/>
            <p:nvPr/>
          </p:nvSpPr>
          <p:spPr>
            <a:xfrm>
              <a:off x="3563892" y="45876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7" name="pt887"/>
            <p:cNvSpPr/>
            <p:nvPr/>
          </p:nvSpPr>
          <p:spPr>
            <a:xfrm>
              <a:off x="4883510" y="469812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8" name="pt888"/>
            <p:cNvSpPr/>
            <p:nvPr/>
          </p:nvSpPr>
          <p:spPr>
            <a:xfrm>
              <a:off x="3275923" y="42482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9" name="pt889"/>
            <p:cNvSpPr/>
            <p:nvPr/>
          </p:nvSpPr>
          <p:spPr>
            <a:xfrm>
              <a:off x="3308237" y="47147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0" name="pt890"/>
            <p:cNvSpPr/>
            <p:nvPr/>
          </p:nvSpPr>
          <p:spPr>
            <a:xfrm>
              <a:off x="4158116" y="428624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1" name="pt891"/>
            <p:cNvSpPr/>
            <p:nvPr/>
          </p:nvSpPr>
          <p:spPr>
            <a:xfrm>
              <a:off x="4164982" y="39480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2" name="pt892"/>
            <p:cNvSpPr/>
            <p:nvPr/>
          </p:nvSpPr>
          <p:spPr>
            <a:xfrm>
              <a:off x="3801511" y="44409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3" name="pt893"/>
            <p:cNvSpPr/>
            <p:nvPr/>
          </p:nvSpPr>
          <p:spPr>
            <a:xfrm>
              <a:off x="5656600" y="38851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4" name="pt894"/>
            <p:cNvSpPr/>
            <p:nvPr/>
          </p:nvSpPr>
          <p:spPr>
            <a:xfrm>
              <a:off x="3503778" y="442566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5" name="pt895"/>
            <p:cNvSpPr/>
            <p:nvPr/>
          </p:nvSpPr>
          <p:spPr>
            <a:xfrm>
              <a:off x="4437992" y="38137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6" name="pt896"/>
            <p:cNvSpPr/>
            <p:nvPr/>
          </p:nvSpPr>
          <p:spPr>
            <a:xfrm>
              <a:off x="5427828" y="40962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7" name="pt897"/>
            <p:cNvSpPr/>
            <p:nvPr/>
          </p:nvSpPr>
          <p:spPr>
            <a:xfrm>
              <a:off x="4442326" y="42993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8" name="pt898"/>
            <p:cNvSpPr/>
            <p:nvPr/>
          </p:nvSpPr>
          <p:spPr>
            <a:xfrm>
              <a:off x="3649724" y="410714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9" name="pt899"/>
            <p:cNvSpPr/>
            <p:nvPr/>
          </p:nvSpPr>
          <p:spPr>
            <a:xfrm>
              <a:off x="2992476" y="467022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0" name="pt900"/>
            <p:cNvSpPr/>
            <p:nvPr/>
          </p:nvSpPr>
          <p:spPr>
            <a:xfrm>
              <a:off x="3617710" y="43223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1" name="pt901"/>
            <p:cNvSpPr/>
            <p:nvPr/>
          </p:nvSpPr>
          <p:spPr>
            <a:xfrm>
              <a:off x="4704669" y="42358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2" name="pt902"/>
            <p:cNvSpPr/>
            <p:nvPr/>
          </p:nvSpPr>
          <p:spPr>
            <a:xfrm>
              <a:off x="6052386" y="394674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3" name="pt903"/>
            <p:cNvSpPr/>
            <p:nvPr/>
          </p:nvSpPr>
          <p:spPr>
            <a:xfrm>
              <a:off x="4480252" y="393329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4" name="pt904"/>
            <p:cNvSpPr/>
            <p:nvPr/>
          </p:nvSpPr>
          <p:spPr>
            <a:xfrm>
              <a:off x="4194585" y="413488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5" name="pt905"/>
            <p:cNvSpPr/>
            <p:nvPr/>
          </p:nvSpPr>
          <p:spPr>
            <a:xfrm>
              <a:off x="4728098" y="396974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6" name="pt906"/>
            <p:cNvSpPr/>
            <p:nvPr/>
          </p:nvSpPr>
          <p:spPr>
            <a:xfrm>
              <a:off x="6333672" y="400766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7" name="pt907"/>
            <p:cNvSpPr/>
            <p:nvPr/>
          </p:nvSpPr>
          <p:spPr>
            <a:xfrm>
              <a:off x="3491374" y="46040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8" name="pt908"/>
            <p:cNvSpPr/>
            <p:nvPr/>
          </p:nvSpPr>
          <p:spPr>
            <a:xfrm>
              <a:off x="3639907" y="446723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9" name="pt909"/>
            <p:cNvSpPr/>
            <p:nvPr/>
          </p:nvSpPr>
          <p:spPr>
            <a:xfrm>
              <a:off x="3506217" y="43456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0" name="pt910"/>
            <p:cNvSpPr/>
            <p:nvPr/>
          </p:nvSpPr>
          <p:spPr>
            <a:xfrm>
              <a:off x="3888570" y="41649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1" name="pt911"/>
            <p:cNvSpPr/>
            <p:nvPr/>
          </p:nvSpPr>
          <p:spPr>
            <a:xfrm>
              <a:off x="4138501" y="40718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2" name="pt912"/>
            <p:cNvSpPr/>
            <p:nvPr/>
          </p:nvSpPr>
          <p:spPr>
            <a:xfrm>
              <a:off x="3516546" y="47600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3" name="pt913"/>
            <p:cNvSpPr/>
            <p:nvPr/>
          </p:nvSpPr>
          <p:spPr>
            <a:xfrm>
              <a:off x="3982878" y="41996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4" name="pt914"/>
            <p:cNvSpPr/>
            <p:nvPr/>
          </p:nvSpPr>
          <p:spPr>
            <a:xfrm>
              <a:off x="4990245" y="391538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5" name="pt915"/>
            <p:cNvSpPr/>
            <p:nvPr/>
          </p:nvSpPr>
          <p:spPr>
            <a:xfrm>
              <a:off x="3747751" y="41502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6" name="pt916"/>
            <p:cNvSpPr/>
            <p:nvPr/>
          </p:nvSpPr>
          <p:spPr>
            <a:xfrm>
              <a:off x="3989461" y="42921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7" name="pt917"/>
            <p:cNvSpPr/>
            <p:nvPr/>
          </p:nvSpPr>
          <p:spPr>
            <a:xfrm>
              <a:off x="3661753" y="43391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8" name="pt918"/>
            <p:cNvSpPr/>
            <p:nvPr/>
          </p:nvSpPr>
          <p:spPr>
            <a:xfrm>
              <a:off x="5017049" y="40282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9" name="pt919"/>
            <p:cNvSpPr/>
            <p:nvPr/>
          </p:nvSpPr>
          <p:spPr>
            <a:xfrm>
              <a:off x="4067386" y="43290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0" name="pt920"/>
            <p:cNvSpPr/>
            <p:nvPr/>
          </p:nvSpPr>
          <p:spPr>
            <a:xfrm>
              <a:off x="5016680" y="42944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1" name="pt921"/>
            <p:cNvSpPr/>
            <p:nvPr/>
          </p:nvSpPr>
          <p:spPr>
            <a:xfrm>
              <a:off x="3548204" y="43188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2" name="pt922"/>
            <p:cNvSpPr/>
            <p:nvPr/>
          </p:nvSpPr>
          <p:spPr>
            <a:xfrm>
              <a:off x="4879701" y="38679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3" name="pt923"/>
            <p:cNvSpPr/>
            <p:nvPr/>
          </p:nvSpPr>
          <p:spPr>
            <a:xfrm>
              <a:off x="7993316" y="37612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4" name="pt924"/>
            <p:cNvSpPr/>
            <p:nvPr/>
          </p:nvSpPr>
          <p:spPr>
            <a:xfrm>
              <a:off x="2933492" y="487064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5" name="pt925"/>
            <p:cNvSpPr/>
            <p:nvPr/>
          </p:nvSpPr>
          <p:spPr>
            <a:xfrm>
              <a:off x="4449696" y="43795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6" name="pt926"/>
            <p:cNvSpPr/>
            <p:nvPr/>
          </p:nvSpPr>
          <p:spPr>
            <a:xfrm>
              <a:off x="2796606" y="465584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7" name="pt927"/>
            <p:cNvSpPr/>
            <p:nvPr/>
          </p:nvSpPr>
          <p:spPr>
            <a:xfrm>
              <a:off x="6636871" y="350097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8" name="pt928"/>
            <p:cNvSpPr/>
            <p:nvPr/>
          </p:nvSpPr>
          <p:spPr>
            <a:xfrm>
              <a:off x="5951170" y="37330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9" name="pt929"/>
            <p:cNvSpPr/>
            <p:nvPr/>
          </p:nvSpPr>
          <p:spPr>
            <a:xfrm>
              <a:off x="3283275" y="428685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0" name="pt930"/>
            <p:cNvSpPr/>
            <p:nvPr/>
          </p:nvSpPr>
          <p:spPr>
            <a:xfrm>
              <a:off x="3363158" y="43882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1" name="pt931"/>
            <p:cNvSpPr/>
            <p:nvPr/>
          </p:nvSpPr>
          <p:spPr>
            <a:xfrm>
              <a:off x="4972995" y="40541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2" name="pt932"/>
            <p:cNvSpPr/>
            <p:nvPr/>
          </p:nvSpPr>
          <p:spPr>
            <a:xfrm>
              <a:off x="4288728" y="39993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3" name="pt933"/>
            <p:cNvSpPr/>
            <p:nvPr/>
          </p:nvSpPr>
          <p:spPr>
            <a:xfrm>
              <a:off x="4226902" y="409107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4" name="pt934"/>
            <p:cNvSpPr/>
            <p:nvPr/>
          </p:nvSpPr>
          <p:spPr>
            <a:xfrm>
              <a:off x="5010711" y="37273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5" name="pt935"/>
            <p:cNvSpPr/>
            <p:nvPr/>
          </p:nvSpPr>
          <p:spPr>
            <a:xfrm>
              <a:off x="4261651" y="38715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6" name="pt936"/>
            <p:cNvSpPr/>
            <p:nvPr/>
          </p:nvSpPr>
          <p:spPr>
            <a:xfrm>
              <a:off x="2554627" y="51045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7" name="pt937"/>
            <p:cNvSpPr/>
            <p:nvPr/>
          </p:nvSpPr>
          <p:spPr>
            <a:xfrm>
              <a:off x="2934818" y="496548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8" name="pt938"/>
            <p:cNvSpPr/>
            <p:nvPr/>
          </p:nvSpPr>
          <p:spPr>
            <a:xfrm>
              <a:off x="6844867" y="33900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9" name="pt939"/>
            <p:cNvSpPr/>
            <p:nvPr/>
          </p:nvSpPr>
          <p:spPr>
            <a:xfrm>
              <a:off x="5647058" y="35517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0" name="pt940"/>
            <p:cNvSpPr/>
            <p:nvPr/>
          </p:nvSpPr>
          <p:spPr>
            <a:xfrm>
              <a:off x="6158917" y="34378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1" name="pt941"/>
            <p:cNvSpPr/>
            <p:nvPr/>
          </p:nvSpPr>
          <p:spPr>
            <a:xfrm>
              <a:off x="6719082" y="37570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2" name="pt942"/>
            <p:cNvSpPr/>
            <p:nvPr/>
          </p:nvSpPr>
          <p:spPr>
            <a:xfrm>
              <a:off x="4724363" y="398624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3" name="pt943"/>
            <p:cNvSpPr/>
            <p:nvPr/>
          </p:nvSpPr>
          <p:spPr>
            <a:xfrm>
              <a:off x="4532124" y="38541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4" name="pt944"/>
            <p:cNvSpPr/>
            <p:nvPr/>
          </p:nvSpPr>
          <p:spPr>
            <a:xfrm>
              <a:off x="4915568" y="411051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5" name="pt945"/>
            <p:cNvSpPr/>
            <p:nvPr/>
          </p:nvSpPr>
          <p:spPr>
            <a:xfrm>
              <a:off x="3856320" y="414141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6" name="pt946"/>
            <p:cNvSpPr/>
            <p:nvPr/>
          </p:nvSpPr>
          <p:spPr>
            <a:xfrm>
              <a:off x="3861034" y="41364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7" name="pt947"/>
            <p:cNvSpPr/>
            <p:nvPr/>
          </p:nvSpPr>
          <p:spPr>
            <a:xfrm>
              <a:off x="5592269" y="40308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8" name="pt948"/>
            <p:cNvSpPr/>
            <p:nvPr/>
          </p:nvSpPr>
          <p:spPr>
            <a:xfrm>
              <a:off x="5871724" y="36114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9" name="pt949"/>
            <p:cNvSpPr/>
            <p:nvPr/>
          </p:nvSpPr>
          <p:spPr>
            <a:xfrm>
              <a:off x="4775852" y="37526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0" name="pt950"/>
            <p:cNvSpPr/>
            <p:nvPr/>
          </p:nvSpPr>
          <p:spPr>
            <a:xfrm>
              <a:off x="7169781" y="33593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1" name="pt951"/>
            <p:cNvSpPr/>
            <p:nvPr/>
          </p:nvSpPr>
          <p:spPr>
            <a:xfrm>
              <a:off x="4011295" y="409126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2" name="pt952"/>
            <p:cNvSpPr/>
            <p:nvPr/>
          </p:nvSpPr>
          <p:spPr>
            <a:xfrm>
              <a:off x="4344990" y="418850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3" name="pt953"/>
            <p:cNvSpPr/>
            <p:nvPr/>
          </p:nvSpPr>
          <p:spPr>
            <a:xfrm>
              <a:off x="4399911" y="41377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4" name="pt954"/>
            <p:cNvSpPr/>
            <p:nvPr/>
          </p:nvSpPr>
          <p:spPr>
            <a:xfrm>
              <a:off x="4243085" y="42481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5" name="pt955"/>
            <p:cNvSpPr/>
            <p:nvPr/>
          </p:nvSpPr>
          <p:spPr>
            <a:xfrm>
              <a:off x="7989826" y="35087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6" name="pt956"/>
            <p:cNvSpPr/>
            <p:nvPr/>
          </p:nvSpPr>
          <p:spPr>
            <a:xfrm>
              <a:off x="3120299" y="472770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7" name="pt957"/>
            <p:cNvSpPr/>
            <p:nvPr/>
          </p:nvSpPr>
          <p:spPr>
            <a:xfrm>
              <a:off x="3611603" y="41250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8" name="pt958"/>
            <p:cNvSpPr/>
            <p:nvPr/>
          </p:nvSpPr>
          <p:spPr>
            <a:xfrm>
              <a:off x="6950086" y="405741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9" name="pt959"/>
            <p:cNvSpPr/>
            <p:nvPr/>
          </p:nvSpPr>
          <p:spPr>
            <a:xfrm>
              <a:off x="3832859" y="39719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0" name="pt960"/>
            <p:cNvSpPr/>
            <p:nvPr/>
          </p:nvSpPr>
          <p:spPr>
            <a:xfrm>
              <a:off x="7485681" y="337059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1" name="pt961"/>
            <p:cNvSpPr/>
            <p:nvPr/>
          </p:nvSpPr>
          <p:spPr>
            <a:xfrm>
              <a:off x="4846030" y="428624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2" name="pt962"/>
            <p:cNvSpPr/>
            <p:nvPr/>
          </p:nvSpPr>
          <p:spPr>
            <a:xfrm>
              <a:off x="5321852" y="40431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3" name="pt963"/>
            <p:cNvSpPr/>
            <p:nvPr/>
          </p:nvSpPr>
          <p:spPr>
            <a:xfrm>
              <a:off x="6329442" y="39318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4" name="pt964"/>
            <p:cNvSpPr/>
            <p:nvPr/>
          </p:nvSpPr>
          <p:spPr>
            <a:xfrm>
              <a:off x="5096619" y="410308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5" name="pt965"/>
            <p:cNvSpPr/>
            <p:nvPr/>
          </p:nvSpPr>
          <p:spPr>
            <a:xfrm>
              <a:off x="3084621" y="45132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6" name="tx966"/>
            <p:cNvSpPr/>
            <p:nvPr/>
          </p:nvSpPr>
          <p:spPr>
            <a:xfrm>
              <a:off x="817066" y="553178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967" name="tx967"/>
            <p:cNvSpPr/>
            <p:nvPr/>
          </p:nvSpPr>
          <p:spPr>
            <a:xfrm>
              <a:off x="754887" y="4775246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968" name="tx968"/>
            <p:cNvSpPr/>
            <p:nvPr/>
          </p:nvSpPr>
          <p:spPr>
            <a:xfrm>
              <a:off x="692708" y="4018708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969" name="tx969"/>
            <p:cNvSpPr/>
            <p:nvPr/>
          </p:nvSpPr>
          <p:spPr>
            <a:xfrm>
              <a:off x="692708" y="3262170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970" name="tx970"/>
            <p:cNvSpPr/>
            <p:nvPr/>
          </p:nvSpPr>
          <p:spPr>
            <a:xfrm>
              <a:off x="692708" y="250563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971" name="tx971"/>
            <p:cNvSpPr/>
            <p:nvPr/>
          </p:nvSpPr>
          <p:spPr>
            <a:xfrm>
              <a:off x="1259665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972" name="tx972"/>
            <p:cNvSpPr/>
            <p:nvPr/>
          </p:nvSpPr>
          <p:spPr>
            <a:xfrm>
              <a:off x="2972970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973" name="tx973"/>
            <p:cNvSpPr/>
            <p:nvPr/>
          </p:nvSpPr>
          <p:spPr>
            <a:xfrm>
              <a:off x="4686274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974" name="tx974"/>
            <p:cNvSpPr/>
            <p:nvPr/>
          </p:nvSpPr>
          <p:spPr>
            <a:xfrm>
              <a:off x="6430669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975" name="tx975"/>
            <p:cNvSpPr/>
            <p:nvPr/>
          </p:nvSpPr>
          <p:spPr>
            <a:xfrm>
              <a:off x="8175063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976" name="tx976"/>
            <p:cNvSpPr/>
            <p:nvPr/>
          </p:nvSpPr>
          <p:spPr>
            <a:xfrm>
              <a:off x="3793774" y="5925448"/>
              <a:ext cx="197153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Cockcroft-Gault eGFR (mL/min)</a:t>
              </a:r>
            </a:p>
          </p:txBody>
        </p:sp>
        <p:sp>
          <p:nvSpPr>
            <p:cNvPr id="977" name="tx977"/>
            <p:cNvSpPr/>
            <p:nvPr/>
          </p:nvSpPr>
          <p:spPr>
            <a:xfrm rot="-5400000">
              <a:off x="-804851" y="4008650"/>
              <a:ext cx="2763499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eGFR, unindexed (mL/min)</a:t>
              </a:r>
            </a:p>
          </p:txBody>
        </p:sp>
        <p:sp>
          <p:nvSpPr>
            <p:cNvPr id="978" name="pt978"/>
            <p:cNvSpPr/>
            <p:nvPr/>
          </p:nvSpPr>
          <p:spPr>
            <a:xfrm>
              <a:off x="4231829" y="20496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9" name="pt979"/>
            <p:cNvSpPr/>
            <p:nvPr/>
          </p:nvSpPr>
          <p:spPr>
            <a:xfrm>
              <a:off x="4963081" y="20496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0" name="tx980"/>
            <p:cNvSpPr/>
            <p:nvPr/>
          </p:nvSpPr>
          <p:spPr>
            <a:xfrm>
              <a:off x="4437327" y="2035829"/>
              <a:ext cx="37261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Female</a:t>
              </a:r>
            </a:p>
          </p:txBody>
        </p:sp>
        <p:sp>
          <p:nvSpPr>
            <p:cNvPr id="981" name="tx981"/>
            <p:cNvSpPr/>
            <p:nvPr/>
          </p:nvSpPr>
          <p:spPr>
            <a:xfrm>
              <a:off x="5168579" y="2035829"/>
              <a:ext cx="24222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Male</a:t>
              </a:r>
            </a:p>
          </p:txBody>
        </p:sp>
        <p:sp>
          <p:nvSpPr>
            <p:cNvPr id="982" name="tx982"/>
            <p:cNvSpPr/>
            <p:nvPr/>
          </p:nvSpPr>
          <p:spPr>
            <a:xfrm>
              <a:off x="941876" y="1669789"/>
              <a:ext cx="3027944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Sex   |   N = 943 (Female 515, Male 428)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2026-06-08T10:27:28Z</dcterms:modified>
  <cp:category/>
</cp:coreProperties>
</file>