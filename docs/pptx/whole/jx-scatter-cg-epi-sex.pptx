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9356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43702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68049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92395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7183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81529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4058759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330222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54568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8754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42092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400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50310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8921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995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9289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302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275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40777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757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727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4206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5726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3113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4168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5046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50135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6074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5000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2675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4680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982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5520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3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6154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88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584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6754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6191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385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8516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455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531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3763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425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6576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585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6389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40777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502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4157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5040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5357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4068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660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3483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4078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558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67" y="4431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3673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570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50329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41410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40543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72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4130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5421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3576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2234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7545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5930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5460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2695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249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7060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7700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9269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7508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50058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7031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50254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809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444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628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4835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7783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532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759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550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3835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6669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657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5023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40236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3431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815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250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979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856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5215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9657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41580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40221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4134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842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4165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42067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9246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252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568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8191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40580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4111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2269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608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6658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6504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40398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4918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956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768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651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4145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374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4078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2209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5550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40378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7802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8925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4104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4130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290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2876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5998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41321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41660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42196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6534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5110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3404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570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7843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4078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821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8767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945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3425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397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50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906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4204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353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401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4450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3196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2860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5341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41360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4045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7505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25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7605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7764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3331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7708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728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9084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6135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4056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3048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570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7921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441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2821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4164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446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41773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955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7734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953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4499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2838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4402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3433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500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8088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4488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364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704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6101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4069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40991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4159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7289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3576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6690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8605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792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3305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459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6106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41583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40051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44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2630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34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4551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5728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7522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864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3419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4158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4123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524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6793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2708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40524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4424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3395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3157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5887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4175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780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6470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4148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245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2275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731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8413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4106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5011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856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3534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5215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672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821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7419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9279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3854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2322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54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293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994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467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7991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9457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287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4209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547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690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3555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9551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796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49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4109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40533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3363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4389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6179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97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4044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4104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844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41501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3170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5194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40906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284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4121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41542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410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2491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6661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3682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41209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714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8856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5104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4097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5012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4598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919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4979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5888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4422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6106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5744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888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41767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8404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4194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41080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41124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452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9098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40304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41266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600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3212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80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2588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8870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41567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4792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4081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4071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912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2392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4185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663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9300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42152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5525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4052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949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2884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4063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705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50557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5106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577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4184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9583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8880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8742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6109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5535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900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8191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40874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3703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9579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5284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913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504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3621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3410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50082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670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5810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3989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436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4028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50648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9735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42182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4124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484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752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40774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234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9839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5702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6442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1328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789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40818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8963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4166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789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4215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41661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41656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4130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534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40580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6433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3176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4184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5063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2666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4898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41835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745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4330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223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6032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5664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8460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262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41884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3812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41018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3203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416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4320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6038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40179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7628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40516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930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3304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5711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6217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4628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40141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4818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2234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4188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7143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41586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4018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1685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5042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9708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7468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50805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41342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3755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4336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3651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5562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41288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41270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3571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2653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9987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40591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40385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5077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40393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787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41682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368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4214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804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2801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400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6349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4122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357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4100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5043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41029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5020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4054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4401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9887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2870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41718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238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7785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791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741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2910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8420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3684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362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40905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7051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8904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40626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7981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538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40216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368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799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9586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2978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56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40604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41793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6275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53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288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527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2854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3640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4802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296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5794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404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41935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301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438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804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5952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705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746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470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4526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7343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6943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4138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42179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41236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4142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4136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5066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40203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7691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41200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4075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309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949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483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329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4120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7505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4063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989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5006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6574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5356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9752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513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322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361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9894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491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2482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8734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40245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4399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8949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568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826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4176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8784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9396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9748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5698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5769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5061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875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5019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623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3470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5021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40770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42009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40439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2882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8799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582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7847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914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2419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4834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631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2245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4060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8329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4044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41135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948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9007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859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9053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40271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4100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980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3768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268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3957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4126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41961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4140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790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4068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4361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879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6089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40492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730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3487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420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5533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50087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494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3859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958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656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8962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9945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933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42147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410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7629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4166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40925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724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9139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50703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8013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8133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8105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3530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4597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6392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7443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9439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7488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3831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40025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41866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849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8233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7119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3238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298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6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334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292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8425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3081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645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4063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4859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4024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2388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802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8408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9888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269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4034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41646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7129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4006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3186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9979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5980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2841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3707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2264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289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9068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4930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642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7405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838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41896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2401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631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81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4205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3037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5574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986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7925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7701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40733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7813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4747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4717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4068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92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8473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641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7021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41922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314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9100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8769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4092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2555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890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9154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259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40958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40218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389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7916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8358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4926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4370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9686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40973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40574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22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7543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5412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4135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673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40745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829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411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2328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4787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3917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4035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8635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7249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4123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41335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40736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6337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4165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5263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4088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6159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9408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40054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3033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42076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8663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7238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2765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4127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8492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3375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4897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782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477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8019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3070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856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9428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4164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9154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41913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475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923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3621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7068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582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662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32517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7039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41454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4145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3145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7340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40863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81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981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4957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2371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4988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435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953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5024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7484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589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42173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33421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6632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9264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40017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565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3216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8768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6637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4138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6300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4167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2458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40529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587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3870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8115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784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785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2718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248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268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4047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9713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30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5694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488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647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5955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3453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455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41202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9680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9499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268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697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413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945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6808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8" y="3547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439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3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402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6790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2405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40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675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3463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743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4096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5016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41692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41111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41574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4093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801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3256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7871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4900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7949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8877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271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5631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3159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40998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6972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40390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614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380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9370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643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267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4430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5324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4021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500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41205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4128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3548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6659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5062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326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8791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41233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794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7216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4013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41556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2973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4178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5223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32786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373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50510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41387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4776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86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5197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5625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356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9455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494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5123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9068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5941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959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8581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33499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9009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454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4942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4598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41703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5940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7270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42144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900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40633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6759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816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6229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982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325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29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619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9702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4068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556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32709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4318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9072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4505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6288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2704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873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77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7780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58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6981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248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7147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2862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9480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440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8851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4256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8137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40962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2993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41071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6702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322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235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946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9332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41348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9697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40076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6040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4672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345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41649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40718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760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41996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9153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4150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292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339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40282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329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2944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3188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8679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761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8706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379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655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500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7330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28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3882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405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999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40910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7273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8715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104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9654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390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5517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437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757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9862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8541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41105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41414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4136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40308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611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7526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359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40912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4188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4137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2481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5087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7277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4125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40574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9719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3705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2862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40431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9318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41030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513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2171462" y="3250053"/>
              <a:ext cx="6445748" cy="1616254"/>
            </a:xfrm>
            <a:custGeom>
              <a:avLst/>
              <a:pathLst>
                <a:path w="6445748" h="1616254">
                  <a:moveTo>
                    <a:pt x="0" y="1541176"/>
                  </a:moveTo>
                  <a:lnTo>
                    <a:pt x="160573" y="1505647"/>
                  </a:lnTo>
                  <a:lnTo>
                    <a:pt x="321147" y="1470071"/>
                  </a:lnTo>
                  <a:lnTo>
                    <a:pt x="481721" y="1434439"/>
                  </a:lnTo>
                  <a:lnTo>
                    <a:pt x="642295" y="1398739"/>
                  </a:lnTo>
                  <a:lnTo>
                    <a:pt x="802868" y="1362957"/>
                  </a:lnTo>
                  <a:lnTo>
                    <a:pt x="963442" y="1327076"/>
                  </a:lnTo>
                  <a:lnTo>
                    <a:pt x="1124016" y="1291074"/>
                  </a:lnTo>
                  <a:lnTo>
                    <a:pt x="1284590" y="1254925"/>
                  </a:lnTo>
                  <a:lnTo>
                    <a:pt x="1445164" y="1218599"/>
                  </a:lnTo>
                  <a:lnTo>
                    <a:pt x="1605737" y="1182061"/>
                  </a:lnTo>
                  <a:lnTo>
                    <a:pt x="1766311" y="1145277"/>
                  </a:lnTo>
                  <a:lnTo>
                    <a:pt x="1926885" y="1108212"/>
                  </a:lnTo>
                  <a:lnTo>
                    <a:pt x="2087459" y="1070843"/>
                  </a:lnTo>
                  <a:lnTo>
                    <a:pt x="2248032" y="1033155"/>
                  </a:lnTo>
                  <a:lnTo>
                    <a:pt x="2408606" y="995153"/>
                  </a:lnTo>
                  <a:lnTo>
                    <a:pt x="2569180" y="956853"/>
                  </a:lnTo>
                  <a:lnTo>
                    <a:pt x="2729754" y="918284"/>
                  </a:lnTo>
                  <a:lnTo>
                    <a:pt x="2890328" y="879482"/>
                  </a:lnTo>
                  <a:lnTo>
                    <a:pt x="3050901" y="840481"/>
                  </a:lnTo>
                  <a:lnTo>
                    <a:pt x="3211475" y="801314"/>
                  </a:lnTo>
                  <a:lnTo>
                    <a:pt x="3372049" y="762011"/>
                  </a:lnTo>
                  <a:lnTo>
                    <a:pt x="3532623" y="722595"/>
                  </a:lnTo>
                  <a:lnTo>
                    <a:pt x="3693197" y="683086"/>
                  </a:lnTo>
                  <a:lnTo>
                    <a:pt x="3853770" y="643501"/>
                  </a:lnTo>
                  <a:lnTo>
                    <a:pt x="4014344" y="603853"/>
                  </a:lnTo>
                  <a:lnTo>
                    <a:pt x="4174918" y="564152"/>
                  </a:lnTo>
                  <a:lnTo>
                    <a:pt x="4335492" y="524407"/>
                  </a:lnTo>
                  <a:lnTo>
                    <a:pt x="4496065" y="484625"/>
                  </a:lnTo>
                  <a:lnTo>
                    <a:pt x="4656639" y="444811"/>
                  </a:lnTo>
                  <a:lnTo>
                    <a:pt x="4817213" y="404971"/>
                  </a:lnTo>
                  <a:lnTo>
                    <a:pt x="4977787" y="365107"/>
                  </a:lnTo>
                  <a:lnTo>
                    <a:pt x="5138361" y="325223"/>
                  </a:lnTo>
                  <a:lnTo>
                    <a:pt x="5298934" y="285322"/>
                  </a:lnTo>
                  <a:lnTo>
                    <a:pt x="5459508" y="245406"/>
                  </a:lnTo>
                  <a:lnTo>
                    <a:pt x="5620082" y="205476"/>
                  </a:lnTo>
                  <a:lnTo>
                    <a:pt x="5780656" y="165535"/>
                  </a:lnTo>
                  <a:lnTo>
                    <a:pt x="5941230" y="125583"/>
                  </a:lnTo>
                  <a:lnTo>
                    <a:pt x="6101803" y="85622"/>
                  </a:lnTo>
                  <a:lnTo>
                    <a:pt x="6262377" y="45653"/>
                  </a:lnTo>
                  <a:lnTo>
                    <a:pt x="6422951" y="5676"/>
                  </a:lnTo>
                  <a:lnTo>
                    <a:pt x="6445748" y="0"/>
                  </a:lnTo>
                  <a:lnTo>
                    <a:pt x="6445748" y="136390"/>
                  </a:lnTo>
                  <a:lnTo>
                    <a:pt x="6422951" y="141398"/>
                  </a:lnTo>
                  <a:lnTo>
                    <a:pt x="6262377" y="176680"/>
                  </a:lnTo>
                  <a:lnTo>
                    <a:pt x="6101803" y="211970"/>
                  </a:lnTo>
                  <a:lnTo>
                    <a:pt x="5941230" y="247267"/>
                  </a:lnTo>
                  <a:lnTo>
                    <a:pt x="5780656" y="282575"/>
                  </a:lnTo>
                  <a:lnTo>
                    <a:pt x="5620082" y="317892"/>
                  </a:lnTo>
                  <a:lnTo>
                    <a:pt x="5459508" y="353221"/>
                  </a:lnTo>
                  <a:lnTo>
                    <a:pt x="5298934" y="388564"/>
                  </a:lnTo>
                  <a:lnTo>
                    <a:pt x="5138361" y="423922"/>
                  </a:lnTo>
                  <a:lnTo>
                    <a:pt x="4977787" y="459297"/>
                  </a:lnTo>
                  <a:lnTo>
                    <a:pt x="4817213" y="494692"/>
                  </a:lnTo>
                  <a:lnTo>
                    <a:pt x="4656639" y="530111"/>
                  </a:lnTo>
                  <a:lnTo>
                    <a:pt x="4496065" y="565556"/>
                  </a:lnTo>
                  <a:lnTo>
                    <a:pt x="4335492" y="601033"/>
                  </a:lnTo>
                  <a:lnTo>
                    <a:pt x="4174918" y="636547"/>
                  </a:lnTo>
                  <a:lnTo>
                    <a:pt x="4014344" y="672105"/>
                  </a:lnTo>
                  <a:lnTo>
                    <a:pt x="3853770" y="707715"/>
                  </a:lnTo>
                  <a:lnTo>
                    <a:pt x="3693197" y="743389"/>
                  </a:lnTo>
                  <a:lnTo>
                    <a:pt x="3532623" y="779139"/>
                  </a:lnTo>
                  <a:lnTo>
                    <a:pt x="3372049" y="814982"/>
                  </a:lnTo>
                  <a:lnTo>
                    <a:pt x="3211475" y="850938"/>
                  </a:lnTo>
                  <a:lnTo>
                    <a:pt x="3050901" y="887030"/>
                  </a:lnTo>
                  <a:lnTo>
                    <a:pt x="2890328" y="923288"/>
                  </a:lnTo>
                  <a:lnTo>
                    <a:pt x="2729754" y="959744"/>
                  </a:lnTo>
                  <a:lnTo>
                    <a:pt x="2569180" y="996435"/>
                  </a:lnTo>
                  <a:lnTo>
                    <a:pt x="2408606" y="1033394"/>
                  </a:lnTo>
                  <a:lnTo>
                    <a:pt x="2248032" y="1070650"/>
                  </a:lnTo>
                  <a:lnTo>
                    <a:pt x="2087459" y="1108221"/>
                  </a:lnTo>
                  <a:lnTo>
                    <a:pt x="1926885" y="1146111"/>
                  </a:lnTo>
                  <a:lnTo>
                    <a:pt x="1766311" y="1184305"/>
                  </a:lnTo>
                  <a:lnTo>
                    <a:pt x="1605737" y="1222780"/>
                  </a:lnTo>
                  <a:lnTo>
                    <a:pt x="1445164" y="1261501"/>
                  </a:lnTo>
                  <a:lnTo>
                    <a:pt x="1284590" y="1300434"/>
                  </a:lnTo>
                  <a:lnTo>
                    <a:pt x="1124016" y="1339544"/>
                  </a:lnTo>
                  <a:lnTo>
                    <a:pt x="963442" y="1378801"/>
                  </a:lnTo>
                  <a:lnTo>
                    <a:pt x="802868" y="1418178"/>
                  </a:lnTo>
                  <a:lnTo>
                    <a:pt x="642295" y="1457656"/>
                  </a:lnTo>
                  <a:lnTo>
                    <a:pt x="481721" y="1497214"/>
                  </a:lnTo>
                  <a:lnTo>
                    <a:pt x="321147" y="1536841"/>
                  </a:lnTo>
                  <a:lnTo>
                    <a:pt x="160573" y="1576524"/>
                  </a:lnTo>
                  <a:lnTo>
                    <a:pt x="0" y="1616254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2171462" y="3250053"/>
              <a:ext cx="6445748" cy="1541176"/>
            </a:xfrm>
            <a:custGeom>
              <a:avLst/>
              <a:pathLst>
                <a:path w="6445748" h="1541176">
                  <a:moveTo>
                    <a:pt x="0" y="1541176"/>
                  </a:moveTo>
                  <a:lnTo>
                    <a:pt x="160573" y="1505647"/>
                  </a:lnTo>
                  <a:lnTo>
                    <a:pt x="321147" y="1470071"/>
                  </a:lnTo>
                  <a:lnTo>
                    <a:pt x="481721" y="1434439"/>
                  </a:lnTo>
                  <a:lnTo>
                    <a:pt x="642295" y="1398739"/>
                  </a:lnTo>
                  <a:lnTo>
                    <a:pt x="802868" y="1362957"/>
                  </a:lnTo>
                  <a:lnTo>
                    <a:pt x="963442" y="1327076"/>
                  </a:lnTo>
                  <a:lnTo>
                    <a:pt x="1124016" y="1291074"/>
                  </a:lnTo>
                  <a:lnTo>
                    <a:pt x="1284590" y="1254925"/>
                  </a:lnTo>
                  <a:lnTo>
                    <a:pt x="1445164" y="1218599"/>
                  </a:lnTo>
                  <a:lnTo>
                    <a:pt x="1605737" y="1182061"/>
                  </a:lnTo>
                  <a:lnTo>
                    <a:pt x="1766311" y="1145277"/>
                  </a:lnTo>
                  <a:lnTo>
                    <a:pt x="1926885" y="1108212"/>
                  </a:lnTo>
                  <a:lnTo>
                    <a:pt x="2087459" y="1070843"/>
                  </a:lnTo>
                  <a:lnTo>
                    <a:pt x="2248032" y="1033155"/>
                  </a:lnTo>
                  <a:lnTo>
                    <a:pt x="2408606" y="995153"/>
                  </a:lnTo>
                  <a:lnTo>
                    <a:pt x="2569180" y="956853"/>
                  </a:lnTo>
                  <a:lnTo>
                    <a:pt x="2729754" y="918284"/>
                  </a:lnTo>
                  <a:lnTo>
                    <a:pt x="2890328" y="879482"/>
                  </a:lnTo>
                  <a:lnTo>
                    <a:pt x="3050901" y="840481"/>
                  </a:lnTo>
                  <a:lnTo>
                    <a:pt x="3211475" y="801314"/>
                  </a:lnTo>
                  <a:lnTo>
                    <a:pt x="3372049" y="762011"/>
                  </a:lnTo>
                  <a:lnTo>
                    <a:pt x="3532623" y="722595"/>
                  </a:lnTo>
                  <a:lnTo>
                    <a:pt x="3693197" y="683086"/>
                  </a:lnTo>
                  <a:lnTo>
                    <a:pt x="3853770" y="643501"/>
                  </a:lnTo>
                  <a:lnTo>
                    <a:pt x="4014344" y="603853"/>
                  </a:lnTo>
                  <a:lnTo>
                    <a:pt x="4174918" y="564152"/>
                  </a:lnTo>
                  <a:lnTo>
                    <a:pt x="4335492" y="524407"/>
                  </a:lnTo>
                  <a:lnTo>
                    <a:pt x="4496065" y="484625"/>
                  </a:lnTo>
                  <a:lnTo>
                    <a:pt x="4656639" y="444811"/>
                  </a:lnTo>
                  <a:lnTo>
                    <a:pt x="4817213" y="404971"/>
                  </a:lnTo>
                  <a:lnTo>
                    <a:pt x="4977787" y="365107"/>
                  </a:lnTo>
                  <a:lnTo>
                    <a:pt x="5138361" y="325223"/>
                  </a:lnTo>
                  <a:lnTo>
                    <a:pt x="5298934" y="285322"/>
                  </a:lnTo>
                  <a:lnTo>
                    <a:pt x="5459508" y="245406"/>
                  </a:lnTo>
                  <a:lnTo>
                    <a:pt x="5620082" y="205476"/>
                  </a:lnTo>
                  <a:lnTo>
                    <a:pt x="5780656" y="165535"/>
                  </a:lnTo>
                  <a:lnTo>
                    <a:pt x="5941230" y="125583"/>
                  </a:lnTo>
                  <a:lnTo>
                    <a:pt x="6101803" y="85622"/>
                  </a:lnTo>
                  <a:lnTo>
                    <a:pt x="6262377" y="45653"/>
                  </a:lnTo>
                  <a:lnTo>
                    <a:pt x="6422951" y="5676"/>
                  </a:lnTo>
                  <a:lnTo>
                    <a:pt x="644574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2171462" y="3386443"/>
              <a:ext cx="6445748" cy="1479863"/>
            </a:xfrm>
            <a:custGeom>
              <a:avLst/>
              <a:pathLst>
                <a:path w="6445748" h="1479863">
                  <a:moveTo>
                    <a:pt x="6445748" y="0"/>
                  </a:moveTo>
                  <a:lnTo>
                    <a:pt x="6422951" y="5008"/>
                  </a:lnTo>
                  <a:lnTo>
                    <a:pt x="6262377" y="40290"/>
                  </a:lnTo>
                  <a:lnTo>
                    <a:pt x="6101803" y="75579"/>
                  </a:lnTo>
                  <a:lnTo>
                    <a:pt x="5941230" y="110877"/>
                  </a:lnTo>
                  <a:lnTo>
                    <a:pt x="5780656" y="146184"/>
                  </a:lnTo>
                  <a:lnTo>
                    <a:pt x="5620082" y="181502"/>
                  </a:lnTo>
                  <a:lnTo>
                    <a:pt x="5459508" y="216831"/>
                  </a:lnTo>
                  <a:lnTo>
                    <a:pt x="5298934" y="252174"/>
                  </a:lnTo>
                  <a:lnTo>
                    <a:pt x="5138361" y="287532"/>
                  </a:lnTo>
                  <a:lnTo>
                    <a:pt x="4977787" y="322907"/>
                  </a:lnTo>
                  <a:lnTo>
                    <a:pt x="4817213" y="358302"/>
                  </a:lnTo>
                  <a:lnTo>
                    <a:pt x="4656639" y="393720"/>
                  </a:lnTo>
                  <a:lnTo>
                    <a:pt x="4496065" y="429166"/>
                  </a:lnTo>
                  <a:lnTo>
                    <a:pt x="4335492" y="464642"/>
                  </a:lnTo>
                  <a:lnTo>
                    <a:pt x="4174918" y="500156"/>
                  </a:lnTo>
                  <a:lnTo>
                    <a:pt x="4014344" y="535714"/>
                  </a:lnTo>
                  <a:lnTo>
                    <a:pt x="3853770" y="571325"/>
                  </a:lnTo>
                  <a:lnTo>
                    <a:pt x="3693197" y="606999"/>
                  </a:lnTo>
                  <a:lnTo>
                    <a:pt x="3532623" y="642749"/>
                  </a:lnTo>
                  <a:lnTo>
                    <a:pt x="3372049" y="678592"/>
                  </a:lnTo>
                  <a:lnTo>
                    <a:pt x="3211475" y="714547"/>
                  </a:lnTo>
                  <a:lnTo>
                    <a:pt x="3050901" y="750639"/>
                  </a:lnTo>
                  <a:lnTo>
                    <a:pt x="2890328" y="786897"/>
                  </a:lnTo>
                  <a:lnTo>
                    <a:pt x="2729754" y="823354"/>
                  </a:lnTo>
                  <a:lnTo>
                    <a:pt x="2569180" y="860044"/>
                  </a:lnTo>
                  <a:lnTo>
                    <a:pt x="2408606" y="897003"/>
                  </a:lnTo>
                  <a:lnTo>
                    <a:pt x="2248032" y="934260"/>
                  </a:lnTo>
                  <a:lnTo>
                    <a:pt x="2087459" y="971831"/>
                  </a:lnTo>
                  <a:lnTo>
                    <a:pt x="1926885" y="1009720"/>
                  </a:lnTo>
                  <a:lnTo>
                    <a:pt x="1766311" y="1047915"/>
                  </a:lnTo>
                  <a:lnTo>
                    <a:pt x="1605737" y="1086390"/>
                  </a:lnTo>
                  <a:lnTo>
                    <a:pt x="1445164" y="1125111"/>
                  </a:lnTo>
                  <a:lnTo>
                    <a:pt x="1284590" y="1164044"/>
                  </a:lnTo>
                  <a:lnTo>
                    <a:pt x="1124016" y="1203154"/>
                  </a:lnTo>
                  <a:lnTo>
                    <a:pt x="963442" y="1242410"/>
                  </a:lnTo>
                  <a:lnTo>
                    <a:pt x="802868" y="1281788"/>
                  </a:lnTo>
                  <a:lnTo>
                    <a:pt x="642295" y="1321265"/>
                  </a:lnTo>
                  <a:lnTo>
                    <a:pt x="481721" y="1360824"/>
                  </a:lnTo>
                  <a:lnTo>
                    <a:pt x="321147" y="1400451"/>
                  </a:lnTo>
                  <a:lnTo>
                    <a:pt x="160573" y="1440134"/>
                  </a:lnTo>
                  <a:lnTo>
                    <a:pt x="0" y="14798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2171462" y="3318248"/>
              <a:ext cx="6445748" cy="1510520"/>
            </a:xfrm>
            <a:custGeom>
              <a:avLst/>
              <a:pathLst>
                <a:path w="6445748" h="1510520">
                  <a:moveTo>
                    <a:pt x="0" y="1510520"/>
                  </a:moveTo>
                  <a:lnTo>
                    <a:pt x="160573" y="1472890"/>
                  </a:lnTo>
                  <a:lnTo>
                    <a:pt x="321147" y="1435261"/>
                  </a:lnTo>
                  <a:lnTo>
                    <a:pt x="481721" y="1397631"/>
                  </a:lnTo>
                  <a:lnTo>
                    <a:pt x="642295" y="1360002"/>
                  </a:lnTo>
                  <a:lnTo>
                    <a:pt x="802868" y="1322373"/>
                  </a:lnTo>
                  <a:lnTo>
                    <a:pt x="963442" y="1284743"/>
                  </a:lnTo>
                  <a:lnTo>
                    <a:pt x="1124016" y="1247114"/>
                  </a:lnTo>
                  <a:lnTo>
                    <a:pt x="1284590" y="1209484"/>
                  </a:lnTo>
                  <a:lnTo>
                    <a:pt x="1445164" y="1171855"/>
                  </a:lnTo>
                  <a:lnTo>
                    <a:pt x="1605737" y="1134225"/>
                  </a:lnTo>
                  <a:lnTo>
                    <a:pt x="1766311" y="1096596"/>
                  </a:lnTo>
                  <a:lnTo>
                    <a:pt x="1926885" y="1058966"/>
                  </a:lnTo>
                  <a:lnTo>
                    <a:pt x="2087459" y="1021337"/>
                  </a:lnTo>
                  <a:lnTo>
                    <a:pt x="2248032" y="983708"/>
                  </a:lnTo>
                  <a:lnTo>
                    <a:pt x="2408606" y="946078"/>
                  </a:lnTo>
                  <a:lnTo>
                    <a:pt x="2569180" y="908449"/>
                  </a:lnTo>
                  <a:lnTo>
                    <a:pt x="2729754" y="870819"/>
                  </a:lnTo>
                  <a:lnTo>
                    <a:pt x="2890328" y="833190"/>
                  </a:lnTo>
                  <a:lnTo>
                    <a:pt x="3050901" y="795560"/>
                  </a:lnTo>
                  <a:lnTo>
                    <a:pt x="3211475" y="757931"/>
                  </a:lnTo>
                  <a:lnTo>
                    <a:pt x="3372049" y="720301"/>
                  </a:lnTo>
                  <a:lnTo>
                    <a:pt x="3532623" y="682672"/>
                  </a:lnTo>
                  <a:lnTo>
                    <a:pt x="3693197" y="645042"/>
                  </a:lnTo>
                  <a:lnTo>
                    <a:pt x="3853770" y="607413"/>
                  </a:lnTo>
                  <a:lnTo>
                    <a:pt x="4014344" y="569784"/>
                  </a:lnTo>
                  <a:lnTo>
                    <a:pt x="4174918" y="532154"/>
                  </a:lnTo>
                  <a:lnTo>
                    <a:pt x="4335492" y="494525"/>
                  </a:lnTo>
                  <a:lnTo>
                    <a:pt x="4496065" y="456895"/>
                  </a:lnTo>
                  <a:lnTo>
                    <a:pt x="4656639" y="419266"/>
                  </a:lnTo>
                  <a:lnTo>
                    <a:pt x="4817213" y="381636"/>
                  </a:lnTo>
                  <a:lnTo>
                    <a:pt x="4977787" y="344007"/>
                  </a:lnTo>
                  <a:lnTo>
                    <a:pt x="5138361" y="306377"/>
                  </a:lnTo>
                  <a:lnTo>
                    <a:pt x="5298934" y="268748"/>
                  </a:lnTo>
                  <a:lnTo>
                    <a:pt x="5459508" y="231119"/>
                  </a:lnTo>
                  <a:lnTo>
                    <a:pt x="5620082" y="193489"/>
                  </a:lnTo>
                  <a:lnTo>
                    <a:pt x="5780656" y="155860"/>
                  </a:lnTo>
                  <a:lnTo>
                    <a:pt x="5941230" y="118230"/>
                  </a:lnTo>
                  <a:lnTo>
                    <a:pt x="6101803" y="80601"/>
                  </a:lnTo>
                  <a:lnTo>
                    <a:pt x="6262377" y="42971"/>
                  </a:lnTo>
                  <a:lnTo>
                    <a:pt x="6422951" y="5342"/>
                  </a:lnTo>
                  <a:lnTo>
                    <a:pt x="6445748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1985667" y="3084038"/>
              <a:ext cx="6631543" cy="1805060"/>
            </a:xfrm>
            <a:custGeom>
              <a:avLst/>
              <a:pathLst>
                <a:path w="6631543" h="1805060">
                  <a:moveTo>
                    <a:pt x="0" y="1698705"/>
                  </a:moveTo>
                  <a:lnTo>
                    <a:pt x="100748" y="1674941"/>
                  </a:lnTo>
                  <a:lnTo>
                    <a:pt x="201497" y="1651166"/>
                  </a:lnTo>
                  <a:lnTo>
                    <a:pt x="302245" y="1627376"/>
                  </a:lnTo>
                  <a:lnTo>
                    <a:pt x="402994" y="1603571"/>
                  </a:lnTo>
                  <a:lnTo>
                    <a:pt x="503742" y="1579750"/>
                  </a:lnTo>
                  <a:lnTo>
                    <a:pt x="604491" y="1555909"/>
                  </a:lnTo>
                  <a:lnTo>
                    <a:pt x="705239" y="1532047"/>
                  </a:lnTo>
                  <a:lnTo>
                    <a:pt x="805988" y="1508162"/>
                  </a:lnTo>
                  <a:lnTo>
                    <a:pt x="906737" y="1484250"/>
                  </a:lnTo>
                  <a:lnTo>
                    <a:pt x="1007485" y="1460309"/>
                  </a:lnTo>
                  <a:lnTo>
                    <a:pt x="1108234" y="1436334"/>
                  </a:lnTo>
                  <a:lnTo>
                    <a:pt x="1208982" y="1412322"/>
                  </a:lnTo>
                  <a:lnTo>
                    <a:pt x="1309731" y="1388267"/>
                  </a:lnTo>
                  <a:lnTo>
                    <a:pt x="1410479" y="1364163"/>
                  </a:lnTo>
                  <a:lnTo>
                    <a:pt x="1511228" y="1340005"/>
                  </a:lnTo>
                  <a:lnTo>
                    <a:pt x="1611976" y="1315785"/>
                  </a:lnTo>
                  <a:lnTo>
                    <a:pt x="1712725" y="1291495"/>
                  </a:lnTo>
                  <a:lnTo>
                    <a:pt x="1813474" y="1267126"/>
                  </a:lnTo>
                  <a:lnTo>
                    <a:pt x="1914222" y="1242668"/>
                  </a:lnTo>
                  <a:lnTo>
                    <a:pt x="2014971" y="1218111"/>
                  </a:lnTo>
                  <a:lnTo>
                    <a:pt x="2115719" y="1193442"/>
                  </a:lnTo>
                  <a:lnTo>
                    <a:pt x="2216468" y="1168653"/>
                  </a:lnTo>
                  <a:lnTo>
                    <a:pt x="2317216" y="1143732"/>
                  </a:lnTo>
                  <a:lnTo>
                    <a:pt x="2417965" y="1118669"/>
                  </a:lnTo>
                  <a:lnTo>
                    <a:pt x="2518714" y="1093459"/>
                  </a:lnTo>
                  <a:lnTo>
                    <a:pt x="2619462" y="1068095"/>
                  </a:lnTo>
                  <a:lnTo>
                    <a:pt x="2720211" y="1042578"/>
                  </a:lnTo>
                  <a:lnTo>
                    <a:pt x="2820959" y="1016907"/>
                  </a:lnTo>
                  <a:lnTo>
                    <a:pt x="2921708" y="991089"/>
                  </a:lnTo>
                  <a:lnTo>
                    <a:pt x="3022456" y="965129"/>
                  </a:lnTo>
                  <a:lnTo>
                    <a:pt x="3123205" y="939037"/>
                  </a:lnTo>
                  <a:lnTo>
                    <a:pt x="3223953" y="912823"/>
                  </a:lnTo>
                  <a:lnTo>
                    <a:pt x="3324702" y="886498"/>
                  </a:lnTo>
                  <a:lnTo>
                    <a:pt x="3425451" y="860074"/>
                  </a:lnTo>
                  <a:lnTo>
                    <a:pt x="3526199" y="833560"/>
                  </a:lnTo>
                  <a:lnTo>
                    <a:pt x="3626948" y="806966"/>
                  </a:lnTo>
                  <a:lnTo>
                    <a:pt x="3727696" y="780303"/>
                  </a:lnTo>
                  <a:lnTo>
                    <a:pt x="3828445" y="753577"/>
                  </a:lnTo>
                  <a:lnTo>
                    <a:pt x="3929193" y="726796"/>
                  </a:lnTo>
                  <a:lnTo>
                    <a:pt x="4029942" y="699967"/>
                  </a:lnTo>
                  <a:lnTo>
                    <a:pt x="4130691" y="673096"/>
                  </a:lnTo>
                  <a:lnTo>
                    <a:pt x="4231439" y="646186"/>
                  </a:lnTo>
                  <a:lnTo>
                    <a:pt x="4332188" y="619243"/>
                  </a:lnTo>
                  <a:lnTo>
                    <a:pt x="4432936" y="592270"/>
                  </a:lnTo>
                  <a:lnTo>
                    <a:pt x="4533685" y="565270"/>
                  </a:lnTo>
                  <a:lnTo>
                    <a:pt x="4634433" y="538247"/>
                  </a:lnTo>
                  <a:lnTo>
                    <a:pt x="4735182" y="511203"/>
                  </a:lnTo>
                  <a:lnTo>
                    <a:pt x="4835930" y="484140"/>
                  </a:lnTo>
                  <a:lnTo>
                    <a:pt x="4936679" y="457060"/>
                  </a:lnTo>
                  <a:lnTo>
                    <a:pt x="5037428" y="429965"/>
                  </a:lnTo>
                  <a:lnTo>
                    <a:pt x="5138176" y="402855"/>
                  </a:lnTo>
                  <a:lnTo>
                    <a:pt x="5238925" y="375733"/>
                  </a:lnTo>
                  <a:lnTo>
                    <a:pt x="5339673" y="348600"/>
                  </a:lnTo>
                  <a:lnTo>
                    <a:pt x="5440422" y="321456"/>
                  </a:lnTo>
                  <a:lnTo>
                    <a:pt x="5541170" y="294303"/>
                  </a:lnTo>
                  <a:lnTo>
                    <a:pt x="5641919" y="267141"/>
                  </a:lnTo>
                  <a:lnTo>
                    <a:pt x="5742668" y="239971"/>
                  </a:lnTo>
                  <a:lnTo>
                    <a:pt x="5843416" y="212794"/>
                  </a:lnTo>
                  <a:lnTo>
                    <a:pt x="5944165" y="185610"/>
                  </a:lnTo>
                  <a:lnTo>
                    <a:pt x="6044913" y="158420"/>
                  </a:lnTo>
                  <a:lnTo>
                    <a:pt x="6145662" y="131225"/>
                  </a:lnTo>
                  <a:lnTo>
                    <a:pt x="6246410" y="104024"/>
                  </a:lnTo>
                  <a:lnTo>
                    <a:pt x="6347159" y="76818"/>
                  </a:lnTo>
                  <a:lnTo>
                    <a:pt x="6447907" y="49607"/>
                  </a:lnTo>
                  <a:lnTo>
                    <a:pt x="6548656" y="22393"/>
                  </a:lnTo>
                  <a:lnTo>
                    <a:pt x="6631543" y="0"/>
                  </a:lnTo>
                  <a:lnTo>
                    <a:pt x="6631543" y="154346"/>
                  </a:lnTo>
                  <a:lnTo>
                    <a:pt x="6548656" y="173817"/>
                  </a:lnTo>
                  <a:lnTo>
                    <a:pt x="6447907" y="197488"/>
                  </a:lnTo>
                  <a:lnTo>
                    <a:pt x="6347159" y="221163"/>
                  </a:lnTo>
                  <a:lnTo>
                    <a:pt x="6246410" y="244843"/>
                  </a:lnTo>
                  <a:lnTo>
                    <a:pt x="6145662" y="268527"/>
                  </a:lnTo>
                  <a:lnTo>
                    <a:pt x="6044913" y="292217"/>
                  </a:lnTo>
                  <a:lnTo>
                    <a:pt x="5944165" y="315912"/>
                  </a:lnTo>
                  <a:lnTo>
                    <a:pt x="5843416" y="339614"/>
                  </a:lnTo>
                  <a:lnTo>
                    <a:pt x="5742668" y="363322"/>
                  </a:lnTo>
                  <a:lnTo>
                    <a:pt x="5641919" y="387038"/>
                  </a:lnTo>
                  <a:lnTo>
                    <a:pt x="5541170" y="410762"/>
                  </a:lnTo>
                  <a:lnTo>
                    <a:pt x="5440422" y="434494"/>
                  </a:lnTo>
                  <a:lnTo>
                    <a:pt x="5339673" y="458236"/>
                  </a:lnTo>
                  <a:lnTo>
                    <a:pt x="5238925" y="481988"/>
                  </a:lnTo>
                  <a:lnTo>
                    <a:pt x="5138176" y="505751"/>
                  </a:lnTo>
                  <a:lnTo>
                    <a:pt x="5037428" y="529527"/>
                  </a:lnTo>
                  <a:lnTo>
                    <a:pt x="4936679" y="553317"/>
                  </a:lnTo>
                  <a:lnTo>
                    <a:pt x="4835930" y="577123"/>
                  </a:lnTo>
                  <a:lnTo>
                    <a:pt x="4735182" y="600945"/>
                  </a:lnTo>
                  <a:lnTo>
                    <a:pt x="4634433" y="624786"/>
                  </a:lnTo>
                  <a:lnTo>
                    <a:pt x="4533685" y="648649"/>
                  </a:lnTo>
                  <a:lnTo>
                    <a:pt x="4432936" y="672535"/>
                  </a:lnTo>
                  <a:lnTo>
                    <a:pt x="4332188" y="696447"/>
                  </a:lnTo>
                  <a:lnTo>
                    <a:pt x="4231439" y="720389"/>
                  </a:lnTo>
                  <a:lnTo>
                    <a:pt x="4130691" y="744365"/>
                  </a:lnTo>
                  <a:lnTo>
                    <a:pt x="4029942" y="768379"/>
                  </a:lnTo>
                  <a:lnTo>
                    <a:pt x="3929193" y="792435"/>
                  </a:lnTo>
                  <a:lnTo>
                    <a:pt x="3828445" y="816540"/>
                  </a:lnTo>
                  <a:lnTo>
                    <a:pt x="3727696" y="840700"/>
                  </a:lnTo>
                  <a:lnTo>
                    <a:pt x="3626948" y="864922"/>
                  </a:lnTo>
                  <a:lnTo>
                    <a:pt x="3526199" y="889214"/>
                  </a:lnTo>
                  <a:lnTo>
                    <a:pt x="3425451" y="913586"/>
                  </a:lnTo>
                  <a:lnTo>
                    <a:pt x="3324702" y="938046"/>
                  </a:lnTo>
                  <a:lnTo>
                    <a:pt x="3223953" y="962607"/>
                  </a:lnTo>
                  <a:lnTo>
                    <a:pt x="3123205" y="987279"/>
                  </a:lnTo>
                  <a:lnTo>
                    <a:pt x="3022456" y="1012072"/>
                  </a:lnTo>
                  <a:lnTo>
                    <a:pt x="2921708" y="1036998"/>
                  </a:lnTo>
                  <a:lnTo>
                    <a:pt x="2820959" y="1062064"/>
                  </a:lnTo>
                  <a:lnTo>
                    <a:pt x="2720211" y="1087279"/>
                  </a:lnTo>
                  <a:lnTo>
                    <a:pt x="2619462" y="1112647"/>
                  </a:lnTo>
                  <a:lnTo>
                    <a:pt x="2518714" y="1138170"/>
                  </a:lnTo>
                  <a:lnTo>
                    <a:pt x="2417965" y="1163845"/>
                  </a:lnTo>
                  <a:lnTo>
                    <a:pt x="2317216" y="1189668"/>
                  </a:lnTo>
                  <a:lnTo>
                    <a:pt x="2216468" y="1215632"/>
                  </a:lnTo>
                  <a:lnTo>
                    <a:pt x="2115719" y="1241728"/>
                  </a:lnTo>
                  <a:lnTo>
                    <a:pt x="2014971" y="1267945"/>
                  </a:lnTo>
                  <a:lnTo>
                    <a:pt x="1914222" y="1294273"/>
                  </a:lnTo>
                  <a:lnTo>
                    <a:pt x="1813474" y="1320700"/>
                  </a:lnTo>
                  <a:lnTo>
                    <a:pt x="1712725" y="1347216"/>
                  </a:lnTo>
                  <a:lnTo>
                    <a:pt x="1611976" y="1373812"/>
                  </a:lnTo>
                  <a:lnTo>
                    <a:pt x="1511228" y="1400478"/>
                  </a:lnTo>
                  <a:lnTo>
                    <a:pt x="1410479" y="1427205"/>
                  </a:lnTo>
                  <a:lnTo>
                    <a:pt x="1309731" y="1453987"/>
                  </a:lnTo>
                  <a:lnTo>
                    <a:pt x="1208982" y="1480818"/>
                  </a:lnTo>
                  <a:lnTo>
                    <a:pt x="1108234" y="1507691"/>
                  </a:lnTo>
                  <a:lnTo>
                    <a:pt x="1007485" y="1534601"/>
                  </a:lnTo>
                  <a:lnTo>
                    <a:pt x="906737" y="1561545"/>
                  </a:lnTo>
                  <a:lnTo>
                    <a:pt x="805988" y="1588519"/>
                  </a:lnTo>
                  <a:lnTo>
                    <a:pt x="705239" y="1615519"/>
                  </a:lnTo>
                  <a:lnTo>
                    <a:pt x="604491" y="1642543"/>
                  </a:lnTo>
                  <a:lnTo>
                    <a:pt x="503742" y="1669588"/>
                  </a:lnTo>
                  <a:lnTo>
                    <a:pt x="402994" y="1696651"/>
                  </a:lnTo>
                  <a:lnTo>
                    <a:pt x="302245" y="1723732"/>
                  </a:lnTo>
                  <a:lnTo>
                    <a:pt x="201497" y="1750828"/>
                  </a:lnTo>
                  <a:lnTo>
                    <a:pt x="100748" y="1777938"/>
                  </a:lnTo>
                  <a:lnTo>
                    <a:pt x="0" y="1805060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1985667" y="3084038"/>
              <a:ext cx="6631543" cy="1698705"/>
            </a:xfrm>
            <a:custGeom>
              <a:avLst/>
              <a:pathLst>
                <a:path w="6631543" h="1698705">
                  <a:moveTo>
                    <a:pt x="0" y="1698705"/>
                  </a:moveTo>
                  <a:lnTo>
                    <a:pt x="100748" y="1674941"/>
                  </a:lnTo>
                  <a:lnTo>
                    <a:pt x="201497" y="1651166"/>
                  </a:lnTo>
                  <a:lnTo>
                    <a:pt x="302245" y="1627376"/>
                  </a:lnTo>
                  <a:lnTo>
                    <a:pt x="402994" y="1603571"/>
                  </a:lnTo>
                  <a:lnTo>
                    <a:pt x="503742" y="1579750"/>
                  </a:lnTo>
                  <a:lnTo>
                    <a:pt x="604491" y="1555909"/>
                  </a:lnTo>
                  <a:lnTo>
                    <a:pt x="705239" y="1532047"/>
                  </a:lnTo>
                  <a:lnTo>
                    <a:pt x="805988" y="1508162"/>
                  </a:lnTo>
                  <a:lnTo>
                    <a:pt x="906737" y="1484250"/>
                  </a:lnTo>
                  <a:lnTo>
                    <a:pt x="1007485" y="1460309"/>
                  </a:lnTo>
                  <a:lnTo>
                    <a:pt x="1108234" y="1436334"/>
                  </a:lnTo>
                  <a:lnTo>
                    <a:pt x="1208982" y="1412322"/>
                  </a:lnTo>
                  <a:lnTo>
                    <a:pt x="1309731" y="1388267"/>
                  </a:lnTo>
                  <a:lnTo>
                    <a:pt x="1410479" y="1364163"/>
                  </a:lnTo>
                  <a:lnTo>
                    <a:pt x="1511228" y="1340005"/>
                  </a:lnTo>
                  <a:lnTo>
                    <a:pt x="1611976" y="1315785"/>
                  </a:lnTo>
                  <a:lnTo>
                    <a:pt x="1712725" y="1291495"/>
                  </a:lnTo>
                  <a:lnTo>
                    <a:pt x="1813474" y="1267126"/>
                  </a:lnTo>
                  <a:lnTo>
                    <a:pt x="1914222" y="1242668"/>
                  </a:lnTo>
                  <a:lnTo>
                    <a:pt x="2014971" y="1218111"/>
                  </a:lnTo>
                  <a:lnTo>
                    <a:pt x="2115719" y="1193442"/>
                  </a:lnTo>
                  <a:lnTo>
                    <a:pt x="2216468" y="1168653"/>
                  </a:lnTo>
                  <a:lnTo>
                    <a:pt x="2317216" y="1143732"/>
                  </a:lnTo>
                  <a:lnTo>
                    <a:pt x="2417965" y="1118669"/>
                  </a:lnTo>
                  <a:lnTo>
                    <a:pt x="2518714" y="1093459"/>
                  </a:lnTo>
                  <a:lnTo>
                    <a:pt x="2619462" y="1068095"/>
                  </a:lnTo>
                  <a:lnTo>
                    <a:pt x="2720211" y="1042578"/>
                  </a:lnTo>
                  <a:lnTo>
                    <a:pt x="2820959" y="1016907"/>
                  </a:lnTo>
                  <a:lnTo>
                    <a:pt x="2921708" y="991089"/>
                  </a:lnTo>
                  <a:lnTo>
                    <a:pt x="3022456" y="965129"/>
                  </a:lnTo>
                  <a:lnTo>
                    <a:pt x="3123205" y="939037"/>
                  </a:lnTo>
                  <a:lnTo>
                    <a:pt x="3223953" y="912823"/>
                  </a:lnTo>
                  <a:lnTo>
                    <a:pt x="3324702" y="886498"/>
                  </a:lnTo>
                  <a:lnTo>
                    <a:pt x="3425451" y="860074"/>
                  </a:lnTo>
                  <a:lnTo>
                    <a:pt x="3526199" y="833560"/>
                  </a:lnTo>
                  <a:lnTo>
                    <a:pt x="3626948" y="806966"/>
                  </a:lnTo>
                  <a:lnTo>
                    <a:pt x="3727696" y="780303"/>
                  </a:lnTo>
                  <a:lnTo>
                    <a:pt x="3828445" y="753577"/>
                  </a:lnTo>
                  <a:lnTo>
                    <a:pt x="3929193" y="726796"/>
                  </a:lnTo>
                  <a:lnTo>
                    <a:pt x="4029942" y="699967"/>
                  </a:lnTo>
                  <a:lnTo>
                    <a:pt x="4130691" y="673096"/>
                  </a:lnTo>
                  <a:lnTo>
                    <a:pt x="4231439" y="646186"/>
                  </a:lnTo>
                  <a:lnTo>
                    <a:pt x="4332188" y="619243"/>
                  </a:lnTo>
                  <a:lnTo>
                    <a:pt x="4432936" y="592270"/>
                  </a:lnTo>
                  <a:lnTo>
                    <a:pt x="4533685" y="565270"/>
                  </a:lnTo>
                  <a:lnTo>
                    <a:pt x="4634433" y="538247"/>
                  </a:lnTo>
                  <a:lnTo>
                    <a:pt x="4735182" y="511203"/>
                  </a:lnTo>
                  <a:lnTo>
                    <a:pt x="4835930" y="484140"/>
                  </a:lnTo>
                  <a:lnTo>
                    <a:pt x="4936679" y="457060"/>
                  </a:lnTo>
                  <a:lnTo>
                    <a:pt x="5037428" y="429965"/>
                  </a:lnTo>
                  <a:lnTo>
                    <a:pt x="5138176" y="402855"/>
                  </a:lnTo>
                  <a:lnTo>
                    <a:pt x="5238925" y="375733"/>
                  </a:lnTo>
                  <a:lnTo>
                    <a:pt x="5339673" y="348600"/>
                  </a:lnTo>
                  <a:lnTo>
                    <a:pt x="5440422" y="321456"/>
                  </a:lnTo>
                  <a:lnTo>
                    <a:pt x="5541170" y="294303"/>
                  </a:lnTo>
                  <a:lnTo>
                    <a:pt x="5641919" y="267141"/>
                  </a:lnTo>
                  <a:lnTo>
                    <a:pt x="5742668" y="239971"/>
                  </a:lnTo>
                  <a:lnTo>
                    <a:pt x="5843416" y="212794"/>
                  </a:lnTo>
                  <a:lnTo>
                    <a:pt x="5944165" y="185610"/>
                  </a:lnTo>
                  <a:lnTo>
                    <a:pt x="6044913" y="158420"/>
                  </a:lnTo>
                  <a:lnTo>
                    <a:pt x="6145662" y="131225"/>
                  </a:lnTo>
                  <a:lnTo>
                    <a:pt x="6246410" y="104024"/>
                  </a:lnTo>
                  <a:lnTo>
                    <a:pt x="6347159" y="76818"/>
                  </a:lnTo>
                  <a:lnTo>
                    <a:pt x="6447907" y="49607"/>
                  </a:lnTo>
                  <a:lnTo>
                    <a:pt x="6548656" y="22393"/>
                  </a:lnTo>
                  <a:lnTo>
                    <a:pt x="66315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1985667" y="3238384"/>
              <a:ext cx="6631543" cy="1650713"/>
            </a:xfrm>
            <a:custGeom>
              <a:avLst/>
              <a:pathLst>
                <a:path w="6631543" h="1650713">
                  <a:moveTo>
                    <a:pt x="6631543" y="0"/>
                  </a:moveTo>
                  <a:lnTo>
                    <a:pt x="6548656" y="19471"/>
                  </a:lnTo>
                  <a:lnTo>
                    <a:pt x="6447907" y="43141"/>
                  </a:lnTo>
                  <a:lnTo>
                    <a:pt x="6347159" y="66816"/>
                  </a:lnTo>
                  <a:lnTo>
                    <a:pt x="6246410" y="90496"/>
                  </a:lnTo>
                  <a:lnTo>
                    <a:pt x="6145662" y="114180"/>
                  </a:lnTo>
                  <a:lnTo>
                    <a:pt x="6044913" y="137870"/>
                  </a:lnTo>
                  <a:lnTo>
                    <a:pt x="5944165" y="161565"/>
                  </a:lnTo>
                  <a:lnTo>
                    <a:pt x="5843416" y="185267"/>
                  </a:lnTo>
                  <a:lnTo>
                    <a:pt x="5742668" y="208975"/>
                  </a:lnTo>
                  <a:lnTo>
                    <a:pt x="5641919" y="232691"/>
                  </a:lnTo>
                  <a:lnTo>
                    <a:pt x="5541170" y="256415"/>
                  </a:lnTo>
                  <a:lnTo>
                    <a:pt x="5440422" y="280147"/>
                  </a:lnTo>
                  <a:lnTo>
                    <a:pt x="5339673" y="303889"/>
                  </a:lnTo>
                  <a:lnTo>
                    <a:pt x="5238925" y="327641"/>
                  </a:lnTo>
                  <a:lnTo>
                    <a:pt x="5138176" y="351404"/>
                  </a:lnTo>
                  <a:lnTo>
                    <a:pt x="5037428" y="375180"/>
                  </a:lnTo>
                  <a:lnTo>
                    <a:pt x="4936679" y="398970"/>
                  </a:lnTo>
                  <a:lnTo>
                    <a:pt x="4835930" y="422776"/>
                  </a:lnTo>
                  <a:lnTo>
                    <a:pt x="4735182" y="446598"/>
                  </a:lnTo>
                  <a:lnTo>
                    <a:pt x="4634433" y="470439"/>
                  </a:lnTo>
                  <a:lnTo>
                    <a:pt x="4533685" y="494302"/>
                  </a:lnTo>
                  <a:lnTo>
                    <a:pt x="4432936" y="518188"/>
                  </a:lnTo>
                  <a:lnTo>
                    <a:pt x="4332188" y="542100"/>
                  </a:lnTo>
                  <a:lnTo>
                    <a:pt x="4231439" y="566043"/>
                  </a:lnTo>
                  <a:lnTo>
                    <a:pt x="4130691" y="590018"/>
                  </a:lnTo>
                  <a:lnTo>
                    <a:pt x="4029942" y="614032"/>
                  </a:lnTo>
                  <a:lnTo>
                    <a:pt x="3929193" y="638089"/>
                  </a:lnTo>
                  <a:lnTo>
                    <a:pt x="3828445" y="662193"/>
                  </a:lnTo>
                  <a:lnTo>
                    <a:pt x="3727696" y="686353"/>
                  </a:lnTo>
                  <a:lnTo>
                    <a:pt x="3626948" y="710575"/>
                  </a:lnTo>
                  <a:lnTo>
                    <a:pt x="3526199" y="734867"/>
                  </a:lnTo>
                  <a:lnTo>
                    <a:pt x="3425451" y="759239"/>
                  </a:lnTo>
                  <a:lnTo>
                    <a:pt x="3324702" y="783700"/>
                  </a:lnTo>
                  <a:lnTo>
                    <a:pt x="3223953" y="808260"/>
                  </a:lnTo>
                  <a:lnTo>
                    <a:pt x="3123205" y="832932"/>
                  </a:lnTo>
                  <a:lnTo>
                    <a:pt x="3022456" y="857725"/>
                  </a:lnTo>
                  <a:lnTo>
                    <a:pt x="2921708" y="882651"/>
                  </a:lnTo>
                  <a:lnTo>
                    <a:pt x="2820959" y="907718"/>
                  </a:lnTo>
                  <a:lnTo>
                    <a:pt x="2720211" y="932933"/>
                  </a:lnTo>
                  <a:lnTo>
                    <a:pt x="2619462" y="958300"/>
                  </a:lnTo>
                  <a:lnTo>
                    <a:pt x="2518714" y="983823"/>
                  </a:lnTo>
                  <a:lnTo>
                    <a:pt x="2417965" y="1009498"/>
                  </a:lnTo>
                  <a:lnTo>
                    <a:pt x="2317216" y="1035321"/>
                  </a:lnTo>
                  <a:lnTo>
                    <a:pt x="2216468" y="1061285"/>
                  </a:lnTo>
                  <a:lnTo>
                    <a:pt x="2115719" y="1087381"/>
                  </a:lnTo>
                  <a:lnTo>
                    <a:pt x="2014971" y="1113598"/>
                  </a:lnTo>
                  <a:lnTo>
                    <a:pt x="1914222" y="1139926"/>
                  </a:lnTo>
                  <a:lnTo>
                    <a:pt x="1813474" y="1166353"/>
                  </a:lnTo>
                  <a:lnTo>
                    <a:pt x="1712725" y="1192870"/>
                  </a:lnTo>
                  <a:lnTo>
                    <a:pt x="1611976" y="1219465"/>
                  </a:lnTo>
                  <a:lnTo>
                    <a:pt x="1511228" y="1246131"/>
                  </a:lnTo>
                  <a:lnTo>
                    <a:pt x="1410479" y="1272858"/>
                  </a:lnTo>
                  <a:lnTo>
                    <a:pt x="1309731" y="1299640"/>
                  </a:lnTo>
                  <a:lnTo>
                    <a:pt x="1208982" y="1326471"/>
                  </a:lnTo>
                  <a:lnTo>
                    <a:pt x="1108234" y="1353344"/>
                  </a:lnTo>
                  <a:lnTo>
                    <a:pt x="1007485" y="1380254"/>
                  </a:lnTo>
                  <a:lnTo>
                    <a:pt x="906737" y="1407199"/>
                  </a:lnTo>
                  <a:lnTo>
                    <a:pt x="805988" y="1434172"/>
                  </a:lnTo>
                  <a:lnTo>
                    <a:pt x="705239" y="1461172"/>
                  </a:lnTo>
                  <a:lnTo>
                    <a:pt x="604491" y="1488196"/>
                  </a:lnTo>
                  <a:lnTo>
                    <a:pt x="503742" y="1515241"/>
                  </a:lnTo>
                  <a:lnTo>
                    <a:pt x="402994" y="1542305"/>
                  </a:lnTo>
                  <a:lnTo>
                    <a:pt x="302245" y="1569385"/>
                  </a:lnTo>
                  <a:lnTo>
                    <a:pt x="201497" y="1596481"/>
                  </a:lnTo>
                  <a:lnTo>
                    <a:pt x="100748" y="1623591"/>
                  </a:lnTo>
                  <a:lnTo>
                    <a:pt x="0" y="16507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1985667" y="3161211"/>
              <a:ext cx="6631543" cy="1674709"/>
            </a:xfrm>
            <a:custGeom>
              <a:avLst/>
              <a:pathLst>
                <a:path w="6631543" h="1674709">
                  <a:moveTo>
                    <a:pt x="0" y="1674709"/>
                  </a:moveTo>
                  <a:lnTo>
                    <a:pt x="100748" y="1649266"/>
                  </a:lnTo>
                  <a:lnTo>
                    <a:pt x="201497" y="1623823"/>
                  </a:lnTo>
                  <a:lnTo>
                    <a:pt x="302245" y="1598381"/>
                  </a:lnTo>
                  <a:lnTo>
                    <a:pt x="402994" y="1572938"/>
                  </a:lnTo>
                  <a:lnTo>
                    <a:pt x="503742" y="1547495"/>
                  </a:lnTo>
                  <a:lnTo>
                    <a:pt x="604491" y="1522053"/>
                  </a:lnTo>
                  <a:lnTo>
                    <a:pt x="705239" y="1496610"/>
                  </a:lnTo>
                  <a:lnTo>
                    <a:pt x="805988" y="1471167"/>
                  </a:lnTo>
                  <a:lnTo>
                    <a:pt x="906737" y="1445724"/>
                  </a:lnTo>
                  <a:lnTo>
                    <a:pt x="1007485" y="1420282"/>
                  </a:lnTo>
                  <a:lnTo>
                    <a:pt x="1108234" y="1394839"/>
                  </a:lnTo>
                  <a:lnTo>
                    <a:pt x="1208982" y="1369396"/>
                  </a:lnTo>
                  <a:lnTo>
                    <a:pt x="1309731" y="1343953"/>
                  </a:lnTo>
                  <a:lnTo>
                    <a:pt x="1410479" y="1318511"/>
                  </a:lnTo>
                  <a:lnTo>
                    <a:pt x="1511228" y="1293068"/>
                  </a:lnTo>
                  <a:lnTo>
                    <a:pt x="1611976" y="1267625"/>
                  </a:lnTo>
                  <a:lnTo>
                    <a:pt x="1712725" y="1242183"/>
                  </a:lnTo>
                  <a:lnTo>
                    <a:pt x="1813474" y="1216740"/>
                  </a:lnTo>
                  <a:lnTo>
                    <a:pt x="1914222" y="1191297"/>
                  </a:lnTo>
                  <a:lnTo>
                    <a:pt x="2014971" y="1165854"/>
                  </a:lnTo>
                  <a:lnTo>
                    <a:pt x="2115719" y="1140412"/>
                  </a:lnTo>
                  <a:lnTo>
                    <a:pt x="2216468" y="1114969"/>
                  </a:lnTo>
                  <a:lnTo>
                    <a:pt x="2317216" y="1089526"/>
                  </a:lnTo>
                  <a:lnTo>
                    <a:pt x="2417965" y="1064083"/>
                  </a:lnTo>
                  <a:lnTo>
                    <a:pt x="2518714" y="1038641"/>
                  </a:lnTo>
                  <a:lnTo>
                    <a:pt x="2619462" y="1013198"/>
                  </a:lnTo>
                  <a:lnTo>
                    <a:pt x="2720211" y="987755"/>
                  </a:lnTo>
                  <a:lnTo>
                    <a:pt x="2820959" y="962313"/>
                  </a:lnTo>
                  <a:lnTo>
                    <a:pt x="2921708" y="936870"/>
                  </a:lnTo>
                  <a:lnTo>
                    <a:pt x="3022456" y="911427"/>
                  </a:lnTo>
                  <a:lnTo>
                    <a:pt x="3123205" y="885984"/>
                  </a:lnTo>
                  <a:lnTo>
                    <a:pt x="3223953" y="860542"/>
                  </a:lnTo>
                  <a:lnTo>
                    <a:pt x="3324702" y="835099"/>
                  </a:lnTo>
                  <a:lnTo>
                    <a:pt x="3425451" y="809656"/>
                  </a:lnTo>
                  <a:lnTo>
                    <a:pt x="3526199" y="784213"/>
                  </a:lnTo>
                  <a:lnTo>
                    <a:pt x="3626948" y="758771"/>
                  </a:lnTo>
                  <a:lnTo>
                    <a:pt x="3727696" y="733328"/>
                  </a:lnTo>
                  <a:lnTo>
                    <a:pt x="3828445" y="707885"/>
                  </a:lnTo>
                  <a:lnTo>
                    <a:pt x="3929193" y="682442"/>
                  </a:lnTo>
                  <a:lnTo>
                    <a:pt x="4029942" y="657000"/>
                  </a:lnTo>
                  <a:lnTo>
                    <a:pt x="4130691" y="631557"/>
                  </a:lnTo>
                  <a:lnTo>
                    <a:pt x="4231439" y="606114"/>
                  </a:lnTo>
                  <a:lnTo>
                    <a:pt x="4332188" y="580672"/>
                  </a:lnTo>
                  <a:lnTo>
                    <a:pt x="4432936" y="555229"/>
                  </a:lnTo>
                  <a:lnTo>
                    <a:pt x="4533685" y="529786"/>
                  </a:lnTo>
                  <a:lnTo>
                    <a:pt x="4634433" y="504343"/>
                  </a:lnTo>
                  <a:lnTo>
                    <a:pt x="4735182" y="478901"/>
                  </a:lnTo>
                  <a:lnTo>
                    <a:pt x="4835930" y="453458"/>
                  </a:lnTo>
                  <a:lnTo>
                    <a:pt x="4936679" y="428015"/>
                  </a:lnTo>
                  <a:lnTo>
                    <a:pt x="5037428" y="402572"/>
                  </a:lnTo>
                  <a:lnTo>
                    <a:pt x="5138176" y="377130"/>
                  </a:lnTo>
                  <a:lnTo>
                    <a:pt x="5238925" y="351687"/>
                  </a:lnTo>
                  <a:lnTo>
                    <a:pt x="5339673" y="326244"/>
                  </a:lnTo>
                  <a:lnTo>
                    <a:pt x="5440422" y="300802"/>
                  </a:lnTo>
                  <a:lnTo>
                    <a:pt x="5541170" y="275359"/>
                  </a:lnTo>
                  <a:lnTo>
                    <a:pt x="5641919" y="249916"/>
                  </a:lnTo>
                  <a:lnTo>
                    <a:pt x="5742668" y="224473"/>
                  </a:lnTo>
                  <a:lnTo>
                    <a:pt x="5843416" y="199031"/>
                  </a:lnTo>
                  <a:lnTo>
                    <a:pt x="5944165" y="173588"/>
                  </a:lnTo>
                  <a:lnTo>
                    <a:pt x="6044913" y="148145"/>
                  </a:lnTo>
                  <a:lnTo>
                    <a:pt x="6145662" y="122702"/>
                  </a:lnTo>
                  <a:lnTo>
                    <a:pt x="6246410" y="97260"/>
                  </a:lnTo>
                  <a:lnTo>
                    <a:pt x="6347159" y="71817"/>
                  </a:lnTo>
                  <a:lnTo>
                    <a:pt x="6447907" y="46374"/>
                  </a:lnTo>
                  <a:lnTo>
                    <a:pt x="6548656" y="20932"/>
                  </a:lnTo>
                  <a:lnTo>
                    <a:pt x="663154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577262"/>
              <a:ext cx="205109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Female: y = 0.54 x +35.5   (R² = 0.64)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773962"/>
              <a:ext cx="1975926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Male:   y = 0.58 x +37.0   (R² = 0.63)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3178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77524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401870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326217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50563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4008650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pt987"/>
            <p:cNvSpPr/>
            <p:nvPr/>
          </p:nvSpPr>
          <p:spPr>
            <a:xfrm>
              <a:off x="4231829" y="20496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4148282" y="1966152"/>
              <a:ext cx="219455" cy="219456"/>
            </a:xfrm>
            <a:prstGeom prst="rect">
              <a:avLst/>
            </a:pr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4170228" y="20758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4963081" y="20496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4879534" y="1966152"/>
              <a:ext cx="219455" cy="219456"/>
            </a:xfrm>
            <a:prstGeom prst="rect">
              <a:avLst/>
            </a:pr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4901480" y="20758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tx993"/>
            <p:cNvSpPr/>
            <p:nvPr/>
          </p:nvSpPr>
          <p:spPr>
            <a:xfrm>
              <a:off x="4437327" y="2035829"/>
              <a:ext cx="37261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Female</a:t>
              </a:r>
            </a:p>
          </p:txBody>
        </p:sp>
        <p:sp>
          <p:nvSpPr>
            <p:cNvPr id="994" name="tx994"/>
            <p:cNvSpPr/>
            <p:nvPr/>
          </p:nvSpPr>
          <p:spPr>
            <a:xfrm>
              <a:off x="5168579" y="2035829"/>
              <a:ext cx="242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Male</a:t>
              </a:r>
            </a:p>
          </p:txBody>
        </p:sp>
        <p:sp>
          <p:nvSpPr>
            <p:cNvPr id="995" name="tx995"/>
            <p:cNvSpPr/>
            <p:nvPr/>
          </p:nvSpPr>
          <p:spPr>
            <a:xfrm>
              <a:off x="941876" y="1669789"/>
              <a:ext cx="302794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Sex   |   N = 943 (Female 515, Male 428)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2026-09-28T15:19:55Z</dcterms:modified>
  <cp:category/>
</cp:coreProperties>
</file>