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9356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43702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68049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92395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7183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81529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058759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0222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54568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394375"/>
              <a:ext cx="7675334" cy="3328767"/>
            </a:xfrm>
            <a:custGeom>
              <a:avLst/>
              <a:pathLst>
                <a:path w="7675334" h="3328767">
                  <a:moveTo>
                    <a:pt x="0" y="3328767"/>
                  </a:move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2647934" y="48754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5565628" y="42092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4527991" y="400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742298" y="50310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820842" y="48921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2745414" y="4995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5059417" y="39289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059905" y="4302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792051" y="4275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828172" y="40777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810507" y="4757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627753" y="4727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738376" y="4206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538061" y="45726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874636" y="43113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827046" y="4168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79778" y="45046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2836660" y="50135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5376478" y="46074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618060" y="45000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833619" y="42675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359485" y="44680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4182732" y="3982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544671" y="45520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650756" y="43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15676" y="46154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95198" y="388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563214" y="4584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706884" y="46754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323622" y="46191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683950" y="4385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609000" y="48516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426902" y="4455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548657" y="4531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938592" y="43763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5288556" y="3425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30284" y="46576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865818" y="4585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698294" y="46389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620214" y="40777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481633" y="4502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635187" y="4157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2943095" y="45040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279622" y="45357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5411309" y="4068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3222041" y="4660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428339" y="43483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4631401" y="4078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82787" y="4558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3757867" y="4431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4257359" y="43673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951553" y="4570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2671200" y="50329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6078890" y="41410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837247" y="40543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5128077" y="372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4544743" y="4130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346499" y="4542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65317" y="43576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2323195" y="52234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6405691" y="37545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188829" y="45930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280870" y="4546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3832869" y="42695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94711" y="4249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7133915" y="37060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2745877" y="47700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4675440" y="39269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6884761" y="3750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947671" y="50058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4656015" y="37031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465853" y="50254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223019" y="4809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863678" y="4444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2929771" y="4628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6419508" y="34835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865453" y="37783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370706" y="4532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887909" y="3759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015557" y="4550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970218" y="43835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2595219" y="46669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6093904" y="365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691789" y="45023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5839142" y="40236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2989285" y="43431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906861" y="3815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3938768" y="4250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4569621" y="3979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262586" y="3856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509416" y="45215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2854842" y="49657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019812" y="41580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245447" y="40221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340389" y="4134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5064241" y="3842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3732460" y="4165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228341" y="4206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5238763" y="39246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4038719" y="4252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511343" y="4568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845362" y="38191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5557418" y="4058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350781" y="4111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5878" y="42269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736225" y="4608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968979" y="46658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789853" y="46504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4906980" y="40398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3263188" y="44918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691263" y="4956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192516" y="4768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6537487" y="3651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080134" y="4145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97079" y="4374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7438931" y="4078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3523892" y="42209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876355" y="4555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256595" y="40378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2796328" y="47802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5999291" y="38925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322005" y="4104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517297" y="413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453976" y="4290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2252" y="42876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001601" y="45998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698937" y="41321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671221" y="41660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828484" y="42196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418945" y="36534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098979" y="45110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4039019" y="43404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6232187" y="3570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160910" y="47843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6535533" y="4078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090675" y="4821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629174" y="38767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5130831" y="3945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622931" y="43425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4118670" y="4397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532440" y="450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591003" y="3906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881376" y="4204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4199133" y="4353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17292" y="4401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338477" y="44450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044504" y="43196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670930" y="42860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8701080" y="35341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841622" y="4136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042738" y="4045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6211059" y="37505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976580" y="425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2865892" y="47605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400447" y="4776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6146643" y="3331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358834" y="37708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6372644" y="3728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5816061" y="39084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3900617" y="46135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252091" y="4056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4888174" y="4304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6706825" y="3570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625468" y="47921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059662" y="4441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102212" y="42821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456107" y="4164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3836370" y="4446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6930312" y="41773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896393" y="4955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3884873" y="47734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701128" y="4953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789726" y="44499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646593" y="42838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599269" y="4440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3099094" y="43433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899522" y="4500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2922243" y="48088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6157919" y="34488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4157237" y="4364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5035441" y="3704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518080" y="4610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527054" y="4069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281201" y="40991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3785541" y="44159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892634" y="37289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4488845" y="4357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424979" y="4669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6295388" y="38605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7988727" y="3792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3432574" y="43305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139700" y="4459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3184822" y="4610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419139" y="41583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4000972" y="4005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336636" y="444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46130" y="42630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4239720" y="434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494652" y="4455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599968" y="45728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686041" y="47522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5135505" y="3864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246787" y="43419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018474" y="415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451768" y="4123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4562854" y="4524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097844" y="46793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520631" y="42708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4641405" y="40524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3397657" y="44424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4449598" y="43395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759535" y="43157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937643" y="45887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38069" y="4175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749311" y="3780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2852819" y="46470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788873" y="4148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959634" y="4245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3492653" y="42275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83129" y="3731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06312" y="38413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4732274" y="410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408416" y="45011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740647" y="3856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114369" y="43534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470071" y="45215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3725068" y="4672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4657385" y="3821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2390429" y="4741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75304" y="39279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4160749" y="4385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399573" y="52322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433196" y="454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5422313" y="4293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6067083" y="3994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68157" y="4467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223686" y="37991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989839" y="3945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3564789" y="4287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01215" y="4209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278979" y="4547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012188" y="4690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3249976" y="43555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5224068" y="39551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884645" y="3796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710418" y="449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4340798" y="4109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5263012" y="40533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653167" y="43363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034009" y="4438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3537980" y="46179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750041" y="397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894956" y="4404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753924" y="44104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344132" y="3844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4026787" y="41501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709095" y="43170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3324858" y="4519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715385" y="40906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576141" y="4284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84771" y="4121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35906" y="4154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678196" y="410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080759" y="424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3083549" y="46661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584018" y="43682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4680202" y="4120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7656090" y="3714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2706179" y="48856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746955" y="45104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5250677" y="4097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2990444" y="45012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124791" y="44598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5234291" y="391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6456892" y="34979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396531" y="45888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15603" y="4442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425994" y="46106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3970789" y="45744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96158" y="388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056725" y="41767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195920" y="48404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784012" y="4419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832142" y="41080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300351" y="41124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107847" y="4452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4459477" y="39098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5050236" y="40304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4270463" y="41266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3977957" y="4600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7704467" y="321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6559294" y="380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466387" y="42588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564514" y="48870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4490651" y="41567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389135" y="44792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28007" y="408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076219" y="4071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5113159" y="3912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241707" y="42392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291611" y="44185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499911" y="4663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21513" y="39300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520444" y="4215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3438829" y="455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6019613" y="4052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5184626" y="3949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590052" y="42884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0751" y="44063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4770370" y="3705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2145281" y="50557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4079143" y="45106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7460099" y="3577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3728045" y="4184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797878" y="3958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907453" y="38880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5172299" y="38742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3134636" y="46109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4214917" y="45535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888710" y="3900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393956" y="48191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3947009" y="40874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8223735" y="3370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2918145" y="49579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7111148" y="35284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2886955" y="49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5372856" y="3504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620892" y="43621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4558116" y="43410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2579773" y="50082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6435663" y="3670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5430976" y="35810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726428" y="43989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5752354" y="3436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4237944" y="44028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2863390" y="50648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5126964" y="39735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3648120" y="42182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4907638" y="4124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824742" y="4484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445402" y="3752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5070462" y="40774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4422452" y="4234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2660226" y="49839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3028503" y="4570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6720092" y="3644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2312186" y="51328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151041" y="3789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4977096" y="40818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2866814" y="48963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4628013" y="4166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5244681" y="3789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4247597" y="4215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5104376" y="41661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722718" y="41656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4056749" y="4130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386924" y="4534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5363004" y="40580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317494" y="46433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354724" y="43176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5414058" y="4184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2428275" y="5063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4732841" y="42666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3532263" y="44898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5075231" y="41835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6146290" y="3745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140031" y="44330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4716083" y="4223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173324" y="46032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3515127" y="45664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6156452" y="38460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3865121" y="4262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5083592" y="41884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3263540" y="4381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003687" y="41018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4422060" y="43203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3440157" y="4416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5036679" y="44320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806929" y="46038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4670718" y="40179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732209" y="47628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4399008" y="40516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2803392" y="4930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4487385" y="43304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686949" y="45711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3484271" y="46217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7404184" y="3462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4961684" y="4014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477280" y="44818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947179" y="42234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3830792" y="4188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673596" y="37143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04038" y="41586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4222431" y="44018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2244865" y="51685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3540553" y="45042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4357171" y="39708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5927785" y="37468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2430745" y="5080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2089" y="41342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3661305" y="43755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2809527" y="44336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3870217" y="43651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5617294" y="3556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4455133" y="4128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782805" y="41270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3492402" y="43571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4658103" y="4265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3148069" y="49987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5049812" y="40591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3910201" y="40385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2816003" y="5077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8331949" y="40393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5509359" y="3787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4306564" y="41682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6390244" y="3368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4628522" y="4214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3327482" y="4804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5650021" y="42801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4274956" y="400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696625" y="46349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525760" y="4122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934839" y="4357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5580993" y="41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4273305" y="45043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3653825" y="41029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317017" y="45020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729721" y="4054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013836" y="44401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4475153" y="39887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3432354" y="42870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4526172" y="41718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3712382" y="4238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6802962" y="37785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5721528" y="3791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243284" y="4741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500165" y="42910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5330768" y="3842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4796440" y="43684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5186445" y="4362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4547521" y="40905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6416789" y="37051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3984262" y="4890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062046" y="40626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5557965" y="3798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2923662" y="4538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872767" y="40216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4258381" y="436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2626713" y="4799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4320630" y="3958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3558480" y="42978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6302276" y="356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4928516" y="40604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3903347" y="41793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869708" y="36275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5031012" y="453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742976" y="4288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474118" y="4527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692331" y="4285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3847379" y="4364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5933635" y="34802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956221" y="429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3112313" y="45794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433689" y="404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4018953" y="41935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683094" y="4301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310129" y="4438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5418150" y="3804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3487061" y="45952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2673087" y="470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4615613" y="3746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3509837" y="4470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4526167" y="44526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048280" y="37343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5249111" y="36943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716355" y="44138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3823415" y="42179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5346422" y="4123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4096505" y="4142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3495765" y="4136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2519080" y="5066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5221771" y="40203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986922" y="3769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595593" y="41200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136655" y="4075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4569977" y="4309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7929590" y="3949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718094" y="4483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21366" y="4329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3954693" y="4120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5186611" y="37505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7190853" y="4063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786184" y="3989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554803" y="45006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5343925" y="36574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581580" y="45356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584266" y="39752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5033944" y="4513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174465" y="4322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537599" y="4361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803780" y="39894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7138911" y="3491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456989" y="4248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4896694" y="38734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471876" y="40245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5118156" y="44399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4664468" y="389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5460198" y="4568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2709978" y="4826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3814714" y="4176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4983111" y="38784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5039064" y="39396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2940186" y="49748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332172" y="45698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686637" y="45769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510806" y="45061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6079407" y="3875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568143" y="45019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164005" y="4623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3603676" y="4347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2837667" y="5021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4592098" y="40770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6661802" y="42009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7177026" y="40439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4748225" y="42882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5774687" y="38799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3958685" y="4582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4030395" y="47847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5551209" y="3914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4272347" y="4241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27119" y="44834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3815884" y="4631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381329" y="42245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4810021" y="4060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7284882" y="38329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4232443" y="44044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5445227" y="41135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451457" y="3948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076722" y="39007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540700" y="3859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699077" y="39053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905929" y="40271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4753650" y="4100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5329086" y="3980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3444984" y="43768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043214" y="4268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4435750" y="43957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5159916" y="4126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3819749" y="41961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230369" y="44140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4342471" y="3790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3712996" y="4068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4075832" y="44361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2779553" y="4879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5899524" y="36089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4762917" y="40492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2796660" y="4730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342352" y="43487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4791956" y="4420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752584" y="45533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068656" y="50087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300806" y="4494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3468225" y="43859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4364230" y="3958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3200175" y="4656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4989742" y="38962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3897796" y="39945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7667" y="3933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5061781" y="42147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4931387" y="410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3365688" y="47629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441632" y="4166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4248428" y="4092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5414318" y="3724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4311681" y="39139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342321" y="50703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449572" y="48013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2694103" y="48133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627288" y="48105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3461700" y="43530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2995833" y="44597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3097403" y="4639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038178" y="47443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4525932" y="39439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3119479" y="47488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5808328" y="43831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268486" y="40025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376449" y="41866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4891883" y="3849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3122420" y="48233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6600063" y="3711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629336" y="43238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4278069" y="4298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3148513" y="46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142678" y="4334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4082884" y="4292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2668235" y="48425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3966048" y="4308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2954849" y="4645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4188670" y="4063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2992196" y="44859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103132" y="4024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4986422" y="42388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3079333" y="4802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6103485" y="38408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2306931" y="49888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4670581" y="4269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7576389" y="4034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3675616" y="416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089176" y="47129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4857006" y="4006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3304038" y="43186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4883146" y="39979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3287727" y="45980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4118927" y="428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3622871" y="43707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403040" y="42264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4089052" y="4289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5601194" y="39068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3192932" y="44930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885176" y="3642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5187657" y="37405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4666777" y="3838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6242485" y="41896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4776000" y="42401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6622072" y="3631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5145853" y="381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4184287" y="44205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610912" y="43037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3873497" y="4557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4503490" y="3986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5606129" y="37925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3421973" y="47701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4259435" y="40733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3724215" y="47813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565755" y="34747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470738" y="34717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6927089" y="3406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4488985" y="392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3238688" y="4847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5622922" y="3641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305003" y="4702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951740" y="41922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3738008" y="4314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5314110" y="391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366908" y="38769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4178959" y="4092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3816547" y="42555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214534" y="3890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6683267" y="39154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3973983" y="4259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575112" y="4095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808348" y="40218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4598321" y="4389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5598082" y="37916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14830610" y="2835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38809" y="44926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3810569" y="44370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572322" y="39686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893238" y="40973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9842" y="40574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4763500" y="422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5628864" y="37543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261643" y="4541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3126665" y="44135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2979308" y="4673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5330324" y="40745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4338979" y="3829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6440281" y="3411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4614409" y="42328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715059" y="44787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3921487" y="43917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6100827" y="4035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4892732" y="38635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6884758" y="3724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7653398" y="4123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738309" y="41335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891734" y="40736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3143336" y="46337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4361511" y="4165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3743273" y="45263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5938612" y="4088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2833536" y="46159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206489" y="39408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865222" y="4005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4328087" y="43033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5074097" y="4207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2869140" y="48663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154123" y="47238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3747111" y="42765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5558617" y="4127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3173448" y="4849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5215231" y="43375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4875404" y="4489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012844" y="4782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3405570" y="4477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5257432" y="38019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3735227" y="43070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4968388" y="3856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2940285" y="49428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4504887" y="416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5597494" y="39154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6144724" y="41913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092310" y="4475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674599" y="3923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4365157" y="43621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5705745" y="37068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384938" y="4582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3277475" y="4662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6311465" y="32517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4753173" y="4703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3785801" y="41454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5652347" y="4145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3786533" y="43145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5450249" y="3734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4689823" y="40863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5944383" y="381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4322819" y="3981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2743459" y="4495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5798063" y="42371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4246820" y="44988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3626117" y="4435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4952300" y="3953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3533715" y="45024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5342031" y="3748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3581552" y="4589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4601054" y="42173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7820330" y="33421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5866002" y="36632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4813801" y="39264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7741311" y="40017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28266" y="4565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4509196" y="43216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6703571" y="38768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7469095" y="36637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497142" y="4138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934923" y="3630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312463" y="4167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52415" y="42458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4770014" y="40529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022283" y="4587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3852002" y="43870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5699787" y="38115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6463059" y="378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402545" y="4785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3866429" y="4271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889492" y="4248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4365951" y="4268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400208" y="4047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5208705" y="3971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3983228" y="430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2903896" y="45694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5232657" y="3488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6837987" y="3647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7253945" y="35955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383525" y="43453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3193206" y="4455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326356" y="4120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5024921" y="39680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6338224" y="39499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3946894" y="4268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7098241" y="3697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398233" y="413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231451" y="4945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3669293" y="46808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7109168" y="3547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3988116" y="4439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8023121" y="33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6826149" y="3402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3433138" y="46790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84714" y="42405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29089" y="40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5003127" y="3675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4108227" y="4346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6058232" y="3743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5257676" y="4096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3026000" y="5016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47082" y="41692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4077465" y="4111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5501312" y="41574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060864" y="44093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951883" y="4801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82660" y="43256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3840197" y="47871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4139322" y="44900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5316967" y="37949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824531" y="38877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4798494" y="4271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3941253" y="4563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099475" y="43159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4997152" y="40998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5307403" y="36972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4579621" y="40390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5586558" y="3614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3763559" y="4380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714195" y="3937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4909438" y="4643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3869410" y="4267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496005" y="44430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378218" y="4532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982280" y="4021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4177381" y="4500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5638222" y="41205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4913146" y="4128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3792526" y="43548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99069" y="46659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2926973" y="4506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3703277" y="4326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6180717" y="3879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4616825" y="41233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003999" y="4794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3179854" y="47216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430918" y="4013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4065313" y="41556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10907" y="42973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3348491" y="4178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4231188" y="45223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8525379" y="32786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7270229" y="3373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3244920" y="5051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4170501" y="41387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6836029" y="34776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1959486" y="5286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393376" y="45197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566762" y="45625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3946447" y="4356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5569703" y="39455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427486" y="4494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3284888" y="4512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4262898" y="39068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9918622" y="35941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4275870" y="3959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6167787" y="38581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7219475" y="33499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5725517" y="39009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3691054" y="4454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7382896" y="3494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3673810" y="44598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4330855" y="41703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3426707" y="4594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6341887" y="37270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3462335" y="42144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753824" y="3900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4543879" y="40633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3861325" y="46759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558049" y="3816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5185187" y="36229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513173" y="3982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684292" y="4325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4281909" y="429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3339035" y="4619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089403" y="39702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4402817" y="4068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2881482" y="4556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7466442" y="32709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6176514" y="44318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5205047" y="3907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3330638" y="4450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6563966" y="36288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4472592" y="42704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6280432" y="3873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2610626" y="5277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4981185" y="37780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3563892" y="458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4883510" y="46981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275923" y="4248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3308237" y="47147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58116" y="42862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4164982" y="39480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3801511" y="4440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5656600" y="38851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3503778" y="44256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4437992" y="38137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5427828" y="4096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4442326" y="4299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3649724" y="41071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2992476" y="46702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3617710" y="4322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4704669" y="4235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6052386" y="3946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480252" y="39332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194585" y="41348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4728098" y="39697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6333672" y="40076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491374" y="46040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639907" y="4467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506217" y="4345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3888570" y="41649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4138501" y="40718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516546" y="4760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3982878" y="41996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4990245" y="39153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747751" y="4150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989461" y="4292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3661753" y="4339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5017049" y="4028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4067386" y="4329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5016680" y="42944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3548204" y="43188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4879701" y="38679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7993316" y="3761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2933492" y="48706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4449696" y="4379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2796606" y="4655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6636871" y="3500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5951170" y="37330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283275" y="428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3363158" y="43882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972995" y="405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88728" y="3999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4226902" y="40910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5010711" y="37273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4261651" y="3871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554627" y="5104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2934818" y="49654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6844867" y="3390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5647058" y="35517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158917" y="3437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6719082" y="3757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724363" y="39862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532124" y="38541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4915568" y="41105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56320" y="41414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3861034" y="4136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592269" y="40308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5871724" y="361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4775852" y="37526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7169781" y="3359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011295" y="40912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44990" y="4188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399911" y="4137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4243085" y="4248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7989826" y="3508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120299" y="47277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3611603" y="4125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6950086" y="40574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3832859" y="3971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7485681" y="33705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4846030" y="42862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5321852" y="4043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6329442" y="39318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5096619" y="41030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t965"/>
            <p:cNvSpPr/>
            <p:nvPr/>
          </p:nvSpPr>
          <p:spPr>
            <a:xfrm>
              <a:off x="3084621" y="4513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tx966"/>
            <p:cNvSpPr/>
            <p:nvPr/>
          </p:nvSpPr>
          <p:spPr>
            <a:xfrm>
              <a:off x="817066" y="553178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67" name="tx967"/>
            <p:cNvSpPr/>
            <p:nvPr/>
          </p:nvSpPr>
          <p:spPr>
            <a:xfrm>
              <a:off x="754887" y="477524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68" name="tx968"/>
            <p:cNvSpPr/>
            <p:nvPr/>
          </p:nvSpPr>
          <p:spPr>
            <a:xfrm>
              <a:off x="692708" y="401870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69" name="tx969"/>
            <p:cNvSpPr/>
            <p:nvPr/>
          </p:nvSpPr>
          <p:spPr>
            <a:xfrm>
              <a:off x="692708" y="326217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0" name="tx970"/>
            <p:cNvSpPr/>
            <p:nvPr/>
          </p:nvSpPr>
          <p:spPr>
            <a:xfrm>
              <a:off x="692708" y="250563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71" name="tx971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2" name="tx972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3" name="tx973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77" name="tx977"/>
            <p:cNvSpPr/>
            <p:nvPr/>
          </p:nvSpPr>
          <p:spPr>
            <a:xfrm rot="-5400000">
              <a:off x="-804851" y="4008650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78" name="pt978"/>
            <p:cNvSpPr/>
            <p:nvPr/>
          </p:nvSpPr>
          <p:spPr>
            <a:xfrm>
              <a:off x="4231829" y="20496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t979"/>
            <p:cNvSpPr/>
            <p:nvPr/>
          </p:nvSpPr>
          <p:spPr>
            <a:xfrm>
              <a:off x="4963081" y="20496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tx980"/>
            <p:cNvSpPr/>
            <p:nvPr/>
          </p:nvSpPr>
          <p:spPr>
            <a:xfrm>
              <a:off x="4437327" y="2035829"/>
              <a:ext cx="37261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Female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5168579" y="2035829"/>
              <a:ext cx="24222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Male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941876" y="1669789"/>
              <a:ext cx="302794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Sex   |   N = 943 (Female 515, Male 428)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2026-07-03T07:59:49Z</dcterms:modified>
  <cp:category/>
</cp:coreProperties>
</file>