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394375"/>
              <a:ext cx="7675334" cy="3328767"/>
            </a:xfrm>
            <a:custGeom>
              <a:avLst/>
              <a:pathLst>
                <a:path w="7675334" h="3328767">
                  <a:moveTo>
                    <a:pt x="0" y="3328767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2171462" y="3250053"/>
              <a:ext cx="6445748" cy="1616254"/>
            </a:xfrm>
            <a:custGeom>
              <a:avLst/>
              <a:pathLst>
                <a:path w="6445748" h="1616254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2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  <a:lnTo>
                    <a:pt x="6445748" y="136390"/>
                  </a:lnTo>
                  <a:lnTo>
                    <a:pt x="6422951" y="141398"/>
                  </a:lnTo>
                  <a:lnTo>
                    <a:pt x="6262377" y="176680"/>
                  </a:lnTo>
                  <a:lnTo>
                    <a:pt x="6101803" y="211970"/>
                  </a:lnTo>
                  <a:lnTo>
                    <a:pt x="5941230" y="247267"/>
                  </a:lnTo>
                  <a:lnTo>
                    <a:pt x="5780656" y="282575"/>
                  </a:lnTo>
                  <a:lnTo>
                    <a:pt x="5620082" y="317892"/>
                  </a:lnTo>
                  <a:lnTo>
                    <a:pt x="5459508" y="353221"/>
                  </a:lnTo>
                  <a:lnTo>
                    <a:pt x="5298934" y="388564"/>
                  </a:lnTo>
                  <a:lnTo>
                    <a:pt x="5138361" y="423922"/>
                  </a:lnTo>
                  <a:lnTo>
                    <a:pt x="4977787" y="459297"/>
                  </a:lnTo>
                  <a:lnTo>
                    <a:pt x="4817213" y="494692"/>
                  </a:lnTo>
                  <a:lnTo>
                    <a:pt x="4656639" y="530111"/>
                  </a:lnTo>
                  <a:lnTo>
                    <a:pt x="4496065" y="565556"/>
                  </a:lnTo>
                  <a:lnTo>
                    <a:pt x="4335492" y="601033"/>
                  </a:lnTo>
                  <a:lnTo>
                    <a:pt x="4174918" y="636547"/>
                  </a:lnTo>
                  <a:lnTo>
                    <a:pt x="4014344" y="672105"/>
                  </a:lnTo>
                  <a:lnTo>
                    <a:pt x="3853770" y="707715"/>
                  </a:lnTo>
                  <a:lnTo>
                    <a:pt x="3693197" y="743389"/>
                  </a:lnTo>
                  <a:lnTo>
                    <a:pt x="3532623" y="779139"/>
                  </a:lnTo>
                  <a:lnTo>
                    <a:pt x="3372049" y="814982"/>
                  </a:lnTo>
                  <a:lnTo>
                    <a:pt x="3211475" y="850938"/>
                  </a:lnTo>
                  <a:lnTo>
                    <a:pt x="3050901" y="887030"/>
                  </a:lnTo>
                  <a:lnTo>
                    <a:pt x="2890328" y="923288"/>
                  </a:lnTo>
                  <a:lnTo>
                    <a:pt x="2729754" y="959744"/>
                  </a:lnTo>
                  <a:lnTo>
                    <a:pt x="2569180" y="996435"/>
                  </a:lnTo>
                  <a:lnTo>
                    <a:pt x="2408606" y="1033394"/>
                  </a:lnTo>
                  <a:lnTo>
                    <a:pt x="2248032" y="1070650"/>
                  </a:lnTo>
                  <a:lnTo>
                    <a:pt x="2087459" y="1108221"/>
                  </a:lnTo>
                  <a:lnTo>
                    <a:pt x="1926885" y="1146111"/>
                  </a:lnTo>
                  <a:lnTo>
                    <a:pt x="1766311" y="1184305"/>
                  </a:lnTo>
                  <a:lnTo>
                    <a:pt x="1605737" y="1222780"/>
                  </a:lnTo>
                  <a:lnTo>
                    <a:pt x="1445164" y="1261501"/>
                  </a:lnTo>
                  <a:lnTo>
                    <a:pt x="1284590" y="1300434"/>
                  </a:lnTo>
                  <a:lnTo>
                    <a:pt x="1124016" y="1339544"/>
                  </a:lnTo>
                  <a:lnTo>
                    <a:pt x="963442" y="1378801"/>
                  </a:lnTo>
                  <a:lnTo>
                    <a:pt x="802868" y="1418178"/>
                  </a:lnTo>
                  <a:lnTo>
                    <a:pt x="642295" y="1457656"/>
                  </a:lnTo>
                  <a:lnTo>
                    <a:pt x="481721" y="1497214"/>
                  </a:lnTo>
                  <a:lnTo>
                    <a:pt x="321147" y="1536841"/>
                  </a:lnTo>
                  <a:lnTo>
                    <a:pt x="160573" y="1576524"/>
                  </a:lnTo>
                  <a:lnTo>
                    <a:pt x="0" y="1616254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71462" y="3250053"/>
              <a:ext cx="6445748" cy="1541176"/>
            </a:xfrm>
            <a:custGeom>
              <a:avLst/>
              <a:pathLst>
                <a:path w="6445748" h="1541176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2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171462" y="3386443"/>
              <a:ext cx="6445748" cy="1479863"/>
            </a:xfrm>
            <a:custGeom>
              <a:avLst/>
              <a:pathLst>
                <a:path w="6445748" h="1479863">
                  <a:moveTo>
                    <a:pt x="6445748" y="0"/>
                  </a:moveTo>
                  <a:lnTo>
                    <a:pt x="6422951" y="5008"/>
                  </a:lnTo>
                  <a:lnTo>
                    <a:pt x="6262377" y="40290"/>
                  </a:lnTo>
                  <a:lnTo>
                    <a:pt x="6101803" y="75579"/>
                  </a:lnTo>
                  <a:lnTo>
                    <a:pt x="5941230" y="110877"/>
                  </a:lnTo>
                  <a:lnTo>
                    <a:pt x="5780656" y="146184"/>
                  </a:lnTo>
                  <a:lnTo>
                    <a:pt x="5620082" y="181502"/>
                  </a:lnTo>
                  <a:lnTo>
                    <a:pt x="5459508" y="216831"/>
                  </a:lnTo>
                  <a:lnTo>
                    <a:pt x="5298934" y="252174"/>
                  </a:lnTo>
                  <a:lnTo>
                    <a:pt x="5138361" y="287532"/>
                  </a:lnTo>
                  <a:lnTo>
                    <a:pt x="4977787" y="322907"/>
                  </a:lnTo>
                  <a:lnTo>
                    <a:pt x="4817213" y="358302"/>
                  </a:lnTo>
                  <a:lnTo>
                    <a:pt x="4656639" y="393720"/>
                  </a:lnTo>
                  <a:lnTo>
                    <a:pt x="4496065" y="429166"/>
                  </a:lnTo>
                  <a:lnTo>
                    <a:pt x="4335492" y="464642"/>
                  </a:lnTo>
                  <a:lnTo>
                    <a:pt x="4174918" y="500156"/>
                  </a:lnTo>
                  <a:lnTo>
                    <a:pt x="4014344" y="535714"/>
                  </a:lnTo>
                  <a:lnTo>
                    <a:pt x="3853770" y="571325"/>
                  </a:lnTo>
                  <a:lnTo>
                    <a:pt x="3693197" y="606999"/>
                  </a:lnTo>
                  <a:lnTo>
                    <a:pt x="3532623" y="642749"/>
                  </a:lnTo>
                  <a:lnTo>
                    <a:pt x="3372049" y="678592"/>
                  </a:lnTo>
                  <a:lnTo>
                    <a:pt x="3211475" y="714547"/>
                  </a:lnTo>
                  <a:lnTo>
                    <a:pt x="3050901" y="750639"/>
                  </a:lnTo>
                  <a:lnTo>
                    <a:pt x="2890328" y="786897"/>
                  </a:lnTo>
                  <a:lnTo>
                    <a:pt x="2729754" y="823354"/>
                  </a:lnTo>
                  <a:lnTo>
                    <a:pt x="2569180" y="860044"/>
                  </a:lnTo>
                  <a:lnTo>
                    <a:pt x="2408606" y="897003"/>
                  </a:lnTo>
                  <a:lnTo>
                    <a:pt x="2248032" y="934260"/>
                  </a:lnTo>
                  <a:lnTo>
                    <a:pt x="2087459" y="971831"/>
                  </a:lnTo>
                  <a:lnTo>
                    <a:pt x="1926885" y="1009720"/>
                  </a:lnTo>
                  <a:lnTo>
                    <a:pt x="1766311" y="1047915"/>
                  </a:lnTo>
                  <a:lnTo>
                    <a:pt x="1605737" y="1086390"/>
                  </a:lnTo>
                  <a:lnTo>
                    <a:pt x="1445164" y="1125111"/>
                  </a:lnTo>
                  <a:lnTo>
                    <a:pt x="1284590" y="1164044"/>
                  </a:lnTo>
                  <a:lnTo>
                    <a:pt x="1124016" y="1203154"/>
                  </a:lnTo>
                  <a:lnTo>
                    <a:pt x="963442" y="1242410"/>
                  </a:lnTo>
                  <a:lnTo>
                    <a:pt x="802868" y="1281788"/>
                  </a:lnTo>
                  <a:lnTo>
                    <a:pt x="642295" y="1321265"/>
                  </a:lnTo>
                  <a:lnTo>
                    <a:pt x="481721" y="1360824"/>
                  </a:lnTo>
                  <a:lnTo>
                    <a:pt x="321147" y="1400451"/>
                  </a:lnTo>
                  <a:lnTo>
                    <a:pt x="160573" y="1440134"/>
                  </a:lnTo>
                  <a:lnTo>
                    <a:pt x="0" y="1479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171462" y="3318248"/>
              <a:ext cx="6445748" cy="1510520"/>
            </a:xfrm>
            <a:custGeom>
              <a:avLst/>
              <a:pathLst>
                <a:path w="6445748" h="1510520">
                  <a:moveTo>
                    <a:pt x="0" y="1510520"/>
                  </a:moveTo>
                  <a:lnTo>
                    <a:pt x="160573" y="1472890"/>
                  </a:lnTo>
                  <a:lnTo>
                    <a:pt x="321147" y="1435261"/>
                  </a:lnTo>
                  <a:lnTo>
                    <a:pt x="481721" y="1397631"/>
                  </a:lnTo>
                  <a:lnTo>
                    <a:pt x="642295" y="1360002"/>
                  </a:lnTo>
                  <a:lnTo>
                    <a:pt x="802868" y="1322373"/>
                  </a:lnTo>
                  <a:lnTo>
                    <a:pt x="963442" y="1284743"/>
                  </a:lnTo>
                  <a:lnTo>
                    <a:pt x="1124016" y="1247114"/>
                  </a:lnTo>
                  <a:lnTo>
                    <a:pt x="1284590" y="1209484"/>
                  </a:lnTo>
                  <a:lnTo>
                    <a:pt x="1445164" y="1171855"/>
                  </a:lnTo>
                  <a:lnTo>
                    <a:pt x="1605737" y="1134225"/>
                  </a:lnTo>
                  <a:lnTo>
                    <a:pt x="1766311" y="1096596"/>
                  </a:lnTo>
                  <a:lnTo>
                    <a:pt x="1926885" y="1058966"/>
                  </a:lnTo>
                  <a:lnTo>
                    <a:pt x="2087459" y="1021337"/>
                  </a:lnTo>
                  <a:lnTo>
                    <a:pt x="2248032" y="983708"/>
                  </a:lnTo>
                  <a:lnTo>
                    <a:pt x="2408606" y="946078"/>
                  </a:lnTo>
                  <a:lnTo>
                    <a:pt x="2569180" y="908449"/>
                  </a:lnTo>
                  <a:lnTo>
                    <a:pt x="2729754" y="870819"/>
                  </a:lnTo>
                  <a:lnTo>
                    <a:pt x="2890328" y="833190"/>
                  </a:lnTo>
                  <a:lnTo>
                    <a:pt x="3050901" y="795560"/>
                  </a:lnTo>
                  <a:lnTo>
                    <a:pt x="3211475" y="757931"/>
                  </a:lnTo>
                  <a:lnTo>
                    <a:pt x="3372049" y="720301"/>
                  </a:lnTo>
                  <a:lnTo>
                    <a:pt x="3532623" y="682672"/>
                  </a:lnTo>
                  <a:lnTo>
                    <a:pt x="3693197" y="645042"/>
                  </a:lnTo>
                  <a:lnTo>
                    <a:pt x="3853770" y="607413"/>
                  </a:lnTo>
                  <a:lnTo>
                    <a:pt x="4014344" y="569784"/>
                  </a:lnTo>
                  <a:lnTo>
                    <a:pt x="4174918" y="532154"/>
                  </a:lnTo>
                  <a:lnTo>
                    <a:pt x="4335492" y="494525"/>
                  </a:lnTo>
                  <a:lnTo>
                    <a:pt x="4496065" y="456895"/>
                  </a:lnTo>
                  <a:lnTo>
                    <a:pt x="4656639" y="419266"/>
                  </a:lnTo>
                  <a:lnTo>
                    <a:pt x="4817213" y="381636"/>
                  </a:lnTo>
                  <a:lnTo>
                    <a:pt x="4977787" y="344007"/>
                  </a:lnTo>
                  <a:lnTo>
                    <a:pt x="5138361" y="306377"/>
                  </a:lnTo>
                  <a:lnTo>
                    <a:pt x="5298934" y="268748"/>
                  </a:lnTo>
                  <a:lnTo>
                    <a:pt x="5459508" y="231119"/>
                  </a:lnTo>
                  <a:lnTo>
                    <a:pt x="5620082" y="193489"/>
                  </a:lnTo>
                  <a:lnTo>
                    <a:pt x="5780656" y="155860"/>
                  </a:lnTo>
                  <a:lnTo>
                    <a:pt x="5941230" y="118230"/>
                  </a:lnTo>
                  <a:lnTo>
                    <a:pt x="6101803" y="80601"/>
                  </a:lnTo>
                  <a:lnTo>
                    <a:pt x="6262377" y="42971"/>
                  </a:lnTo>
                  <a:lnTo>
                    <a:pt x="6422951" y="5342"/>
                  </a:lnTo>
                  <a:lnTo>
                    <a:pt x="6445748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985667" y="3084038"/>
              <a:ext cx="6631543" cy="1805060"/>
            </a:xfrm>
            <a:custGeom>
              <a:avLst/>
              <a:pathLst>
                <a:path w="6631543" h="1805060">
                  <a:moveTo>
                    <a:pt x="0" y="1698705"/>
                  </a:moveTo>
                  <a:lnTo>
                    <a:pt x="100748" y="1674941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2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5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6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0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  <a:lnTo>
                    <a:pt x="6631543" y="154346"/>
                  </a:lnTo>
                  <a:lnTo>
                    <a:pt x="6548656" y="173817"/>
                  </a:lnTo>
                  <a:lnTo>
                    <a:pt x="6447907" y="197488"/>
                  </a:lnTo>
                  <a:lnTo>
                    <a:pt x="6347159" y="221163"/>
                  </a:lnTo>
                  <a:lnTo>
                    <a:pt x="6246410" y="244843"/>
                  </a:lnTo>
                  <a:lnTo>
                    <a:pt x="6145662" y="268527"/>
                  </a:lnTo>
                  <a:lnTo>
                    <a:pt x="6044913" y="292217"/>
                  </a:lnTo>
                  <a:lnTo>
                    <a:pt x="5944165" y="315912"/>
                  </a:lnTo>
                  <a:lnTo>
                    <a:pt x="5843416" y="339614"/>
                  </a:lnTo>
                  <a:lnTo>
                    <a:pt x="5742668" y="363322"/>
                  </a:lnTo>
                  <a:lnTo>
                    <a:pt x="5641919" y="387038"/>
                  </a:lnTo>
                  <a:lnTo>
                    <a:pt x="5541170" y="410762"/>
                  </a:lnTo>
                  <a:lnTo>
                    <a:pt x="5440422" y="434494"/>
                  </a:lnTo>
                  <a:lnTo>
                    <a:pt x="5339673" y="458236"/>
                  </a:lnTo>
                  <a:lnTo>
                    <a:pt x="5238925" y="481988"/>
                  </a:lnTo>
                  <a:lnTo>
                    <a:pt x="5138176" y="505751"/>
                  </a:lnTo>
                  <a:lnTo>
                    <a:pt x="5037428" y="529527"/>
                  </a:lnTo>
                  <a:lnTo>
                    <a:pt x="4936679" y="553317"/>
                  </a:lnTo>
                  <a:lnTo>
                    <a:pt x="4835930" y="577123"/>
                  </a:lnTo>
                  <a:lnTo>
                    <a:pt x="4735182" y="600945"/>
                  </a:lnTo>
                  <a:lnTo>
                    <a:pt x="4634433" y="624786"/>
                  </a:lnTo>
                  <a:lnTo>
                    <a:pt x="4533685" y="648649"/>
                  </a:lnTo>
                  <a:lnTo>
                    <a:pt x="4432936" y="672535"/>
                  </a:lnTo>
                  <a:lnTo>
                    <a:pt x="4332188" y="696447"/>
                  </a:lnTo>
                  <a:lnTo>
                    <a:pt x="4231439" y="720389"/>
                  </a:lnTo>
                  <a:lnTo>
                    <a:pt x="4130691" y="744365"/>
                  </a:lnTo>
                  <a:lnTo>
                    <a:pt x="4029942" y="768379"/>
                  </a:lnTo>
                  <a:lnTo>
                    <a:pt x="3929193" y="792435"/>
                  </a:lnTo>
                  <a:lnTo>
                    <a:pt x="3828445" y="816540"/>
                  </a:lnTo>
                  <a:lnTo>
                    <a:pt x="3727696" y="840700"/>
                  </a:lnTo>
                  <a:lnTo>
                    <a:pt x="3626948" y="864922"/>
                  </a:lnTo>
                  <a:lnTo>
                    <a:pt x="3526199" y="889214"/>
                  </a:lnTo>
                  <a:lnTo>
                    <a:pt x="3425451" y="913586"/>
                  </a:lnTo>
                  <a:lnTo>
                    <a:pt x="3324702" y="938046"/>
                  </a:lnTo>
                  <a:lnTo>
                    <a:pt x="3223953" y="962607"/>
                  </a:lnTo>
                  <a:lnTo>
                    <a:pt x="3123205" y="987279"/>
                  </a:lnTo>
                  <a:lnTo>
                    <a:pt x="3022456" y="1012072"/>
                  </a:lnTo>
                  <a:lnTo>
                    <a:pt x="2921708" y="1036998"/>
                  </a:lnTo>
                  <a:lnTo>
                    <a:pt x="2820959" y="1062064"/>
                  </a:lnTo>
                  <a:lnTo>
                    <a:pt x="2720211" y="1087279"/>
                  </a:lnTo>
                  <a:lnTo>
                    <a:pt x="2619462" y="1112647"/>
                  </a:lnTo>
                  <a:lnTo>
                    <a:pt x="2518714" y="1138170"/>
                  </a:lnTo>
                  <a:lnTo>
                    <a:pt x="2417965" y="1163845"/>
                  </a:lnTo>
                  <a:lnTo>
                    <a:pt x="2317216" y="1189668"/>
                  </a:lnTo>
                  <a:lnTo>
                    <a:pt x="2216468" y="1215632"/>
                  </a:lnTo>
                  <a:lnTo>
                    <a:pt x="2115719" y="1241728"/>
                  </a:lnTo>
                  <a:lnTo>
                    <a:pt x="2014971" y="1267945"/>
                  </a:lnTo>
                  <a:lnTo>
                    <a:pt x="1914222" y="1294273"/>
                  </a:lnTo>
                  <a:lnTo>
                    <a:pt x="1813474" y="1320700"/>
                  </a:lnTo>
                  <a:lnTo>
                    <a:pt x="1712725" y="1347216"/>
                  </a:lnTo>
                  <a:lnTo>
                    <a:pt x="1611976" y="1373812"/>
                  </a:lnTo>
                  <a:lnTo>
                    <a:pt x="1511228" y="1400478"/>
                  </a:lnTo>
                  <a:lnTo>
                    <a:pt x="1410479" y="1427205"/>
                  </a:lnTo>
                  <a:lnTo>
                    <a:pt x="1309731" y="1453987"/>
                  </a:lnTo>
                  <a:lnTo>
                    <a:pt x="1208982" y="1480818"/>
                  </a:lnTo>
                  <a:lnTo>
                    <a:pt x="1108234" y="1507691"/>
                  </a:lnTo>
                  <a:lnTo>
                    <a:pt x="1007485" y="1534601"/>
                  </a:lnTo>
                  <a:lnTo>
                    <a:pt x="906737" y="1561545"/>
                  </a:lnTo>
                  <a:lnTo>
                    <a:pt x="805988" y="1588519"/>
                  </a:lnTo>
                  <a:lnTo>
                    <a:pt x="705239" y="1615519"/>
                  </a:lnTo>
                  <a:lnTo>
                    <a:pt x="604491" y="1642543"/>
                  </a:lnTo>
                  <a:lnTo>
                    <a:pt x="503742" y="1669588"/>
                  </a:lnTo>
                  <a:lnTo>
                    <a:pt x="402994" y="1696651"/>
                  </a:lnTo>
                  <a:lnTo>
                    <a:pt x="302245" y="1723732"/>
                  </a:lnTo>
                  <a:lnTo>
                    <a:pt x="201497" y="1750828"/>
                  </a:lnTo>
                  <a:lnTo>
                    <a:pt x="100748" y="1777938"/>
                  </a:lnTo>
                  <a:lnTo>
                    <a:pt x="0" y="180506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985667" y="3084038"/>
              <a:ext cx="6631543" cy="1698705"/>
            </a:xfrm>
            <a:custGeom>
              <a:avLst/>
              <a:pathLst>
                <a:path w="6631543" h="1698705">
                  <a:moveTo>
                    <a:pt x="0" y="1698705"/>
                  </a:moveTo>
                  <a:lnTo>
                    <a:pt x="100748" y="1674941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2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5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6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0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985667" y="3238384"/>
              <a:ext cx="6631543" cy="1650713"/>
            </a:xfrm>
            <a:custGeom>
              <a:avLst/>
              <a:pathLst>
                <a:path w="6631543" h="1650713">
                  <a:moveTo>
                    <a:pt x="6631543" y="0"/>
                  </a:moveTo>
                  <a:lnTo>
                    <a:pt x="6548656" y="19471"/>
                  </a:lnTo>
                  <a:lnTo>
                    <a:pt x="6447907" y="43141"/>
                  </a:lnTo>
                  <a:lnTo>
                    <a:pt x="6347159" y="66816"/>
                  </a:lnTo>
                  <a:lnTo>
                    <a:pt x="6246410" y="90496"/>
                  </a:lnTo>
                  <a:lnTo>
                    <a:pt x="6145662" y="114180"/>
                  </a:lnTo>
                  <a:lnTo>
                    <a:pt x="6044913" y="137870"/>
                  </a:lnTo>
                  <a:lnTo>
                    <a:pt x="5944165" y="161565"/>
                  </a:lnTo>
                  <a:lnTo>
                    <a:pt x="5843416" y="185267"/>
                  </a:lnTo>
                  <a:lnTo>
                    <a:pt x="5742668" y="208975"/>
                  </a:lnTo>
                  <a:lnTo>
                    <a:pt x="5641919" y="232691"/>
                  </a:lnTo>
                  <a:lnTo>
                    <a:pt x="5541170" y="256415"/>
                  </a:lnTo>
                  <a:lnTo>
                    <a:pt x="5440422" y="280147"/>
                  </a:lnTo>
                  <a:lnTo>
                    <a:pt x="5339673" y="303889"/>
                  </a:lnTo>
                  <a:lnTo>
                    <a:pt x="5238925" y="327641"/>
                  </a:lnTo>
                  <a:lnTo>
                    <a:pt x="5138176" y="351404"/>
                  </a:lnTo>
                  <a:lnTo>
                    <a:pt x="5037428" y="375180"/>
                  </a:lnTo>
                  <a:lnTo>
                    <a:pt x="4936679" y="398970"/>
                  </a:lnTo>
                  <a:lnTo>
                    <a:pt x="4835930" y="422776"/>
                  </a:lnTo>
                  <a:lnTo>
                    <a:pt x="4735182" y="446598"/>
                  </a:lnTo>
                  <a:lnTo>
                    <a:pt x="4634433" y="470439"/>
                  </a:lnTo>
                  <a:lnTo>
                    <a:pt x="4533685" y="494302"/>
                  </a:lnTo>
                  <a:lnTo>
                    <a:pt x="4432936" y="518188"/>
                  </a:lnTo>
                  <a:lnTo>
                    <a:pt x="4332188" y="542100"/>
                  </a:lnTo>
                  <a:lnTo>
                    <a:pt x="4231439" y="566043"/>
                  </a:lnTo>
                  <a:lnTo>
                    <a:pt x="4130691" y="590018"/>
                  </a:lnTo>
                  <a:lnTo>
                    <a:pt x="4029942" y="614032"/>
                  </a:lnTo>
                  <a:lnTo>
                    <a:pt x="3929193" y="638089"/>
                  </a:lnTo>
                  <a:lnTo>
                    <a:pt x="3828445" y="662193"/>
                  </a:lnTo>
                  <a:lnTo>
                    <a:pt x="3727696" y="686353"/>
                  </a:lnTo>
                  <a:lnTo>
                    <a:pt x="3626948" y="710575"/>
                  </a:lnTo>
                  <a:lnTo>
                    <a:pt x="3526199" y="734867"/>
                  </a:lnTo>
                  <a:lnTo>
                    <a:pt x="3425451" y="759239"/>
                  </a:lnTo>
                  <a:lnTo>
                    <a:pt x="3324702" y="783700"/>
                  </a:lnTo>
                  <a:lnTo>
                    <a:pt x="3223953" y="808260"/>
                  </a:lnTo>
                  <a:lnTo>
                    <a:pt x="3123205" y="832932"/>
                  </a:lnTo>
                  <a:lnTo>
                    <a:pt x="3022456" y="857725"/>
                  </a:lnTo>
                  <a:lnTo>
                    <a:pt x="2921708" y="882651"/>
                  </a:lnTo>
                  <a:lnTo>
                    <a:pt x="2820959" y="907718"/>
                  </a:lnTo>
                  <a:lnTo>
                    <a:pt x="2720211" y="932933"/>
                  </a:lnTo>
                  <a:lnTo>
                    <a:pt x="2619462" y="958300"/>
                  </a:lnTo>
                  <a:lnTo>
                    <a:pt x="2518714" y="983823"/>
                  </a:lnTo>
                  <a:lnTo>
                    <a:pt x="2417965" y="1009498"/>
                  </a:lnTo>
                  <a:lnTo>
                    <a:pt x="2317216" y="1035321"/>
                  </a:lnTo>
                  <a:lnTo>
                    <a:pt x="2216468" y="1061285"/>
                  </a:lnTo>
                  <a:lnTo>
                    <a:pt x="2115719" y="1087381"/>
                  </a:lnTo>
                  <a:lnTo>
                    <a:pt x="2014971" y="1113598"/>
                  </a:lnTo>
                  <a:lnTo>
                    <a:pt x="1914222" y="1139926"/>
                  </a:lnTo>
                  <a:lnTo>
                    <a:pt x="1813474" y="1166353"/>
                  </a:lnTo>
                  <a:lnTo>
                    <a:pt x="1712725" y="1192870"/>
                  </a:lnTo>
                  <a:lnTo>
                    <a:pt x="1611976" y="1219465"/>
                  </a:lnTo>
                  <a:lnTo>
                    <a:pt x="1511228" y="1246131"/>
                  </a:lnTo>
                  <a:lnTo>
                    <a:pt x="1410479" y="1272858"/>
                  </a:lnTo>
                  <a:lnTo>
                    <a:pt x="1309731" y="1299640"/>
                  </a:lnTo>
                  <a:lnTo>
                    <a:pt x="1208982" y="1326471"/>
                  </a:lnTo>
                  <a:lnTo>
                    <a:pt x="1108234" y="1353344"/>
                  </a:lnTo>
                  <a:lnTo>
                    <a:pt x="1007485" y="1380254"/>
                  </a:lnTo>
                  <a:lnTo>
                    <a:pt x="906737" y="1407199"/>
                  </a:lnTo>
                  <a:lnTo>
                    <a:pt x="805988" y="1434172"/>
                  </a:lnTo>
                  <a:lnTo>
                    <a:pt x="705239" y="1461172"/>
                  </a:lnTo>
                  <a:lnTo>
                    <a:pt x="604491" y="1488196"/>
                  </a:lnTo>
                  <a:lnTo>
                    <a:pt x="503742" y="1515241"/>
                  </a:lnTo>
                  <a:lnTo>
                    <a:pt x="402994" y="1542305"/>
                  </a:lnTo>
                  <a:lnTo>
                    <a:pt x="302245" y="1569385"/>
                  </a:lnTo>
                  <a:lnTo>
                    <a:pt x="201497" y="1596481"/>
                  </a:lnTo>
                  <a:lnTo>
                    <a:pt x="100748" y="1623591"/>
                  </a:lnTo>
                  <a:lnTo>
                    <a:pt x="0" y="16507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985667" y="3161211"/>
              <a:ext cx="6631543" cy="1674709"/>
            </a:xfrm>
            <a:custGeom>
              <a:avLst/>
              <a:pathLst>
                <a:path w="6631543" h="1674709">
                  <a:moveTo>
                    <a:pt x="0" y="1674709"/>
                  </a:moveTo>
                  <a:lnTo>
                    <a:pt x="100748" y="1649266"/>
                  </a:lnTo>
                  <a:lnTo>
                    <a:pt x="201497" y="1623823"/>
                  </a:lnTo>
                  <a:lnTo>
                    <a:pt x="302245" y="1598381"/>
                  </a:lnTo>
                  <a:lnTo>
                    <a:pt x="402994" y="1572938"/>
                  </a:lnTo>
                  <a:lnTo>
                    <a:pt x="503742" y="1547495"/>
                  </a:lnTo>
                  <a:lnTo>
                    <a:pt x="604491" y="1522053"/>
                  </a:lnTo>
                  <a:lnTo>
                    <a:pt x="705239" y="1496610"/>
                  </a:lnTo>
                  <a:lnTo>
                    <a:pt x="805988" y="1471167"/>
                  </a:lnTo>
                  <a:lnTo>
                    <a:pt x="906737" y="1445724"/>
                  </a:lnTo>
                  <a:lnTo>
                    <a:pt x="1007485" y="1420282"/>
                  </a:lnTo>
                  <a:lnTo>
                    <a:pt x="1108234" y="1394839"/>
                  </a:lnTo>
                  <a:lnTo>
                    <a:pt x="1208982" y="1369396"/>
                  </a:lnTo>
                  <a:lnTo>
                    <a:pt x="1309731" y="1343953"/>
                  </a:lnTo>
                  <a:lnTo>
                    <a:pt x="1410479" y="1318511"/>
                  </a:lnTo>
                  <a:lnTo>
                    <a:pt x="1511228" y="1293068"/>
                  </a:lnTo>
                  <a:lnTo>
                    <a:pt x="1611976" y="1267625"/>
                  </a:lnTo>
                  <a:lnTo>
                    <a:pt x="1712725" y="1242183"/>
                  </a:lnTo>
                  <a:lnTo>
                    <a:pt x="1813474" y="1216740"/>
                  </a:lnTo>
                  <a:lnTo>
                    <a:pt x="1914222" y="1191297"/>
                  </a:lnTo>
                  <a:lnTo>
                    <a:pt x="2014971" y="1165854"/>
                  </a:lnTo>
                  <a:lnTo>
                    <a:pt x="2115719" y="1140412"/>
                  </a:lnTo>
                  <a:lnTo>
                    <a:pt x="2216468" y="1114969"/>
                  </a:lnTo>
                  <a:lnTo>
                    <a:pt x="2317216" y="1089526"/>
                  </a:lnTo>
                  <a:lnTo>
                    <a:pt x="2417965" y="1064083"/>
                  </a:lnTo>
                  <a:lnTo>
                    <a:pt x="2518714" y="1038641"/>
                  </a:lnTo>
                  <a:lnTo>
                    <a:pt x="2619462" y="1013198"/>
                  </a:lnTo>
                  <a:lnTo>
                    <a:pt x="2720211" y="987755"/>
                  </a:lnTo>
                  <a:lnTo>
                    <a:pt x="2820959" y="962313"/>
                  </a:lnTo>
                  <a:lnTo>
                    <a:pt x="2921708" y="936870"/>
                  </a:lnTo>
                  <a:lnTo>
                    <a:pt x="3022456" y="911427"/>
                  </a:lnTo>
                  <a:lnTo>
                    <a:pt x="3123205" y="885984"/>
                  </a:lnTo>
                  <a:lnTo>
                    <a:pt x="3223953" y="860542"/>
                  </a:lnTo>
                  <a:lnTo>
                    <a:pt x="3324702" y="835099"/>
                  </a:lnTo>
                  <a:lnTo>
                    <a:pt x="3425451" y="809656"/>
                  </a:lnTo>
                  <a:lnTo>
                    <a:pt x="3526199" y="784213"/>
                  </a:lnTo>
                  <a:lnTo>
                    <a:pt x="3626948" y="758771"/>
                  </a:lnTo>
                  <a:lnTo>
                    <a:pt x="3727696" y="733328"/>
                  </a:lnTo>
                  <a:lnTo>
                    <a:pt x="3828445" y="707885"/>
                  </a:lnTo>
                  <a:lnTo>
                    <a:pt x="3929193" y="682442"/>
                  </a:lnTo>
                  <a:lnTo>
                    <a:pt x="4029942" y="657000"/>
                  </a:lnTo>
                  <a:lnTo>
                    <a:pt x="4130691" y="631557"/>
                  </a:lnTo>
                  <a:lnTo>
                    <a:pt x="4231439" y="606114"/>
                  </a:lnTo>
                  <a:lnTo>
                    <a:pt x="4332188" y="580672"/>
                  </a:lnTo>
                  <a:lnTo>
                    <a:pt x="4432936" y="555229"/>
                  </a:lnTo>
                  <a:lnTo>
                    <a:pt x="4533685" y="529786"/>
                  </a:lnTo>
                  <a:lnTo>
                    <a:pt x="4634433" y="504343"/>
                  </a:lnTo>
                  <a:lnTo>
                    <a:pt x="4735182" y="478901"/>
                  </a:lnTo>
                  <a:lnTo>
                    <a:pt x="4835930" y="453458"/>
                  </a:lnTo>
                  <a:lnTo>
                    <a:pt x="4936679" y="428015"/>
                  </a:lnTo>
                  <a:lnTo>
                    <a:pt x="5037428" y="402572"/>
                  </a:lnTo>
                  <a:lnTo>
                    <a:pt x="5138176" y="377130"/>
                  </a:lnTo>
                  <a:lnTo>
                    <a:pt x="5238925" y="351687"/>
                  </a:lnTo>
                  <a:lnTo>
                    <a:pt x="5339673" y="326244"/>
                  </a:lnTo>
                  <a:lnTo>
                    <a:pt x="5440422" y="300802"/>
                  </a:lnTo>
                  <a:lnTo>
                    <a:pt x="5541170" y="275359"/>
                  </a:lnTo>
                  <a:lnTo>
                    <a:pt x="5641919" y="249916"/>
                  </a:lnTo>
                  <a:lnTo>
                    <a:pt x="5742668" y="224473"/>
                  </a:lnTo>
                  <a:lnTo>
                    <a:pt x="5843416" y="199031"/>
                  </a:lnTo>
                  <a:lnTo>
                    <a:pt x="5944165" y="173588"/>
                  </a:lnTo>
                  <a:lnTo>
                    <a:pt x="6044913" y="148145"/>
                  </a:lnTo>
                  <a:lnTo>
                    <a:pt x="6145662" y="122702"/>
                  </a:lnTo>
                  <a:lnTo>
                    <a:pt x="6246410" y="97260"/>
                  </a:lnTo>
                  <a:lnTo>
                    <a:pt x="6347159" y="71817"/>
                  </a:lnTo>
                  <a:lnTo>
                    <a:pt x="6447907" y="46374"/>
                  </a:lnTo>
                  <a:lnTo>
                    <a:pt x="6548656" y="2093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2026-07-06T08:53:48Z</dcterms:modified>
  <cp:category/>
</cp:coreProperties>
</file>