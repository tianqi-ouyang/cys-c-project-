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9356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43702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68049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92395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7183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81529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058759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0222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54568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647934" y="48754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565628" y="42092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27991" y="400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742298" y="50310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820842" y="48921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745414" y="49953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5059417" y="39289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059905" y="43023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92051" y="4275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828172" y="40777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10507" y="47579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627753" y="4727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738376" y="4206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538061" y="45726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874636" y="43113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827046" y="4168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79778" y="45046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836660" y="50135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376478" y="46074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618060" y="45000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833619" y="42675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359485" y="44680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182732" y="3982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544671" y="45520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650756" y="43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915676" y="46154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095198" y="3883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563214" y="4584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706884" y="46754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323622" y="46191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683950" y="4385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2609000" y="48516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26902" y="4455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548657" y="4531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938592" y="43763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5288556" y="3425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030284" y="46576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865818" y="45855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294" y="46389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4620214" y="40777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481633" y="45023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635187" y="4157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943095" y="45040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279622" y="45357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411309" y="4068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222041" y="4660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428339" y="43483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631401" y="4078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782787" y="4558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57867" y="4431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257359" y="43673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951553" y="4570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2671200" y="50329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078890" y="41410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837247" y="40543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128077" y="372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544743" y="4130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346499" y="45421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165317" y="43576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323195" y="52234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6405691" y="37545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188829" y="45930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280870" y="45460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832869" y="42695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694711" y="4249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7133915" y="37060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2745877" y="47700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675440" y="39269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6884761" y="37508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947671" y="50058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656015" y="37031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465853" y="50254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223019" y="4809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863678" y="4444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929771" y="4628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6419508" y="34835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865453" y="37783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370706" y="4532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887909" y="3759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015557" y="45500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970218" y="43835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595219" y="46669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6093904" y="3657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691789" y="45023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839142" y="40236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989285" y="43431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906861" y="38156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938768" y="4250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569621" y="3979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62586" y="38568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509416" y="45215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854842" y="49657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19812" y="41580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245447" y="40221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340389" y="4134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064241" y="3842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732460" y="4165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228341" y="42067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238763" y="39246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038719" y="4252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11343" y="4568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845362" y="38191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557418" y="40580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50781" y="4111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905878" y="42269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736225" y="4608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968979" y="46658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789853" y="46504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4906980" y="40398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263188" y="44918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691263" y="4956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192516" y="47689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6537487" y="3651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080134" y="4145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997079" y="4374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7438931" y="4078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523892" y="42209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876355" y="45550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256595" y="40378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796328" y="47802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999291" y="38925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322005" y="4104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517297" y="4130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453976" y="4290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142252" y="42876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001601" y="45998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698937" y="41321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671221" y="41660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828484" y="42196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418945" y="36534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098979" y="45110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039019" y="43404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6232187" y="3570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160910" y="47843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6535533" y="4078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090675" y="4821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29174" y="38767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130831" y="3945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622931" y="43425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118670" y="4397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532440" y="450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591003" y="39061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881376" y="4204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199133" y="4353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317292" y="4401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38477" y="44450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044504" y="43196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670930" y="42860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8701080" y="35341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841622" y="41360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6042738" y="40456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211059" y="37505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976580" y="425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865892" y="47605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400447" y="47764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146643" y="3331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358834" y="37708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6372644" y="3728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816061" y="39084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900617" y="46135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252091" y="4056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888174" y="43048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6706825" y="3570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25468" y="47921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059662" y="4441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102212" y="42821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456107" y="4164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3836370" y="4446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6930312" y="41773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896393" y="49557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3884873" y="47734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701128" y="4953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789726" y="44499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646593" y="42838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599269" y="44402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099094" y="43433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899522" y="45006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922243" y="48088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157919" y="34488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4157237" y="4364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5035441" y="3704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518080" y="46101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527054" y="4069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281201" y="40991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785541" y="44159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892634" y="37289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488845" y="43576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424979" y="46690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6295388" y="38605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7988727" y="3792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432574" y="43305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139700" y="4459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184822" y="46106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19139" y="41583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000972" y="40051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336636" y="444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4146130" y="42630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239720" y="434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494652" y="44551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599968" y="45728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686041" y="47522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5135505" y="3864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246787" y="43419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18474" y="4158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451768" y="4123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562854" y="4524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3097844" y="46793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520631" y="42708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641405" y="40524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397657" y="44424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449598" y="43395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759535" y="43157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937643" y="45887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838069" y="4175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4749311" y="3780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2852819" y="46470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3788873" y="4148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959634" y="4245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492653" y="42275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83129" y="3731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06312" y="38413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32274" y="4106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3408416" y="45011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4740647" y="3856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114369" y="43534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470071" y="45215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725068" y="4672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657385" y="3821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2390429" y="47419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175304" y="39279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60749" y="43854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399573" y="52322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3433196" y="454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422313" y="4293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6067083" y="3994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368157" y="4467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6223686" y="37991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989839" y="39457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3564789" y="4287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4301215" y="4209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3278979" y="4547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012188" y="46909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249976" y="43555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224068" y="39551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884645" y="3796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710418" y="4493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340798" y="41098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5263012" y="40533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653167" y="43363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034009" y="44389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537980" y="46179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4750041" y="397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894956" y="44044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753924" y="44104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344132" y="3844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26787" y="41501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709095" y="43170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324858" y="45194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715385" y="40906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576141" y="4284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084771" y="4121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35906" y="41542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678196" y="410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5080759" y="42491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083549" y="46661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84018" y="43682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680202" y="41209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7656090" y="3714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2706179" y="48856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3746955" y="45104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5250677" y="4097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990444" y="45012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124791" y="44598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5234291" y="3919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6456892" y="34979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396531" y="45888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415603" y="44422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25994" y="46106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970789" y="45744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096158" y="3888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56725" y="41767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195920" y="48404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784012" y="44194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832142" y="41080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4300351" y="41124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107847" y="4452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459477" y="39098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5050236" y="40304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70463" y="41266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977957" y="4600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704467" y="3212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6559294" y="380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3466387" y="42588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564514" y="48870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490651" y="41567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389135" y="44792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028007" y="4081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76219" y="4071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5113159" y="39126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241707" y="42392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291611" y="44185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499911" y="4663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021513" y="39300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520444" y="42152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438829" y="45525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019613" y="40526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5184626" y="3949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590052" y="42884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260751" y="44063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770370" y="3705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2145281" y="50557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4079143" y="45106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7460099" y="35778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3728045" y="4184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797878" y="39583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907453" y="38880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172299" y="38742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134636" y="46109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14917" y="45535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888710" y="3900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393956" y="48191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947009" y="40874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8223735" y="33703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2918145" y="49579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7111148" y="35284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2886955" y="4913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5372856" y="3504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620892" y="43621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558116" y="43410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2579773" y="50082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6435663" y="3670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5430976" y="35810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3726428" y="43989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5752354" y="34364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4237944" y="44028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2863390" y="50648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5126964" y="39735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3648120" y="42182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4907638" y="4124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3824742" y="4484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5445402" y="3752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070462" y="40774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4422452" y="4234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2660226" y="49839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028503" y="45702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6720092" y="36442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2312186" y="51328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151041" y="3789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977096" y="40818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2866814" y="48963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4628013" y="4166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5244681" y="3789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4247597" y="4215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5104376" y="41661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722718" y="41656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056749" y="4130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386924" y="45349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5363004" y="40580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3317494" y="46433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5354724" y="43176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414058" y="4184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2428275" y="5063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4732841" y="42666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3532263" y="44898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075231" y="41835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6146290" y="3745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140031" y="44330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716083" y="4223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173324" y="46032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515127" y="45664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6156452" y="38460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3865121" y="4262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5083592" y="41884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3263540" y="43812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003687" y="41018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422060" y="43203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440157" y="44169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5036679" y="44320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2806929" y="46038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4670718" y="40179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2732209" y="47628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4399008" y="40516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2803392" y="4930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4487385" y="43304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686949" y="45711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484271" y="46217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7404184" y="34628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4961684" y="40141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3477280" y="44818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947179" y="42234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830792" y="4188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673596" y="37143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204038" y="41586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22431" y="44018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2244865" y="51685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3540553" y="45042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4357171" y="39708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5927785" y="37468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2430745" y="50805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662089" y="41342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1305" y="43755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2809527" y="44336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3870217" y="43651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5617294" y="35562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4455133" y="41288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782805" y="41270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492402" y="43571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4658103" y="42653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3148069" y="49987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5049812" y="40591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910201" y="40385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2816003" y="5077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8331949" y="40393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5509359" y="3787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4306564" y="41682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6390244" y="3368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4628522" y="4214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3327482" y="4804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5650021" y="42801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4274956" y="4006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3696625" y="46349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525760" y="4122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934839" y="43575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5580993" y="4100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273305" y="45043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653825" y="41029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317017" y="45020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729721" y="4054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013836" y="44401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475153" y="39887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432354" y="42870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526172" y="41718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3712382" y="4238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6802962" y="37785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5721528" y="37916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3243284" y="4741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500165" y="42910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5330768" y="38420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4796440" y="43684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5186445" y="4362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4547521" y="40905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6416789" y="37051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3984262" y="48904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062046" y="40626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557965" y="37981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2923662" y="4538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4872767" y="40216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258381" y="4368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2626713" y="4799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320630" y="39586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3558480" y="42978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6302276" y="356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928516" y="40604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3903347" y="41793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5869708" y="36275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031012" y="453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742976" y="4288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474118" y="4527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692331" y="42854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847379" y="43640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5933635" y="34802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956221" y="42963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112313" y="45794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433689" y="404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018953" y="41935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683094" y="4301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310129" y="4438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5418150" y="38049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3487061" y="45952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2673087" y="4705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4615613" y="3746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509837" y="4470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4526167" y="44526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048280" y="37343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249111" y="36943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3716355" y="44138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823415" y="42179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5346422" y="41236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096505" y="41421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3495765" y="4136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2519080" y="5066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221771" y="40203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986922" y="37691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595593" y="41200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136655" y="40750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569977" y="4309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7929590" y="3949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3718094" y="4483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921366" y="4329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54693" y="4120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5186611" y="37505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7190853" y="4063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786184" y="3989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554803" y="45006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5343925" y="36574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3581580" y="45356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5584266" y="39752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033944" y="4513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4174465" y="4322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537599" y="4361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803780" y="39894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7138911" y="3491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4456989" y="42482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96694" y="38734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5471876" y="40245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118156" y="44399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4664468" y="38949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5460198" y="4568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2709978" y="48268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3814714" y="4176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4983111" y="38784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5039064" y="39396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2940186" y="49748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32172" y="45698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686637" y="45769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510806" y="45061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6079407" y="38753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568143" y="45019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164005" y="4623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603676" y="43470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2837667" y="50212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592098" y="40770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6661802" y="42009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7177026" y="40439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4748225" y="42882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5774687" y="38799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3958685" y="4582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4030395" y="47847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5551209" y="3914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4272347" y="42419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827119" y="44834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15884" y="46316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381329" y="42245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810021" y="4060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7284882" y="38329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232443" y="44044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445227" y="41135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4451457" y="3948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076722" y="39007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540700" y="3859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699077" y="39053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905929" y="40271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753650" y="4100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5329086" y="3980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3444984" y="43768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4043214" y="4268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435750" y="43957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5159916" y="4126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819749" y="41961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4230369" y="44140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342471" y="3790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12996" y="4068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4075832" y="44361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2779553" y="4879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5899524" y="36089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4762917" y="40492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2796660" y="4730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4342352" y="43487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791956" y="4420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3752584" y="45533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068656" y="50087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300806" y="44946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468225" y="43859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4364230" y="3958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3200175" y="4656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989742" y="38962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3897796" y="39945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5067667" y="3933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1781" y="42147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4931387" y="4106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3365688" y="47629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4441632" y="4166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248428" y="40925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414318" y="3724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4311681" y="39139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342321" y="50703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449572" y="48013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694103" y="48133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627288" y="48105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461700" y="43530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2995833" y="44597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3097403" y="46392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4038178" y="47443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525932" y="39439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119479" y="47488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5808328" y="43831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268486" y="40025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376449" y="41866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891883" y="3849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3122420" y="48233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6600063" y="37119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629336" y="43238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278069" y="4298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148513" y="46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142678" y="43346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082884" y="4292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2668235" y="48425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966048" y="43081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2954849" y="4645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4188670" y="4063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2992196" y="44859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103132" y="4024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986422" y="42388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3079333" y="4802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6103485" y="38408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2306931" y="49888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670581" y="4269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7576389" y="40343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3675616" y="41646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4089176" y="47129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857006" y="4006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3304038" y="43186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4883146" y="39979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3287727" y="45980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4118927" y="42841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3622871" y="43707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403040" y="42264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089052" y="4289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5601194" y="39068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3192932" y="44930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885176" y="3642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187657" y="37405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666777" y="3838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6242485" y="41896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4776000" y="42401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6622072" y="3631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5145853" y="381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4184287" y="44205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610912" y="43037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873497" y="45574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4503490" y="3986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5606129" y="37925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3421973" y="47701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4259435" y="40733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3724215" y="47813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565755" y="34747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470738" y="34717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927089" y="34068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4488985" y="392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3238688" y="48473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5622922" y="36413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3305003" y="47021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951740" y="41922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738008" y="4314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314110" y="39100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366908" y="38769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178959" y="4092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3816547" y="42555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6214534" y="3890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683267" y="39154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3973983" y="4259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575112" y="40958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808348" y="40218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598321" y="4389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5598082" y="37916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14830610" y="28358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838809" y="44926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10569" y="44370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572322" y="39686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893238" y="40973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769842" y="40574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3500" y="422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5628864" y="37543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261643" y="45412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126665" y="44135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2979308" y="4673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330324" y="40745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4338979" y="3829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6440281" y="3411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4614409" y="42328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715059" y="44787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921487" y="43917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6100827" y="4035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4892732" y="38635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6884758" y="37249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7653398" y="4123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3738309" y="41335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891734" y="40736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143336" y="46337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4361511" y="41653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3743273" y="45263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5938612" y="4088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2833536" y="46159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206489" y="39408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865222" y="40054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328087" y="43033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5074097" y="42076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869140" y="48663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3154123" y="47238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747111" y="42765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5558617" y="4127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173448" y="48492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5215231" y="43375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4875404" y="44897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012844" y="4782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405570" y="44779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5257432" y="38019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3735227" y="43070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4968388" y="3856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2940285" y="49428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4504887" y="4164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5597494" y="39154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6144724" y="41913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4092310" y="4475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674599" y="3923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365157" y="43621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5705745" y="37068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384938" y="4582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277475" y="4662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6311465" y="32517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753173" y="47039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3785801" y="41454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5652347" y="4145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3786533" y="43145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5450249" y="37340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4689823" y="40863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5944383" y="381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4322819" y="39814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2743459" y="44957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5798063" y="42371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4246820" y="44988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3626117" y="4435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4952300" y="3953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3533715" y="45024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5342031" y="37484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3581552" y="4589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4601054" y="42173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7820330" y="33421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866002" y="36632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813801" y="39264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7741311" y="40017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528266" y="4565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09196" y="43216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6703571" y="38768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7469095" y="36637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4497142" y="4138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934923" y="36300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312463" y="41673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752415" y="42458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70014" y="40529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022283" y="45870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852002" y="43870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699787" y="38115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6463059" y="37841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3402545" y="4785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866429" y="42718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4889492" y="4248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365951" y="4268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400208" y="4047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208705" y="39713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983228" y="4302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2903896" y="45694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232657" y="3488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6837987" y="3647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7253945" y="35955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383525" y="43453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193206" y="4455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326356" y="41202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024921" y="39680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6338224" y="39499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3946894" y="4268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7098241" y="36976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3398233" y="413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231451" y="4945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669293" y="46808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7109168" y="3547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3988116" y="4439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8023121" y="33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6826149" y="3402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3433138" y="46790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5084714" y="42405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29089" y="40973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03127" y="3675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4108227" y="43463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6058232" y="3743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5257676" y="4096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3026000" y="5016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047082" y="41692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77465" y="41111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5501312" y="41574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3060864" y="44093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951883" y="4801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882660" y="43256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40197" y="47871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4139322" y="44900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316967" y="37949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824531" y="38877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798494" y="4271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3941253" y="45631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4099475" y="43159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997152" y="40998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5307403" y="36972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4579621" y="40390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5586558" y="3614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3763559" y="4380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4714195" y="39370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909438" y="4643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869410" y="4267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4496005" y="44430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378218" y="45324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982280" y="4021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177381" y="4500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5638222" y="41205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4913146" y="4128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792526" y="43548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2999069" y="46659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26973" y="45062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3703277" y="4326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6180717" y="38791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4616825" y="41233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3003999" y="4794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179854" y="47216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430918" y="4013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065313" y="41556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3310907" y="42973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48491" y="4178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4231188" y="45223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8525379" y="32786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7270229" y="33733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3244920" y="50510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4170501" y="41387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6836029" y="34776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959486" y="5286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393376" y="45197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566762" y="45625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946447" y="4356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5569703" y="39455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427486" y="4494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284888" y="45123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4262898" y="39068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9918622" y="35941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4275870" y="3959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6167787" y="38581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7219475" y="33499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5725517" y="39009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3691054" y="44545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7382896" y="34942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3673810" y="44598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4330855" y="41703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3426707" y="45940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6341887" y="37270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3462335" y="42144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753824" y="3900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543879" y="40633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3861325" y="46759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5558049" y="38168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185187" y="36229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513173" y="39823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684292" y="43251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281909" y="4291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3339035" y="4619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4089403" y="39702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402817" y="40689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2881482" y="4556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7466442" y="32709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6176514" y="44318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5205047" y="39072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3330638" y="44505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6563966" y="36288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4472592" y="42704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6280432" y="3873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2610626" y="5277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4981185" y="37780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3563892" y="4587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883510" y="46981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3275923" y="4248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308237" y="47147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4158116" y="42862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64982" y="39480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3801511" y="4440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5656600" y="38851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3503778" y="44256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437992" y="38137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5427828" y="40962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442326" y="42993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649724" y="41071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2992476" y="46702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3617710" y="4322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4704669" y="4235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6052386" y="3946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480252" y="39332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194585" y="41348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728098" y="39697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6333672" y="40076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491374" y="46040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639907" y="44672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506217" y="4345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888570" y="41649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4138501" y="40718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3516546" y="4760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982878" y="41996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4990245" y="39153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3747751" y="4150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989461" y="4292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661753" y="4339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5017049" y="40282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067386" y="4329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5016680" y="42944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3548204" y="43188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4879701" y="38679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7993316" y="3761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2933492" y="48706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4449696" y="4379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2796606" y="4655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6636871" y="35009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5951170" y="37330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283275" y="428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363158" y="43882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972995" y="405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288728" y="3999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26902" y="40910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010711" y="37273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4261651" y="38715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554627" y="5104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934818" y="49654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6844867" y="3390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5647058" y="35517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6158917" y="3437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719082" y="3757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4724363" y="39862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532124" y="38541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915568" y="41105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3856320" y="41414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61034" y="4136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5592269" y="40308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871724" y="3611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4775852" y="37526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7169781" y="3359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011295" y="40912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344990" y="4188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99911" y="4137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243085" y="42481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7989826" y="35087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3120299" y="47277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611603" y="4125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6950086" y="40574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3832859" y="39719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7485681" y="33705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846030" y="42862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321852" y="40431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6329442" y="39318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5096619" y="41030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3084621" y="4513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2171462" y="3250053"/>
              <a:ext cx="6445748" cy="1616254"/>
            </a:xfrm>
            <a:custGeom>
              <a:avLst/>
              <a:pathLst>
                <a:path w="6445748" h="1616254">
                  <a:moveTo>
                    <a:pt x="0" y="1541176"/>
                  </a:moveTo>
                  <a:lnTo>
                    <a:pt x="160573" y="1505647"/>
                  </a:lnTo>
                  <a:lnTo>
                    <a:pt x="321147" y="1470071"/>
                  </a:lnTo>
                  <a:lnTo>
                    <a:pt x="481721" y="1434439"/>
                  </a:lnTo>
                  <a:lnTo>
                    <a:pt x="642295" y="1398739"/>
                  </a:lnTo>
                  <a:lnTo>
                    <a:pt x="802868" y="1362957"/>
                  </a:lnTo>
                  <a:lnTo>
                    <a:pt x="963442" y="1327076"/>
                  </a:lnTo>
                  <a:lnTo>
                    <a:pt x="1124016" y="1291074"/>
                  </a:lnTo>
                  <a:lnTo>
                    <a:pt x="1284590" y="1254925"/>
                  </a:lnTo>
                  <a:lnTo>
                    <a:pt x="1445164" y="1218599"/>
                  </a:lnTo>
                  <a:lnTo>
                    <a:pt x="1605737" y="1182061"/>
                  </a:lnTo>
                  <a:lnTo>
                    <a:pt x="1766311" y="1145277"/>
                  </a:lnTo>
                  <a:lnTo>
                    <a:pt x="1926885" y="1108212"/>
                  </a:lnTo>
                  <a:lnTo>
                    <a:pt x="2087459" y="1070843"/>
                  </a:lnTo>
                  <a:lnTo>
                    <a:pt x="2248032" y="1033155"/>
                  </a:lnTo>
                  <a:lnTo>
                    <a:pt x="2408606" y="995153"/>
                  </a:lnTo>
                  <a:lnTo>
                    <a:pt x="2569180" y="956853"/>
                  </a:lnTo>
                  <a:lnTo>
                    <a:pt x="2729754" y="918284"/>
                  </a:lnTo>
                  <a:lnTo>
                    <a:pt x="2890328" y="879482"/>
                  </a:lnTo>
                  <a:lnTo>
                    <a:pt x="3050901" y="840481"/>
                  </a:lnTo>
                  <a:lnTo>
                    <a:pt x="3211475" y="801314"/>
                  </a:lnTo>
                  <a:lnTo>
                    <a:pt x="3372049" y="762011"/>
                  </a:lnTo>
                  <a:lnTo>
                    <a:pt x="3532623" y="722595"/>
                  </a:lnTo>
                  <a:lnTo>
                    <a:pt x="3693197" y="683086"/>
                  </a:lnTo>
                  <a:lnTo>
                    <a:pt x="3853770" y="643501"/>
                  </a:lnTo>
                  <a:lnTo>
                    <a:pt x="4014344" y="603853"/>
                  </a:lnTo>
                  <a:lnTo>
                    <a:pt x="4174918" y="564152"/>
                  </a:lnTo>
                  <a:lnTo>
                    <a:pt x="4335492" y="524407"/>
                  </a:lnTo>
                  <a:lnTo>
                    <a:pt x="4496065" y="484625"/>
                  </a:lnTo>
                  <a:lnTo>
                    <a:pt x="4656639" y="444811"/>
                  </a:lnTo>
                  <a:lnTo>
                    <a:pt x="4817213" y="404971"/>
                  </a:lnTo>
                  <a:lnTo>
                    <a:pt x="4977787" y="365107"/>
                  </a:lnTo>
                  <a:lnTo>
                    <a:pt x="5138361" y="325223"/>
                  </a:lnTo>
                  <a:lnTo>
                    <a:pt x="5298934" y="285322"/>
                  </a:lnTo>
                  <a:lnTo>
                    <a:pt x="5459508" y="245406"/>
                  </a:lnTo>
                  <a:lnTo>
                    <a:pt x="5620082" y="205476"/>
                  </a:lnTo>
                  <a:lnTo>
                    <a:pt x="5780656" y="165535"/>
                  </a:lnTo>
                  <a:lnTo>
                    <a:pt x="5941230" y="125583"/>
                  </a:lnTo>
                  <a:lnTo>
                    <a:pt x="6101803" y="85622"/>
                  </a:lnTo>
                  <a:lnTo>
                    <a:pt x="6262377" y="45653"/>
                  </a:lnTo>
                  <a:lnTo>
                    <a:pt x="6422951" y="5676"/>
                  </a:lnTo>
                  <a:lnTo>
                    <a:pt x="6445748" y="0"/>
                  </a:lnTo>
                  <a:lnTo>
                    <a:pt x="6445748" y="136390"/>
                  </a:lnTo>
                  <a:lnTo>
                    <a:pt x="6422951" y="141398"/>
                  </a:lnTo>
                  <a:lnTo>
                    <a:pt x="6262377" y="176680"/>
                  </a:lnTo>
                  <a:lnTo>
                    <a:pt x="6101803" y="211970"/>
                  </a:lnTo>
                  <a:lnTo>
                    <a:pt x="5941230" y="247267"/>
                  </a:lnTo>
                  <a:lnTo>
                    <a:pt x="5780656" y="282575"/>
                  </a:lnTo>
                  <a:lnTo>
                    <a:pt x="5620082" y="317892"/>
                  </a:lnTo>
                  <a:lnTo>
                    <a:pt x="5459508" y="353221"/>
                  </a:lnTo>
                  <a:lnTo>
                    <a:pt x="5298934" y="388564"/>
                  </a:lnTo>
                  <a:lnTo>
                    <a:pt x="5138361" y="423922"/>
                  </a:lnTo>
                  <a:lnTo>
                    <a:pt x="4977787" y="459297"/>
                  </a:lnTo>
                  <a:lnTo>
                    <a:pt x="4817213" y="494692"/>
                  </a:lnTo>
                  <a:lnTo>
                    <a:pt x="4656639" y="530111"/>
                  </a:lnTo>
                  <a:lnTo>
                    <a:pt x="4496065" y="565556"/>
                  </a:lnTo>
                  <a:lnTo>
                    <a:pt x="4335492" y="601033"/>
                  </a:lnTo>
                  <a:lnTo>
                    <a:pt x="4174918" y="636547"/>
                  </a:lnTo>
                  <a:lnTo>
                    <a:pt x="4014344" y="672105"/>
                  </a:lnTo>
                  <a:lnTo>
                    <a:pt x="3853770" y="707715"/>
                  </a:lnTo>
                  <a:lnTo>
                    <a:pt x="3693197" y="743389"/>
                  </a:lnTo>
                  <a:lnTo>
                    <a:pt x="3532623" y="779139"/>
                  </a:lnTo>
                  <a:lnTo>
                    <a:pt x="3372049" y="814982"/>
                  </a:lnTo>
                  <a:lnTo>
                    <a:pt x="3211475" y="850938"/>
                  </a:lnTo>
                  <a:lnTo>
                    <a:pt x="3050901" y="887030"/>
                  </a:lnTo>
                  <a:lnTo>
                    <a:pt x="2890328" y="923288"/>
                  </a:lnTo>
                  <a:lnTo>
                    <a:pt x="2729754" y="959744"/>
                  </a:lnTo>
                  <a:lnTo>
                    <a:pt x="2569180" y="996435"/>
                  </a:lnTo>
                  <a:lnTo>
                    <a:pt x="2408606" y="1033394"/>
                  </a:lnTo>
                  <a:lnTo>
                    <a:pt x="2248032" y="1070650"/>
                  </a:lnTo>
                  <a:lnTo>
                    <a:pt x="2087459" y="1108221"/>
                  </a:lnTo>
                  <a:lnTo>
                    <a:pt x="1926885" y="1146111"/>
                  </a:lnTo>
                  <a:lnTo>
                    <a:pt x="1766311" y="1184305"/>
                  </a:lnTo>
                  <a:lnTo>
                    <a:pt x="1605737" y="1222780"/>
                  </a:lnTo>
                  <a:lnTo>
                    <a:pt x="1445164" y="1261501"/>
                  </a:lnTo>
                  <a:lnTo>
                    <a:pt x="1284590" y="1300434"/>
                  </a:lnTo>
                  <a:lnTo>
                    <a:pt x="1124016" y="1339544"/>
                  </a:lnTo>
                  <a:lnTo>
                    <a:pt x="963442" y="1378801"/>
                  </a:lnTo>
                  <a:lnTo>
                    <a:pt x="802868" y="1418178"/>
                  </a:lnTo>
                  <a:lnTo>
                    <a:pt x="642295" y="1457656"/>
                  </a:lnTo>
                  <a:lnTo>
                    <a:pt x="481721" y="1497214"/>
                  </a:lnTo>
                  <a:lnTo>
                    <a:pt x="321147" y="1536841"/>
                  </a:lnTo>
                  <a:lnTo>
                    <a:pt x="160573" y="1576524"/>
                  </a:lnTo>
                  <a:lnTo>
                    <a:pt x="0" y="1616254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2171462" y="3250053"/>
              <a:ext cx="6445748" cy="1541176"/>
            </a:xfrm>
            <a:custGeom>
              <a:avLst/>
              <a:pathLst>
                <a:path w="6445748" h="1541176">
                  <a:moveTo>
                    <a:pt x="0" y="1541176"/>
                  </a:moveTo>
                  <a:lnTo>
                    <a:pt x="160573" y="1505647"/>
                  </a:lnTo>
                  <a:lnTo>
                    <a:pt x="321147" y="1470071"/>
                  </a:lnTo>
                  <a:lnTo>
                    <a:pt x="481721" y="1434439"/>
                  </a:lnTo>
                  <a:lnTo>
                    <a:pt x="642295" y="1398739"/>
                  </a:lnTo>
                  <a:lnTo>
                    <a:pt x="802868" y="1362957"/>
                  </a:lnTo>
                  <a:lnTo>
                    <a:pt x="963442" y="1327076"/>
                  </a:lnTo>
                  <a:lnTo>
                    <a:pt x="1124016" y="1291074"/>
                  </a:lnTo>
                  <a:lnTo>
                    <a:pt x="1284590" y="1254925"/>
                  </a:lnTo>
                  <a:lnTo>
                    <a:pt x="1445164" y="1218599"/>
                  </a:lnTo>
                  <a:lnTo>
                    <a:pt x="1605737" y="1182061"/>
                  </a:lnTo>
                  <a:lnTo>
                    <a:pt x="1766311" y="1145277"/>
                  </a:lnTo>
                  <a:lnTo>
                    <a:pt x="1926885" y="1108212"/>
                  </a:lnTo>
                  <a:lnTo>
                    <a:pt x="2087459" y="1070843"/>
                  </a:lnTo>
                  <a:lnTo>
                    <a:pt x="2248032" y="1033155"/>
                  </a:lnTo>
                  <a:lnTo>
                    <a:pt x="2408606" y="995153"/>
                  </a:lnTo>
                  <a:lnTo>
                    <a:pt x="2569180" y="956853"/>
                  </a:lnTo>
                  <a:lnTo>
                    <a:pt x="2729754" y="918284"/>
                  </a:lnTo>
                  <a:lnTo>
                    <a:pt x="2890328" y="879482"/>
                  </a:lnTo>
                  <a:lnTo>
                    <a:pt x="3050901" y="840481"/>
                  </a:lnTo>
                  <a:lnTo>
                    <a:pt x="3211475" y="801314"/>
                  </a:lnTo>
                  <a:lnTo>
                    <a:pt x="3372049" y="762011"/>
                  </a:lnTo>
                  <a:lnTo>
                    <a:pt x="3532623" y="722595"/>
                  </a:lnTo>
                  <a:lnTo>
                    <a:pt x="3693197" y="683086"/>
                  </a:lnTo>
                  <a:lnTo>
                    <a:pt x="3853770" y="643501"/>
                  </a:lnTo>
                  <a:lnTo>
                    <a:pt x="4014344" y="603853"/>
                  </a:lnTo>
                  <a:lnTo>
                    <a:pt x="4174918" y="564152"/>
                  </a:lnTo>
                  <a:lnTo>
                    <a:pt x="4335492" y="524407"/>
                  </a:lnTo>
                  <a:lnTo>
                    <a:pt x="4496065" y="484625"/>
                  </a:lnTo>
                  <a:lnTo>
                    <a:pt x="4656639" y="444811"/>
                  </a:lnTo>
                  <a:lnTo>
                    <a:pt x="4817213" y="404971"/>
                  </a:lnTo>
                  <a:lnTo>
                    <a:pt x="4977787" y="365107"/>
                  </a:lnTo>
                  <a:lnTo>
                    <a:pt x="5138361" y="325223"/>
                  </a:lnTo>
                  <a:lnTo>
                    <a:pt x="5298934" y="285322"/>
                  </a:lnTo>
                  <a:lnTo>
                    <a:pt x="5459508" y="245406"/>
                  </a:lnTo>
                  <a:lnTo>
                    <a:pt x="5620082" y="205476"/>
                  </a:lnTo>
                  <a:lnTo>
                    <a:pt x="5780656" y="165535"/>
                  </a:lnTo>
                  <a:lnTo>
                    <a:pt x="5941230" y="125583"/>
                  </a:lnTo>
                  <a:lnTo>
                    <a:pt x="6101803" y="85622"/>
                  </a:lnTo>
                  <a:lnTo>
                    <a:pt x="6262377" y="45653"/>
                  </a:lnTo>
                  <a:lnTo>
                    <a:pt x="6422951" y="5676"/>
                  </a:lnTo>
                  <a:lnTo>
                    <a:pt x="644574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2171462" y="3386443"/>
              <a:ext cx="6445748" cy="1479863"/>
            </a:xfrm>
            <a:custGeom>
              <a:avLst/>
              <a:pathLst>
                <a:path w="6445748" h="1479863">
                  <a:moveTo>
                    <a:pt x="6445748" y="0"/>
                  </a:moveTo>
                  <a:lnTo>
                    <a:pt x="6422951" y="5008"/>
                  </a:lnTo>
                  <a:lnTo>
                    <a:pt x="6262377" y="40290"/>
                  </a:lnTo>
                  <a:lnTo>
                    <a:pt x="6101803" y="75579"/>
                  </a:lnTo>
                  <a:lnTo>
                    <a:pt x="5941230" y="110877"/>
                  </a:lnTo>
                  <a:lnTo>
                    <a:pt x="5780656" y="146184"/>
                  </a:lnTo>
                  <a:lnTo>
                    <a:pt x="5620082" y="181502"/>
                  </a:lnTo>
                  <a:lnTo>
                    <a:pt x="5459508" y="216831"/>
                  </a:lnTo>
                  <a:lnTo>
                    <a:pt x="5298934" y="252174"/>
                  </a:lnTo>
                  <a:lnTo>
                    <a:pt x="5138361" y="287532"/>
                  </a:lnTo>
                  <a:lnTo>
                    <a:pt x="4977787" y="322907"/>
                  </a:lnTo>
                  <a:lnTo>
                    <a:pt x="4817213" y="358302"/>
                  </a:lnTo>
                  <a:lnTo>
                    <a:pt x="4656639" y="393720"/>
                  </a:lnTo>
                  <a:lnTo>
                    <a:pt x="4496065" y="429166"/>
                  </a:lnTo>
                  <a:lnTo>
                    <a:pt x="4335492" y="464642"/>
                  </a:lnTo>
                  <a:lnTo>
                    <a:pt x="4174918" y="500156"/>
                  </a:lnTo>
                  <a:lnTo>
                    <a:pt x="4014344" y="535714"/>
                  </a:lnTo>
                  <a:lnTo>
                    <a:pt x="3853770" y="571325"/>
                  </a:lnTo>
                  <a:lnTo>
                    <a:pt x="3693197" y="606999"/>
                  </a:lnTo>
                  <a:lnTo>
                    <a:pt x="3532623" y="642749"/>
                  </a:lnTo>
                  <a:lnTo>
                    <a:pt x="3372049" y="678592"/>
                  </a:lnTo>
                  <a:lnTo>
                    <a:pt x="3211475" y="714547"/>
                  </a:lnTo>
                  <a:lnTo>
                    <a:pt x="3050901" y="750639"/>
                  </a:lnTo>
                  <a:lnTo>
                    <a:pt x="2890328" y="786897"/>
                  </a:lnTo>
                  <a:lnTo>
                    <a:pt x="2729754" y="823354"/>
                  </a:lnTo>
                  <a:lnTo>
                    <a:pt x="2569180" y="860044"/>
                  </a:lnTo>
                  <a:lnTo>
                    <a:pt x="2408606" y="897003"/>
                  </a:lnTo>
                  <a:lnTo>
                    <a:pt x="2248032" y="934260"/>
                  </a:lnTo>
                  <a:lnTo>
                    <a:pt x="2087459" y="971831"/>
                  </a:lnTo>
                  <a:lnTo>
                    <a:pt x="1926885" y="1009720"/>
                  </a:lnTo>
                  <a:lnTo>
                    <a:pt x="1766311" y="1047915"/>
                  </a:lnTo>
                  <a:lnTo>
                    <a:pt x="1605737" y="1086390"/>
                  </a:lnTo>
                  <a:lnTo>
                    <a:pt x="1445164" y="1125111"/>
                  </a:lnTo>
                  <a:lnTo>
                    <a:pt x="1284590" y="1164044"/>
                  </a:lnTo>
                  <a:lnTo>
                    <a:pt x="1124016" y="1203154"/>
                  </a:lnTo>
                  <a:lnTo>
                    <a:pt x="963442" y="1242410"/>
                  </a:lnTo>
                  <a:lnTo>
                    <a:pt x="802868" y="1281788"/>
                  </a:lnTo>
                  <a:lnTo>
                    <a:pt x="642295" y="1321265"/>
                  </a:lnTo>
                  <a:lnTo>
                    <a:pt x="481721" y="1360824"/>
                  </a:lnTo>
                  <a:lnTo>
                    <a:pt x="321147" y="1400451"/>
                  </a:lnTo>
                  <a:lnTo>
                    <a:pt x="160573" y="1440134"/>
                  </a:lnTo>
                  <a:lnTo>
                    <a:pt x="0" y="147986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2171462" y="3318248"/>
              <a:ext cx="6445748" cy="1510520"/>
            </a:xfrm>
            <a:custGeom>
              <a:avLst/>
              <a:pathLst>
                <a:path w="6445748" h="1510520">
                  <a:moveTo>
                    <a:pt x="0" y="1510520"/>
                  </a:moveTo>
                  <a:lnTo>
                    <a:pt x="160573" y="1472890"/>
                  </a:lnTo>
                  <a:lnTo>
                    <a:pt x="321147" y="1435261"/>
                  </a:lnTo>
                  <a:lnTo>
                    <a:pt x="481721" y="1397631"/>
                  </a:lnTo>
                  <a:lnTo>
                    <a:pt x="642295" y="1360002"/>
                  </a:lnTo>
                  <a:lnTo>
                    <a:pt x="802868" y="1322373"/>
                  </a:lnTo>
                  <a:lnTo>
                    <a:pt x="963442" y="1284743"/>
                  </a:lnTo>
                  <a:lnTo>
                    <a:pt x="1124016" y="1247114"/>
                  </a:lnTo>
                  <a:lnTo>
                    <a:pt x="1284590" y="1209484"/>
                  </a:lnTo>
                  <a:lnTo>
                    <a:pt x="1445164" y="1171855"/>
                  </a:lnTo>
                  <a:lnTo>
                    <a:pt x="1605737" y="1134225"/>
                  </a:lnTo>
                  <a:lnTo>
                    <a:pt x="1766311" y="1096596"/>
                  </a:lnTo>
                  <a:lnTo>
                    <a:pt x="1926885" y="1058966"/>
                  </a:lnTo>
                  <a:lnTo>
                    <a:pt x="2087459" y="1021337"/>
                  </a:lnTo>
                  <a:lnTo>
                    <a:pt x="2248032" y="983708"/>
                  </a:lnTo>
                  <a:lnTo>
                    <a:pt x="2408606" y="946078"/>
                  </a:lnTo>
                  <a:lnTo>
                    <a:pt x="2569180" y="908449"/>
                  </a:lnTo>
                  <a:lnTo>
                    <a:pt x="2729754" y="870819"/>
                  </a:lnTo>
                  <a:lnTo>
                    <a:pt x="2890328" y="833190"/>
                  </a:lnTo>
                  <a:lnTo>
                    <a:pt x="3050901" y="795560"/>
                  </a:lnTo>
                  <a:lnTo>
                    <a:pt x="3211475" y="757931"/>
                  </a:lnTo>
                  <a:lnTo>
                    <a:pt x="3372049" y="720301"/>
                  </a:lnTo>
                  <a:lnTo>
                    <a:pt x="3532623" y="682672"/>
                  </a:lnTo>
                  <a:lnTo>
                    <a:pt x="3693197" y="645042"/>
                  </a:lnTo>
                  <a:lnTo>
                    <a:pt x="3853770" y="607413"/>
                  </a:lnTo>
                  <a:lnTo>
                    <a:pt x="4014344" y="569784"/>
                  </a:lnTo>
                  <a:lnTo>
                    <a:pt x="4174918" y="532154"/>
                  </a:lnTo>
                  <a:lnTo>
                    <a:pt x="4335492" y="494525"/>
                  </a:lnTo>
                  <a:lnTo>
                    <a:pt x="4496065" y="456895"/>
                  </a:lnTo>
                  <a:lnTo>
                    <a:pt x="4656639" y="419266"/>
                  </a:lnTo>
                  <a:lnTo>
                    <a:pt x="4817213" y="381636"/>
                  </a:lnTo>
                  <a:lnTo>
                    <a:pt x="4977787" y="344007"/>
                  </a:lnTo>
                  <a:lnTo>
                    <a:pt x="5138361" y="306377"/>
                  </a:lnTo>
                  <a:lnTo>
                    <a:pt x="5298934" y="268748"/>
                  </a:lnTo>
                  <a:lnTo>
                    <a:pt x="5459508" y="231119"/>
                  </a:lnTo>
                  <a:lnTo>
                    <a:pt x="5620082" y="193489"/>
                  </a:lnTo>
                  <a:lnTo>
                    <a:pt x="5780656" y="155860"/>
                  </a:lnTo>
                  <a:lnTo>
                    <a:pt x="5941230" y="118230"/>
                  </a:lnTo>
                  <a:lnTo>
                    <a:pt x="6101803" y="80601"/>
                  </a:lnTo>
                  <a:lnTo>
                    <a:pt x="6262377" y="42971"/>
                  </a:lnTo>
                  <a:lnTo>
                    <a:pt x="6422951" y="5342"/>
                  </a:lnTo>
                  <a:lnTo>
                    <a:pt x="6445748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9"/>
            <p:cNvSpPr/>
            <p:nvPr/>
          </p:nvSpPr>
          <p:spPr>
            <a:xfrm>
              <a:off x="1985667" y="3084038"/>
              <a:ext cx="6631543" cy="1805060"/>
            </a:xfrm>
            <a:custGeom>
              <a:avLst/>
              <a:pathLst>
                <a:path w="6631543" h="1805060">
                  <a:moveTo>
                    <a:pt x="0" y="1698705"/>
                  </a:moveTo>
                  <a:lnTo>
                    <a:pt x="100748" y="1674941"/>
                  </a:lnTo>
                  <a:lnTo>
                    <a:pt x="201497" y="1651166"/>
                  </a:lnTo>
                  <a:lnTo>
                    <a:pt x="302245" y="1627376"/>
                  </a:lnTo>
                  <a:lnTo>
                    <a:pt x="402994" y="1603571"/>
                  </a:lnTo>
                  <a:lnTo>
                    <a:pt x="503742" y="1579750"/>
                  </a:lnTo>
                  <a:lnTo>
                    <a:pt x="604491" y="1555909"/>
                  </a:lnTo>
                  <a:lnTo>
                    <a:pt x="705239" y="1532047"/>
                  </a:lnTo>
                  <a:lnTo>
                    <a:pt x="805988" y="1508162"/>
                  </a:lnTo>
                  <a:lnTo>
                    <a:pt x="906737" y="1484250"/>
                  </a:lnTo>
                  <a:lnTo>
                    <a:pt x="1007485" y="1460309"/>
                  </a:lnTo>
                  <a:lnTo>
                    <a:pt x="1108234" y="1436334"/>
                  </a:lnTo>
                  <a:lnTo>
                    <a:pt x="1208982" y="1412322"/>
                  </a:lnTo>
                  <a:lnTo>
                    <a:pt x="1309731" y="1388267"/>
                  </a:lnTo>
                  <a:lnTo>
                    <a:pt x="1410479" y="1364163"/>
                  </a:lnTo>
                  <a:lnTo>
                    <a:pt x="1511228" y="1340005"/>
                  </a:lnTo>
                  <a:lnTo>
                    <a:pt x="1611976" y="1315785"/>
                  </a:lnTo>
                  <a:lnTo>
                    <a:pt x="1712725" y="1291495"/>
                  </a:lnTo>
                  <a:lnTo>
                    <a:pt x="1813474" y="1267126"/>
                  </a:lnTo>
                  <a:lnTo>
                    <a:pt x="1914222" y="1242668"/>
                  </a:lnTo>
                  <a:lnTo>
                    <a:pt x="2014971" y="1218111"/>
                  </a:lnTo>
                  <a:lnTo>
                    <a:pt x="2115719" y="1193442"/>
                  </a:lnTo>
                  <a:lnTo>
                    <a:pt x="2216468" y="1168653"/>
                  </a:lnTo>
                  <a:lnTo>
                    <a:pt x="2317216" y="1143732"/>
                  </a:lnTo>
                  <a:lnTo>
                    <a:pt x="2417965" y="1118669"/>
                  </a:lnTo>
                  <a:lnTo>
                    <a:pt x="2518714" y="1093459"/>
                  </a:lnTo>
                  <a:lnTo>
                    <a:pt x="2619462" y="1068095"/>
                  </a:lnTo>
                  <a:lnTo>
                    <a:pt x="2720211" y="1042578"/>
                  </a:lnTo>
                  <a:lnTo>
                    <a:pt x="2820959" y="1016907"/>
                  </a:lnTo>
                  <a:lnTo>
                    <a:pt x="2921708" y="991089"/>
                  </a:lnTo>
                  <a:lnTo>
                    <a:pt x="3022456" y="965129"/>
                  </a:lnTo>
                  <a:lnTo>
                    <a:pt x="3123205" y="939037"/>
                  </a:lnTo>
                  <a:lnTo>
                    <a:pt x="3223953" y="912823"/>
                  </a:lnTo>
                  <a:lnTo>
                    <a:pt x="3324702" y="886498"/>
                  </a:lnTo>
                  <a:lnTo>
                    <a:pt x="3425451" y="860074"/>
                  </a:lnTo>
                  <a:lnTo>
                    <a:pt x="3526199" y="833560"/>
                  </a:lnTo>
                  <a:lnTo>
                    <a:pt x="3626948" y="806966"/>
                  </a:lnTo>
                  <a:lnTo>
                    <a:pt x="3727696" y="780303"/>
                  </a:lnTo>
                  <a:lnTo>
                    <a:pt x="3828445" y="753577"/>
                  </a:lnTo>
                  <a:lnTo>
                    <a:pt x="3929193" y="726796"/>
                  </a:lnTo>
                  <a:lnTo>
                    <a:pt x="4029942" y="699967"/>
                  </a:lnTo>
                  <a:lnTo>
                    <a:pt x="4130691" y="673096"/>
                  </a:lnTo>
                  <a:lnTo>
                    <a:pt x="4231439" y="646186"/>
                  </a:lnTo>
                  <a:lnTo>
                    <a:pt x="4332188" y="619243"/>
                  </a:lnTo>
                  <a:lnTo>
                    <a:pt x="4432936" y="592270"/>
                  </a:lnTo>
                  <a:lnTo>
                    <a:pt x="4533685" y="565270"/>
                  </a:lnTo>
                  <a:lnTo>
                    <a:pt x="4634433" y="538247"/>
                  </a:lnTo>
                  <a:lnTo>
                    <a:pt x="4735182" y="511203"/>
                  </a:lnTo>
                  <a:lnTo>
                    <a:pt x="4835930" y="484140"/>
                  </a:lnTo>
                  <a:lnTo>
                    <a:pt x="4936679" y="457060"/>
                  </a:lnTo>
                  <a:lnTo>
                    <a:pt x="5037428" y="429965"/>
                  </a:lnTo>
                  <a:lnTo>
                    <a:pt x="5138176" y="402855"/>
                  </a:lnTo>
                  <a:lnTo>
                    <a:pt x="5238925" y="375733"/>
                  </a:lnTo>
                  <a:lnTo>
                    <a:pt x="5339673" y="348600"/>
                  </a:lnTo>
                  <a:lnTo>
                    <a:pt x="5440422" y="321456"/>
                  </a:lnTo>
                  <a:lnTo>
                    <a:pt x="5541170" y="294303"/>
                  </a:lnTo>
                  <a:lnTo>
                    <a:pt x="5641919" y="267141"/>
                  </a:lnTo>
                  <a:lnTo>
                    <a:pt x="5742668" y="239971"/>
                  </a:lnTo>
                  <a:lnTo>
                    <a:pt x="5843416" y="212794"/>
                  </a:lnTo>
                  <a:lnTo>
                    <a:pt x="5944165" y="185610"/>
                  </a:lnTo>
                  <a:lnTo>
                    <a:pt x="6044913" y="158420"/>
                  </a:lnTo>
                  <a:lnTo>
                    <a:pt x="6145662" y="131225"/>
                  </a:lnTo>
                  <a:lnTo>
                    <a:pt x="6246410" y="104024"/>
                  </a:lnTo>
                  <a:lnTo>
                    <a:pt x="6347159" y="76818"/>
                  </a:lnTo>
                  <a:lnTo>
                    <a:pt x="6447907" y="49607"/>
                  </a:lnTo>
                  <a:lnTo>
                    <a:pt x="6548656" y="22393"/>
                  </a:lnTo>
                  <a:lnTo>
                    <a:pt x="6631543" y="0"/>
                  </a:lnTo>
                  <a:lnTo>
                    <a:pt x="6631543" y="154346"/>
                  </a:lnTo>
                  <a:lnTo>
                    <a:pt x="6548656" y="173817"/>
                  </a:lnTo>
                  <a:lnTo>
                    <a:pt x="6447907" y="197488"/>
                  </a:lnTo>
                  <a:lnTo>
                    <a:pt x="6347159" y="221163"/>
                  </a:lnTo>
                  <a:lnTo>
                    <a:pt x="6246410" y="244843"/>
                  </a:lnTo>
                  <a:lnTo>
                    <a:pt x="6145662" y="268527"/>
                  </a:lnTo>
                  <a:lnTo>
                    <a:pt x="6044913" y="292217"/>
                  </a:lnTo>
                  <a:lnTo>
                    <a:pt x="5944165" y="315912"/>
                  </a:lnTo>
                  <a:lnTo>
                    <a:pt x="5843416" y="339614"/>
                  </a:lnTo>
                  <a:lnTo>
                    <a:pt x="5742668" y="363322"/>
                  </a:lnTo>
                  <a:lnTo>
                    <a:pt x="5641919" y="387038"/>
                  </a:lnTo>
                  <a:lnTo>
                    <a:pt x="5541170" y="410762"/>
                  </a:lnTo>
                  <a:lnTo>
                    <a:pt x="5440422" y="434494"/>
                  </a:lnTo>
                  <a:lnTo>
                    <a:pt x="5339673" y="458236"/>
                  </a:lnTo>
                  <a:lnTo>
                    <a:pt x="5238925" y="481988"/>
                  </a:lnTo>
                  <a:lnTo>
                    <a:pt x="5138176" y="505751"/>
                  </a:lnTo>
                  <a:lnTo>
                    <a:pt x="5037428" y="529527"/>
                  </a:lnTo>
                  <a:lnTo>
                    <a:pt x="4936679" y="553317"/>
                  </a:lnTo>
                  <a:lnTo>
                    <a:pt x="4835930" y="577123"/>
                  </a:lnTo>
                  <a:lnTo>
                    <a:pt x="4735182" y="600945"/>
                  </a:lnTo>
                  <a:lnTo>
                    <a:pt x="4634433" y="624786"/>
                  </a:lnTo>
                  <a:lnTo>
                    <a:pt x="4533685" y="648649"/>
                  </a:lnTo>
                  <a:lnTo>
                    <a:pt x="4432936" y="672535"/>
                  </a:lnTo>
                  <a:lnTo>
                    <a:pt x="4332188" y="696447"/>
                  </a:lnTo>
                  <a:lnTo>
                    <a:pt x="4231439" y="720389"/>
                  </a:lnTo>
                  <a:lnTo>
                    <a:pt x="4130691" y="744365"/>
                  </a:lnTo>
                  <a:lnTo>
                    <a:pt x="4029942" y="768379"/>
                  </a:lnTo>
                  <a:lnTo>
                    <a:pt x="3929193" y="792435"/>
                  </a:lnTo>
                  <a:lnTo>
                    <a:pt x="3828445" y="816540"/>
                  </a:lnTo>
                  <a:lnTo>
                    <a:pt x="3727696" y="840700"/>
                  </a:lnTo>
                  <a:lnTo>
                    <a:pt x="3626948" y="864922"/>
                  </a:lnTo>
                  <a:lnTo>
                    <a:pt x="3526199" y="889214"/>
                  </a:lnTo>
                  <a:lnTo>
                    <a:pt x="3425451" y="913586"/>
                  </a:lnTo>
                  <a:lnTo>
                    <a:pt x="3324702" y="938046"/>
                  </a:lnTo>
                  <a:lnTo>
                    <a:pt x="3223953" y="962607"/>
                  </a:lnTo>
                  <a:lnTo>
                    <a:pt x="3123205" y="987279"/>
                  </a:lnTo>
                  <a:lnTo>
                    <a:pt x="3022456" y="1012072"/>
                  </a:lnTo>
                  <a:lnTo>
                    <a:pt x="2921708" y="1036998"/>
                  </a:lnTo>
                  <a:lnTo>
                    <a:pt x="2820959" y="1062064"/>
                  </a:lnTo>
                  <a:lnTo>
                    <a:pt x="2720211" y="1087279"/>
                  </a:lnTo>
                  <a:lnTo>
                    <a:pt x="2619462" y="1112647"/>
                  </a:lnTo>
                  <a:lnTo>
                    <a:pt x="2518714" y="1138170"/>
                  </a:lnTo>
                  <a:lnTo>
                    <a:pt x="2417965" y="1163845"/>
                  </a:lnTo>
                  <a:lnTo>
                    <a:pt x="2317216" y="1189668"/>
                  </a:lnTo>
                  <a:lnTo>
                    <a:pt x="2216468" y="1215632"/>
                  </a:lnTo>
                  <a:lnTo>
                    <a:pt x="2115719" y="1241728"/>
                  </a:lnTo>
                  <a:lnTo>
                    <a:pt x="2014971" y="1267945"/>
                  </a:lnTo>
                  <a:lnTo>
                    <a:pt x="1914222" y="1294273"/>
                  </a:lnTo>
                  <a:lnTo>
                    <a:pt x="1813474" y="1320700"/>
                  </a:lnTo>
                  <a:lnTo>
                    <a:pt x="1712725" y="1347216"/>
                  </a:lnTo>
                  <a:lnTo>
                    <a:pt x="1611976" y="1373812"/>
                  </a:lnTo>
                  <a:lnTo>
                    <a:pt x="1511228" y="1400478"/>
                  </a:lnTo>
                  <a:lnTo>
                    <a:pt x="1410479" y="1427205"/>
                  </a:lnTo>
                  <a:lnTo>
                    <a:pt x="1309731" y="1453987"/>
                  </a:lnTo>
                  <a:lnTo>
                    <a:pt x="1208982" y="1480818"/>
                  </a:lnTo>
                  <a:lnTo>
                    <a:pt x="1108234" y="1507691"/>
                  </a:lnTo>
                  <a:lnTo>
                    <a:pt x="1007485" y="1534601"/>
                  </a:lnTo>
                  <a:lnTo>
                    <a:pt x="906737" y="1561545"/>
                  </a:lnTo>
                  <a:lnTo>
                    <a:pt x="805988" y="1588519"/>
                  </a:lnTo>
                  <a:lnTo>
                    <a:pt x="705239" y="1615519"/>
                  </a:lnTo>
                  <a:lnTo>
                    <a:pt x="604491" y="1642543"/>
                  </a:lnTo>
                  <a:lnTo>
                    <a:pt x="503742" y="1669588"/>
                  </a:lnTo>
                  <a:lnTo>
                    <a:pt x="402994" y="1696651"/>
                  </a:lnTo>
                  <a:lnTo>
                    <a:pt x="302245" y="1723732"/>
                  </a:lnTo>
                  <a:lnTo>
                    <a:pt x="201497" y="1750828"/>
                  </a:lnTo>
                  <a:lnTo>
                    <a:pt x="100748" y="1777938"/>
                  </a:lnTo>
                  <a:lnTo>
                    <a:pt x="0" y="1805060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70" name="pl970"/>
            <p:cNvSpPr/>
            <p:nvPr/>
          </p:nvSpPr>
          <p:spPr>
            <a:xfrm>
              <a:off x="1985667" y="3084038"/>
              <a:ext cx="6631543" cy="1698705"/>
            </a:xfrm>
            <a:custGeom>
              <a:avLst/>
              <a:pathLst>
                <a:path w="6631543" h="1698705">
                  <a:moveTo>
                    <a:pt x="0" y="1698705"/>
                  </a:moveTo>
                  <a:lnTo>
                    <a:pt x="100748" y="1674941"/>
                  </a:lnTo>
                  <a:lnTo>
                    <a:pt x="201497" y="1651166"/>
                  </a:lnTo>
                  <a:lnTo>
                    <a:pt x="302245" y="1627376"/>
                  </a:lnTo>
                  <a:lnTo>
                    <a:pt x="402994" y="1603571"/>
                  </a:lnTo>
                  <a:lnTo>
                    <a:pt x="503742" y="1579750"/>
                  </a:lnTo>
                  <a:lnTo>
                    <a:pt x="604491" y="1555909"/>
                  </a:lnTo>
                  <a:lnTo>
                    <a:pt x="705239" y="1532047"/>
                  </a:lnTo>
                  <a:lnTo>
                    <a:pt x="805988" y="1508162"/>
                  </a:lnTo>
                  <a:lnTo>
                    <a:pt x="906737" y="1484250"/>
                  </a:lnTo>
                  <a:lnTo>
                    <a:pt x="1007485" y="1460309"/>
                  </a:lnTo>
                  <a:lnTo>
                    <a:pt x="1108234" y="1436334"/>
                  </a:lnTo>
                  <a:lnTo>
                    <a:pt x="1208982" y="1412322"/>
                  </a:lnTo>
                  <a:lnTo>
                    <a:pt x="1309731" y="1388267"/>
                  </a:lnTo>
                  <a:lnTo>
                    <a:pt x="1410479" y="1364163"/>
                  </a:lnTo>
                  <a:lnTo>
                    <a:pt x="1511228" y="1340005"/>
                  </a:lnTo>
                  <a:lnTo>
                    <a:pt x="1611976" y="1315785"/>
                  </a:lnTo>
                  <a:lnTo>
                    <a:pt x="1712725" y="1291495"/>
                  </a:lnTo>
                  <a:lnTo>
                    <a:pt x="1813474" y="1267126"/>
                  </a:lnTo>
                  <a:lnTo>
                    <a:pt x="1914222" y="1242668"/>
                  </a:lnTo>
                  <a:lnTo>
                    <a:pt x="2014971" y="1218111"/>
                  </a:lnTo>
                  <a:lnTo>
                    <a:pt x="2115719" y="1193442"/>
                  </a:lnTo>
                  <a:lnTo>
                    <a:pt x="2216468" y="1168653"/>
                  </a:lnTo>
                  <a:lnTo>
                    <a:pt x="2317216" y="1143732"/>
                  </a:lnTo>
                  <a:lnTo>
                    <a:pt x="2417965" y="1118669"/>
                  </a:lnTo>
                  <a:lnTo>
                    <a:pt x="2518714" y="1093459"/>
                  </a:lnTo>
                  <a:lnTo>
                    <a:pt x="2619462" y="1068095"/>
                  </a:lnTo>
                  <a:lnTo>
                    <a:pt x="2720211" y="1042578"/>
                  </a:lnTo>
                  <a:lnTo>
                    <a:pt x="2820959" y="1016907"/>
                  </a:lnTo>
                  <a:lnTo>
                    <a:pt x="2921708" y="991089"/>
                  </a:lnTo>
                  <a:lnTo>
                    <a:pt x="3022456" y="965129"/>
                  </a:lnTo>
                  <a:lnTo>
                    <a:pt x="3123205" y="939037"/>
                  </a:lnTo>
                  <a:lnTo>
                    <a:pt x="3223953" y="912823"/>
                  </a:lnTo>
                  <a:lnTo>
                    <a:pt x="3324702" y="886498"/>
                  </a:lnTo>
                  <a:lnTo>
                    <a:pt x="3425451" y="860074"/>
                  </a:lnTo>
                  <a:lnTo>
                    <a:pt x="3526199" y="833560"/>
                  </a:lnTo>
                  <a:lnTo>
                    <a:pt x="3626948" y="806966"/>
                  </a:lnTo>
                  <a:lnTo>
                    <a:pt x="3727696" y="780303"/>
                  </a:lnTo>
                  <a:lnTo>
                    <a:pt x="3828445" y="753577"/>
                  </a:lnTo>
                  <a:lnTo>
                    <a:pt x="3929193" y="726796"/>
                  </a:lnTo>
                  <a:lnTo>
                    <a:pt x="4029942" y="699967"/>
                  </a:lnTo>
                  <a:lnTo>
                    <a:pt x="4130691" y="673096"/>
                  </a:lnTo>
                  <a:lnTo>
                    <a:pt x="4231439" y="646186"/>
                  </a:lnTo>
                  <a:lnTo>
                    <a:pt x="4332188" y="619243"/>
                  </a:lnTo>
                  <a:lnTo>
                    <a:pt x="4432936" y="592270"/>
                  </a:lnTo>
                  <a:lnTo>
                    <a:pt x="4533685" y="565270"/>
                  </a:lnTo>
                  <a:lnTo>
                    <a:pt x="4634433" y="538247"/>
                  </a:lnTo>
                  <a:lnTo>
                    <a:pt x="4735182" y="511203"/>
                  </a:lnTo>
                  <a:lnTo>
                    <a:pt x="4835930" y="484140"/>
                  </a:lnTo>
                  <a:lnTo>
                    <a:pt x="4936679" y="457060"/>
                  </a:lnTo>
                  <a:lnTo>
                    <a:pt x="5037428" y="429965"/>
                  </a:lnTo>
                  <a:lnTo>
                    <a:pt x="5138176" y="402855"/>
                  </a:lnTo>
                  <a:lnTo>
                    <a:pt x="5238925" y="375733"/>
                  </a:lnTo>
                  <a:lnTo>
                    <a:pt x="5339673" y="348600"/>
                  </a:lnTo>
                  <a:lnTo>
                    <a:pt x="5440422" y="321456"/>
                  </a:lnTo>
                  <a:lnTo>
                    <a:pt x="5541170" y="294303"/>
                  </a:lnTo>
                  <a:lnTo>
                    <a:pt x="5641919" y="267141"/>
                  </a:lnTo>
                  <a:lnTo>
                    <a:pt x="5742668" y="239971"/>
                  </a:lnTo>
                  <a:lnTo>
                    <a:pt x="5843416" y="212794"/>
                  </a:lnTo>
                  <a:lnTo>
                    <a:pt x="5944165" y="185610"/>
                  </a:lnTo>
                  <a:lnTo>
                    <a:pt x="6044913" y="158420"/>
                  </a:lnTo>
                  <a:lnTo>
                    <a:pt x="6145662" y="131225"/>
                  </a:lnTo>
                  <a:lnTo>
                    <a:pt x="6246410" y="104024"/>
                  </a:lnTo>
                  <a:lnTo>
                    <a:pt x="6347159" y="76818"/>
                  </a:lnTo>
                  <a:lnTo>
                    <a:pt x="6447907" y="49607"/>
                  </a:lnTo>
                  <a:lnTo>
                    <a:pt x="6548656" y="22393"/>
                  </a:lnTo>
                  <a:lnTo>
                    <a:pt x="663154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1" name="pl971"/>
            <p:cNvSpPr/>
            <p:nvPr/>
          </p:nvSpPr>
          <p:spPr>
            <a:xfrm>
              <a:off x="1985667" y="3238384"/>
              <a:ext cx="6631543" cy="1650713"/>
            </a:xfrm>
            <a:custGeom>
              <a:avLst/>
              <a:pathLst>
                <a:path w="6631543" h="1650713">
                  <a:moveTo>
                    <a:pt x="6631543" y="0"/>
                  </a:moveTo>
                  <a:lnTo>
                    <a:pt x="6548656" y="19471"/>
                  </a:lnTo>
                  <a:lnTo>
                    <a:pt x="6447907" y="43141"/>
                  </a:lnTo>
                  <a:lnTo>
                    <a:pt x="6347159" y="66816"/>
                  </a:lnTo>
                  <a:lnTo>
                    <a:pt x="6246410" y="90496"/>
                  </a:lnTo>
                  <a:lnTo>
                    <a:pt x="6145662" y="114180"/>
                  </a:lnTo>
                  <a:lnTo>
                    <a:pt x="6044913" y="137870"/>
                  </a:lnTo>
                  <a:lnTo>
                    <a:pt x="5944165" y="161565"/>
                  </a:lnTo>
                  <a:lnTo>
                    <a:pt x="5843416" y="185267"/>
                  </a:lnTo>
                  <a:lnTo>
                    <a:pt x="5742668" y="208975"/>
                  </a:lnTo>
                  <a:lnTo>
                    <a:pt x="5641919" y="232691"/>
                  </a:lnTo>
                  <a:lnTo>
                    <a:pt x="5541170" y="256415"/>
                  </a:lnTo>
                  <a:lnTo>
                    <a:pt x="5440422" y="280147"/>
                  </a:lnTo>
                  <a:lnTo>
                    <a:pt x="5339673" y="303889"/>
                  </a:lnTo>
                  <a:lnTo>
                    <a:pt x="5238925" y="327641"/>
                  </a:lnTo>
                  <a:lnTo>
                    <a:pt x="5138176" y="351404"/>
                  </a:lnTo>
                  <a:lnTo>
                    <a:pt x="5037428" y="375180"/>
                  </a:lnTo>
                  <a:lnTo>
                    <a:pt x="4936679" y="398970"/>
                  </a:lnTo>
                  <a:lnTo>
                    <a:pt x="4835930" y="422776"/>
                  </a:lnTo>
                  <a:lnTo>
                    <a:pt x="4735182" y="446598"/>
                  </a:lnTo>
                  <a:lnTo>
                    <a:pt x="4634433" y="470439"/>
                  </a:lnTo>
                  <a:lnTo>
                    <a:pt x="4533685" y="494302"/>
                  </a:lnTo>
                  <a:lnTo>
                    <a:pt x="4432936" y="518188"/>
                  </a:lnTo>
                  <a:lnTo>
                    <a:pt x="4332188" y="542100"/>
                  </a:lnTo>
                  <a:lnTo>
                    <a:pt x="4231439" y="566043"/>
                  </a:lnTo>
                  <a:lnTo>
                    <a:pt x="4130691" y="590018"/>
                  </a:lnTo>
                  <a:lnTo>
                    <a:pt x="4029942" y="614032"/>
                  </a:lnTo>
                  <a:lnTo>
                    <a:pt x="3929193" y="638089"/>
                  </a:lnTo>
                  <a:lnTo>
                    <a:pt x="3828445" y="662193"/>
                  </a:lnTo>
                  <a:lnTo>
                    <a:pt x="3727696" y="686353"/>
                  </a:lnTo>
                  <a:lnTo>
                    <a:pt x="3626948" y="710575"/>
                  </a:lnTo>
                  <a:lnTo>
                    <a:pt x="3526199" y="734867"/>
                  </a:lnTo>
                  <a:lnTo>
                    <a:pt x="3425451" y="759239"/>
                  </a:lnTo>
                  <a:lnTo>
                    <a:pt x="3324702" y="783700"/>
                  </a:lnTo>
                  <a:lnTo>
                    <a:pt x="3223953" y="808260"/>
                  </a:lnTo>
                  <a:lnTo>
                    <a:pt x="3123205" y="832932"/>
                  </a:lnTo>
                  <a:lnTo>
                    <a:pt x="3022456" y="857725"/>
                  </a:lnTo>
                  <a:lnTo>
                    <a:pt x="2921708" y="882651"/>
                  </a:lnTo>
                  <a:lnTo>
                    <a:pt x="2820959" y="907718"/>
                  </a:lnTo>
                  <a:lnTo>
                    <a:pt x="2720211" y="932933"/>
                  </a:lnTo>
                  <a:lnTo>
                    <a:pt x="2619462" y="958300"/>
                  </a:lnTo>
                  <a:lnTo>
                    <a:pt x="2518714" y="983823"/>
                  </a:lnTo>
                  <a:lnTo>
                    <a:pt x="2417965" y="1009498"/>
                  </a:lnTo>
                  <a:lnTo>
                    <a:pt x="2317216" y="1035321"/>
                  </a:lnTo>
                  <a:lnTo>
                    <a:pt x="2216468" y="1061285"/>
                  </a:lnTo>
                  <a:lnTo>
                    <a:pt x="2115719" y="1087381"/>
                  </a:lnTo>
                  <a:lnTo>
                    <a:pt x="2014971" y="1113598"/>
                  </a:lnTo>
                  <a:lnTo>
                    <a:pt x="1914222" y="1139926"/>
                  </a:lnTo>
                  <a:lnTo>
                    <a:pt x="1813474" y="1166353"/>
                  </a:lnTo>
                  <a:lnTo>
                    <a:pt x="1712725" y="1192870"/>
                  </a:lnTo>
                  <a:lnTo>
                    <a:pt x="1611976" y="1219465"/>
                  </a:lnTo>
                  <a:lnTo>
                    <a:pt x="1511228" y="1246131"/>
                  </a:lnTo>
                  <a:lnTo>
                    <a:pt x="1410479" y="1272858"/>
                  </a:lnTo>
                  <a:lnTo>
                    <a:pt x="1309731" y="1299640"/>
                  </a:lnTo>
                  <a:lnTo>
                    <a:pt x="1208982" y="1326471"/>
                  </a:lnTo>
                  <a:lnTo>
                    <a:pt x="1108234" y="1353344"/>
                  </a:lnTo>
                  <a:lnTo>
                    <a:pt x="1007485" y="1380254"/>
                  </a:lnTo>
                  <a:lnTo>
                    <a:pt x="906737" y="1407199"/>
                  </a:lnTo>
                  <a:lnTo>
                    <a:pt x="805988" y="1434172"/>
                  </a:lnTo>
                  <a:lnTo>
                    <a:pt x="705239" y="1461172"/>
                  </a:lnTo>
                  <a:lnTo>
                    <a:pt x="604491" y="1488196"/>
                  </a:lnTo>
                  <a:lnTo>
                    <a:pt x="503742" y="1515241"/>
                  </a:lnTo>
                  <a:lnTo>
                    <a:pt x="402994" y="1542305"/>
                  </a:lnTo>
                  <a:lnTo>
                    <a:pt x="302245" y="1569385"/>
                  </a:lnTo>
                  <a:lnTo>
                    <a:pt x="201497" y="1596481"/>
                  </a:lnTo>
                  <a:lnTo>
                    <a:pt x="100748" y="1623591"/>
                  </a:lnTo>
                  <a:lnTo>
                    <a:pt x="0" y="165071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2" name="pl972"/>
            <p:cNvSpPr/>
            <p:nvPr/>
          </p:nvSpPr>
          <p:spPr>
            <a:xfrm>
              <a:off x="1985667" y="3161211"/>
              <a:ext cx="6631543" cy="1674709"/>
            </a:xfrm>
            <a:custGeom>
              <a:avLst/>
              <a:pathLst>
                <a:path w="6631543" h="1674709">
                  <a:moveTo>
                    <a:pt x="0" y="1674709"/>
                  </a:moveTo>
                  <a:lnTo>
                    <a:pt x="100748" y="1649266"/>
                  </a:lnTo>
                  <a:lnTo>
                    <a:pt x="201497" y="1623823"/>
                  </a:lnTo>
                  <a:lnTo>
                    <a:pt x="302245" y="1598381"/>
                  </a:lnTo>
                  <a:lnTo>
                    <a:pt x="402994" y="1572938"/>
                  </a:lnTo>
                  <a:lnTo>
                    <a:pt x="503742" y="1547495"/>
                  </a:lnTo>
                  <a:lnTo>
                    <a:pt x="604491" y="1522053"/>
                  </a:lnTo>
                  <a:lnTo>
                    <a:pt x="705239" y="1496610"/>
                  </a:lnTo>
                  <a:lnTo>
                    <a:pt x="805988" y="1471167"/>
                  </a:lnTo>
                  <a:lnTo>
                    <a:pt x="906737" y="1445724"/>
                  </a:lnTo>
                  <a:lnTo>
                    <a:pt x="1007485" y="1420282"/>
                  </a:lnTo>
                  <a:lnTo>
                    <a:pt x="1108234" y="1394839"/>
                  </a:lnTo>
                  <a:lnTo>
                    <a:pt x="1208982" y="1369396"/>
                  </a:lnTo>
                  <a:lnTo>
                    <a:pt x="1309731" y="1343953"/>
                  </a:lnTo>
                  <a:lnTo>
                    <a:pt x="1410479" y="1318511"/>
                  </a:lnTo>
                  <a:lnTo>
                    <a:pt x="1511228" y="1293068"/>
                  </a:lnTo>
                  <a:lnTo>
                    <a:pt x="1611976" y="1267625"/>
                  </a:lnTo>
                  <a:lnTo>
                    <a:pt x="1712725" y="1242183"/>
                  </a:lnTo>
                  <a:lnTo>
                    <a:pt x="1813474" y="1216740"/>
                  </a:lnTo>
                  <a:lnTo>
                    <a:pt x="1914222" y="1191297"/>
                  </a:lnTo>
                  <a:lnTo>
                    <a:pt x="2014971" y="1165854"/>
                  </a:lnTo>
                  <a:lnTo>
                    <a:pt x="2115719" y="1140412"/>
                  </a:lnTo>
                  <a:lnTo>
                    <a:pt x="2216468" y="1114969"/>
                  </a:lnTo>
                  <a:lnTo>
                    <a:pt x="2317216" y="1089526"/>
                  </a:lnTo>
                  <a:lnTo>
                    <a:pt x="2417965" y="1064083"/>
                  </a:lnTo>
                  <a:lnTo>
                    <a:pt x="2518714" y="1038641"/>
                  </a:lnTo>
                  <a:lnTo>
                    <a:pt x="2619462" y="1013198"/>
                  </a:lnTo>
                  <a:lnTo>
                    <a:pt x="2720211" y="987755"/>
                  </a:lnTo>
                  <a:lnTo>
                    <a:pt x="2820959" y="962313"/>
                  </a:lnTo>
                  <a:lnTo>
                    <a:pt x="2921708" y="936870"/>
                  </a:lnTo>
                  <a:lnTo>
                    <a:pt x="3022456" y="911427"/>
                  </a:lnTo>
                  <a:lnTo>
                    <a:pt x="3123205" y="885984"/>
                  </a:lnTo>
                  <a:lnTo>
                    <a:pt x="3223953" y="860542"/>
                  </a:lnTo>
                  <a:lnTo>
                    <a:pt x="3324702" y="835099"/>
                  </a:lnTo>
                  <a:lnTo>
                    <a:pt x="3425451" y="809656"/>
                  </a:lnTo>
                  <a:lnTo>
                    <a:pt x="3526199" y="784213"/>
                  </a:lnTo>
                  <a:lnTo>
                    <a:pt x="3626948" y="758771"/>
                  </a:lnTo>
                  <a:lnTo>
                    <a:pt x="3727696" y="733328"/>
                  </a:lnTo>
                  <a:lnTo>
                    <a:pt x="3828445" y="707885"/>
                  </a:lnTo>
                  <a:lnTo>
                    <a:pt x="3929193" y="682442"/>
                  </a:lnTo>
                  <a:lnTo>
                    <a:pt x="4029942" y="657000"/>
                  </a:lnTo>
                  <a:lnTo>
                    <a:pt x="4130691" y="631557"/>
                  </a:lnTo>
                  <a:lnTo>
                    <a:pt x="4231439" y="606114"/>
                  </a:lnTo>
                  <a:lnTo>
                    <a:pt x="4332188" y="580672"/>
                  </a:lnTo>
                  <a:lnTo>
                    <a:pt x="4432936" y="555229"/>
                  </a:lnTo>
                  <a:lnTo>
                    <a:pt x="4533685" y="529786"/>
                  </a:lnTo>
                  <a:lnTo>
                    <a:pt x="4634433" y="504343"/>
                  </a:lnTo>
                  <a:lnTo>
                    <a:pt x="4735182" y="478901"/>
                  </a:lnTo>
                  <a:lnTo>
                    <a:pt x="4835930" y="453458"/>
                  </a:lnTo>
                  <a:lnTo>
                    <a:pt x="4936679" y="428015"/>
                  </a:lnTo>
                  <a:lnTo>
                    <a:pt x="5037428" y="402572"/>
                  </a:lnTo>
                  <a:lnTo>
                    <a:pt x="5138176" y="377130"/>
                  </a:lnTo>
                  <a:lnTo>
                    <a:pt x="5238925" y="351687"/>
                  </a:lnTo>
                  <a:lnTo>
                    <a:pt x="5339673" y="326244"/>
                  </a:lnTo>
                  <a:lnTo>
                    <a:pt x="5440422" y="300802"/>
                  </a:lnTo>
                  <a:lnTo>
                    <a:pt x="5541170" y="275359"/>
                  </a:lnTo>
                  <a:lnTo>
                    <a:pt x="5641919" y="249916"/>
                  </a:lnTo>
                  <a:lnTo>
                    <a:pt x="5742668" y="224473"/>
                  </a:lnTo>
                  <a:lnTo>
                    <a:pt x="5843416" y="199031"/>
                  </a:lnTo>
                  <a:lnTo>
                    <a:pt x="5944165" y="173588"/>
                  </a:lnTo>
                  <a:lnTo>
                    <a:pt x="6044913" y="148145"/>
                  </a:lnTo>
                  <a:lnTo>
                    <a:pt x="6145662" y="122702"/>
                  </a:lnTo>
                  <a:lnTo>
                    <a:pt x="6246410" y="97260"/>
                  </a:lnTo>
                  <a:lnTo>
                    <a:pt x="6347159" y="71817"/>
                  </a:lnTo>
                  <a:lnTo>
                    <a:pt x="6447907" y="46374"/>
                  </a:lnTo>
                  <a:lnTo>
                    <a:pt x="6548656" y="20932"/>
                  </a:lnTo>
                  <a:lnTo>
                    <a:pt x="6631543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tx973"/>
            <p:cNvSpPr/>
            <p:nvPr/>
          </p:nvSpPr>
          <p:spPr>
            <a:xfrm>
              <a:off x="1465194" y="2577262"/>
              <a:ext cx="205109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Female: y = 0.54 x +35.5   (R² = 0.64)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1465194" y="2773962"/>
              <a:ext cx="1975926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Male:   y = 0.58 x +37.0   (R² = 0.63)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066" y="553178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754887" y="477524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92708" y="401870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692708" y="326217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692708" y="250563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0" name="tx980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82" name="tx982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83" name="tx983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84" name="tx984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5" name="tx985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6" name="tx986"/>
            <p:cNvSpPr/>
            <p:nvPr/>
          </p:nvSpPr>
          <p:spPr>
            <a:xfrm rot="-5400000">
              <a:off x="-804851" y="4008650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87" name="pt987"/>
            <p:cNvSpPr/>
            <p:nvPr/>
          </p:nvSpPr>
          <p:spPr>
            <a:xfrm>
              <a:off x="4231829" y="20496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rc988"/>
            <p:cNvSpPr/>
            <p:nvPr/>
          </p:nvSpPr>
          <p:spPr>
            <a:xfrm>
              <a:off x="4148282" y="1966152"/>
              <a:ext cx="219455" cy="219456"/>
            </a:xfrm>
            <a:prstGeom prst="rect">
              <a:avLst/>
            </a:pr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89" name="pl989"/>
            <p:cNvSpPr/>
            <p:nvPr/>
          </p:nvSpPr>
          <p:spPr>
            <a:xfrm>
              <a:off x="4170228" y="207588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" name="pt990"/>
            <p:cNvSpPr/>
            <p:nvPr/>
          </p:nvSpPr>
          <p:spPr>
            <a:xfrm>
              <a:off x="4963081" y="20496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" name="rc991"/>
            <p:cNvSpPr/>
            <p:nvPr/>
          </p:nvSpPr>
          <p:spPr>
            <a:xfrm>
              <a:off x="4879534" y="1966152"/>
              <a:ext cx="219455" cy="219456"/>
            </a:xfrm>
            <a:prstGeom prst="rect">
              <a:avLst/>
            </a:pr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92" name="pl992"/>
            <p:cNvSpPr/>
            <p:nvPr/>
          </p:nvSpPr>
          <p:spPr>
            <a:xfrm>
              <a:off x="4901480" y="207588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" name="tx993"/>
            <p:cNvSpPr/>
            <p:nvPr/>
          </p:nvSpPr>
          <p:spPr>
            <a:xfrm>
              <a:off x="4437327" y="2035829"/>
              <a:ext cx="37261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Female</a:t>
              </a:r>
            </a:p>
          </p:txBody>
        </p:sp>
        <p:sp>
          <p:nvSpPr>
            <p:cNvPr id="994" name="tx994"/>
            <p:cNvSpPr/>
            <p:nvPr/>
          </p:nvSpPr>
          <p:spPr>
            <a:xfrm>
              <a:off x="5168579" y="2035829"/>
              <a:ext cx="24222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Male</a:t>
              </a:r>
            </a:p>
          </p:txBody>
        </p:sp>
        <p:sp>
          <p:nvSpPr>
            <p:cNvPr id="995" name="tx995"/>
            <p:cNvSpPr/>
            <p:nvPr/>
          </p:nvSpPr>
          <p:spPr>
            <a:xfrm>
              <a:off x="941876" y="1669789"/>
              <a:ext cx="302794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Sex   |   N = 943 (Female 515, Male 428)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2026-07-22T14:07:25Z</dcterms:modified>
  <cp:category/>
</cp:coreProperties>
</file>