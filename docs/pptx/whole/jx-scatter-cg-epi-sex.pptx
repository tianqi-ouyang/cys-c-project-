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94375"/>
              <a:ext cx="7675334" cy="3328767"/>
            </a:xfrm>
            <a:custGeom>
              <a:avLst/>
              <a:pathLst>
                <a:path w="7675334" h="3328767">
                  <a:moveTo>
                    <a:pt x="0" y="3328767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pt978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tx980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2026-05-27T10:00:59Z</dcterms:modified>
  <cp:category/>
</cp:coreProperties>
</file>