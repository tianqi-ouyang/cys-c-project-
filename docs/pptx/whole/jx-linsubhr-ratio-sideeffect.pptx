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0695"/>
            </a:xfrm>
            <a:custGeom>
              <a:avLst/>
              <a:pathLst>
                <a:path w="7235830" h="3360695">
                  <a:moveTo>
                    <a:pt x="605796" y="0"/>
                  </a:moveTo>
                  <a:lnTo>
                    <a:pt x="671187" y="113230"/>
                  </a:lnTo>
                  <a:lnTo>
                    <a:pt x="744947" y="236289"/>
                  </a:lnTo>
                  <a:lnTo>
                    <a:pt x="818707" y="354855"/>
                  </a:lnTo>
                  <a:lnTo>
                    <a:pt x="892467" y="469091"/>
                  </a:lnTo>
                  <a:lnTo>
                    <a:pt x="966227" y="579157"/>
                  </a:lnTo>
                  <a:lnTo>
                    <a:pt x="1039987" y="685205"/>
                  </a:lnTo>
                  <a:lnTo>
                    <a:pt x="1113747" y="787380"/>
                  </a:lnTo>
                  <a:lnTo>
                    <a:pt x="1187508" y="885825"/>
                  </a:lnTo>
                  <a:lnTo>
                    <a:pt x="1261268" y="980676"/>
                  </a:lnTo>
                  <a:lnTo>
                    <a:pt x="1335028" y="1072064"/>
                  </a:lnTo>
                  <a:lnTo>
                    <a:pt x="1408788" y="1160115"/>
                  </a:lnTo>
                  <a:lnTo>
                    <a:pt x="1482548" y="1244952"/>
                  </a:lnTo>
                  <a:lnTo>
                    <a:pt x="1556308" y="1326691"/>
                  </a:lnTo>
                  <a:lnTo>
                    <a:pt x="1630068" y="1405445"/>
                  </a:lnTo>
                  <a:lnTo>
                    <a:pt x="1703828" y="1481325"/>
                  </a:lnTo>
                  <a:lnTo>
                    <a:pt x="1777588" y="1554434"/>
                  </a:lnTo>
                  <a:lnTo>
                    <a:pt x="1851348" y="1624873"/>
                  </a:lnTo>
                  <a:lnTo>
                    <a:pt x="1925108" y="1692741"/>
                  </a:lnTo>
                  <a:lnTo>
                    <a:pt x="1998868" y="1758132"/>
                  </a:lnTo>
                  <a:lnTo>
                    <a:pt x="2072628" y="1821134"/>
                  </a:lnTo>
                  <a:lnTo>
                    <a:pt x="2146388" y="1881837"/>
                  </a:lnTo>
                  <a:lnTo>
                    <a:pt x="2220148" y="1940323"/>
                  </a:lnTo>
                  <a:lnTo>
                    <a:pt x="2293908" y="1996674"/>
                  </a:lnTo>
                  <a:lnTo>
                    <a:pt x="2367668" y="2050967"/>
                  </a:lnTo>
                  <a:lnTo>
                    <a:pt x="2441428" y="2103278"/>
                  </a:lnTo>
                  <a:lnTo>
                    <a:pt x="2515188" y="2153680"/>
                  </a:lnTo>
                  <a:lnTo>
                    <a:pt x="2588948" y="2202241"/>
                  </a:lnTo>
                  <a:lnTo>
                    <a:pt x="2662708" y="2249029"/>
                  </a:lnTo>
                  <a:lnTo>
                    <a:pt x="2736468" y="2294109"/>
                  </a:lnTo>
                  <a:lnTo>
                    <a:pt x="2810228" y="2337543"/>
                  </a:lnTo>
                  <a:lnTo>
                    <a:pt x="2883988" y="2379391"/>
                  </a:lnTo>
                  <a:lnTo>
                    <a:pt x="2957748" y="2419711"/>
                  </a:lnTo>
                  <a:lnTo>
                    <a:pt x="3031508" y="2458560"/>
                  </a:lnTo>
                  <a:lnTo>
                    <a:pt x="3105268" y="2495989"/>
                  </a:lnTo>
                  <a:lnTo>
                    <a:pt x="3179028" y="2532053"/>
                  </a:lnTo>
                  <a:lnTo>
                    <a:pt x="3252788" y="2566799"/>
                  </a:lnTo>
                  <a:lnTo>
                    <a:pt x="3326548" y="2600277"/>
                  </a:lnTo>
                  <a:lnTo>
                    <a:pt x="3400308" y="2632533"/>
                  </a:lnTo>
                  <a:lnTo>
                    <a:pt x="3474068" y="2658812"/>
                  </a:lnTo>
                  <a:lnTo>
                    <a:pt x="3547828" y="2673535"/>
                  </a:lnTo>
                  <a:lnTo>
                    <a:pt x="3621588" y="2687994"/>
                  </a:lnTo>
                  <a:lnTo>
                    <a:pt x="3695348" y="2702195"/>
                  </a:lnTo>
                  <a:lnTo>
                    <a:pt x="3769108" y="2716143"/>
                  </a:lnTo>
                  <a:lnTo>
                    <a:pt x="3842868" y="2729842"/>
                  </a:lnTo>
                  <a:lnTo>
                    <a:pt x="3916628" y="2743297"/>
                  </a:lnTo>
                  <a:lnTo>
                    <a:pt x="3990388" y="2756511"/>
                  </a:lnTo>
                  <a:lnTo>
                    <a:pt x="4064149" y="2769490"/>
                  </a:lnTo>
                  <a:lnTo>
                    <a:pt x="4137909" y="2782236"/>
                  </a:lnTo>
                  <a:lnTo>
                    <a:pt x="4211669" y="2794756"/>
                  </a:lnTo>
                  <a:lnTo>
                    <a:pt x="4285429" y="2807052"/>
                  </a:lnTo>
                  <a:lnTo>
                    <a:pt x="4359189" y="2819128"/>
                  </a:lnTo>
                  <a:lnTo>
                    <a:pt x="4432949" y="2830990"/>
                  </a:lnTo>
                  <a:lnTo>
                    <a:pt x="4506709" y="2842639"/>
                  </a:lnTo>
                  <a:lnTo>
                    <a:pt x="4580469" y="2854080"/>
                  </a:lnTo>
                  <a:lnTo>
                    <a:pt x="4654229" y="2865318"/>
                  </a:lnTo>
                  <a:lnTo>
                    <a:pt x="4727989" y="2876354"/>
                  </a:lnTo>
                  <a:lnTo>
                    <a:pt x="4801749" y="2887194"/>
                  </a:lnTo>
                  <a:lnTo>
                    <a:pt x="4875509" y="2897841"/>
                  </a:lnTo>
                  <a:lnTo>
                    <a:pt x="4949269" y="2908297"/>
                  </a:lnTo>
                  <a:lnTo>
                    <a:pt x="5023029" y="2918567"/>
                  </a:lnTo>
                  <a:lnTo>
                    <a:pt x="5096789" y="2928653"/>
                  </a:lnTo>
                  <a:lnTo>
                    <a:pt x="5170549" y="2938559"/>
                  </a:lnTo>
                  <a:lnTo>
                    <a:pt x="5244309" y="2948289"/>
                  </a:lnTo>
                  <a:lnTo>
                    <a:pt x="5318069" y="2957845"/>
                  </a:lnTo>
                  <a:lnTo>
                    <a:pt x="5391829" y="2967231"/>
                  </a:lnTo>
                  <a:lnTo>
                    <a:pt x="5465589" y="2976448"/>
                  </a:lnTo>
                  <a:lnTo>
                    <a:pt x="5539349" y="2985502"/>
                  </a:lnTo>
                  <a:lnTo>
                    <a:pt x="5613109" y="2994394"/>
                  </a:lnTo>
                  <a:lnTo>
                    <a:pt x="5686869" y="3003127"/>
                  </a:lnTo>
                  <a:lnTo>
                    <a:pt x="5760629" y="3011704"/>
                  </a:lnTo>
                  <a:lnTo>
                    <a:pt x="5834389" y="3020129"/>
                  </a:lnTo>
                  <a:lnTo>
                    <a:pt x="5908149" y="3028403"/>
                  </a:lnTo>
                  <a:lnTo>
                    <a:pt x="5981909" y="3036529"/>
                  </a:lnTo>
                  <a:lnTo>
                    <a:pt x="6055669" y="3044510"/>
                  </a:lnTo>
                  <a:lnTo>
                    <a:pt x="6129429" y="3052349"/>
                  </a:lnTo>
                  <a:lnTo>
                    <a:pt x="6203189" y="3060048"/>
                  </a:lnTo>
                  <a:lnTo>
                    <a:pt x="6276949" y="3067609"/>
                  </a:lnTo>
                  <a:lnTo>
                    <a:pt x="6350709" y="3075036"/>
                  </a:lnTo>
                  <a:lnTo>
                    <a:pt x="6424469" y="3082330"/>
                  </a:lnTo>
                  <a:lnTo>
                    <a:pt x="6498229" y="3089494"/>
                  </a:lnTo>
                  <a:lnTo>
                    <a:pt x="6571989" y="3096530"/>
                  </a:lnTo>
                  <a:lnTo>
                    <a:pt x="6645749" y="3103440"/>
                  </a:lnTo>
                  <a:lnTo>
                    <a:pt x="6719509" y="3110227"/>
                  </a:lnTo>
                  <a:lnTo>
                    <a:pt x="6793269" y="3116893"/>
                  </a:lnTo>
                  <a:lnTo>
                    <a:pt x="6867029" y="3123440"/>
                  </a:lnTo>
                  <a:lnTo>
                    <a:pt x="6940789" y="3129870"/>
                  </a:lnTo>
                  <a:lnTo>
                    <a:pt x="7014550" y="3136186"/>
                  </a:lnTo>
                  <a:lnTo>
                    <a:pt x="7088310" y="3142389"/>
                  </a:lnTo>
                  <a:lnTo>
                    <a:pt x="7162070" y="3148481"/>
                  </a:lnTo>
                  <a:lnTo>
                    <a:pt x="7235830" y="3154464"/>
                  </a:lnTo>
                  <a:lnTo>
                    <a:pt x="7235830" y="3360695"/>
                  </a:lnTo>
                  <a:lnTo>
                    <a:pt x="7162070" y="3356032"/>
                  </a:lnTo>
                  <a:lnTo>
                    <a:pt x="7088310" y="3351192"/>
                  </a:lnTo>
                  <a:lnTo>
                    <a:pt x="7014550" y="3346170"/>
                  </a:lnTo>
                  <a:lnTo>
                    <a:pt x="6940789" y="3340956"/>
                  </a:lnTo>
                  <a:lnTo>
                    <a:pt x="6867029" y="3335545"/>
                  </a:lnTo>
                  <a:lnTo>
                    <a:pt x="6793269" y="3329929"/>
                  </a:lnTo>
                  <a:lnTo>
                    <a:pt x="6719509" y="3324101"/>
                  </a:lnTo>
                  <a:lnTo>
                    <a:pt x="6645749" y="3318051"/>
                  </a:lnTo>
                  <a:lnTo>
                    <a:pt x="6571989" y="3311772"/>
                  </a:lnTo>
                  <a:lnTo>
                    <a:pt x="6498229" y="3305256"/>
                  </a:lnTo>
                  <a:lnTo>
                    <a:pt x="6424469" y="3298492"/>
                  </a:lnTo>
                  <a:lnTo>
                    <a:pt x="6350709" y="3291472"/>
                  </a:lnTo>
                  <a:lnTo>
                    <a:pt x="6276949" y="3284186"/>
                  </a:lnTo>
                  <a:lnTo>
                    <a:pt x="6203189" y="3276624"/>
                  </a:lnTo>
                  <a:lnTo>
                    <a:pt x="6129429" y="3268775"/>
                  </a:lnTo>
                  <a:lnTo>
                    <a:pt x="6055669" y="3260629"/>
                  </a:lnTo>
                  <a:lnTo>
                    <a:pt x="5981909" y="3252174"/>
                  </a:lnTo>
                  <a:lnTo>
                    <a:pt x="5908149" y="3243399"/>
                  </a:lnTo>
                  <a:lnTo>
                    <a:pt x="5834389" y="3234291"/>
                  </a:lnTo>
                  <a:lnTo>
                    <a:pt x="5760629" y="3224839"/>
                  </a:lnTo>
                  <a:lnTo>
                    <a:pt x="5686869" y="3215028"/>
                  </a:lnTo>
                  <a:lnTo>
                    <a:pt x="5613109" y="3204845"/>
                  </a:lnTo>
                  <a:lnTo>
                    <a:pt x="5539349" y="3194276"/>
                  </a:lnTo>
                  <a:lnTo>
                    <a:pt x="5465589" y="3183307"/>
                  </a:lnTo>
                  <a:lnTo>
                    <a:pt x="5391829" y="3171922"/>
                  </a:lnTo>
                  <a:lnTo>
                    <a:pt x="5318069" y="3160106"/>
                  </a:lnTo>
                  <a:lnTo>
                    <a:pt x="5244309" y="3147842"/>
                  </a:lnTo>
                  <a:lnTo>
                    <a:pt x="5170549" y="3135113"/>
                  </a:lnTo>
                  <a:lnTo>
                    <a:pt x="5096789" y="3121902"/>
                  </a:lnTo>
                  <a:lnTo>
                    <a:pt x="5023029" y="3108191"/>
                  </a:lnTo>
                  <a:lnTo>
                    <a:pt x="4949269" y="3093960"/>
                  </a:lnTo>
                  <a:lnTo>
                    <a:pt x="4875509" y="3079189"/>
                  </a:lnTo>
                  <a:lnTo>
                    <a:pt x="4801749" y="3063859"/>
                  </a:lnTo>
                  <a:lnTo>
                    <a:pt x="4727989" y="3047948"/>
                  </a:lnTo>
                  <a:lnTo>
                    <a:pt x="4654229" y="3031434"/>
                  </a:lnTo>
                  <a:lnTo>
                    <a:pt x="4580469" y="3014294"/>
                  </a:lnTo>
                  <a:lnTo>
                    <a:pt x="4506709" y="2996504"/>
                  </a:lnTo>
                  <a:lnTo>
                    <a:pt x="4432949" y="2978041"/>
                  </a:lnTo>
                  <a:lnTo>
                    <a:pt x="4359189" y="2958878"/>
                  </a:lnTo>
                  <a:lnTo>
                    <a:pt x="4285429" y="2938989"/>
                  </a:lnTo>
                  <a:lnTo>
                    <a:pt x="4211669" y="2918346"/>
                  </a:lnTo>
                  <a:lnTo>
                    <a:pt x="4137909" y="2896921"/>
                  </a:lnTo>
                  <a:lnTo>
                    <a:pt x="4064149" y="2874683"/>
                  </a:lnTo>
                  <a:lnTo>
                    <a:pt x="3990388" y="2851604"/>
                  </a:lnTo>
                  <a:lnTo>
                    <a:pt x="3916628" y="2827649"/>
                  </a:lnTo>
                  <a:lnTo>
                    <a:pt x="3842868" y="2802787"/>
                  </a:lnTo>
                  <a:lnTo>
                    <a:pt x="3769108" y="2776983"/>
                  </a:lnTo>
                  <a:lnTo>
                    <a:pt x="3695348" y="2750201"/>
                  </a:lnTo>
                  <a:lnTo>
                    <a:pt x="3621588" y="2722405"/>
                  </a:lnTo>
                  <a:lnTo>
                    <a:pt x="3547828" y="2693554"/>
                  </a:lnTo>
                  <a:lnTo>
                    <a:pt x="3474068" y="2663611"/>
                  </a:lnTo>
                  <a:lnTo>
                    <a:pt x="3400308" y="2643823"/>
                  </a:lnTo>
                  <a:lnTo>
                    <a:pt x="3326548" y="2628561"/>
                  </a:lnTo>
                  <a:lnTo>
                    <a:pt x="3252788" y="2613021"/>
                  </a:lnTo>
                  <a:lnTo>
                    <a:pt x="3179028" y="2597200"/>
                  </a:lnTo>
                  <a:lnTo>
                    <a:pt x="3105268" y="2581091"/>
                  </a:lnTo>
                  <a:lnTo>
                    <a:pt x="3031508" y="2564689"/>
                  </a:lnTo>
                  <a:lnTo>
                    <a:pt x="2957748" y="2547989"/>
                  </a:lnTo>
                  <a:lnTo>
                    <a:pt x="2883988" y="2530985"/>
                  </a:lnTo>
                  <a:lnTo>
                    <a:pt x="2810228" y="2513673"/>
                  </a:lnTo>
                  <a:lnTo>
                    <a:pt x="2736468" y="2496046"/>
                  </a:lnTo>
                  <a:lnTo>
                    <a:pt x="2662708" y="2478099"/>
                  </a:lnTo>
                  <a:lnTo>
                    <a:pt x="2588948" y="2459826"/>
                  </a:lnTo>
                  <a:lnTo>
                    <a:pt x="2515188" y="2441220"/>
                  </a:lnTo>
                  <a:lnTo>
                    <a:pt x="2441428" y="2422277"/>
                  </a:lnTo>
                  <a:lnTo>
                    <a:pt x="2367668" y="2402989"/>
                  </a:lnTo>
                  <a:lnTo>
                    <a:pt x="2293908" y="2383351"/>
                  </a:lnTo>
                  <a:lnTo>
                    <a:pt x="2220148" y="2363356"/>
                  </a:lnTo>
                  <a:lnTo>
                    <a:pt x="2146388" y="2342998"/>
                  </a:lnTo>
                  <a:lnTo>
                    <a:pt x="2072628" y="2322270"/>
                  </a:lnTo>
                  <a:lnTo>
                    <a:pt x="1998868" y="2301165"/>
                  </a:lnTo>
                  <a:lnTo>
                    <a:pt x="1925108" y="2279676"/>
                  </a:lnTo>
                  <a:lnTo>
                    <a:pt x="1851348" y="2257798"/>
                  </a:lnTo>
                  <a:lnTo>
                    <a:pt x="1777588" y="2235521"/>
                  </a:lnTo>
                  <a:lnTo>
                    <a:pt x="1703828" y="2212840"/>
                  </a:lnTo>
                  <a:lnTo>
                    <a:pt x="1630068" y="2189747"/>
                  </a:lnTo>
                  <a:lnTo>
                    <a:pt x="1556308" y="2166234"/>
                  </a:lnTo>
                  <a:lnTo>
                    <a:pt x="1482548" y="2142294"/>
                  </a:lnTo>
                  <a:lnTo>
                    <a:pt x="1408788" y="2117919"/>
                  </a:lnTo>
                  <a:lnTo>
                    <a:pt x="1335028" y="2093101"/>
                  </a:lnTo>
                  <a:lnTo>
                    <a:pt x="1261268" y="2067832"/>
                  </a:lnTo>
                  <a:lnTo>
                    <a:pt x="1187508" y="2042103"/>
                  </a:lnTo>
                  <a:lnTo>
                    <a:pt x="1113747" y="2015908"/>
                  </a:lnTo>
                  <a:lnTo>
                    <a:pt x="1039987" y="1989236"/>
                  </a:lnTo>
                  <a:lnTo>
                    <a:pt x="966227" y="1962080"/>
                  </a:lnTo>
                  <a:lnTo>
                    <a:pt x="892467" y="1934430"/>
                  </a:lnTo>
                  <a:lnTo>
                    <a:pt x="818707" y="1906278"/>
                  </a:lnTo>
                  <a:lnTo>
                    <a:pt x="744947" y="1877614"/>
                  </a:lnTo>
                  <a:lnTo>
                    <a:pt x="671187" y="1848429"/>
                  </a:lnTo>
                  <a:lnTo>
                    <a:pt x="597427" y="1818715"/>
                  </a:lnTo>
                  <a:lnTo>
                    <a:pt x="523667" y="1788460"/>
                  </a:lnTo>
                  <a:lnTo>
                    <a:pt x="449907" y="1757655"/>
                  </a:lnTo>
                  <a:lnTo>
                    <a:pt x="376147" y="1726291"/>
                  </a:lnTo>
                  <a:lnTo>
                    <a:pt x="302387" y="1694357"/>
                  </a:lnTo>
                  <a:lnTo>
                    <a:pt x="228627" y="1661842"/>
                  </a:lnTo>
                  <a:lnTo>
                    <a:pt x="154867" y="1628737"/>
                  </a:lnTo>
                  <a:lnTo>
                    <a:pt x="81107" y="1595030"/>
                  </a:lnTo>
                  <a:lnTo>
                    <a:pt x="7347" y="1560711"/>
                  </a:lnTo>
                  <a:lnTo>
                    <a:pt x="0" y="15572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3314" y="2073503"/>
              <a:ext cx="6630033" cy="3154464"/>
            </a:xfrm>
            <a:custGeom>
              <a:avLst/>
              <a:pathLst>
                <a:path w="6630033" h="3154464">
                  <a:moveTo>
                    <a:pt x="0" y="0"/>
                  </a:moveTo>
                  <a:lnTo>
                    <a:pt x="65391" y="113230"/>
                  </a:lnTo>
                  <a:lnTo>
                    <a:pt x="139151" y="236289"/>
                  </a:lnTo>
                  <a:lnTo>
                    <a:pt x="212911" y="354855"/>
                  </a:lnTo>
                  <a:lnTo>
                    <a:pt x="286671" y="469091"/>
                  </a:lnTo>
                  <a:lnTo>
                    <a:pt x="360431" y="579157"/>
                  </a:lnTo>
                  <a:lnTo>
                    <a:pt x="434191" y="685205"/>
                  </a:lnTo>
                  <a:lnTo>
                    <a:pt x="507951" y="787380"/>
                  </a:lnTo>
                  <a:lnTo>
                    <a:pt x="581711" y="885825"/>
                  </a:lnTo>
                  <a:lnTo>
                    <a:pt x="655471" y="980676"/>
                  </a:lnTo>
                  <a:lnTo>
                    <a:pt x="729231" y="1072064"/>
                  </a:lnTo>
                  <a:lnTo>
                    <a:pt x="802991" y="1160115"/>
                  </a:lnTo>
                  <a:lnTo>
                    <a:pt x="876751" y="1244952"/>
                  </a:lnTo>
                  <a:lnTo>
                    <a:pt x="950511" y="1326691"/>
                  </a:lnTo>
                  <a:lnTo>
                    <a:pt x="1024271" y="1405445"/>
                  </a:lnTo>
                  <a:lnTo>
                    <a:pt x="1098031" y="1481325"/>
                  </a:lnTo>
                  <a:lnTo>
                    <a:pt x="1171791" y="1554434"/>
                  </a:lnTo>
                  <a:lnTo>
                    <a:pt x="1245551" y="1624873"/>
                  </a:lnTo>
                  <a:lnTo>
                    <a:pt x="1319311" y="1692741"/>
                  </a:lnTo>
                  <a:lnTo>
                    <a:pt x="1393071" y="1758132"/>
                  </a:lnTo>
                  <a:lnTo>
                    <a:pt x="1466832" y="1821134"/>
                  </a:lnTo>
                  <a:lnTo>
                    <a:pt x="1540592" y="1881837"/>
                  </a:lnTo>
                  <a:lnTo>
                    <a:pt x="1614352" y="1940323"/>
                  </a:lnTo>
                  <a:lnTo>
                    <a:pt x="1688112" y="1996674"/>
                  </a:lnTo>
                  <a:lnTo>
                    <a:pt x="1761872" y="2050967"/>
                  </a:lnTo>
                  <a:lnTo>
                    <a:pt x="1835632" y="2103278"/>
                  </a:lnTo>
                  <a:lnTo>
                    <a:pt x="1909392" y="2153680"/>
                  </a:lnTo>
                  <a:lnTo>
                    <a:pt x="1983152" y="2202241"/>
                  </a:lnTo>
                  <a:lnTo>
                    <a:pt x="2056912" y="2249029"/>
                  </a:lnTo>
                  <a:lnTo>
                    <a:pt x="2130672" y="2294109"/>
                  </a:lnTo>
                  <a:lnTo>
                    <a:pt x="2204432" y="2337543"/>
                  </a:lnTo>
                  <a:lnTo>
                    <a:pt x="2278192" y="2379391"/>
                  </a:lnTo>
                  <a:lnTo>
                    <a:pt x="2351952" y="2419711"/>
                  </a:lnTo>
                  <a:lnTo>
                    <a:pt x="2425712" y="2458560"/>
                  </a:lnTo>
                  <a:lnTo>
                    <a:pt x="2499472" y="2495989"/>
                  </a:lnTo>
                  <a:lnTo>
                    <a:pt x="2573232" y="2532053"/>
                  </a:lnTo>
                  <a:lnTo>
                    <a:pt x="2646992" y="2566799"/>
                  </a:lnTo>
                  <a:lnTo>
                    <a:pt x="2720752" y="2600277"/>
                  </a:lnTo>
                  <a:lnTo>
                    <a:pt x="2794512" y="2632533"/>
                  </a:lnTo>
                  <a:lnTo>
                    <a:pt x="2868272" y="2658812"/>
                  </a:lnTo>
                  <a:lnTo>
                    <a:pt x="2942032" y="2673535"/>
                  </a:lnTo>
                  <a:lnTo>
                    <a:pt x="3015792" y="2687994"/>
                  </a:lnTo>
                  <a:lnTo>
                    <a:pt x="3089552" y="2702195"/>
                  </a:lnTo>
                  <a:lnTo>
                    <a:pt x="3163312" y="2716143"/>
                  </a:lnTo>
                  <a:lnTo>
                    <a:pt x="3237072" y="2729842"/>
                  </a:lnTo>
                  <a:lnTo>
                    <a:pt x="3310832" y="2743297"/>
                  </a:lnTo>
                  <a:lnTo>
                    <a:pt x="3384592" y="2756511"/>
                  </a:lnTo>
                  <a:lnTo>
                    <a:pt x="3458352" y="2769490"/>
                  </a:lnTo>
                  <a:lnTo>
                    <a:pt x="3532112" y="2782236"/>
                  </a:lnTo>
                  <a:lnTo>
                    <a:pt x="3605872" y="2794756"/>
                  </a:lnTo>
                  <a:lnTo>
                    <a:pt x="3679632" y="2807052"/>
                  </a:lnTo>
                  <a:lnTo>
                    <a:pt x="3753392" y="2819128"/>
                  </a:lnTo>
                  <a:lnTo>
                    <a:pt x="3827152" y="2830990"/>
                  </a:lnTo>
                  <a:lnTo>
                    <a:pt x="3900912" y="2842639"/>
                  </a:lnTo>
                  <a:lnTo>
                    <a:pt x="3974672" y="2854080"/>
                  </a:lnTo>
                  <a:lnTo>
                    <a:pt x="4048432" y="2865318"/>
                  </a:lnTo>
                  <a:lnTo>
                    <a:pt x="4122192" y="2876354"/>
                  </a:lnTo>
                  <a:lnTo>
                    <a:pt x="4195952" y="2887194"/>
                  </a:lnTo>
                  <a:lnTo>
                    <a:pt x="4269712" y="2897841"/>
                  </a:lnTo>
                  <a:lnTo>
                    <a:pt x="4343473" y="2908297"/>
                  </a:lnTo>
                  <a:lnTo>
                    <a:pt x="4417233" y="2918567"/>
                  </a:lnTo>
                  <a:lnTo>
                    <a:pt x="4490993" y="2928653"/>
                  </a:lnTo>
                  <a:lnTo>
                    <a:pt x="4564753" y="2938559"/>
                  </a:lnTo>
                  <a:lnTo>
                    <a:pt x="4638513" y="2948289"/>
                  </a:lnTo>
                  <a:lnTo>
                    <a:pt x="4712273" y="2957845"/>
                  </a:lnTo>
                  <a:lnTo>
                    <a:pt x="4786033" y="2967231"/>
                  </a:lnTo>
                  <a:lnTo>
                    <a:pt x="4859793" y="2976448"/>
                  </a:lnTo>
                  <a:lnTo>
                    <a:pt x="4933553" y="2985502"/>
                  </a:lnTo>
                  <a:lnTo>
                    <a:pt x="5007313" y="2994394"/>
                  </a:lnTo>
                  <a:lnTo>
                    <a:pt x="5081073" y="3003127"/>
                  </a:lnTo>
                  <a:lnTo>
                    <a:pt x="5154833" y="3011704"/>
                  </a:lnTo>
                  <a:lnTo>
                    <a:pt x="5228593" y="3020129"/>
                  </a:lnTo>
                  <a:lnTo>
                    <a:pt x="5302353" y="3028403"/>
                  </a:lnTo>
                  <a:lnTo>
                    <a:pt x="5376113" y="3036529"/>
                  </a:lnTo>
                  <a:lnTo>
                    <a:pt x="5449873" y="3044510"/>
                  </a:lnTo>
                  <a:lnTo>
                    <a:pt x="5523633" y="3052349"/>
                  </a:lnTo>
                  <a:lnTo>
                    <a:pt x="5597393" y="3060048"/>
                  </a:lnTo>
                  <a:lnTo>
                    <a:pt x="5671153" y="3067609"/>
                  </a:lnTo>
                  <a:lnTo>
                    <a:pt x="5744913" y="3075036"/>
                  </a:lnTo>
                  <a:lnTo>
                    <a:pt x="5818673" y="3082330"/>
                  </a:lnTo>
                  <a:lnTo>
                    <a:pt x="5892433" y="3089494"/>
                  </a:lnTo>
                  <a:lnTo>
                    <a:pt x="5966193" y="3096530"/>
                  </a:lnTo>
                  <a:lnTo>
                    <a:pt x="6039953" y="3103440"/>
                  </a:lnTo>
                  <a:lnTo>
                    <a:pt x="6113713" y="3110227"/>
                  </a:lnTo>
                  <a:lnTo>
                    <a:pt x="6187473" y="3116893"/>
                  </a:lnTo>
                  <a:lnTo>
                    <a:pt x="6261233" y="3123440"/>
                  </a:lnTo>
                  <a:lnTo>
                    <a:pt x="6334993" y="3129870"/>
                  </a:lnTo>
                  <a:lnTo>
                    <a:pt x="6408753" y="3136186"/>
                  </a:lnTo>
                  <a:lnTo>
                    <a:pt x="6482513" y="3142389"/>
                  </a:lnTo>
                  <a:lnTo>
                    <a:pt x="6556273" y="3148481"/>
                  </a:lnTo>
                  <a:lnTo>
                    <a:pt x="6630033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30733"/>
              <a:ext cx="7235830" cy="1803464"/>
            </a:xfrm>
            <a:custGeom>
              <a:avLst/>
              <a:pathLst>
                <a:path w="7235830" h="1803464">
                  <a:moveTo>
                    <a:pt x="7235830" y="1803464"/>
                  </a:moveTo>
                  <a:lnTo>
                    <a:pt x="7162070" y="1798802"/>
                  </a:lnTo>
                  <a:lnTo>
                    <a:pt x="7088310" y="1793962"/>
                  </a:lnTo>
                  <a:lnTo>
                    <a:pt x="7014550" y="1788939"/>
                  </a:lnTo>
                  <a:lnTo>
                    <a:pt x="6940789" y="1783726"/>
                  </a:lnTo>
                  <a:lnTo>
                    <a:pt x="6867029" y="1778315"/>
                  </a:lnTo>
                  <a:lnTo>
                    <a:pt x="6793269" y="1772699"/>
                  </a:lnTo>
                  <a:lnTo>
                    <a:pt x="6719509" y="1766870"/>
                  </a:lnTo>
                  <a:lnTo>
                    <a:pt x="6645749" y="1760821"/>
                  </a:lnTo>
                  <a:lnTo>
                    <a:pt x="6571989" y="1754542"/>
                  </a:lnTo>
                  <a:lnTo>
                    <a:pt x="6498229" y="1748025"/>
                  </a:lnTo>
                  <a:lnTo>
                    <a:pt x="6424469" y="1741261"/>
                  </a:lnTo>
                  <a:lnTo>
                    <a:pt x="6350709" y="1734241"/>
                  </a:lnTo>
                  <a:lnTo>
                    <a:pt x="6276949" y="1726955"/>
                  </a:lnTo>
                  <a:lnTo>
                    <a:pt x="6203189" y="1719393"/>
                  </a:lnTo>
                  <a:lnTo>
                    <a:pt x="6129429" y="1711545"/>
                  </a:lnTo>
                  <a:lnTo>
                    <a:pt x="6055669" y="1703398"/>
                  </a:lnTo>
                  <a:lnTo>
                    <a:pt x="5981909" y="1694944"/>
                  </a:lnTo>
                  <a:lnTo>
                    <a:pt x="5908149" y="1686169"/>
                  </a:lnTo>
                  <a:lnTo>
                    <a:pt x="5834389" y="1677061"/>
                  </a:lnTo>
                  <a:lnTo>
                    <a:pt x="5760629" y="1667608"/>
                  </a:lnTo>
                  <a:lnTo>
                    <a:pt x="5686869" y="1657797"/>
                  </a:lnTo>
                  <a:lnTo>
                    <a:pt x="5613109" y="1647614"/>
                  </a:lnTo>
                  <a:lnTo>
                    <a:pt x="5539349" y="1637046"/>
                  </a:lnTo>
                  <a:lnTo>
                    <a:pt x="5465589" y="1626077"/>
                  </a:lnTo>
                  <a:lnTo>
                    <a:pt x="5391829" y="1614692"/>
                  </a:lnTo>
                  <a:lnTo>
                    <a:pt x="5318069" y="1602876"/>
                  </a:lnTo>
                  <a:lnTo>
                    <a:pt x="5244309" y="1590612"/>
                  </a:lnTo>
                  <a:lnTo>
                    <a:pt x="5170549" y="1577883"/>
                  </a:lnTo>
                  <a:lnTo>
                    <a:pt x="5096789" y="1564672"/>
                  </a:lnTo>
                  <a:lnTo>
                    <a:pt x="5023029" y="1550960"/>
                  </a:lnTo>
                  <a:lnTo>
                    <a:pt x="4949269" y="1536729"/>
                  </a:lnTo>
                  <a:lnTo>
                    <a:pt x="4875509" y="1521959"/>
                  </a:lnTo>
                  <a:lnTo>
                    <a:pt x="4801749" y="1506628"/>
                  </a:lnTo>
                  <a:lnTo>
                    <a:pt x="4727989" y="1490717"/>
                  </a:lnTo>
                  <a:lnTo>
                    <a:pt x="4654229" y="1474203"/>
                  </a:lnTo>
                  <a:lnTo>
                    <a:pt x="4580469" y="1457063"/>
                  </a:lnTo>
                  <a:lnTo>
                    <a:pt x="4506709" y="1439274"/>
                  </a:lnTo>
                  <a:lnTo>
                    <a:pt x="4432949" y="1420810"/>
                  </a:lnTo>
                  <a:lnTo>
                    <a:pt x="4359189" y="1401647"/>
                  </a:lnTo>
                  <a:lnTo>
                    <a:pt x="4285429" y="1381758"/>
                  </a:lnTo>
                  <a:lnTo>
                    <a:pt x="4211669" y="1361115"/>
                  </a:lnTo>
                  <a:lnTo>
                    <a:pt x="4137909" y="1339690"/>
                  </a:lnTo>
                  <a:lnTo>
                    <a:pt x="4064149" y="1317453"/>
                  </a:lnTo>
                  <a:lnTo>
                    <a:pt x="3990388" y="1294373"/>
                  </a:lnTo>
                  <a:lnTo>
                    <a:pt x="3916628" y="1270419"/>
                  </a:lnTo>
                  <a:lnTo>
                    <a:pt x="3842868" y="1245557"/>
                  </a:lnTo>
                  <a:lnTo>
                    <a:pt x="3769108" y="1219753"/>
                  </a:lnTo>
                  <a:lnTo>
                    <a:pt x="3695348" y="1192971"/>
                  </a:lnTo>
                  <a:lnTo>
                    <a:pt x="3621588" y="1165174"/>
                  </a:lnTo>
                  <a:lnTo>
                    <a:pt x="3547828" y="1136324"/>
                  </a:lnTo>
                  <a:lnTo>
                    <a:pt x="3474068" y="1106381"/>
                  </a:lnTo>
                  <a:lnTo>
                    <a:pt x="3400308" y="1086592"/>
                  </a:lnTo>
                  <a:lnTo>
                    <a:pt x="3326548" y="1071330"/>
                  </a:lnTo>
                  <a:lnTo>
                    <a:pt x="3252788" y="1055791"/>
                  </a:lnTo>
                  <a:lnTo>
                    <a:pt x="3179028" y="1039969"/>
                  </a:lnTo>
                  <a:lnTo>
                    <a:pt x="3105268" y="1023860"/>
                  </a:lnTo>
                  <a:lnTo>
                    <a:pt x="3031508" y="1007458"/>
                  </a:lnTo>
                  <a:lnTo>
                    <a:pt x="2957748" y="990758"/>
                  </a:lnTo>
                  <a:lnTo>
                    <a:pt x="2883988" y="973755"/>
                  </a:lnTo>
                  <a:lnTo>
                    <a:pt x="2810228" y="956442"/>
                  </a:lnTo>
                  <a:lnTo>
                    <a:pt x="2736468" y="938816"/>
                  </a:lnTo>
                  <a:lnTo>
                    <a:pt x="2662708" y="920868"/>
                  </a:lnTo>
                  <a:lnTo>
                    <a:pt x="2588948" y="902595"/>
                  </a:lnTo>
                  <a:lnTo>
                    <a:pt x="2515188" y="883990"/>
                  </a:lnTo>
                  <a:lnTo>
                    <a:pt x="2441428" y="865046"/>
                  </a:lnTo>
                  <a:lnTo>
                    <a:pt x="2367668" y="845759"/>
                  </a:lnTo>
                  <a:lnTo>
                    <a:pt x="2293908" y="826120"/>
                  </a:lnTo>
                  <a:lnTo>
                    <a:pt x="2220148" y="806125"/>
                  </a:lnTo>
                  <a:lnTo>
                    <a:pt x="2146388" y="785767"/>
                  </a:lnTo>
                  <a:lnTo>
                    <a:pt x="2072628" y="765039"/>
                  </a:lnTo>
                  <a:lnTo>
                    <a:pt x="1998868" y="743934"/>
                  </a:lnTo>
                  <a:lnTo>
                    <a:pt x="1925108" y="722446"/>
                  </a:lnTo>
                  <a:lnTo>
                    <a:pt x="1851348" y="700567"/>
                  </a:lnTo>
                  <a:lnTo>
                    <a:pt x="1777588" y="678291"/>
                  </a:lnTo>
                  <a:lnTo>
                    <a:pt x="1703828" y="655609"/>
                  </a:lnTo>
                  <a:lnTo>
                    <a:pt x="1630068" y="632516"/>
                  </a:lnTo>
                  <a:lnTo>
                    <a:pt x="1556308" y="609003"/>
                  </a:lnTo>
                  <a:lnTo>
                    <a:pt x="1482548" y="585063"/>
                  </a:lnTo>
                  <a:lnTo>
                    <a:pt x="1408788" y="560688"/>
                  </a:lnTo>
                  <a:lnTo>
                    <a:pt x="1335028" y="535870"/>
                  </a:lnTo>
                  <a:lnTo>
                    <a:pt x="1261268" y="510601"/>
                  </a:lnTo>
                  <a:lnTo>
                    <a:pt x="1187508" y="484873"/>
                  </a:lnTo>
                  <a:lnTo>
                    <a:pt x="1113747" y="458677"/>
                  </a:lnTo>
                  <a:lnTo>
                    <a:pt x="1039987" y="432005"/>
                  </a:lnTo>
                  <a:lnTo>
                    <a:pt x="966227" y="404849"/>
                  </a:lnTo>
                  <a:lnTo>
                    <a:pt x="892467" y="377199"/>
                  </a:lnTo>
                  <a:lnTo>
                    <a:pt x="818707" y="349047"/>
                  </a:lnTo>
                  <a:lnTo>
                    <a:pt x="744947" y="320384"/>
                  </a:lnTo>
                  <a:lnTo>
                    <a:pt x="671187" y="291199"/>
                  </a:lnTo>
                  <a:lnTo>
                    <a:pt x="597427" y="261484"/>
                  </a:lnTo>
                  <a:lnTo>
                    <a:pt x="523667" y="231229"/>
                  </a:lnTo>
                  <a:lnTo>
                    <a:pt x="449907" y="200425"/>
                  </a:lnTo>
                  <a:lnTo>
                    <a:pt x="376147" y="169060"/>
                  </a:lnTo>
                  <a:lnTo>
                    <a:pt x="302387" y="137126"/>
                  </a:lnTo>
                  <a:lnTo>
                    <a:pt x="228627" y="104612"/>
                  </a:lnTo>
                  <a:lnTo>
                    <a:pt x="154867" y="71506"/>
                  </a:lnTo>
                  <a:lnTo>
                    <a:pt x="81107" y="37800"/>
                  </a:lnTo>
                  <a:lnTo>
                    <a:pt x="7347" y="34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9112"/>
              <a:ext cx="7235830" cy="2816844"/>
            </a:xfrm>
            <a:custGeom>
              <a:avLst/>
              <a:pathLst>
                <a:path w="7235830" h="2816844">
                  <a:moveTo>
                    <a:pt x="0" y="0"/>
                  </a:moveTo>
                  <a:lnTo>
                    <a:pt x="7347" y="8390"/>
                  </a:lnTo>
                  <a:lnTo>
                    <a:pt x="81107" y="90325"/>
                  </a:lnTo>
                  <a:lnTo>
                    <a:pt x="154867" y="170029"/>
                  </a:lnTo>
                  <a:lnTo>
                    <a:pt x="228627" y="247563"/>
                  </a:lnTo>
                  <a:lnTo>
                    <a:pt x="302387" y="322987"/>
                  </a:lnTo>
                  <a:lnTo>
                    <a:pt x="376147" y="396357"/>
                  </a:lnTo>
                  <a:lnTo>
                    <a:pt x="449907" y="467730"/>
                  </a:lnTo>
                  <a:lnTo>
                    <a:pt x="523667" y="537160"/>
                  </a:lnTo>
                  <a:lnTo>
                    <a:pt x="597427" y="604700"/>
                  </a:lnTo>
                  <a:lnTo>
                    <a:pt x="671187" y="670401"/>
                  </a:lnTo>
                  <a:lnTo>
                    <a:pt x="744947" y="734314"/>
                  </a:lnTo>
                  <a:lnTo>
                    <a:pt x="818707" y="796487"/>
                  </a:lnTo>
                  <a:lnTo>
                    <a:pt x="892467" y="856967"/>
                  </a:lnTo>
                  <a:lnTo>
                    <a:pt x="966227" y="915801"/>
                  </a:lnTo>
                  <a:lnTo>
                    <a:pt x="1039987" y="973033"/>
                  </a:lnTo>
                  <a:lnTo>
                    <a:pt x="1113747" y="1028707"/>
                  </a:lnTo>
                  <a:lnTo>
                    <a:pt x="1187508" y="1082865"/>
                  </a:lnTo>
                  <a:lnTo>
                    <a:pt x="1261268" y="1135550"/>
                  </a:lnTo>
                  <a:lnTo>
                    <a:pt x="1335028" y="1186799"/>
                  </a:lnTo>
                  <a:lnTo>
                    <a:pt x="1408788" y="1236654"/>
                  </a:lnTo>
                  <a:lnTo>
                    <a:pt x="1482548" y="1285152"/>
                  </a:lnTo>
                  <a:lnTo>
                    <a:pt x="1556308" y="1332329"/>
                  </a:lnTo>
                  <a:lnTo>
                    <a:pt x="1630068" y="1378222"/>
                  </a:lnTo>
                  <a:lnTo>
                    <a:pt x="1703828" y="1422865"/>
                  </a:lnTo>
                  <a:lnTo>
                    <a:pt x="1777588" y="1466294"/>
                  </a:lnTo>
                  <a:lnTo>
                    <a:pt x="1851348" y="1508540"/>
                  </a:lnTo>
                  <a:lnTo>
                    <a:pt x="1925108" y="1549636"/>
                  </a:lnTo>
                  <a:lnTo>
                    <a:pt x="1998868" y="1589613"/>
                  </a:lnTo>
                  <a:lnTo>
                    <a:pt x="2072628" y="1628502"/>
                  </a:lnTo>
                  <a:lnTo>
                    <a:pt x="2146388" y="1666332"/>
                  </a:lnTo>
                  <a:lnTo>
                    <a:pt x="2220148" y="1703132"/>
                  </a:lnTo>
                  <a:lnTo>
                    <a:pt x="2293908" y="1738931"/>
                  </a:lnTo>
                  <a:lnTo>
                    <a:pt x="2367668" y="1773755"/>
                  </a:lnTo>
                  <a:lnTo>
                    <a:pt x="2441428" y="1807631"/>
                  </a:lnTo>
                  <a:lnTo>
                    <a:pt x="2515188" y="1840584"/>
                  </a:lnTo>
                  <a:lnTo>
                    <a:pt x="2588948" y="1872641"/>
                  </a:lnTo>
                  <a:lnTo>
                    <a:pt x="2662708" y="1903825"/>
                  </a:lnTo>
                  <a:lnTo>
                    <a:pt x="2736468" y="1934160"/>
                  </a:lnTo>
                  <a:lnTo>
                    <a:pt x="2810228" y="1963669"/>
                  </a:lnTo>
                  <a:lnTo>
                    <a:pt x="2883988" y="1992375"/>
                  </a:lnTo>
                  <a:lnTo>
                    <a:pt x="2957748" y="2020300"/>
                  </a:lnTo>
                  <a:lnTo>
                    <a:pt x="3031508" y="2047464"/>
                  </a:lnTo>
                  <a:lnTo>
                    <a:pt x="3105268" y="2073889"/>
                  </a:lnTo>
                  <a:lnTo>
                    <a:pt x="3179028" y="2099594"/>
                  </a:lnTo>
                  <a:lnTo>
                    <a:pt x="3252788" y="2124600"/>
                  </a:lnTo>
                  <a:lnTo>
                    <a:pt x="3326548" y="2148924"/>
                  </a:lnTo>
                  <a:lnTo>
                    <a:pt x="3400308" y="2172587"/>
                  </a:lnTo>
                  <a:lnTo>
                    <a:pt x="3474068" y="2195606"/>
                  </a:lnTo>
                  <a:lnTo>
                    <a:pt x="3547828" y="2217997"/>
                  </a:lnTo>
                  <a:lnTo>
                    <a:pt x="3621588" y="2239780"/>
                  </a:lnTo>
                  <a:lnTo>
                    <a:pt x="3695348" y="2260969"/>
                  </a:lnTo>
                  <a:lnTo>
                    <a:pt x="3769108" y="2281581"/>
                  </a:lnTo>
                  <a:lnTo>
                    <a:pt x="3842868" y="2301633"/>
                  </a:lnTo>
                  <a:lnTo>
                    <a:pt x="3916628" y="2321138"/>
                  </a:lnTo>
                  <a:lnTo>
                    <a:pt x="3990388" y="2340113"/>
                  </a:lnTo>
                  <a:lnTo>
                    <a:pt x="4064149" y="2358571"/>
                  </a:lnTo>
                  <a:lnTo>
                    <a:pt x="4137909" y="2376526"/>
                  </a:lnTo>
                  <a:lnTo>
                    <a:pt x="4211669" y="2393993"/>
                  </a:lnTo>
                  <a:lnTo>
                    <a:pt x="4285429" y="2410984"/>
                  </a:lnTo>
                  <a:lnTo>
                    <a:pt x="4359189" y="2427513"/>
                  </a:lnTo>
                  <a:lnTo>
                    <a:pt x="4432949" y="2443591"/>
                  </a:lnTo>
                  <a:lnTo>
                    <a:pt x="4506709" y="2459232"/>
                  </a:lnTo>
                  <a:lnTo>
                    <a:pt x="4580469" y="2474447"/>
                  </a:lnTo>
                  <a:lnTo>
                    <a:pt x="4654229" y="2489248"/>
                  </a:lnTo>
                  <a:lnTo>
                    <a:pt x="4727989" y="2503646"/>
                  </a:lnTo>
                  <a:lnTo>
                    <a:pt x="4801749" y="2517652"/>
                  </a:lnTo>
                  <a:lnTo>
                    <a:pt x="4875509" y="2531277"/>
                  </a:lnTo>
                  <a:lnTo>
                    <a:pt x="4949269" y="2544531"/>
                  </a:lnTo>
                  <a:lnTo>
                    <a:pt x="5023029" y="2557424"/>
                  </a:lnTo>
                  <a:lnTo>
                    <a:pt x="5096789" y="2569966"/>
                  </a:lnTo>
                  <a:lnTo>
                    <a:pt x="5170549" y="2582166"/>
                  </a:lnTo>
                  <a:lnTo>
                    <a:pt x="5244309" y="2594035"/>
                  </a:lnTo>
                  <a:lnTo>
                    <a:pt x="5318069" y="2605580"/>
                  </a:lnTo>
                  <a:lnTo>
                    <a:pt x="5391829" y="2616811"/>
                  </a:lnTo>
                  <a:lnTo>
                    <a:pt x="5465589" y="2627737"/>
                  </a:lnTo>
                  <a:lnTo>
                    <a:pt x="5539349" y="2638365"/>
                  </a:lnTo>
                  <a:lnTo>
                    <a:pt x="5613109" y="2648703"/>
                  </a:lnTo>
                  <a:lnTo>
                    <a:pt x="5686869" y="2658760"/>
                  </a:lnTo>
                  <a:lnTo>
                    <a:pt x="5760629" y="2668544"/>
                  </a:lnTo>
                  <a:lnTo>
                    <a:pt x="5834389" y="2678061"/>
                  </a:lnTo>
                  <a:lnTo>
                    <a:pt x="5908149" y="2687319"/>
                  </a:lnTo>
                  <a:lnTo>
                    <a:pt x="5981909" y="2696324"/>
                  </a:lnTo>
                  <a:lnTo>
                    <a:pt x="6055669" y="2705085"/>
                  </a:lnTo>
                  <a:lnTo>
                    <a:pt x="6129429" y="2713607"/>
                  </a:lnTo>
                  <a:lnTo>
                    <a:pt x="6203189" y="2721898"/>
                  </a:lnTo>
                  <a:lnTo>
                    <a:pt x="6276949" y="2729962"/>
                  </a:lnTo>
                  <a:lnTo>
                    <a:pt x="6350709" y="2737807"/>
                  </a:lnTo>
                  <a:lnTo>
                    <a:pt x="6424469" y="2745439"/>
                  </a:lnTo>
                  <a:lnTo>
                    <a:pt x="6498229" y="2752862"/>
                  </a:lnTo>
                  <a:lnTo>
                    <a:pt x="6571989" y="2760084"/>
                  </a:lnTo>
                  <a:lnTo>
                    <a:pt x="6645749" y="2767109"/>
                  </a:lnTo>
                  <a:lnTo>
                    <a:pt x="6719509" y="2773943"/>
                  </a:lnTo>
                  <a:lnTo>
                    <a:pt x="6793269" y="2780590"/>
                  </a:lnTo>
                  <a:lnTo>
                    <a:pt x="6867029" y="2787057"/>
                  </a:lnTo>
                  <a:lnTo>
                    <a:pt x="6940789" y="2793348"/>
                  </a:lnTo>
                  <a:lnTo>
                    <a:pt x="7014550" y="2799467"/>
                  </a:lnTo>
                  <a:lnTo>
                    <a:pt x="7088310" y="2805420"/>
                  </a:lnTo>
                  <a:lnTo>
                    <a:pt x="7162070" y="2811211"/>
                  </a:lnTo>
                  <a:lnTo>
                    <a:pt x="7235830" y="28168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(1.24-1.56), p_Bonf = &lt;0.001 (n = 6)  |  per IQR decline (Δ = 0.29): 2.64 (1.88-3.70)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2026-07-03T17:24:57Z</dcterms:modified>
  <cp:category/>
</cp:coreProperties>
</file>