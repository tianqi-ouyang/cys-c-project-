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23626"/>
            </a:xfrm>
            <a:custGeom>
              <a:avLst/>
              <a:pathLst>
                <a:path w="7235830" h="3523626">
                  <a:moveTo>
                    <a:pt x="605796" y="0"/>
                  </a:moveTo>
                  <a:lnTo>
                    <a:pt x="671187" y="118720"/>
                  </a:lnTo>
                  <a:lnTo>
                    <a:pt x="744947" y="247745"/>
                  </a:lnTo>
                  <a:lnTo>
                    <a:pt x="818707" y="372058"/>
                  </a:lnTo>
                  <a:lnTo>
                    <a:pt x="892467" y="491833"/>
                  </a:lnTo>
                  <a:lnTo>
                    <a:pt x="966227" y="607236"/>
                  </a:lnTo>
                  <a:lnTo>
                    <a:pt x="1039987" y="718424"/>
                  </a:lnTo>
                  <a:lnTo>
                    <a:pt x="1113747" y="825553"/>
                  </a:lnTo>
                  <a:lnTo>
                    <a:pt x="1187508" y="928771"/>
                  </a:lnTo>
                  <a:lnTo>
                    <a:pt x="1261268" y="1028221"/>
                  </a:lnTo>
                  <a:lnTo>
                    <a:pt x="1335028" y="1124039"/>
                  </a:lnTo>
                  <a:lnTo>
                    <a:pt x="1408788" y="1216359"/>
                  </a:lnTo>
                  <a:lnTo>
                    <a:pt x="1482548" y="1305309"/>
                  </a:lnTo>
                  <a:lnTo>
                    <a:pt x="1556308" y="1391010"/>
                  </a:lnTo>
                  <a:lnTo>
                    <a:pt x="1630068" y="1473583"/>
                  </a:lnTo>
                  <a:lnTo>
                    <a:pt x="1703828" y="1553141"/>
                  </a:lnTo>
                  <a:lnTo>
                    <a:pt x="1777588" y="1629795"/>
                  </a:lnTo>
                  <a:lnTo>
                    <a:pt x="1851348" y="1703650"/>
                  </a:lnTo>
                  <a:lnTo>
                    <a:pt x="1925108" y="1774808"/>
                  </a:lnTo>
                  <a:lnTo>
                    <a:pt x="1998868" y="1843368"/>
                  </a:lnTo>
                  <a:lnTo>
                    <a:pt x="2072628" y="1909425"/>
                  </a:lnTo>
                  <a:lnTo>
                    <a:pt x="2146388" y="1973071"/>
                  </a:lnTo>
                  <a:lnTo>
                    <a:pt x="2220148" y="2034392"/>
                  </a:lnTo>
                  <a:lnTo>
                    <a:pt x="2293908" y="2093475"/>
                  </a:lnTo>
                  <a:lnTo>
                    <a:pt x="2367668" y="2150401"/>
                  </a:lnTo>
                  <a:lnTo>
                    <a:pt x="2441428" y="2205248"/>
                  </a:lnTo>
                  <a:lnTo>
                    <a:pt x="2515188" y="2258093"/>
                  </a:lnTo>
                  <a:lnTo>
                    <a:pt x="2588948" y="2309008"/>
                  </a:lnTo>
                  <a:lnTo>
                    <a:pt x="2662708" y="2358065"/>
                  </a:lnTo>
                  <a:lnTo>
                    <a:pt x="2736468" y="2405330"/>
                  </a:lnTo>
                  <a:lnTo>
                    <a:pt x="2810228" y="2450870"/>
                  </a:lnTo>
                  <a:lnTo>
                    <a:pt x="2883988" y="2494747"/>
                  </a:lnTo>
                  <a:lnTo>
                    <a:pt x="2957748" y="2537022"/>
                  </a:lnTo>
                  <a:lnTo>
                    <a:pt x="3031508" y="2577754"/>
                  </a:lnTo>
                  <a:lnTo>
                    <a:pt x="3105268" y="2616998"/>
                  </a:lnTo>
                  <a:lnTo>
                    <a:pt x="3179028" y="2654810"/>
                  </a:lnTo>
                  <a:lnTo>
                    <a:pt x="3252788" y="2691241"/>
                  </a:lnTo>
                  <a:lnTo>
                    <a:pt x="3326548" y="2726342"/>
                  </a:lnTo>
                  <a:lnTo>
                    <a:pt x="3400308" y="2760162"/>
                  </a:lnTo>
                  <a:lnTo>
                    <a:pt x="3474068" y="2787715"/>
                  </a:lnTo>
                  <a:lnTo>
                    <a:pt x="3547828" y="2803151"/>
                  </a:lnTo>
                  <a:lnTo>
                    <a:pt x="3621588" y="2818312"/>
                  </a:lnTo>
                  <a:lnTo>
                    <a:pt x="3695348" y="2833201"/>
                  </a:lnTo>
                  <a:lnTo>
                    <a:pt x="3769108" y="2847826"/>
                  </a:lnTo>
                  <a:lnTo>
                    <a:pt x="3842868" y="2862189"/>
                  </a:lnTo>
                  <a:lnTo>
                    <a:pt x="3916628" y="2876295"/>
                  </a:lnTo>
                  <a:lnTo>
                    <a:pt x="3990388" y="2890150"/>
                  </a:lnTo>
                  <a:lnTo>
                    <a:pt x="4064149" y="2903758"/>
                  </a:lnTo>
                  <a:lnTo>
                    <a:pt x="4137909" y="2917123"/>
                  </a:lnTo>
                  <a:lnTo>
                    <a:pt x="4211669" y="2930250"/>
                  </a:lnTo>
                  <a:lnTo>
                    <a:pt x="4285429" y="2943142"/>
                  </a:lnTo>
                  <a:lnTo>
                    <a:pt x="4359189" y="2955804"/>
                  </a:lnTo>
                  <a:lnTo>
                    <a:pt x="4432949" y="2968240"/>
                  </a:lnTo>
                  <a:lnTo>
                    <a:pt x="4506709" y="2980454"/>
                  </a:lnTo>
                  <a:lnTo>
                    <a:pt x="4580469" y="2992450"/>
                  </a:lnTo>
                  <a:lnTo>
                    <a:pt x="4654229" y="3004232"/>
                  </a:lnTo>
                  <a:lnTo>
                    <a:pt x="4727989" y="3015804"/>
                  </a:lnTo>
                  <a:lnTo>
                    <a:pt x="4801749" y="3027169"/>
                  </a:lnTo>
                  <a:lnTo>
                    <a:pt x="4875509" y="3038332"/>
                  </a:lnTo>
                  <a:lnTo>
                    <a:pt x="4949269" y="3049295"/>
                  </a:lnTo>
                  <a:lnTo>
                    <a:pt x="5023029" y="3060063"/>
                  </a:lnTo>
                  <a:lnTo>
                    <a:pt x="5096789" y="3070638"/>
                  </a:lnTo>
                  <a:lnTo>
                    <a:pt x="5170549" y="3081025"/>
                  </a:lnTo>
                  <a:lnTo>
                    <a:pt x="5244309" y="3091226"/>
                  </a:lnTo>
                  <a:lnTo>
                    <a:pt x="5318069" y="3101246"/>
                  </a:lnTo>
                  <a:lnTo>
                    <a:pt x="5391829" y="3111086"/>
                  </a:lnTo>
                  <a:lnTo>
                    <a:pt x="5465589" y="3120751"/>
                  </a:lnTo>
                  <a:lnTo>
                    <a:pt x="5539349" y="3130243"/>
                  </a:lnTo>
                  <a:lnTo>
                    <a:pt x="5613109" y="3139566"/>
                  </a:lnTo>
                  <a:lnTo>
                    <a:pt x="5686869" y="3148723"/>
                  </a:lnTo>
                  <a:lnTo>
                    <a:pt x="5760629" y="3157716"/>
                  </a:lnTo>
                  <a:lnTo>
                    <a:pt x="5834389" y="3166549"/>
                  </a:lnTo>
                  <a:lnTo>
                    <a:pt x="5908149" y="3175224"/>
                  </a:lnTo>
                  <a:lnTo>
                    <a:pt x="5981909" y="3183744"/>
                  </a:lnTo>
                  <a:lnTo>
                    <a:pt x="6055669" y="3192112"/>
                  </a:lnTo>
                  <a:lnTo>
                    <a:pt x="6129429" y="3200331"/>
                  </a:lnTo>
                  <a:lnTo>
                    <a:pt x="6203189" y="3208403"/>
                  </a:lnTo>
                  <a:lnTo>
                    <a:pt x="6276949" y="3216331"/>
                  </a:lnTo>
                  <a:lnTo>
                    <a:pt x="6350709" y="3224118"/>
                  </a:lnTo>
                  <a:lnTo>
                    <a:pt x="6424469" y="3231765"/>
                  </a:lnTo>
                  <a:lnTo>
                    <a:pt x="6498229" y="3239277"/>
                  </a:lnTo>
                  <a:lnTo>
                    <a:pt x="6571989" y="3246654"/>
                  </a:lnTo>
                  <a:lnTo>
                    <a:pt x="6645749" y="3253899"/>
                  </a:lnTo>
                  <a:lnTo>
                    <a:pt x="6719509" y="3261015"/>
                  </a:lnTo>
                  <a:lnTo>
                    <a:pt x="6793269" y="3268005"/>
                  </a:lnTo>
                  <a:lnTo>
                    <a:pt x="6867029" y="3274869"/>
                  </a:lnTo>
                  <a:lnTo>
                    <a:pt x="6940789" y="3281611"/>
                  </a:lnTo>
                  <a:lnTo>
                    <a:pt x="7014550" y="3288232"/>
                  </a:lnTo>
                  <a:lnTo>
                    <a:pt x="7088310" y="3294736"/>
                  </a:lnTo>
                  <a:lnTo>
                    <a:pt x="7162070" y="3301123"/>
                  </a:lnTo>
                  <a:lnTo>
                    <a:pt x="7235830" y="3307397"/>
                  </a:lnTo>
                  <a:lnTo>
                    <a:pt x="7235830" y="3523626"/>
                  </a:lnTo>
                  <a:lnTo>
                    <a:pt x="7162070" y="3518737"/>
                  </a:lnTo>
                  <a:lnTo>
                    <a:pt x="7088310" y="3513663"/>
                  </a:lnTo>
                  <a:lnTo>
                    <a:pt x="7014550" y="3508396"/>
                  </a:lnTo>
                  <a:lnTo>
                    <a:pt x="6940789" y="3502930"/>
                  </a:lnTo>
                  <a:lnTo>
                    <a:pt x="6867029" y="3497257"/>
                  </a:lnTo>
                  <a:lnTo>
                    <a:pt x="6793269" y="3491369"/>
                  </a:lnTo>
                  <a:lnTo>
                    <a:pt x="6719509" y="3485258"/>
                  </a:lnTo>
                  <a:lnTo>
                    <a:pt x="6645749" y="3478915"/>
                  </a:lnTo>
                  <a:lnTo>
                    <a:pt x="6571989" y="3472332"/>
                  </a:lnTo>
                  <a:lnTo>
                    <a:pt x="6498229" y="3465499"/>
                  </a:lnTo>
                  <a:lnTo>
                    <a:pt x="6424469" y="3458407"/>
                  </a:lnTo>
                  <a:lnTo>
                    <a:pt x="6350709" y="3451047"/>
                  </a:lnTo>
                  <a:lnTo>
                    <a:pt x="6276949" y="3443408"/>
                  </a:lnTo>
                  <a:lnTo>
                    <a:pt x="6203189" y="3435479"/>
                  </a:lnTo>
                  <a:lnTo>
                    <a:pt x="6129429" y="3427250"/>
                  </a:lnTo>
                  <a:lnTo>
                    <a:pt x="6055669" y="3418709"/>
                  </a:lnTo>
                  <a:lnTo>
                    <a:pt x="5981909" y="3409844"/>
                  </a:lnTo>
                  <a:lnTo>
                    <a:pt x="5908149" y="3400644"/>
                  </a:lnTo>
                  <a:lnTo>
                    <a:pt x="5834389" y="3391094"/>
                  </a:lnTo>
                  <a:lnTo>
                    <a:pt x="5760629" y="3381183"/>
                  </a:lnTo>
                  <a:lnTo>
                    <a:pt x="5686869" y="3370897"/>
                  </a:lnTo>
                  <a:lnTo>
                    <a:pt x="5613109" y="3360220"/>
                  </a:lnTo>
                  <a:lnTo>
                    <a:pt x="5539349" y="3349139"/>
                  </a:lnTo>
                  <a:lnTo>
                    <a:pt x="5465589" y="3337638"/>
                  </a:lnTo>
                  <a:lnTo>
                    <a:pt x="5391829" y="3325702"/>
                  </a:lnTo>
                  <a:lnTo>
                    <a:pt x="5318069" y="3313312"/>
                  </a:lnTo>
                  <a:lnTo>
                    <a:pt x="5244309" y="3300454"/>
                  </a:lnTo>
                  <a:lnTo>
                    <a:pt x="5170549" y="3287108"/>
                  </a:lnTo>
                  <a:lnTo>
                    <a:pt x="5096789" y="3273257"/>
                  </a:lnTo>
                  <a:lnTo>
                    <a:pt x="5023029" y="3258880"/>
                  </a:lnTo>
                  <a:lnTo>
                    <a:pt x="4949269" y="3243959"/>
                  </a:lnTo>
                  <a:lnTo>
                    <a:pt x="4875509" y="3228472"/>
                  </a:lnTo>
                  <a:lnTo>
                    <a:pt x="4801749" y="3212399"/>
                  </a:lnTo>
                  <a:lnTo>
                    <a:pt x="4727989" y="3195716"/>
                  </a:lnTo>
                  <a:lnTo>
                    <a:pt x="4654229" y="3178402"/>
                  </a:lnTo>
                  <a:lnTo>
                    <a:pt x="4580469" y="3160431"/>
                  </a:lnTo>
                  <a:lnTo>
                    <a:pt x="4506709" y="3141779"/>
                  </a:lnTo>
                  <a:lnTo>
                    <a:pt x="4432949" y="3122421"/>
                  </a:lnTo>
                  <a:lnTo>
                    <a:pt x="4359189" y="3102328"/>
                  </a:lnTo>
                  <a:lnTo>
                    <a:pt x="4285429" y="3081475"/>
                  </a:lnTo>
                  <a:lnTo>
                    <a:pt x="4211669" y="3059831"/>
                  </a:lnTo>
                  <a:lnTo>
                    <a:pt x="4137909" y="3037367"/>
                  </a:lnTo>
                  <a:lnTo>
                    <a:pt x="4064149" y="3014052"/>
                  </a:lnTo>
                  <a:lnTo>
                    <a:pt x="3990388" y="2989853"/>
                  </a:lnTo>
                  <a:lnTo>
                    <a:pt x="3916628" y="2964738"/>
                  </a:lnTo>
                  <a:lnTo>
                    <a:pt x="3842868" y="2938671"/>
                  </a:lnTo>
                  <a:lnTo>
                    <a:pt x="3769108" y="2911615"/>
                  </a:lnTo>
                  <a:lnTo>
                    <a:pt x="3695348" y="2883535"/>
                  </a:lnTo>
                  <a:lnTo>
                    <a:pt x="3621588" y="2854391"/>
                  </a:lnTo>
                  <a:lnTo>
                    <a:pt x="3547828" y="2824142"/>
                  </a:lnTo>
                  <a:lnTo>
                    <a:pt x="3474068" y="2792747"/>
                  </a:lnTo>
                  <a:lnTo>
                    <a:pt x="3400308" y="2771999"/>
                  </a:lnTo>
                  <a:lnTo>
                    <a:pt x="3326548" y="2755997"/>
                  </a:lnTo>
                  <a:lnTo>
                    <a:pt x="3252788" y="2739704"/>
                  </a:lnTo>
                  <a:lnTo>
                    <a:pt x="3179028" y="2723116"/>
                  </a:lnTo>
                  <a:lnTo>
                    <a:pt x="3105268" y="2706225"/>
                  </a:lnTo>
                  <a:lnTo>
                    <a:pt x="3031508" y="2689028"/>
                  </a:lnTo>
                  <a:lnTo>
                    <a:pt x="2957748" y="2671519"/>
                  </a:lnTo>
                  <a:lnTo>
                    <a:pt x="2883988" y="2653691"/>
                  </a:lnTo>
                  <a:lnTo>
                    <a:pt x="2810228" y="2635539"/>
                  </a:lnTo>
                  <a:lnTo>
                    <a:pt x="2736468" y="2617058"/>
                  </a:lnTo>
                  <a:lnTo>
                    <a:pt x="2662708" y="2598241"/>
                  </a:lnTo>
                  <a:lnTo>
                    <a:pt x="2588948" y="2579081"/>
                  </a:lnTo>
                  <a:lnTo>
                    <a:pt x="2515188" y="2559574"/>
                  </a:lnTo>
                  <a:lnTo>
                    <a:pt x="2441428" y="2539712"/>
                  </a:lnTo>
                  <a:lnTo>
                    <a:pt x="2367668" y="2519489"/>
                  </a:lnTo>
                  <a:lnTo>
                    <a:pt x="2293908" y="2498899"/>
                  </a:lnTo>
                  <a:lnTo>
                    <a:pt x="2220148" y="2477935"/>
                  </a:lnTo>
                  <a:lnTo>
                    <a:pt x="2146388" y="2456590"/>
                  </a:lnTo>
                  <a:lnTo>
                    <a:pt x="2072628" y="2434856"/>
                  </a:lnTo>
                  <a:lnTo>
                    <a:pt x="1998868" y="2412728"/>
                  </a:lnTo>
                  <a:lnTo>
                    <a:pt x="1925108" y="2390198"/>
                  </a:lnTo>
                  <a:lnTo>
                    <a:pt x="1851348" y="2367259"/>
                  </a:lnTo>
                  <a:lnTo>
                    <a:pt x="1777588" y="2343902"/>
                  </a:lnTo>
                  <a:lnTo>
                    <a:pt x="1703828" y="2320122"/>
                  </a:lnTo>
                  <a:lnTo>
                    <a:pt x="1630068" y="2295909"/>
                  </a:lnTo>
                  <a:lnTo>
                    <a:pt x="1556308" y="2271256"/>
                  </a:lnTo>
                  <a:lnTo>
                    <a:pt x="1482548" y="2246155"/>
                  </a:lnTo>
                  <a:lnTo>
                    <a:pt x="1408788" y="2220598"/>
                  </a:lnTo>
                  <a:lnTo>
                    <a:pt x="1335028" y="2194577"/>
                  </a:lnTo>
                  <a:lnTo>
                    <a:pt x="1261268" y="2168083"/>
                  </a:lnTo>
                  <a:lnTo>
                    <a:pt x="1187508" y="2141107"/>
                  </a:lnTo>
                  <a:lnTo>
                    <a:pt x="1113747" y="2113642"/>
                  </a:lnTo>
                  <a:lnTo>
                    <a:pt x="1039987" y="2085677"/>
                  </a:lnTo>
                  <a:lnTo>
                    <a:pt x="966227" y="2057204"/>
                  </a:lnTo>
                  <a:lnTo>
                    <a:pt x="892467" y="2028214"/>
                  </a:lnTo>
                  <a:lnTo>
                    <a:pt x="818707" y="1998697"/>
                  </a:lnTo>
                  <a:lnTo>
                    <a:pt x="744947" y="1968643"/>
                  </a:lnTo>
                  <a:lnTo>
                    <a:pt x="671187" y="1938044"/>
                  </a:lnTo>
                  <a:lnTo>
                    <a:pt x="597427" y="1906888"/>
                  </a:lnTo>
                  <a:lnTo>
                    <a:pt x="523667" y="1875167"/>
                  </a:lnTo>
                  <a:lnTo>
                    <a:pt x="449907" y="1842869"/>
                  </a:lnTo>
                  <a:lnTo>
                    <a:pt x="376147" y="1809984"/>
                  </a:lnTo>
                  <a:lnTo>
                    <a:pt x="302387" y="1776502"/>
                  </a:lnTo>
                  <a:lnTo>
                    <a:pt x="228627" y="1742411"/>
                  </a:lnTo>
                  <a:lnTo>
                    <a:pt x="154867" y="1707700"/>
                  </a:lnTo>
                  <a:lnTo>
                    <a:pt x="81107" y="1672359"/>
                  </a:lnTo>
                  <a:lnTo>
                    <a:pt x="7347" y="1636376"/>
                  </a:lnTo>
                  <a:lnTo>
                    <a:pt x="0" y="16327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1896563"/>
              <a:ext cx="6630033" cy="3307397"/>
            </a:xfrm>
            <a:custGeom>
              <a:avLst/>
              <a:pathLst>
                <a:path w="6630033" h="3307397">
                  <a:moveTo>
                    <a:pt x="0" y="0"/>
                  </a:moveTo>
                  <a:lnTo>
                    <a:pt x="65391" y="118720"/>
                  </a:lnTo>
                  <a:lnTo>
                    <a:pt x="139151" y="247745"/>
                  </a:lnTo>
                  <a:lnTo>
                    <a:pt x="212911" y="372058"/>
                  </a:lnTo>
                  <a:lnTo>
                    <a:pt x="286671" y="491833"/>
                  </a:lnTo>
                  <a:lnTo>
                    <a:pt x="360431" y="607236"/>
                  </a:lnTo>
                  <a:lnTo>
                    <a:pt x="434191" y="718424"/>
                  </a:lnTo>
                  <a:lnTo>
                    <a:pt x="507951" y="825553"/>
                  </a:lnTo>
                  <a:lnTo>
                    <a:pt x="581711" y="928771"/>
                  </a:lnTo>
                  <a:lnTo>
                    <a:pt x="655471" y="1028221"/>
                  </a:lnTo>
                  <a:lnTo>
                    <a:pt x="729231" y="1124039"/>
                  </a:lnTo>
                  <a:lnTo>
                    <a:pt x="802991" y="1216359"/>
                  </a:lnTo>
                  <a:lnTo>
                    <a:pt x="876751" y="1305309"/>
                  </a:lnTo>
                  <a:lnTo>
                    <a:pt x="950511" y="1391010"/>
                  </a:lnTo>
                  <a:lnTo>
                    <a:pt x="1024271" y="1473583"/>
                  </a:lnTo>
                  <a:lnTo>
                    <a:pt x="1098031" y="1553141"/>
                  </a:lnTo>
                  <a:lnTo>
                    <a:pt x="1171791" y="1629795"/>
                  </a:lnTo>
                  <a:lnTo>
                    <a:pt x="1245551" y="1703650"/>
                  </a:lnTo>
                  <a:lnTo>
                    <a:pt x="1319311" y="1774808"/>
                  </a:lnTo>
                  <a:lnTo>
                    <a:pt x="1393071" y="1843368"/>
                  </a:lnTo>
                  <a:lnTo>
                    <a:pt x="1466832" y="1909425"/>
                  </a:lnTo>
                  <a:lnTo>
                    <a:pt x="1540592" y="1973071"/>
                  </a:lnTo>
                  <a:lnTo>
                    <a:pt x="1614352" y="2034392"/>
                  </a:lnTo>
                  <a:lnTo>
                    <a:pt x="1688112" y="2093475"/>
                  </a:lnTo>
                  <a:lnTo>
                    <a:pt x="1761872" y="2150401"/>
                  </a:lnTo>
                  <a:lnTo>
                    <a:pt x="1835632" y="2205248"/>
                  </a:lnTo>
                  <a:lnTo>
                    <a:pt x="1909392" y="2258093"/>
                  </a:lnTo>
                  <a:lnTo>
                    <a:pt x="1983152" y="2309008"/>
                  </a:lnTo>
                  <a:lnTo>
                    <a:pt x="2056912" y="2358065"/>
                  </a:lnTo>
                  <a:lnTo>
                    <a:pt x="2130672" y="2405330"/>
                  </a:lnTo>
                  <a:lnTo>
                    <a:pt x="2204432" y="2450870"/>
                  </a:lnTo>
                  <a:lnTo>
                    <a:pt x="2278192" y="2494747"/>
                  </a:lnTo>
                  <a:lnTo>
                    <a:pt x="2351952" y="2537022"/>
                  </a:lnTo>
                  <a:lnTo>
                    <a:pt x="2425712" y="2577754"/>
                  </a:lnTo>
                  <a:lnTo>
                    <a:pt x="2499472" y="2616998"/>
                  </a:lnTo>
                  <a:lnTo>
                    <a:pt x="2573232" y="2654810"/>
                  </a:lnTo>
                  <a:lnTo>
                    <a:pt x="2646992" y="2691241"/>
                  </a:lnTo>
                  <a:lnTo>
                    <a:pt x="2720752" y="2726342"/>
                  </a:lnTo>
                  <a:lnTo>
                    <a:pt x="2794512" y="2760162"/>
                  </a:lnTo>
                  <a:lnTo>
                    <a:pt x="2868272" y="2787715"/>
                  </a:lnTo>
                  <a:lnTo>
                    <a:pt x="2942032" y="2803151"/>
                  </a:lnTo>
                  <a:lnTo>
                    <a:pt x="3015792" y="2818312"/>
                  </a:lnTo>
                  <a:lnTo>
                    <a:pt x="3089552" y="2833201"/>
                  </a:lnTo>
                  <a:lnTo>
                    <a:pt x="3163312" y="2847826"/>
                  </a:lnTo>
                  <a:lnTo>
                    <a:pt x="3237072" y="2862189"/>
                  </a:lnTo>
                  <a:lnTo>
                    <a:pt x="3310832" y="2876295"/>
                  </a:lnTo>
                  <a:lnTo>
                    <a:pt x="3384592" y="2890150"/>
                  </a:lnTo>
                  <a:lnTo>
                    <a:pt x="3458352" y="2903758"/>
                  </a:lnTo>
                  <a:lnTo>
                    <a:pt x="3532112" y="2917123"/>
                  </a:lnTo>
                  <a:lnTo>
                    <a:pt x="3605872" y="2930250"/>
                  </a:lnTo>
                  <a:lnTo>
                    <a:pt x="3679632" y="2943142"/>
                  </a:lnTo>
                  <a:lnTo>
                    <a:pt x="3753392" y="2955804"/>
                  </a:lnTo>
                  <a:lnTo>
                    <a:pt x="3827152" y="2968240"/>
                  </a:lnTo>
                  <a:lnTo>
                    <a:pt x="3900912" y="2980454"/>
                  </a:lnTo>
                  <a:lnTo>
                    <a:pt x="3974672" y="2992450"/>
                  </a:lnTo>
                  <a:lnTo>
                    <a:pt x="4048432" y="3004232"/>
                  </a:lnTo>
                  <a:lnTo>
                    <a:pt x="4122192" y="3015804"/>
                  </a:lnTo>
                  <a:lnTo>
                    <a:pt x="4195952" y="3027169"/>
                  </a:lnTo>
                  <a:lnTo>
                    <a:pt x="4269712" y="3038332"/>
                  </a:lnTo>
                  <a:lnTo>
                    <a:pt x="4343473" y="3049295"/>
                  </a:lnTo>
                  <a:lnTo>
                    <a:pt x="4417233" y="3060063"/>
                  </a:lnTo>
                  <a:lnTo>
                    <a:pt x="4490993" y="3070638"/>
                  </a:lnTo>
                  <a:lnTo>
                    <a:pt x="4564753" y="3081025"/>
                  </a:lnTo>
                  <a:lnTo>
                    <a:pt x="4638513" y="3091226"/>
                  </a:lnTo>
                  <a:lnTo>
                    <a:pt x="4712273" y="3101246"/>
                  </a:lnTo>
                  <a:lnTo>
                    <a:pt x="4786033" y="3111086"/>
                  </a:lnTo>
                  <a:lnTo>
                    <a:pt x="4859793" y="3120751"/>
                  </a:lnTo>
                  <a:lnTo>
                    <a:pt x="4933553" y="3130243"/>
                  </a:lnTo>
                  <a:lnTo>
                    <a:pt x="5007313" y="3139566"/>
                  </a:lnTo>
                  <a:lnTo>
                    <a:pt x="5081073" y="3148723"/>
                  </a:lnTo>
                  <a:lnTo>
                    <a:pt x="5154833" y="3157716"/>
                  </a:lnTo>
                  <a:lnTo>
                    <a:pt x="5228593" y="3166549"/>
                  </a:lnTo>
                  <a:lnTo>
                    <a:pt x="5302353" y="3175224"/>
                  </a:lnTo>
                  <a:lnTo>
                    <a:pt x="5376113" y="3183744"/>
                  </a:lnTo>
                  <a:lnTo>
                    <a:pt x="5449873" y="3192112"/>
                  </a:lnTo>
                  <a:lnTo>
                    <a:pt x="5523633" y="3200331"/>
                  </a:lnTo>
                  <a:lnTo>
                    <a:pt x="5597393" y="3208403"/>
                  </a:lnTo>
                  <a:lnTo>
                    <a:pt x="5671153" y="3216331"/>
                  </a:lnTo>
                  <a:lnTo>
                    <a:pt x="5744913" y="3224118"/>
                  </a:lnTo>
                  <a:lnTo>
                    <a:pt x="5818673" y="3231765"/>
                  </a:lnTo>
                  <a:lnTo>
                    <a:pt x="5892433" y="3239277"/>
                  </a:lnTo>
                  <a:lnTo>
                    <a:pt x="5966193" y="3246654"/>
                  </a:lnTo>
                  <a:lnTo>
                    <a:pt x="6039953" y="3253899"/>
                  </a:lnTo>
                  <a:lnTo>
                    <a:pt x="6113713" y="3261015"/>
                  </a:lnTo>
                  <a:lnTo>
                    <a:pt x="6187473" y="3268005"/>
                  </a:lnTo>
                  <a:lnTo>
                    <a:pt x="6261233" y="3274869"/>
                  </a:lnTo>
                  <a:lnTo>
                    <a:pt x="6334993" y="3281611"/>
                  </a:lnTo>
                  <a:lnTo>
                    <a:pt x="6408753" y="3288232"/>
                  </a:lnTo>
                  <a:lnTo>
                    <a:pt x="6482513" y="3294736"/>
                  </a:lnTo>
                  <a:lnTo>
                    <a:pt x="6556273" y="3301123"/>
                  </a:lnTo>
                  <a:lnTo>
                    <a:pt x="6630033" y="33073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29290"/>
              <a:ext cx="7235830" cy="1890899"/>
            </a:xfrm>
            <a:custGeom>
              <a:avLst/>
              <a:pathLst>
                <a:path w="7235830" h="1890899">
                  <a:moveTo>
                    <a:pt x="7235830" y="1890899"/>
                  </a:moveTo>
                  <a:lnTo>
                    <a:pt x="7162070" y="1886010"/>
                  </a:lnTo>
                  <a:lnTo>
                    <a:pt x="7088310" y="1880936"/>
                  </a:lnTo>
                  <a:lnTo>
                    <a:pt x="7014550" y="1875669"/>
                  </a:lnTo>
                  <a:lnTo>
                    <a:pt x="6940789" y="1870203"/>
                  </a:lnTo>
                  <a:lnTo>
                    <a:pt x="6867029" y="1864530"/>
                  </a:lnTo>
                  <a:lnTo>
                    <a:pt x="6793269" y="1858642"/>
                  </a:lnTo>
                  <a:lnTo>
                    <a:pt x="6719509" y="1852531"/>
                  </a:lnTo>
                  <a:lnTo>
                    <a:pt x="6645749" y="1846188"/>
                  </a:lnTo>
                  <a:lnTo>
                    <a:pt x="6571989" y="1839604"/>
                  </a:lnTo>
                  <a:lnTo>
                    <a:pt x="6498229" y="1832772"/>
                  </a:lnTo>
                  <a:lnTo>
                    <a:pt x="6424469" y="1825680"/>
                  </a:lnTo>
                  <a:lnTo>
                    <a:pt x="6350709" y="1818320"/>
                  </a:lnTo>
                  <a:lnTo>
                    <a:pt x="6276949" y="1810681"/>
                  </a:lnTo>
                  <a:lnTo>
                    <a:pt x="6203189" y="1802752"/>
                  </a:lnTo>
                  <a:lnTo>
                    <a:pt x="6129429" y="1794523"/>
                  </a:lnTo>
                  <a:lnTo>
                    <a:pt x="6055669" y="1785982"/>
                  </a:lnTo>
                  <a:lnTo>
                    <a:pt x="5981909" y="1777117"/>
                  </a:lnTo>
                  <a:lnTo>
                    <a:pt x="5908149" y="1767916"/>
                  </a:lnTo>
                  <a:lnTo>
                    <a:pt x="5834389" y="1758367"/>
                  </a:lnTo>
                  <a:lnTo>
                    <a:pt x="5760629" y="1748456"/>
                  </a:lnTo>
                  <a:lnTo>
                    <a:pt x="5686869" y="1738169"/>
                  </a:lnTo>
                  <a:lnTo>
                    <a:pt x="5613109" y="1727493"/>
                  </a:lnTo>
                  <a:lnTo>
                    <a:pt x="5539349" y="1716412"/>
                  </a:lnTo>
                  <a:lnTo>
                    <a:pt x="5465589" y="1704911"/>
                  </a:lnTo>
                  <a:lnTo>
                    <a:pt x="5391829" y="1692974"/>
                  </a:lnTo>
                  <a:lnTo>
                    <a:pt x="5318069" y="1680585"/>
                  </a:lnTo>
                  <a:lnTo>
                    <a:pt x="5244309" y="1667727"/>
                  </a:lnTo>
                  <a:lnTo>
                    <a:pt x="5170549" y="1654381"/>
                  </a:lnTo>
                  <a:lnTo>
                    <a:pt x="5096789" y="1640529"/>
                  </a:lnTo>
                  <a:lnTo>
                    <a:pt x="5023029" y="1626153"/>
                  </a:lnTo>
                  <a:lnTo>
                    <a:pt x="4949269" y="1611232"/>
                  </a:lnTo>
                  <a:lnTo>
                    <a:pt x="4875509" y="1595745"/>
                  </a:lnTo>
                  <a:lnTo>
                    <a:pt x="4801749" y="1579672"/>
                  </a:lnTo>
                  <a:lnTo>
                    <a:pt x="4727989" y="1562989"/>
                  </a:lnTo>
                  <a:lnTo>
                    <a:pt x="4654229" y="1545675"/>
                  </a:lnTo>
                  <a:lnTo>
                    <a:pt x="4580469" y="1527704"/>
                  </a:lnTo>
                  <a:lnTo>
                    <a:pt x="4506709" y="1509052"/>
                  </a:lnTo>
                  <a:lnTo>
                    <a:pt x="4432949" y="1489693"/>
                  </a:lnTo>
                  <a:lnTo>
                    <a:pt x="4359189" y="1469601"/>
                  </a:lnTo>
                  <a:lnTo>
                    <a:pt x="4285429" y="1448748"/>
                  </a:lnTo>
                  <a:lnTo>
                    <a:pt x="4211669" y="1427104"/>
                  </a:lnTo>
                  <a:lnTo>
                    <a:pt x="4137909" y="1404640"/>
                  </a:lnTo>
                  <a:lnTo>
                    <a:pt x="4064149" y="1381325"/>
                  </a:lnTo>
                  <a:lnTo>
                    <a:pt x="3990388" y="1357126"/>
                  </a:lnTo>
                  <a:lnTo>
                    <a:pt x="3916628" y="1332011"/>
                  </a:lnTo>
                  <a:lnTo>
                    <a:pt x="3842868" y="1305943"/>
                  </a:lnTo>
                  <a:lnTo>
                    <a:pt x="3769108" y="1278888"/>
                  </a:lnTo>
                  <a:lnTo>
                    <a:pt x="3695348" y="1250808"/>
                  </a:lnTo>
                  <a:lnTo>
                    <a:pt x="3621588" y="1221663"/>
                  </a:lnTo>
                  <a:lnTo>
                    <a:pt x="3547828" y="1191415"/>
                  </a:lnTo>
                  <a:lnTo>
                    <a:pt x="3474068" y="1160019"/>
                  </a:lnTo>
                  <a:lnTo>
                    <a:pt x="3400308" y="1139272"/>
                  </a:lnTo>
                  <a:lnTo>
                    <a:pt x="3326548" y="1123270"/>
                  </a:lnTo>
                  <a:lnTo>
                    <a:pt x="3252788" y="1106977"/>
                  </a:lnTo>
                  <a:lnTo>
                    <a:pt x="3179028" y="1090388"/>
                  </a:lnTo>
                  <a:lnTo>
                    <a:pt x="3105268" y="1073498"/>
                  </a:lnTo>
                  <a:lnTo>
                    <a:pt x="3031508" y="1056301"/>
                  </a:lnTo>
                  <a:lnTo>
                    <a:pt x="2957748" y="1038792"/>
                  </a:lnTo>
                  <a:lnTo>
                    <a:pt x="2883988" y="1020964"/>
                  </a:lnTo>
                  <a:lnTo>
                    <a:pt x="2810228" y="1002812"/>
                  </a:lnTo>
                  <a:lnTo>
                    <a:pt x="2736468" y="984331"/>
                  </a:lnTo>
                  <a:lnTo>
                    <a:pt x="2662708" y="965513"/>
                  </a:lnTo>
                  <a:lnTo>
                    <a:pt x="2588948" y="946354"/>
                  </a:lnTo>
                  <a:lnTo>
                    <a:pt x="2515188" y="926847"/>
                  </a:lnTo>
                  <a:lnTo>
                    <a:pt x="2441428" y="906985"/>
                  </a:lnTo>
                  <a:lnTo>
                    <a:pt x="2367668" y="886762"/>
                  </a:lnTo>
                  <a:lnTo>
                    <a:pt x="2293908" y="866172"/>
                  </a:lnTo>
                  <a:lnTo>
                    <a:pt x="2220148" y="845208"/>
                  </a:lnTo>
                  <a:lnTo>
                    <a:pt x="2146388" y="823862"/>
                  </a:lnTo>
                  <a:lnTo>
                    <a:pt x="2072628" y="802129"/>
                  </a:lnTo>
                  <a:lnTo>
                    <a:pt x="1998868" y="780001"/>
                  </a:lnTo>
                  <a:lnTo>
                    <a:pt x="1925108" y="757471"/>
                  </a:lnTo>
                  <a:lnTo>
                    <a:pt x="1851348" y="734531"/>
                  </a:lnTo>
                  <a:lnTo>
                    <a:pt x="1777588" y="711175"/>
                  </a:lnTo>
                  <a:lnTo>
                    <a:pt x="1703828" y="687394"/>
                  </a:lnTo>
                  <a:lnTo>
                    <a:pt x="1630068" y="663182"/>
                  </a:lnTo>
                  <a:lnTo>
                    <a:pt x="1556308" y="638529"/>
                  </a:lnTo>
                  <a:lnTo>
                    <a:pt x="1482548" y="613428"/>
                  </a:lnTo>
                  <a:lnTo>
                    <a:pt x="1408788" y="587871"/>
                  </a:lnTo>
                  <a:lnTo>
                    <a:pt x="1335028" y="561850"/>
                  </a:lnTo>
                  <a:lnTo>
                    <a:pt x="1261268" y="535356"/>
                  </a:lnTo>
                  <a:lnTo>
                    <a:pt x="1187508" y="508380"/>
                  </a:lnTo>
                  <a:lnTo>
                    <a:pt x="1113747" y="480914"/>
                  </a:lnTo>
                  <a:lnTo>
                    <a:pt x="1039987" y="452950"/>
                  </a:lnTo>
                  <a:lnTo>
                    <a:pt x="966227" y="424477"/>
                  </a:lnTo>
                  <a:lnTo>
                    <a:pt x="892467" y="395487"/>
                  </a:lnTo>
                  <a:lnTo>
                    <a:pt x="818707" y="365970"/>
                  </a:lnTo>
                  <a:lnTo>
                    <a:pt x="744947" y="335916"/>
                  </a:lnTo>
                  <a:lnTo>
                    <a:pt x="671187" y="305317"/>
                  </a:lnTo>
                  <a:lnTo>
                    <a:pt x="597427" y="274161"/>
                  </a:lnTo>
                  <a:lnTo>
                    <a:pt x="523667" y="242440"/>
                  </a:lnTo>
                  <a:lnTo>
                    <a:pt x="449907" y="210142"/>
                  </a:lnTo>
                  <a:lnTo>
                    <a:pt x="376147" y="177257"/>
                  </a:lnTo>
                  <a:lnTo>
                    <a:pt x="302387" y="143774"/>
                  </a:lnTo>
                  <a:lnTo>
                    <a:pt x="228627" y="109684"/>
                  </a:lnTo>
                  <a:lnTo>
                    <a:pt x="154867" y="74973"/>
                  </a:lnTo>
                  <a:lnTo>
                    <a:pt x="81107" y="39632"/>
                  </a:lnTo>
                  <a:lnTo>
                    <a:pt x="7347" y="36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384746"/>
              <a:ext cx="7235830" cy="2953409"/>
            </a:xfrm>
            <a:custGeom>
              <a:avLst/>
              <a:pathLst>
                <a:path w="7235830" h="2953409">
                  <a:moveTo>
                    <a:pt x="0" y="0"/>
                  </a:moveTo>
                  <a:lnTo>
                    <a:pt x="7347" y="8797"/>
                  </a:lnTo>
                  <a:lnTo>
                    <a:pt x="81107" y="94704"/>
                  </a:lnTo>
                  <a:lnTo>
                    <a:pt x="154867" y="178272"/>
                  </a:lnTo>
                  <a:lnTo>
                    <a:pt x="228627" y="259565"/>
                  </a:lnTo>
                  <a:lnTo>
                    <a:pt x="302387" y="338646"/>
                  </a:lnTo>
                  <a:lnTo>
                    <a:pt x="376147" y="415573"/>
                  </a:lnTo>
                  <a:lnTo>
                    <a:pt x="449907" y="490406"/>
                  </a:lnTo>
                  <a:lnTo>
                    <a:pt x="523667" y="563202"/>
                  </a:lnTo>
                  <a:lnTo>
                    <a:pt x="597427" y="634017"/>
                  </a:lnTo>
                  <a:lnTo>
                    <a:pt x="671187" y="702903"/>
                  </a:lnTo>
                  <a:lnTo>
                    <a:pt x="744947" y="769915"/>
                  </a:lnTo>
                  <a:lnTo>
                    <a:pt x="818707" y="835102"/>
                  </a:lnTo>
                  <a:lnTo>
                    <a:pt x="892467" y="898514"/>
                  </a:lnTo>
                  <a:lnTo>
                    <a:pt x="966227" y="960200"/>
                  </a:lnTo>
                  <a:lnTo>
                    <a:pt x="1039987" y="1020207"/>
                  </a:lnTo>
                  <a:lnTo>
                    <a:pt x="1113747" y="1078580"/>
                  </a:lnTo>
                  <a:lnTo>
                    <a:pt x="1187508" y="1135364"/>
                  </a:lnTo>
                  <a:lnTo>
                    <a:pt x="1261268" y="1190603"/>
                  </a:lnTo>
                  <a:lnTo>
                    <a:pt x="1335028" y="1244337"/>
                  </a:lnTo>
                  <a:lnTo>
                    <a:pt x="1408788" y="1296609"/>
                  </a:lnTo>
                  <a:lnTo>
                    <a:pt x="1482548" y="1347458"/>
                  </a:lnTo>
                  <a:lnTo>
                    <a:pt x="1556308" y="1396922"/>
                  </a:lnTo>
                  <a:lnTo>
                    <a:pt x="1630068" y="1445040"/>
                  </a:lnTo>
                  <a:lnTo>
                    <a:pt x="1703828" y="1491848"/>
                  </a:lnTo>
                  <a:lnTo>
                    <a:pt x="1777588" y="1537382"/>
                  </a:lnTo>
                  <a:lnTo>
                    <a:pt x="1851348" y="1581676"/>
                  </a:lnTo>
                  <a:lnTo>
                    <a:pt x="1925108" y="1624764"/>
                  </a:lnTo>
                  <a:lnTo>
                    <a:pt x="1998868" y="1666679"/>
                  </a:lnTo>
                  <a:lnTo>
                    <a:pt x="2072628" y="1707454"/>
                  </a:lnTo>
                  <a:lnTo>
                    <a:pt x="2146388" y="1747118"/>
                  </a:lnTo>
                  <a:lnTo>
                    <a:pt x="2220148" y="1785702"/>
                  </a:lnTo>
                  <a:lnTo>
                    <a:pt x="2293908" y="1823237"/>
                  </a:lnTo>
                  <a:lnTo>
                    <a:pt x="2367668" y="1859749"/>
                  </a:lnTo>
                  <a:lnTo>
                    <a:pt x="2441428" y="1895267"/>
                  </a:lnTo>
                  <a:lnTo>
                    <a:pt x="2515188" y="1929819"/>
                  </a:lnTo>
                  <a:lnTo>
                    <a:pt x="2588948" y="1963429"/>
                  </a:lnTo>
                  <a:lnTo>
                    <a:pt x="2662708" y="1996125"/>
                  </a:lnTo>
                  <a:lnTo>
                    <a:pt x="2736468" y="2027931"/>
                  </a:lnTo>
                  <a:lnTo>
                    <a:pt x="2810228" y="2058871"/>
                  </a:lnTo>
                  <a:lnTo>
                    <a:pt x="2883988" y="2088968"/>
                  </a:lnTo>
                  <a:lnTo>
                    <a:pt x="2957748" y="2118247"/>
                  </a:lnTo>
                  <a:lnTo>
                    <a:pt x="3031508" y="2146728"/>
                  </a:lnTo>
                  <a:lnTo>
                    <a:pt x="3105268" y="2174434"/>
                  </a:lnTo>
                  <a:lnTo>
                    <a:pt x="3179028" y="2201385"/>
                  </a:lnTo>
                  <a:lnTo>
                    <a:pt x="3252788" y="2227603"/>
                  </a:lnTo>
                  <a:lnTo>
                    <a:pt x="3326548" y="2253107"/>
                  </a:lnTo>
                  <a:lnTo>
                    <a:pt x="3400308" y="2277917"/>
                  </a:lnTo>
                  <a:lnTo>
                    <a:pt x="3474068" y="2302052"/>
                  </a:lnTo>
                  <a:lnTo>
                    <a:pt x="3547828" y="2325529"/>
                  </a:lnTo>
                  <a:lnTo>
                    <a:pt x="3621588" y="2348367"/>
                  </a:lnTo>
                  <a:lnTo>
                    <a:pt x="3695348" y="2370584"/>
                  </a:lnTo>
                  <a:lnTo>
                    <a:pt x="3769108" y="2392196"/>
                  </a:lnTo>
                  <a:lnTo>
                    <a:pt x="3842868" y="2413219"/>
                  </a:lnTo>
                  <a:lnTo>
                    <a:pt x="3916628" y="2433670"/>
                  </a:lnTo>
                  <a:lnTo>
                    <a:pt x="3990388" y="2453565"/>
                  </a:lnTo>
                  <a:lnTo>
                    <a:pt x="4064149" y="2472917"/>
                  </a:lnTo>
                  <a:lnTo>
                    <a:pt x="4137909" y="2491743"/>
                  </a:lnTo>
                  <a:lnTo>
                    <a:pt x="4211669" y="2510057"/>
                  </a:lnTo>
                  <a:lnTo>
                    <a:pt x="4285429" y="2527872"/>
                  </a:lnTo>
                  <a:lnTo>
                    <a:pt x="4359189" y="2545202"/>
                  </a:lnTo>
                  <a:lnTo>
                    <a:pt x="4432949" y="2562060"/>
                  </a:lnTo>
                  <a:lnTo>
                    <a:pt x="4506709" y="2578459"/>
                  </a:lnTo>
                  <a:lnTo>
                    <a:pt x="4580469" y="2594412"/>
                  </a:lnTo>
                  <a:lnTo>
                    <a:pt x="4654229" y="2609930"/>
                  </a:lnTo>
                  <a:lnTo>
                    <a:pt x="4727989" y="2625026"/>
                  </a:lnTo>
                  <a:lnTo>
                    <a:pt x="4801749" y="2639711"/>
                  </a:lnTo>
                  <a:lnTo>
                    <a:pt x="4875509" y="2653997"/>
                  </a:lnTo>
                  <a:lnTo>
                    <a:pt x="4949269" y="2667893"/>
                  </a:lnTo>
                  <a:lnTo>
                    <a:pt x="5023029" y="2681411"/>
                  </a:lnTo>
                  <a:lnTo>
                    <a:pt x="5096789" y="2694561"/>
                  </a:lnTo>
                  <a:lnTo>
                    <a:pt x="5170549" y="2707353"/>
                  </a:lnTo>
                  <a:lnTo>
                    <a:pt x="5244309" y="2719797"/>
                  </a:lnTo>
                  <a:lnTo>
                    <a:pt x="5318069" y="2731902"/>
                  </a:lnTo>
                  <a:lnTo>
                    <a:pt x="5391829" y="2743678"/>
                  </a:lnTo>
                  <a:lnTo>
                    <a:pt x="5465589" y="2755133"/>
                  </a:lnTo>
                  <a:lnTo>
                    <a:pt x="5539349" y="2766276"/>
                  </a:lnTo>
                  <a:lnTo>
                    <a:pt x="5613109" y="2777116"/>
                  </a:lnTo>
                  <a:lnTo>
                    <a:pt x="5686869" y="2787661"/>
                  </a:lnTo>
                  <a:lnTo>
                    <a:pt x="5760629" y="2797918"/>
                  </a:lnTo>
                  <a:lnTo>
                    <a:pt x="5834389" y="2807897"/>
                  </a:lnTo>
                  <a:lnTo>
                    <a:pt x="5908149" y="2817604"/>
                  </a:lnTo>
                  <a:lnTo>
                    <a:pt x="5981909" y="2827046"/>
                  </a:lnTo>
                  <a:lnTo>
                    <a:pt x="6055669" y="2836232"/>
                  </a:lnTo>
                  <a:lnTo>
                    <a:pt x="6129429" y="2845167"/>
                  </a:lnTo>
                  <a:lnTo>
                    <a:pt x="6203189" y="2853859"/>
                  </a:lnTo>
                  <a:lnTo>
                    <a:pt x="6276949" y="2862315"/>
                  </a:lnTo>
                  <a:lnTo>
                    <a:pt x="6350709" y="2870540"/>
                  </a:lnTo>
                  <a:lnTo>
                    <a:pt x="6424469" y="2878541"/>
                  </a:lnTo>
                  <a:lnTo>
                    <a:pt x="6498229" y="2886325"/>
                  </a:lnTo>
                  <a:lnTo>
                    <a:pt x="6571989" y="2893897"/>
                  </a:lnTo>
                  <a:lnTo>
                    <a:pt x="6645749" y="2901262"/>
                  </a:lnTo>
                  <a:lnTo>
                    <a:pt x="6719509" y="2908427"/>
                  </a:lnTo>
                  <a:lnTo>
                    <a:pt x="6793269" y="2915397"/>
                  </a:lnTo>
                  <a:lnTo>
                    <a:pt x="6867029" y="2922178"/>
                  </a:lnTo>
                  <a:lnTo>
                    <a:pt x="6940789" y="2928773"/>
                  </a:lnTo>
                  <a:lnTo>
                    <a:pt x="7014550" y="2935189"/>
                  </a:lnTo>
                  <a:lnTo>
                    <a:pt x="7088310" y="2941431"/>
                  </a:lnTo>
                  <a:lnTo>
                    <a:pt x="7162070" y="2947502"/>
                  </a:lnTo>
                  <a:lnTo>
                    <a:pt x="7235830" y="29534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2026-05-21T09:01:13Z</dcterms:modified>
  <cp:category/>
</cp:coreProperties>
</file>