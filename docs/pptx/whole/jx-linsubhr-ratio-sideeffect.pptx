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87106" y="3250627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87106" y="2951293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87106" y="265195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87106" y="235262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425442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3865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651874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76509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87106" y="3400294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87106" y="280162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87106" y="250229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87106" y="220295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8205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595266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08482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35312" y="2143092"/>
              <a:ext cx="6964104" cy="1212795"/>
            </a:xfrm>
            <a:custGeom>
              <a:avLst/>
              <a:pathLst>
                <a:path w="6964104" h="1212795">
                  <a:moveTo>
                    <a:pt x="641081" y="0"/>
                  </a:moveTo>
                  <a:lnTo>
                    <a:pt x="703444" y="40862"/>
                  </a:lnTo>
                  <a:lnTo>
                    <a:pt x="773789" y="85271"/>
                  </a:lnTo>
                  <a:lnTo>
                    <a:pt x="844133" y="128058"/>
                  </a:lnTo>
                  <a:lnTo>
                    <a:pt x="914478" y="169284"/>
                  </a:lnTo>
                  <a:lnTo>
                    <a:pt x="984822" y="209004"/>
                  </a:lnTo>
                  <a:lnTo>
                    <a:pt x="1055167" y="247274"/>
                  </a:lnTo>
                  <a:lnTo>
                    <a:pt x="1125511" y="284147"/>
                  </a:lnTo>
                  <a:lnTo>
                    <a:pt x="1195856" y="319673"/>
                  </a:lnTo>
                  <a:lnTo>
                    <a:pt x="1266200" y="353903"/>
                  </a:lnTo>
                  <a:lnTo>
                    <a:pt x="1336545" y="386882"/>
                  </a:lnTo>
                  <a:lnTo>
                    <a:pt x="1406889" y="418658"/>
                  </a:lnTo>
                  <a:lnTo>
                    <a:pt x="1477234" y="449273"/>
                  </a:lnTo>
                  <a:lnTo>
                    <a:pt x="1547578" y="478771"/>
                  </a:lnTo>
                  <a:lnTo>
                    <a:pt x="1617923" y="507192"/>
                  </a:lnTo>
                  <a:lnTo>
                    <a:pt x="1688267" y="534575"/>
                  </a:lnTo>
                  <a:lnTo>
                    <a:pt x="1758612" y="560958"/>
                  </a:lnTo>
                  <a:lnTo>
                    <a:pt x="1828956" y="586378"/>
                  </a:lnTo>
                  <a:lnTo>
                    <a:pt x="1899301" y="610870"/>
                  </a:lnTo>
                  <a:lnTo>
                    <a:pt x="1969645" y="634468"/>
                  </a:lnTo>
                  <a:lnTo>
                    <a:pt x="2039990" y="657204"/>
                  </a:lnTo>
                  <a:lnTo>
                    <a:pt x="2110334" y="679110"/>
                  </a:lnTo>
                  <a:lnTo>
                    <a:pt x="2180679" y="700217"/>
                  </a:lnTo>
                  <a:lnTo>
                    <a:pt x="2251023" y="720552"/>
                  </a:lnTo>
                  <a:lnTo>
                    <a:pt x="2321368" y="740145"/>
                  </a:lnTo>
                  <a:lnTo>
                    <a:pt x="2391712" y="759023"/>
                  </a:lnTo>
                  <a:lnTo>
                    <a:pt x="2462057" y="777212"/>
                  </a:lnTo>
                  <a:lnTo>
                    <a:pt x="2532401" y="794737"/>
                  </a:lnTo>
                  <a:lnTo>
                    <a:pt x="2602746" y="811621"/>
                  </a:lnTo>
                  <a:lnTo>
                    <a:pt x="2673090" y="827890"/>
                  </a:lnTo>
                  <a:lnTo>
                    <a:pt x="2743435" y="843564"/>
                  </a:lnTo>
                  <a:lnTo>
                    <a:pt x="2813779" y="858666"/>
                  </a:lnTo>
                  <a:lnTo>
                    <a:pt x="2884124" y="873217"/>
                  </a:lnTo>
                  <a:lnTo>
                    <a:pt x="2954468" y="887236"/>
                  </a:lnTo>
                  <a:lnTo>
                    <a:pt x="3024813" y="900744"/>
                  </a:lnTo>
                  <a:lnTo>
                    <a:pt x="3095157" y="913758"/>
                  </a:lnTo>
                  <a:lnTo>
                    <a:pt x="3165502" y="926297"/>
                  </a:lnTo>
                  <a:lnTo>
                    <a:pt x="3235846" y="938379"/>
                  </a:lnTo>
                  <a:lnTo>
                    <a:pt x="3306191" y="950019"/>
                  </a:lnTo>
                  <a:lnTo>
                    <a:pt x="3376535" y="959503"/>
                  </a:lnTo>
                  <a:lnTo>
                    <a:pt x="3446880" y="964815"/>
                  </a:lnTo>
                  <a:lnTo>
                    <a:pt x="3517224" y="970033"/>
                  </a:lnTo>
                  <a:lnTo>
                    <a:pt x="3587569" y="975158"/>
                  </a:lnTo>
                  <a:lnTo>
                    <a:pt x="3657913" y="980192"/>
                  </a:lnTo>
                  <a:lnTo>
                    <a:pt x="3728257" y="985135"/>
                  </a:lnTo>
                  <a:lnTo>
                    <a:pt x="3798602" y="989991"/>
                  </a:lnTo>
                  <a:lnTo>
                    <a:pt x="3868946" y="994760"/>
                  </a:lnTo>
                  <a:lnTo>
                    <a:pt x="3939291" y="999443"/>
                  </a:lnTo>
                  <a:lnTo>
                    <a:pt x="4009635" y="1004043"/>
                  </a:lnTo>
                  <a:lnTo>
                    <a:pt x="4079980" y="1008561"/>
                  </a:lnTo>
                  <a:lnTo>
                    <a:pt x="4150324" y="1012999"/>
                  </a:lnTo>
                  <a:lnTo>
                    <a:pt x="4220669" y="1017357"/>
                  </a:lnTo>
                  <a:lnTo>
                    <a:pt x="4291013" y="1021637"/>
                  </a:lnTo>
                  <a:lnTo>
                    <a:pt x="4361358" y="1025841"/>
                  </a:lnTo>
                  <a:lnTo>
                    <a:pt x="4431702" y="1029970"/>
                  </a:lnTo>
                  <a:lnTo>
                    <a:pt x="4502047" y="1034025"/>
                  </a:lnTo>
                  <a:lnTo>
                    <a:pt x="4572391" y="1038008"/>
                  </a:lnTo>
                  <a:lnTo>
                    <a:pt x="4642736" y="1041920"/>
                  </a:lnTo>
                  <a:lnTo>
                    <a:pt x="4713080" y="1045762"/>
                  </a:lnTo>
                  <a:lnTo>
                    <a:pt x="4783425" y="1049536"/>
                  </a:lnTo>
                  <a:lnTo>
                    <a:pt x="4853769" y="1053242"/>
                  </a:lnTo>
                  <a:lnTo>
                    <a:pt x="4924114" y="1056882"/>
                  </a:lnTo>
                  <a:lnTo>
                    <a:pt x="4994458" y="1060457"/>
                  </a:lnTo>
                  <a:lnTo>
                    <a:pt x="5064803" y="1063968"/>
                  </a:lnTo>
                  <a:lnTo>
                    <a:pt x="5135147" y="1067416"/>
                  </a:lnTo>
                  <a:lnTo>
                    <a:pt x="5205492" y="1070803"/>
                  </a:lnTo>
                  <a:lnTo>
                    <a:pt x="5275836" y="1074130"/>
                  </a:lnTo>
                  <a:lnTo>
                    <a:pt x="5346181" y="1077397"/>
                  </a:lnTo>
                  <a:lnTo>
                    <a:pt x="5416525" y="1080606"/>
                  </a:lnTo>
                  <a:lnTo>
                    <a:pt x="5486870" y="1083758"/>
                  </a:lnTo>
                  <a:lnTo>
                    <a:pt x="5557214" y="1086853"/>
                  </a:lnTo>
                  <a:lnTo>
                    <a:pt x="5627559" y="1089893"/>
                  </a:lnTo>
                  <a:lnTo>
                    <a:pt x="5697903" y="1092879"/>
                  </a:lnTo>
                  <a:lnTo>
                    <a:pt x="5768248" y="1095811"/>
                  </a:lnTo>
                  <a:lnTo>
                    <a:pt x="5838592" y="1098692"/>
                  </a:lnTo>
                  <a:lnTo>
                    <a:pt x="5908937" y="1101521"/>
                  </a:lnTo>
                  <a:lnTo>
                    <a:pt x="5979281" y="1104299"/>
                  </a:lnTo>
                  <a:lnTo>
                    <a:pt x="6049626" y="1107028"/>
                  </a:lnTo>
                  <a:lnTo>
                    <a:pt x="6119970" y="1109708"/>
                  </a:lnTo>
                  <a:lnTo>
                    <a:pt x="6190315" y="1112340"/>
                  </a:lnTo>
                  <a:lnTo>
                    <a:pt x="6260659" y="1114925"/>
                  </a:lnTo>
                  <a:lnTo>
                    <a:pt x="6331004" y="1117464"/>
                  </a:lnTo>
                  <a:lnTo>
                    <a:pt x="6401348" y="1119958"/>
                  </a:lnTo>
                  <a:lnTo>
                    <a:pt x="6471693" y="1122408"/>
                  </a:lnTo>
                  <a:lnTo>
                    <a:pt x="6542037" y="1124813"/>
                  </a:lnTo>
                  <a:lnTo>
                    <a:pt x="6612382" y="1127176"/>
                  </a:lnTo>
                  <a:lnTo>
                    <a:pt x="6682726" y="1129496"/>
                  </a:lnTo>
                  <a:lnTo>
                    <a:pt x="6753071" y="1131775"/>
                  </a:lnTo>
                  <a:lnTo>
                    <a:pt x="6823415" y="1134014"/>
                  </a:lnTo>
                  <a:lnTo>
                    <a:pt x="6893760" y="1136212"/>
                  </a:lnTo>
                  <a:lnTo>
                    <a:pt x="6964104" y="1138371"/>
                  </a:lnTo>
                  <a:lnTo>
                    <a:pt x="6964104" y="1212795"/>
                  </a:lnTo>
                  <a:lnTo>
                    <a:pt x="6893760" y="1211113"/>
                  </a:lnTo>
                  <a:lnTo>
                    <a:pt x="6823415" y="1209366"/>
                  </a:lnTo>
                  <a:lnTo>
                    <a:pt x="6753071" y="1207554"/>
                  </a:lnTo>
                  <a:lnTo>
                    <a:pt x="6682726" y="1205672"/>
                  </a:lnTo>
                  <a:lnTo>
                    <a:pt x="6612382" y="1203720"/>
                  </a:lnTo>
                  <a:lnTo>
                    <a:pt x="6542037" y="1201693"/>
                  </a:lnTo>
                  <a:lnTo>
                    <a:pt x="6471693" y="1199589"/>
                  </a:lnTo>
                  <a:lnTo>
                    <a:pt x="6401348" y="1197406"/>
                  </a:lnTo>
                  <a:lnTo>
                    <a:pt x="6331004" y="1195140"/>
                  </a:lnTo>
                  <a:lnTo>
                    <a:pt x="6260659" y="1192789"/>
                  </a:lnTo>
                  <a:lnTo>
                    <a:pt x="6190315" y="1190348"/>
                  </a:lnTo>
                  <a:lnTo>
                    <a:pt x="6119970" y="1187814"/>
                  </a:lnTo>
                  <a:lnTo>
                    <a:pt x="6049626" y="1185185"/>
                  </a:lnTo>
                  <a:lnTo>
                    <a:pt x="5979281" y="1182456"/>
                  </a:lnTo>
                  <a:lnTo>
                    <a:pt x="5908937" y="1179624"/>
                  </a:lnTo>
                  <a:lnTo>
                    <a:pt x="5838592" y="1176684"/>
                  </a:lnTo>
                  <a:lnTo>
                    <a:pt x="5768248" y="1173633"/>
                  </a:lnTo>
                  <a:lnTo>
                    <a:pt x="5697903" y="1170466"/>
                  </a:lnTo>
                  <a:lnTo>
                    <a:pt x="5627559" y="1167179"/>
                  </a:lnTo>
                  <a:lnTo>
                    <a:pt x="5557214" y="1163768"/>
                  </a:lnTo>
                  <a:lnTo>
                    <a:pt x="5486870" y="1160228"/>
                  </a:lnTo>
                  <a:lnTo>
                    <a:pt x="5416525" y="1156553"/>
                  </a:lnTo>
                  <a:lnTo>
                    <a:pt x="5346181" y="1152739"/>
                  </a:lnTo>
                  <a:lnTo>
                    <a:pt x="5275836" y="1148780"/>
                  </a:lnTo>
                  <a:lnTo>
                    <a:pt x="5205492" y="1144672"/>
                  </a:lnTo>
                  <a:lnTo>
                    <a:pt x="5135147" y="1140408"/>
                  </a:lnTo>
                  <a:lnTo>
                    <a:pt x="5064803" y="1135982"/>
                  </a:lnTo>
                  <a:lnTo>
                    <a:pt x="4994458" y="1131388"/>
                  </a:lnTo>
                  <a:lnTo>
                    <a:pt x="4924114" y="1126621"/>
                  </a:lnTo>
                  <a:lnTo>
                    <a:pt x="4853769" y="1121673"/>
                  </a:lnTo>
                  <a:lnTo>
                    <a:pt x="4783425" y="1116537"/>
                  </a:lnTo>
                  <a:lnTo>
                    <a:pt x="4713080" y="1111207"/>
                  </a:lnTo>
                  <a:lnTo>
                    <a:pt x="4642736" y="1105674"/>
                  </a:lnTo>
                  <a:lnTo>
                    <a:pt x="4572391" y="1099932"/>
                  </a:lnTo>
                  <a:lnTo>
                    <a:pt x="4502047" y="1093973"/>
                  </a:lnTo>
                  <a:lnTo>
                    <a:pt x="4431702" y="1087787"/>
                  </a:lnTo>
                  <a:lnTo>
                    <a:pt x="4361358" y="1081368"/>
                  </a:lnTo>
                  <a:lnTo>
                    <a:pt x="4291013" y="1074705"/>
                  </a:lnTo>
                  <a:lnTo>
                    <a:pt x="4220669" y="1067789"/>
                  </a:lnTo>
                  <a:lnTo>
                    <a:pt x="4150324" y="1060612"/>
                  </a:lnTo>
                  <a:lnTo>
                    <a:pt x="4079980" y="1053162"/>
                  </a:lnTo>
                  <a:lnTo>
                    <a:pt x="4009635" y="1045430"/>
                  </a:lnTo>
                  <a:lnTo>
                    <a:pt x="3939291" y="1037405"/>
                  </a:lnTo>
                  <a:lnTo>
                    <a:pt x="3868946" y="1029076"/>
                  </a:lnTo>
                  <a:lnTo>
                    <a:pt x="3798602" y="1020432"/>
                  </a:lnTo>
                  <a:lnTo>
                    <a:pt x="3728257" y="1011460"/>
                  </a:lnTo>
                  <a:lnTo>
                    <a:pt x="3657913" y="1002148"/>
                  </a:lnTo>
                  <a:lnTo>
                    <a:pt x="3587569" y="992483"/>
                  </a:lnTo>
                  <a:lnTo>
                    <a:pt x="3517224" y="982451"/>
                  </a:lnTo>
                  <a:lnTo>
                    <a:pt x="3446880" y="972040"/>
                  </a:lnTo>
                  <a:lnTo>
                    <a:pt x="3376535" y="961234"/>
                  </a:lnTo>
                  <a:lnTo>
                    <a:pt x="3306191" y="954093"/>
                  </a:lnTo>
                  <a:lnTo>
                    <a:pt x="3235846" y="948585"/>
                  </a:lnTo>
                  <a:lnTo>
                    <a:pt x="3165502" y="942978"/>
                  </a:lnTo>
                  <a:lnTo>
                    <a:pt x="3095157" y="937268"/>
                  </a:lnTo>
                  <a:lnTo>
                    <a:pt x="3024813" y="931455"/>
                  </a:lnTo>
                  <a:lnTo>
                    <a:pt x="2954468" y="925535"/>
                  </a:lnTo>
                  <a:lnTo>
                    <a:pt x="2884124" y="919509"/>
                  </a:lnTo>
                  <a:lnTo>
                    <a:pt x="2813779" y="913373"/>
                  </a:lnTo>
                  <a:lnTo>
                    <a:pt x="2743435" y="907125"/>
                  </a:lnTo>
                  <a:lnTo>
                    <a:pt x="2673090" y="900764"/>
                  </a:lnTo>
                  <a:lnTo>
                    <a:pt x="2602746" y="894287"/>
                  </a:lnTo>
                  <a:lnTo>
                    <a:pt x="2532401" y="887693"/>
                  </a:lnTo>
                  <a:lnTo>
                    <a:pt x="2462057" y="880979"/>
                  </a:lnTo>
                  <a:lnTo>
                    <a:pt x="2391712" y="874142"/>
                  </a:lnTo>
                  <a:lnTo>
                    <a:pt x="2321368" y="867182"/>
                  </a:lnTo>
                  <a:lnTo>
                    <a:pt x="2251023" y="860095"/>
                  </a:lnTo>
                  <a:lnTo>
                    <a:pt x="2180679" y="852879"/>
                  </a:lnTo>
                  <a:lnTo>
                    <a:pt x="2110334" y="845532"/>
                  </a:lnTo>
                  <a:lnTo>
                    <a:pt x="2039990" y="838052"/>
                  </a:lnTo>
                  <a:lnTo>
                    <a:pt x="1969645" y="830436"/>
                  </a:lnTo>
                  <a:lnTo>
                    <a:pt x="1899301" y="822681"/>
                  </a:lnTo>
                  <a:lnTo>
                    <a:pt x="1828956" y="814786"/>
                  </a:lnTo>
                  <a:lnTo>
                    <a:pt x="1758612" y="806747"/>
                  </a:lnTo>
                  <a:lnTo>
                    <a:pt x="1688267" y="798562"/>
                  </a:lnTo>
                  <a:lnTo>
                    <a:pt x="1617923" y="790228"/>
                  </a:lnTo>
                  <a:lnTo>
                    <a:pt x="1547578" y="781743"/>
                  </a:lnTo>
                  <a:lnTo>
                    <a:pt x="1477234" y="773103"/>
                  </a:lnTo>
                  <a:lnTo>
                    <a:pt x="1406889" y="764307"/>
                  </a:lnTo>
                  <a:lnTo>
                    <a:pt x="1336545" y="755350"/>
                  </a:lnTo>
                  <a:lnTo>
                    <a:pt x="1266200" y="746231"/>
                  </a:lnTo>
                  <a:lnTo>
                    <a:pt x="1195856" y="736947"/>
                  </a:lnTo>
                  <a:lnTo>
                    <a:pt x="1125511" y="727493"/>
                  </a:lnTo>
                  <a:lnTo>
                    <a:pt x="1055167" y="717868"/>
                  </a:lnTo>
                  <a:lnTo>
                    <a:pt x="984822" y="708068"/>
                  </a:lnTo>
                  <a:lnTo>
                    <a:pt x="914478" y="698090"/>
                  </a:lnTo>
                  <a:lnTo>
                    <a:pt x="844133" y="687930"/>
                  </a:lnTo>
                  <a:lnTo>
                    <a:pt x="773789" y="677586"/>
                  </a:lnTo>
                  <a:lnTo>
                    <a:pt x="703444" y="667054"/>
                  </a:lnTo>
                  <a:lnTo>
                    <a:pt x="633100" y="656331"/>
                  </a:lnTo>
                  <a:lnTo>
                    <a:pt x="562755" y="645413"/>
                  </a:lnTo>
                  <a:lnTo>
                    <a:pt x="492411" y="634296"/>
                  </a:lnTo>
                  <a:lnTo>
                    <a:pt x="422066" y="622977"/>
                  </a:lnTo>
                  <a:lnTo>
                    <a:pt x="351722" y="611453"/>
                  </a:lnTo>
                  <a:lnTo>
                    <a:pt x="281377" y="599719"/>
                  </a:lnTo>
                  <a:lnTo>
                    <a:pt x="211033" y="587773"/>
                  </a:lnTo>
                  <a:lnTo>
                    <a:pt x="140688" y="575609"/>
                  </a:lnTo>
                  <a:lnTo>
                    <a:pt x="70344" y="563224"/>
                  </a:lnTo>
                  <a:lnTo>
                    <a:pt x="0" y="55061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76393" y="2143092"/>
              <a:ext cx="6323023" cy="1138371"/>
            </a:xfrm>
            <a:custGeom>
              <a:avLst/>
              <a:pathLst>
                <a:path w="6323023" h="1138371">
                  <a:moveTo>
                    <a:pt x="0" y="0"/>
                  </a:moveTo>
                  <a:lnTo>
                    <a:pt x="62363" y="40862"/>
                  </a:lnTo>
                  <a:lnTo>
                    <a:pt x="132708" y="85271"/>
                  </a:lnTo>
                  <a:lnTo>
                    <a:pt x="203052" y="128058"/>
                  </a:lnTo>
                  <a:lnTo>
                    <a:pt x="273396" y="169284"/>
                  </a:lnTo>
                  <a:lnTo>
                    <a:pt x="343741" y="209004"/>
                  </a:lnTo>
                  <a:lnTo>
                    <a:pt x="414085" y="247274"/>
                  </a:lnTo>
                  <a:lnTo>
                    <a:pt x="484430" y="284147"/>
                  </a:lnTo>
                  <a:lnTo>
                    <a:pt x="554774" y="319673"/>
                  </a:lnTo>
                  <a:lnTo>
                    <a:pt x="625119" y="353903"/>
                  </a:lnTo>
                  <a:lnTo>
                    <a:pt x="695463" y="386882"/>
                  </a:lnTo>
                  <a:lnTo>
                    <a:pt x="765808" y="418658"/>
                  </a:lnTo>
                  <a:lnTo>
                    <a:pt x="836152" y="449273"/>
                  </a:lnTo>
                  <a:lnTo>
                    <a:pt x="906497" y="478771"/>
                  </a:lnTo>
                  <a:lnTo>
                    <a:pt x="976841" y="507192"/>
                  </a:lnTo>
                  <a:lnTo>
                    <a:pt x="1047186" y="534575"/>
                  </a:lnTo>
                  <a:lnTo>
                    <a:pt x="1117530" y="560958"/>
                  </a:lnTo>
                  <a:lnTo>
                    <a:pt x="1187875" y="586378"/>
                  </a:lnTo>
                  <a:lnTo>
                    <a:pt x="1258219" y="610870"/>
                  </a:lnTo>
                  <a:lnTo>
                    <a:pt x="1328564" y="634468"/>
                  </a:lnTo>
                  <a:lnTo>
                    <a:pt x="1398908" y="657204"/>
                  </a:lnTo>
                  <a:lnTo>
                    <a:pt x="1469253" y="679110"/>
                  </a:lnTo>
                  <a:lnTo>
                    <a:pt x="1539597" y="700217"/>
                  </a:lnTo>
                  <a:lnTo>
                    <a:pt x="1609942" y="720552"/>
                  </a:lnTo>
                  <a:lnTo>
                    <a:pt x="1680286" y="740145"/>
                  </a:lnTo>
                  <a:lnTo>
                    <a:pt x="1750631" y="759023"/>
                  </a:lnTo>
                  <a:lnTo>
                    <a:pt x="1820975" y="777212"/>
                  </a:lnTo>
                  <a:lnTo>
                    <a:pt x="1891320" y="794737"/>
                  </a:lnTo>
                  <a:lnTo>
                    <a:pt x="1961664" y="811621"/>
                  </a:lnTo>
                  <a:lnTo>
                    <a:pt x="2032009" y="827890"/>
                  </a:lnTo>
                  <a:lnTo>
                    <a:pt x="2102353" y="843564"/>
                  </a:lnTo>
                  <a:lnTo>
                    <a:pt x="2172698" y="858666"/>
                  </a:lnTo>
                  <a:lnTo>
                    <a:pt x="2243042" y="873217"/>
                  </a:lnTo>
                  <a:lnTo>
                    <a:pt x="2313387" y="887236"/>
                  </a:lnTo>
                  <a:lnTo>
                    <a:pt x="2383731" y="900744"/>
                  </a:lnTo>
                  <a:lnTo>
                    <a:pt x="2454076" y="913758"/>
                  </a:lnTo>
                  <a:lnTo>
                    <a:pt x="2524420" y="926297"/>
                  </a:lnTo>
                  <a:lnTo>
                    <a:pt x="2594765" y="938379"/>
                  </a:lnTo>
                  <a:lnTo>
                    <a:pt x="2665109" y="950019"/>
                  </a:lnTo>
                  <a:lnTo>
                    <a:pt x="2735454" y="959503"/>
                  </a:lnTo>
                  <a:lnTo>
                    <a:pt x="2805798" y="964815"/>
                  </a:lnTo>
                  <a:lnTo>
                    <a:pt x="2876143" y="970033"/>
                  </a:lnTo>
                  <a:lnTo>
                    <a:pt x="2946487" y="975158"/>
                  </a:lnTo>
                  <a:lnTo>
                    <a:pt x="3016832" y="980192"/>
                  </a:lnTo>
                  <a:lnTo>
                    <a:pt x="3087176" y="985135"/>
                  </a:lnTo>
                  <a:lnTo>
                    <a:pt x="3157521" y="989991"/>
                  </a:lnTo>
                  <a:lnTo>
                    <a:pt x="3227865" y="994760"/>
                  </a:lnTo>
                  <a:lnTo>
                    <a:pt x="3298210" y="999443"/>
                  </a:lnTo>
                  <a:lnTo>
                    <a:pt x="3368554" y="1004043"/>
                  </a:lnTo>
                  <a:lnTo>
                    <a:pt x="3438899" y="1008561"/>
                  </a:lnTo>
                  <a:lnTo>
                    <a:pt x="3509243" y="1012999"/>
                  </a:lnTo>
                  <a:lnTo>
                    <a:pt x="3579588" y="1017357"/>
                  </a:lnTo>
                  <a:lnTo>
                    <a:pt x="3649932" y="1021637"/>
                  </a:lnTo>
                  <a:lnTo>
                    <a:pt x="3720277" y="1025841"/>
                  </a:lnTo>
                  <a:lnTo>
                    <a:pt x="3790621" y="1029970"/>
                  </a:lnTo>
                  <a:lnTo>
                    <a:pt x="3860966" y="1034025"/>
                  </a:lnTo>
                  <a:lnTo>
                    <a:pt x="3931310" y="1038008"/>
                  </a:lnTo>
                  <a:lnTo>
                    <a:pt x="4001654" y="1041920"/>
                  </a:lnTo>
                  <a:lnTo>
                    <a:pt x="4071999" y="1045762"/>
                  </a:lnTo>
                  <a:lnTo>
                    <a:pt x="4142343" y="1049536"/>
                  </a:lnTo>
                  <a:lnTo>
                    <a:pt x="4212688" y="1053242"/>
                  </a:lnTo>
                  <a:lnTo>
                    <a:pt x="4283032" y="1056882"/>
                  </a:lnTo>
                  <a:lnTo>
                    <a:pt x="4353377" y="1060457"/>
                  </a:lnTo>
                  <a:lnTo>
                    <a:pt x="4423721" y="1063968"/>
                  </a:lnTo>
                  <a:lnTo>
                    <a:pt x="4494066" y="1067416"/>
                  </a:lnTo>
                  <a:lnTo>
                    <a:pt x="4564410" y="1070803"/>
                  </a:lnTo>
                  <a:lnTo>
                    <a:pt x="4634755" y="1074130"/>
                  </a:lnTo>
                  <a:lnTo>
                    <a:pt x="4705099" y="1077397"/>
                  </a:lnTo>
                  <a:lnTo>
                    <a:pt x="4775444" y="1080606"/>
                  </a:lnTo>
                  <a:lnTo>
                    <a:pt x="4845788" y="1083758"/>
                  </a:lnTo>
                  <a:lnTo>
                    <a:pt x="4916133" y="1086853"/>
                  </a:lnTo>
                  <a:lnTo>
                    <a:pt x="4986477" y="1089893"/>
                  </a:lnTo>
                  <a:lnTo>
                    <a:pt x="5056822" y="1092879"/>
                  </a:lnTo>
                  <a:lnTo>
                    <a:pt x="5127166" y="1095811"/>
                  </a:lnTo>
                  <a:lnTo>
                    <a:pt x="5197511" y="1098692"/>
                  </a:lnTo>
                  <a:lnTo>
                    <a:pt x="5267855" y="1101521"/>
                  </a:lnTo>
                  <a:lnTo>
                    <a:pt x="5338200" y="1104299"/>
                  </a:lnTo>
                  <a:lnTo>
                    <a:pt x="5408544" y="1107028"/>
                  </a:lnTo>
                  <a:lnTo>
                    <a:pt x="5478889" y="1109708"/>
                  </a:lnTo>
                  <a:lnTo>
                    <a:pt x="5549233" y="1112340"/>
                  </a:lnTo>
                  <a:lnTo>
                    <a:pt x="5619578" y="1114925"/>
                  </a:lnTo>
                  <a:lnTo>
                    <a:pt x="5689922" y="1117464"/>
                  </a:lnTo>
                  <a:lnTo>
                    <a:pt x="5760267" y="1119958"/>
                  </a:lnTo>
                  <a:lnTo>
                    <a:pt x="5830611" y="1122408"/>
                  </a:lnTo>
                  <a:lnTo>
                    <a:pt x="5900956" y="1124813"/>
                  </a:lnTo>
                  <a:lnTo>
                    <a:pt x="5971300" y="1127176"/>
                  </a:lnTo>
                  <a:lnTo>
                    <a:pt x="6041645" y="1129496"/>
                  </a:lnTo>
                  <a:lnTo>
                    <a:pt x="6111989" y="1131775"/>
                  </a:lnTo>
                  <a:lnTo>
                    <a:pt x="6182334" y="1134014"/>
                  </a:lnTo>
                  <a:lnTo>
                    <a:pt x="6252678" y="1136212"/>
                  </a:lnTo>
                  <a:lnTo>
                    <a:pt x="6323023" y="11383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5312" y="2693706"/>
              <a:ext cx="6964104" cy="662181"/>
            </a:xfrm>
            <a:custGeom>
              <a:avLst/>
              <a:pathLst>
                <a:path w="6964104" h="662181">
                  <a:moveTo>
                    <a:pt x="6964104" y="662181"/>
                  </a:moveTo>
                  <a:lnTo>
                    <a:pt x="6893760" y="660499"/>
                  </a:lnTo>
                  <a:lnTo>
                    <a:pt x="6823415" y="658752"/>
                  </a:lnTo>
                  <a:lnTo>
                    <a:pt x="6753071" y="656940"/>
                  </a:lnTo>
                  <a:lnTo>
                    <a:pt x="6682726" y="655058"/>
                  </a:lnTo>
                  <a:lnTo>
                    <a:pt x="6612382" y="653106"/>
                  </a:lnTo>
                  <a:lnTo>
                    <a:pt x="6542037" y="651079"/>
                  </a:lnTo>
                  <a:lnTo>
                    <a:pt x="6471693" y="648975"/>
                  </a:lnTo>
                  <a:lnTo>
                    <a:pt x="6401348" y="646792"/>
                  </a:lnTo>
                  <a:lnTo>
                    <a:pt x="6331004" y="644526"/>
                  </a:lnTo>
                  <a:lnTo>
                    <a:pt x="6260659" y="642175"/>
                  </a:lnTo>
                  <a:lnTo>
                    <a:pt x="6190315" y="639734"/>
                  </a:lnTo>
                  <a:lnTo>
                    <a:pt x="6119970" y="637201"/>
                  </a:lnTo>
                  <a:lnTo>
                    <a:pt x="6049626" y="634571"/>
                  </a:lnTo>
                  <a:lnTo>
                    <a:pt x="5979281" y="631842"/>
                  </a:lnTo>
                  <a:lnTo>
                    <a:pt x="5908937" y="629010"/>
                  </a:lnTo>
                  <a:lnTo>
                    <a:pt x="5838592" y="626070"/>
                  </a:lnTo>
                  <a:lnTo>
                    <a:pt x="5768248" y="623019"/>
                  </a:lnTo>
                  <a:lnTo>
                    <a:pt x="5697903" y="619852"/>
                  </a:lnTo>
                  <a:lnTo>
                    <a:pt x="5627559" y="616565"/>
                  </a:lnTo>
                  <a:lnTo>
                    <a:pt x="5557214" y="613154"/>
                  </a:lnTo>
                  <a:lnTo>
                    <a:pt x="5486870" y="609614"/>
                  </a:lnTo>
                  <a:lnTo>
                    <a:pt x="5416525" y="605939"/>
                  </a:lnTo>
                  <a:lnTo>
                    <a:pt x="5346181" y="602125"/>
                  </a:lnTo>
                  <a:lnTo>
                    <a:pt x="5275836" y="598166"/>
                  </a:lnTo>
                  <a:lnTo>
                    <a:pt x="5205492" y="594058"/>
                  </a:lnTo>
                  <a:lnTo>
                    <a:pt x="5135147" y="589794"/>
                  </a:lnTo>
                  <a:lnTo>
                    <a:pt x="5064803" y="585368"/>
                  </a:lnTo>
                  <a:lnTo>
                    <a:pt x="4994458" y="580774"/>
                  </a:lnTo>
                  <a:lnTo>
                    <a:pt x="4924114" y="576007"/>
                  </a:lnTo>
                  <a:lnTo>
                    <a:pt x="4853769" y="571059"/>
                  </a:lnTo>
                  <a:lnTo>
                    <a:pt x="4783425" y="565923"/>
                  </a:lnTo>
                  <a:lnTo>
                    <a:pt x="4713080" y="560593"/>
                  </a:lnTo>
                  <a:lnTo>
                    <a:pt x="4642736" y="555060"/>
                  </a:lnTo>
                  <a:lnTo>
                    <a:pt x="4572391" y="549318"/>
                  </a:lnTo>
                  <a:lnTo>
                    <a:pt x="4502047" y="543359"/>
                  </a:lnTo>
                  <a:lnTo>
                    <a:pt x="4431702" y="537173"/>
                  </a:lnTo>
                  <a:lnTo>
                    <a:pt x="4361358" y="530754"/>
                  </a:lnTo>
                  <a:lnTo>
                    <a:pt x="4291013" y="524091"/>
                  </a:lnTo>
                  <a:lnTo>
                    <a:pt x="4220669" y="517175"/>
                  </a:lnTo>
                  <a:lnTo>
                    <a:pt x="4150324" y="509998"/>
                  </a:lnTo>
                  <a:lnTo>
                    <a:pt x="4079980" y="502548"/>
                  </a:lnTo>
                  <a:lnTo>
                    <a:pt x="4009635" y="494816"/>
                  </a:lnTo>
                  <a:lnTo>
                    <a:pt x="3939291" y="486791"/>
                  </a:lnTo>
                  <a:lnTo>
                    <a:pt x="3868946" y="478462"/>
                  </a:lnTo>
                  <a:lnTo>
                    <a:pt x="3798602" y="469818"/>
                  </a:lnTo>
                  <a:lnTo>
                    <a:pt x="3728257" y="460846"/>
                  </a:lnTo>
                  <a:lnTo>
                    <a:pt x="3657913" y="451534"/>
                  </a:lnTo>
                  <a:lnTo>
                    <a:pt x="3587569" y="441869"/>
                  </a:lnTo>
                  <a:lnTo>
                    <a:pt x="3517224" y="431838"/>
                  </a:lnTo>
                  <a:lnTo>
                    <a:pt x="3446880" y="421426"/>
                  </a:lnTo>
                  <a:lnTo>
                    <a:pt x="3376535" y="410620"/>
                  </a:lnTo>
                  <a:lnTo>
                    <a:pt x="3306191" y="403479"/>
                  </a:lnTo>
                  <a:lnTo>
                    <a:pt x="3235846" y="397971"/>
                  </a:lnTo>
                  <a:lnTo>
                    <a:pt x="3165502" y="392364"/>
                  </a:lnTo>
                  <a:lnTo>
                    <a:pt x="3095157" y="386654"/>
                  </a:lnTo>
                  <a:lnTo>
                    <a:pt x="3024813" y="380841"/>
                  </a:lnTo>
                  <a:lnTo>
                    <a:pt x="2954468" y="374922"/>
                  </a:lnTo>
                  <a:lnTo>
                    <a:pt x="2884124" y="368895"/>
                  </a:lnTo>
                  <a:lnTo>
                    <a:pt x="2813779" y="362759"/>
                  </a:lnTo>
                  <a:lnTo>
                    <a:pt x="2743435" y="356511"/>
                  </a:lnTo>
                  <a:lnTo>
                    <a:pt x="2673090" y="350150"/>
                  </a:lnTo>
                  <a:lnTo>
                    <a:pt x="2602746" y="343673"/>
                  </a:lnTo>
                  <a:lnTo>
                    <a:pt x="2532401" y="337079"/>
                  </a:lnTo>
                  <a:lnTo>
                    <a:pt x="2462057" y="330365"/>
                  </a:lnTo>
                  <a:lnTo>
                    <a:pt x="2391712" y="323528"/>
                  </a:lnTo>
                  <a:lnTo>
                    <a:pt x="2321368" y="316568"/>
                  </a:lnTo>
                  <a:lnTo>
                    <a:pt x="2251023" y="309481"/>
                  </a:lnTo>
                  <a:lnTo>
                    <a:pt x="2180679" y="302265"/>
                  </a:lnTo>
                  <a:lnTo>
                    <a:pt x="2110334" y="294918"/>
                  </a:lnTo>
                  <a:lnTo>
                    <a:pt x="2039990" y="287438"/>
                  </a:lnTo>
                  <a:lnTo>
                    <a:pt x="1969645" y="279822"/>
                  </a:lnTo>
                  <a:lnTo>
                    <a:pt x="1899301" y="272067"/>
                  </a:lnTo>
                  <a:lnTo>
                    <a:pt x="1828956" y="264172"/>
                  </a:lnTo>
                  <a:lnTo>
                    <a:pt x="1758612" y="256133"/>
                  </a:lnTo>
                  <a:lnTo>
                    <a:pt x="1688267" y="247948"/>
                  </a:lnTo>
                  <a:lnTo>
                    <a:pt x="1617923" y="239614"/>
                  </a:lnTo>
                  <a:lnTo>
                    <a:pt x="1547578" y="231129"/>
                  </a:lnTo>
                  <a:lnTo>
                    <a:pt x="1477234" y="222489"/>
                  </a:lnTo>
                  <a:lnTo>
                    <a:pt x="1406889" y="213693"/>
                  </a:lnTo>
                  <a:lnTo>
                    <a:pt x="1336545" y="204736"/>
                  </a:lnTo>
                  <a:lnTo>
                    <a:pt x="1266200" y="195617"/>
                  </a:lnTo>
                  <a:lnTo>
                    <a:pt x="1195856" y="186333"/>
                  </a:lnTo>
                  <a:lnTo>
                    <a:pt x="1125511" y="176879"/>
                  </a:lnTo>
                  <a:lnTo>
                    <a:pt x="1055167" y="167254"/>
                  </a:lnTo>
                  <a:lnTo>
                    <a:pt x="984822" y="157454"/>
                  </a:lnTo>
                  <a:lnTo>
                    <a:pt x="914478" y="147476"/>
                  </a:lnTo>
                  <a:lnTo>
                    <a:pt x="844133" y="137317"/>
                  </a:lnTo>
                  <a:lnTo>
                    <a:pt x="773789" y="126972"/>
                  </a:lnTo>
                  <a:lnTo>
                    <a:pt x="703444" y="116440"/>
                  </a:lnTo>
                  <a:lnTo>
                    <a:pt x="633100" y="105717"/>
                  </a:lnTo>
                  <a:lnTo>
                    <a:pt x="562755" y="94799"/>
                  </a:lnTo>
                  <a:lnTo>
                    <a:pt x="492411" y="83682"/>
                  </a:lnTo>
                  <a:lnTo>
                    <a:pt x="422066" y="72364"/>
                  </a:lnTo>
                  <a:lnTo>
                    <a:pt x="351722" y="60839"/>
                  </a:lnTo>
                  <a:lnTo>
                    <a:pt x="281377" y="49106"/>
                  </a:lnTo>
                  <a:lnTo>
                    <a:pt x="211033" y="37159"/>
                  </a:lnTo>
                  <a:lnTo>
                    <a:pt x="140688" y="24995"/>
                  </a:lnTo>
                  <a:lnTo>
                    <a:pt x="70344" y="1261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35312" y="2283751"/>
              <a:ext cx="6964104" cy="1043900"/>
            </a:xfrm>
            <a:custGeom>
              <a:avLst/>
              <a:pathLst>
                <a:path w="6964104" h="1043900">
                  <a:moveTo>
                    <a:pt x="0" y="0"/>
                  </a:moveTo>
                  <a:lnTo>
                    <a:pt x="70344" y="30395"/>
                  </a:lnTo>
                  <a:lnTo>
                    <a:pt x="140688" y="59964"/>
                  </a:lnTo>
                  <a:lnTo>
                    <a:pt x="211033" y="88727"/>
                  </a:lnTo>
                  <a:lnTo>
                    <a:pt x="281377" y="116707"/>
                  </a:lnTo>
                  <a:lnTo>
                    <a:pt x="351722" y="143926"/>
                  </a:lnTo>
                  <a:lnTo>
                    <a:pt x="422066" y="170404"/>
                  </a:lnTo>
                  <a:lnTo>
                    <a:pt x="492411" y="196160"/>
                  </a:lnTo>
                  <a:lnTo>
                    <a:pt x="562755" y="221216"/>
                  </a:lnTo>
                  <a:lnTo>
                    <a:pt x="633100" y="245590"/>
                  </a:lnTo>
                  <a:lnTo>
                    <a:pt x="703444" y="269300"/>
                  </a:lnTo>
                  <a:lnTo>
                    <a:pt x="773789" y="292364"/>
                  </a:lnTo>
                  <a:lnTo>
                    <a:pt x="844133" y="314801"/>
                  </a:lnTo>
                  <a:lnTo>
                    <a:pt x="914478" y="336627"/>
                  </a:lnTo>
                  <a:lnTo>
                    <a:pt x="984822" y="357859"/>
                  </a:lnTo>
                  <a:lnTo>
                    <a:pt x="1055167" y="378512"/>
                  </a:lnTo>
                  <a:lnTo>
                    <a:pt x="1125511" y="398604"/>
                  </a:lnTo>
                  <a:lnTo>
                    <a:pt x="1195856" y="418148"/>
                  </a:lnTo>
                  <a:lnTo>
                    <a:pt x="1266200" y="437161"/>
                  </a:lnTo>
                  <a:lnTo>
                    <a:pt x="1336545" y="455656"/>
                  </a:lnTo>
                  <a:lnTo>
                    <a:pt x="1406889" y="473647"/>
                  </a:lnTo>
                  <a:lnTo>
                    <a:pt x="1477234" y="491149"/>
                  </a:lnTo>
                  <a:lnTo>
                    <a:pt x="1547578" y="508174"/>
                  </a:lnTo>
                  <a:lnTo>
                    <a:pt x="1617923" y="524735"/>
                  </a:lnTo>
                  <a:lnTo>
                    <a:pt x="1688267" y="540846"/>
                  </a:lnTo>
                  <a:lnTo>
                    <a:pt x="1758612" y="556518"/>
                  </a:lnTo>
                  <a:lnTo>
                    <a:pt x="1828956" y="571764"/>
                  </a:lnTo>
                  <a:lnTo>
                    <a:pt x="1899301" y="586595"/>
                  </a:lnTo>
                  <a:lnTo>
                    <a:pt x="1969645" y="601021"/>
                  </a:lnTo>
                  <a:lnTo>
                    <a:pt x="2039990" y="615056"/>
                  </a:lnTo>
                  <a:lnTo>
                    <a:pt x="2110334" y="628708"/>
                  </a:lnTo>
                  <a:lnTo>
                    <a:pt x="2180679" y="641988"/>
                  </a:lnTo>
                  <a:lnTo>
                    <a:pt x="2251023" y="654907"/>
                  </a:lnTo>
                  <a:lnTo>
                    <a:pt x="2321368" y="667474"/>
                  </a:lnTo>
                  <a:lnTo>
                    <a:pt x="2391712" y="679699"/>
                  </a:lnTo>
                  <a:lnTo>
                    <a:pt x="2462057" y="691591"/>
                  </a:lnTo>
                  <a:lnTo>
                    <a:pt x="2532401" y="703160"/>
                  </a:lnTo>
                  <a:lnTo>
                    <a:pt x="2602746" y="714413"/>
                  </a:lnTo>
                  <a:lnTo>
                    <a:pt x="2673090" y="725360"/>
                  </a:lnTo>
                  <a:lnTo>
                    <a:pt x="2743435" y="736010"/>
                  </a:lnTo>
                  <a:lnTo>
                    <a:pt x="2813779" y="746369"/>
                  </a:lnTo>
                  <a:lnTo>
                    <a:pt x="2884124" y="756446"/>
                  </a:lnTo>
                  <a:lnTo>
                    <a:pt x="2954468" y="766249"/>
                  </a:lnTo>
                  <a:lnTo>
                    <a:pt x="3024813" y="775785"/>
                  </a:lnTo>
                  <a:lnTo>
                    <a:pt x="3095157" y="785062"/>
                  </a:lnTo>
                  <a:lnTo>
                    <a:pt x="3165502" y="794086"/>
                  </a:lnTo>
                  <a:lnTo>
                    <a:pt x="3235846" y="802864"/>
                  </a:lnTo>
                  <a:lnTo>
                    <a:pt x="3306191" y="811403"/>
                  </a:lnTo>
                  <a:lnTo>
                    <a:pt x="3376535" y="819710"/>
                  </a:lnTo>
                  <a:lnTo>
                    <a:pt x="3446880" y="827791"/>
                  </a:lnTo>
                  <a:lnTo>
                    <a:pt x="3517224" y="835651"/>
                  </a:lnTo>
                  <a:lnTo>
                    <a:pt x="3587569" y="843298"/>
                  </a:lnTo>
                  <a:lnTo>
                    <a:pt x="3657913" y="850737"/>
                  </a:lnTo>
                  <a:lnTo>
                    <a:pt x="3728257" y="857973"/>
                  </a:lnTo>
                  <a:lnTo>
                    <a:pt x="3798602" y="865012"/>
                  </a:lnTo>
                  <a:lnTo>
                    <a:pt x="3868946" y="871859"/>
                  </a:lnTo>
                  <a:lnTo>
                    <a:pt x="3939291" y="878520"/>
                  </a:lnTo>
                  <a:lnTo>
                    <a:pt x="4009635" y="885000"/>
                  </a:lnTo>
                  <a:lnTo>
                    <a:pt x="4079980" y="891303"/>
                  </a:lnTo>
                  <a:lnTo>
                    <a:pt x="4150324" y="897435"/>
                  </a:lnTo>
                  <a:lnTo>
                    <a:pt x="4220669" y="903400"/>
                  </a:lnTo>
                  <a:lnTo>
                    <a:pt x="4291013" y="909202"/>
                  </a:lnTo>
                  <a:lnTo>
                    <a:pt x="4361358" y="914847"/>
                  </a:lnTo>
                  <a:lnTo>
                    <a:pt x="4431702" y="920337"/>
                  </a:lnTo>
                  <a:lnTo>
                    <a:pt x="4502047" y="925679"/>
                  </a:lnTo>
                  <a:lnTo>
                    <a:pt x="4572391" y="930875"/>
                  </a:lnTo>
                  <a:lnTo>
                    <a:pt x="4642736" y="935929"/>
                  </a:lnTo>
                  <a:lnTo>
                    <a:pt x="4713080" y="940846"/>
                  </a:lnTo>
                  <a:lnTo>
                    <a:pt x="4783425" y="945629"/>
                  </a:lnTo>
                  <a:lnTo>
                    <a:pt x="4853769" y="950282"/>
                  </a:lnTo>
                  <a:lnTo>
                    <a:pt x="4924114" y="954808"/>
                  </a:lnTo>
                  <a:lnTo>
                    <a:pt x="4994458" y="959211"/>
                  </a:lnTo>
                  <a:lnTo>
                    <a:pt x="5064803" y="963494"/>
                  </a:lnTo>
                  <a:lnTo>
                    <a:pt x="5135147" y="967660"/>
                  </a:lnTo>
                  <a:lnTo>
                    <a:pt x="5205492" y="971713"/>
                  </a:lnTo>
                  <a:lnTo>
                    <a:pt x="5275836" y="975656"/>
                  </a:lnTo>
                  <a:lnTo>
                    <a:pt x="5346181" y="979491"/>
                  </a:lnTo>
                  <a:lnTo>
                    <a:pt x="5416525" y="983222"/>
                  </a:lnTo>
                  <a:lnTo>
                    <a:pt x="5486870" y="986852"/>
                  </a:lnTo>
                  <a:lnTo>
                    <a:pt x="5557214" y="990382"/>
                  </a:lnTo>
                  <a:lnTo>
                    <a:pt x="5627559" y="993817"/>
                  </a:lnTo>
                  <a:lnTo>
                    <a:pt x="5697903" y="997158"/>
                  </a:lnTo>
                  <a:lnTo>
                    <a:pt x="5768248" y="1000408"/>
                  </a:lnTo>
                  <a:lnTo>
                    <a:pt x="5838592" y="1003569"/>
                  </a:lnTo>
                  <a:lnTo>
                    <a:pt x="5908937" y="1006645"/>
                  </a:lnTo>
                  <a:lnTo>
                    <a:pt x="5979281" y="1009636"/>
                  </a:lnTo>
                  <a:lnTo>
                    <a:pt x="6049626" y="1012547"/>
                  </a:lnTo>
                  <a:lnTo>
                    <a:pt x="6119970" y="1015378"/>
                  </a:lnTo>
                  <a:lnTo>
                    <a:pt x="6190315" y="1018132"/>
                  </a:lnTo>
                  <a:lnTo>
                    <a:pt x="6260659" y="1020811"/>
                  </a:lnTo>
                  <a:lnTo>
                    <a:pt x="6331004" y="1023417"/>
                  </a:lnTo>
                  <a:lnTo>
                    <a:pt x="6401348" y="1025952"/>
                  </a:lnTo>
                  <a:lnTo>
                    <a:pt x="6471693" y="1028418"/>
                  </a:lnTo>
                  <a:lnTo>
                    <a:pt x="6542037" y="1030817"/>
                  </a:lnTo>
                  <a:lnTo>
                    <a:pt x="6612382" y="1033151"/>
                  </a:lnTo>
                  <a:lnTo>
                    <a:pt x="6682726" y="1035421"/>
                  </a:lnTo>
                  <a:lnTo>
                    <a:pt x="6753071" y="1037629"/>
                  </a:lnTo>
                  <a:lnTo>
                    <a:pt x="6823415" y="1039778"/>
                  </a:lnTo>
                  <a:lnTo>
                    <a:pt x="6893760" y="1041867"/>
                  </a:lnTo>
                  <a:lnTo>
                    <a:pt x="6964104" y="104390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045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62297" y="336024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62297" y="30609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62297" y="276157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62297" y="246224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62297" y="21629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01262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564176" y="352279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646302" y="352279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28340" y="3662467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138035" y="2751517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87106" y="1966152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1.39 (1.24-1.56), p_Bonf = &lt;0.001 (n = 6)  |  per IQR decline (Δ = 29.3 %): 2.64 (1.88-3.70)  |  IQR: [-14.6, 14.7] 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87106" y="1739378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  <p:sp>
          <p:nvSpPr>
            <p:cNvPr id="39" name="pl39"/>
            <p:cNvSpPr/>
            <p:nvPr/>
          </p:nvSpPr>
          <p:spPr>
            <a:xfrm>
              <a:off x="887106" y="5444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887106" y="5144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887106" y="4845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87106" y="454601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63676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248205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332733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417262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501790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586319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670848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55376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839905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887106" y="5593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887106" y="4995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887106" y="469568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887106" y="4396351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121412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205940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290469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374997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459526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544055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628583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13112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797641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6"/>
            <p:cNvSpPr/>
            <p:nvPr/>
          </p:nvSpPr>
          <p:spPr>
            <a:xfrm>
              <a:off x="1235312" y="4336484"/>
              <a:ext cx="6964104" cy="1212795"/>
            </a:xfrm>
            <a:custGeom>
              <a:avLst/>
              <a:pathLst>
                <a:path w="6964104" h="1212795">
                  <a:moveTo>
                    <a:pt x="641081" y="0"/>
                  </a:moveTo>
                  <a:lnTo>
                    <a:pt x="703444" y="40862"/>
                  </a:lnTo>
                  <a:lnTo>
                    <a:pt x="773789" y="85271"/>
                  </a:lnTo>
                  <a:lnTo>
                    <a:pt x="844133" y="128058"/>
                  </a:lnTo>
                  <a:lnTo>
                    <a:pt x="914478" y="169284"/>
                  </a:lnTo>
                  <a:lnTo>
                    <a:pt x="984822" y="209004"/>
                  </a:lnTo>
                  <a:lnTo>
                    <a:pt x="1055167" y="247274"/>
                  </a:lnTo>
                  <a:lnTo>
                    <a:pt x="1125511" y="284147"/>
                  </a:lnTo>
                  <a:lnTo>
                    <a:pt x="1195856" y="319673"/>
                  </a:lnTo>
                  <a:lnTo>
                    <a:pt x="1266200" y="353903"/>
                  </a:lnTo>
                  <a:lnTo>
                    <a:pt x="1336545" y="386882"/>
                  </a:lnTo>
                  <a:lnTo>
                    <a:pt x="1406889" y="418658"/>
                  </a:lnTo>
                  <a:lnTo>
                    <a:pt x="1477234" y="449273"/>
                  </a:lnTo>
                  <a:lnTo>
                    <a:pt x="1547578" y="478771"/>
                  </a:lnTo>
                  <a:lnTo>
                    <a:pt x="1617923" y="507192"/>
                  </a:lnTo>
                  <a:lnTo>
                    <a:pt x="1688267" y="534575"/>
                  </a:lnTo>
                  <a:lnTo>
                    <a:pt x="1758612" y="560958"/>
                  </a:lnTo>
                  <a:lnTo>
                    <a:pt x="1828956" y="586378"/>
                  </a:lnTo>
                  <a:lnTo>
                    <a:pt x="1899301" y="610870"/>
                  </a:lnTo>
                  <a:lnTo>
                    <a:pt x="1969645" y="634468"/>
                  </a:lnTo>
                  <a:lnTo>
                    <a:pt x="2039990" y="657204"/>
                  </a:lnTo>
                  <a:lnTo>
                    <a:pt x="2110334" y="679110"/>
                  </a:lnTo>
                  <a:lnTo>
                    <a:pt x="2180679" y="700217"/>
                  </a:lnTo>
                  <a:lnTo>
                    <a:pt x="2251023" y="720552"/>
                  </a:lnTo>
                  <a:lnTo>
                    <a:pt x="2321368" y="740145"/>
                  </a:lnTo>
                  <a:lnTo>
                    <a:pt x="2391712" y="759023"/>
                  </a:lnTo>
                  <a:lnTo>
                    <a:pt x="2462057" y="777212"/>
                  </a:lnTo>
                  <a:lnTo>
                    <a:pt x="2532401" y="794737"/>
                  </a:lnTo>
                  <a:lnTo>
                    <a:pt x="2602746" y="811621"/>
                  </a:lnTo>
                  <a:lnTo>
                    <a:pt x="2673090" y="827890"/>
                  </a:lnTo>
                  <a:lnTo>
                    <a:pt x="2743435" y="843564"/>
                  </a:lnTo>
                  <a:lnTo>
                    <a:pt x="2813779" y="858666"/>
                  </a:lnTo>
                  <a:lnTo>
                    <a:pt x="2884124" y="873217"/>
                  </a:lnTo>
                  <a:lnTo>
                    <a:pt x="2954468" y="887236"/>
                  </a:lnTo>
                  <a:lnTo>
                    <a:pt x="3024813" y="900744"/>
                  </a:lnTo>
                  <a:lnTo>
                    <a:pt x="3095157" y="913758"/>
                  </a:lnTo>
                  <a:lnTo>
                    <a:pt x="3165502" y="926297"/>
                  </a:lnTo>
                  <a:lnTo>
                    <a:pt x="3235846" y="938379"/>
                  </a:lnTo>
                  <a:lnTo>
                    <a:pt x="3306191" y="950019"/>
                  </a:lnTo>
                  <a:lnTo>
                    <a:pt x="3376535" y="959503"/>
                  </a:lnTo>
                  <a:lnTo>
                    <a:pt x="3446880" y="964815"/>
                  </a:lnTo>
                  <a:lnTo>
                    <a:pt x="3517224" y="970033"/>
                  </a:lnTo>
                  <a:lnTo>
                    <a:pt x="3587569" y="975158"/>
                  </a:lnTo>
                  <a:lnTo>
                    <a:pt x="3657913" y="980192"/>
                  </a:lnTo>
                  <a:lnTo>
                    <a:pt x="3728257" y="985135"/>
                  </a:lnTo>
                  <a:lnTo>
                    <a:pt x="3798602" y="989991"/>
                  </a:lnTo>
                  <a:lnTo>
                    <a:pt x="3868946" y="994760"/>
                  </a:lnTo>
                  <a:lnTo>
                    <a:pt x="3939291" y="999443"/>
                  </a:lnTo>
                  <a:lnTo>
                    <a:pt x="4009635" y="1004043"/>
                  </a:lnTo>
                  <a:lnTo>
                    <a:pt x="4079980" y="1008561"/>
                  </a:lnTo>
                  <a:lnTo>
                    <a:pt x="4150324" y="1012999"/>
                  </a:lnTo>
                  <a:lnTo>
                    <a:pt x="4220669" y="1017357"/>
                  </a:lnTo>
                  <a:lnTo>
                    <a:pt x="4291013" y="1021637"/>
                  </a:lnTo>
                  <a:lnTo>
                    <a:pt x="4361358" y="1025841"/>
                  </a:lnTo>
                  <a:lnTo>
                    <a:pt x="4431702" y="1029970"/>
                  </a:lnTo>
                  <a:lnTo>
                    <a:pt x="4502047" y="1034025"/>
                  </a:lnTo>
                  <a:lnTo>
                    <a:pt x="4572391" y="1038008"/>
                  </a:lnTo>
                  <a:lnTo>
                    <a:pt x="4642736" y="1041920"/>
                  </a:lnTo>
                  <a:lnTo>
                    <a:pt x="4713080" y="1045762"/>
                  </a:lnTo>
                  <a:lnTo>
                    <a:pt x="4783425" y="1049536"/>
                  </a:lnTo>
                  <a:lnTo>
                    <a:pt x="4853769" y="1053242"/>
                  </a:lnTo>
                  <a:lnTo>
                    <a:pt x="4924114" y="1056882"/>
                  </a:lnTo>
                  <a:lnTo>
                    <a:pt x="4994458" y="1060457"/>
                  </a:lnTo>
                  <a:lnTo>
                    <a:pt x="5064803" y="1063968"/>
                  </a:lnTo>
                  <a:lnTo>
                    <a:pt x="5135147" y="1067416"/>
                  </a:lnTo>
                  <a:lnTo>
                    <a:pt x="5205492" y="1070803"/>
                  </a:lnTo>
                  <a:lnTo>
                    <a:pt x="5275836" y="1074130"/>
                  </a:lnTo>
                  <a:lnTo>
                    <a:pt x="5346181" y="1077397"/>
                  </a:lnTo>
                  <a:lnTo>
                    <a:pt x="5416525" y="1080606"/>
                  </a:lnTo>
                  <a:lnTo>
                    <a:pt x="5486870" y="1083758"/>
                  </a:lnTo>
                  <a:lnTo>
                    <a:pt x="5557214" y="1086853"/>
                  </a:lnTo>
                  <a:lnTo>
                    <a:pt x="5627559" y="1089893"/>
                  </a:lnTo>
                  <a:lnTo>
                    <a:pt x="5697903" y="1092879"/>
                  </a:lnTo>
                  <a:lnTo>
                    <a:pt x="5768248" y="1095811"/>
                  </a:lnTo>
                  <a:lnTo>
                    <a:pt x="5838592" y="1098692"/>
                  </a:lnTo>
                  <a:lnTo>
                    <a:pt x="5908937" y="1101521"/>
                  </a:lnTo>
                  <a:lnTo>
                    <a:pt x="5979281" y="1104299"/>
                  </a:lnTo>
                  <a:lnTo>
                    <a:pt x="6049626" y="1107028"/>
                  </a:lnTo>
                  <a:lnTo>
                    <a:pt x="6119970" y="1109708"/>
                  </a:lnTo>
                  <a:lnTo>
                    <a:pt x="6190315" y="1112340"/>
                  </a:lnTo>
                  <a:lnTo>
                    <a:pt x="6260659" y="1114925"/>
                  </a:lnTo>
                  <a:lnTo>
                    <a:pt x="6331004" y="1117464"/>
                  </a:lnTo>
                  <a:lnTo>
                    <a:pt x="6401348" y="1119958"/>
                  </a:lnTo>
                  <a:lnTo>
                    <a:pt x="6471693" y="1122408"/>
                  </a:lnTo>
                  <a:lnTo>
                    <a:pt x="6542037" y="1124813"/>
                  </a:lnTo>
                  <a:lnTo>
                    <a:pt x="6612382" y="1127176"/>
                  </a:lnTo>
                  <a:lnTo>
                    <a:pt x="6682726" y="1129496"/>
                  </a:lnTo>
                  <a:lnTo>
                    <a:pt x="6753071" y="1131775"/>
                  </a:lnTo>
                  <a:lnTo>
                    <a:pt x="6823415" y="1134014"/>
                  </a:lnTo>
                  <a:lnTo>
                    <a:pt x="6893760" y="1136212"/>
                  </a:lnTo>
                  <a:lnTo>
                    <a:pt x="6964104" y="1138371"/>
                  </a:lnTo>
                  <a:lnTo>
                    <a:pt x="6964104" y="1212795"/>
                  </a:lnTo>
                  <a:lnTo>
                    <a:pt x="6893760" y="1211113"/>
                  </a:lnTo>
                  <a:lnTo>
                    <a:pt x="6823415" y="1209366"/>
                  </a:lnTo>
                  <a:lnTo>
                    <a:pt x="6753071" y="1207554"/>
                  </a:lnTo>
                  <a:lnTo>
                    <a:pt x="6682726" y="1205672"/>
                  </a:lnTo>
                  <a:lnTo>
                    <a:pt x="6612382" y="1203720"/>
                  </a:lnTo>
                  <a:lnTo>
                    <a:pt x="6542037" y="1201693"/>
                  </a:lnTo>
                  <a:lnTo>
                    <a:pt x="6471693" y="1199589"/>
                  </a:lnTo>
                  <a:lnTo>
                    <a:pt x="6401348" y="1197406"/>
                  </a:lnTo>
                  <a:lnTo>
                    <a:pt x="6331004" y="1195140"/>
                  </a:lnTo>
                  <a:lnTo>
                    <a:pt x="6260659" y="1192789"/>
                  </a:lnTo>
                  <a:lnTo>
                    <a:pt x="6190315" y="1190348"/>
                  </a:lnTo>
                  <a:lnTo>
                    <a:pt x="6119970" y="1187814"/>
                  </a:lnTo>
                  <a:lnTo>
                    <a:pt x="6049626" y="1185185"/>
                  </a:lnTo>
                  <a:lnTo>
                    <a:pt x="5979281" y="1182456"/>
                  </a:lnTo>
                  <a:lnTo>
                    <a:pt x="5908937" y="1179624"/>
                  </a:lnTo>
                  <a:lnTo>
                    <a:pt x="5838592" y="1176684"/>
                  </a:lnTo>
                  <a:lnTo>
                    <a:pt x="5768248" y="1173633"/>
                  </a:lnTo>
                  <a:lnTo>
                    <a:pt x="5697903" y="1170466"/>
                  </a:lnTo>
                  <a:lnTo>
                    <a:pt x="5627559" y="1167179"/>
                  </a:lnTo>
                  <a:lnTo>
                    <a:pt x="5557214" y="1163768"/>
                  </a:lnTo>
                  <a:lnTo>
                    <a:pt x="5486870" y="1160228"/>
                  </a:lnTo>
                  <a:lnTo>
                    <a:pt x="5416525" y="1156553"/>
                  </a:lnTo>
                  <a:lnTo>
                    <a:pt x="5346181" y="1152739"/>
                  </a:lnTo>
                  <a:lnTo>
                    <a:pt x="5275836" y="1148780"/>
                  </a:lnTo>
                  <a:lnTo>
                    <a:pt x="5205492" y="1144672"/>
                  </a:lnTo>
                  <a:lnTo>
                    <a:pt x="5135147" y="1140408"/>
                  </a:lnTo>
                  <a:lnTo>
                    <a:pt x="5064803" y="1135982"/>
                  </a:lnTo>
                  <a:lnTo>
                    <a:pt x="4994458" y="1131388"/>
                  </a:lnTo>
                  <a:lnTo>
                    <a:pt x="4924114" y="1126621"/>
                  </a:lnTo>
                  <a:lnTo>
                    <a:pt x="4853769" y="1121673"/>
                  </a:lnTo>
                  <a:lnTo>
                    <a:pt x="4783425" y="1116537"/>
                  </a:lnTo>
                  <a:lnTo>
                    <a:pt x="4713080" y="1111207"/>
                  </a:lnTo>
                  <a:lnTo>
                    <a:pt x="4642736" y="1105674"/>
                  </a:lnTo>
                  <a:lnTo>
                    <a:pt x="4572391" y="1099932"/>
                  </a:lnTo>
                  <a:lnTo>
                    <a:pt x="4502047" y="1093973"/>
                  </a:lnTo>
                  <a:lnTo>
                    <a:pt x="4431702" y="1087787"/>
                  </a:lnTo>
                  <a:lnTo>
                    <a:pt x="4361358" y="1081368"/>
                  </a:lnTo>
                  <a:lnTo>
                    <a:pt x="4291013" y="1074705"/>
                  </a:lnTo>
                  <a:lnTo>
                    <a:pt x="4220669" y="1067789"/>
                  </a:lnTo>
                  <a:lnTo>
                    <a:pt x="4150324" y="1060612"/>
                  </a:lnTo>
                  <a:lnTo>
                    <a:pt x="4079980" y="1053162"/>
                  </a:lnTo>
                  <a:lnTo>
                    <a:pt x="4009635" y="1045430"/>
                  </a:lnTo>
                  <a:lnTo>
                    <a:pt x="3939291" y="1037405"/>
                  </a:lnTo>
                  <a:lnTo>
                    <a:pt x="3868946" y="1029076"/>
                  </a:lnTo>
                  <a:lnTo>
                    <a:pt x="3798602" y="1020432"/>
                  </a:lnTo>
                  <a:lnTo>
                    <a:pt x="3728257" y="1011460"/>
                  </a:lnTo>
                  <a:lnTo>
                    <a:pt x="3657913" y="1002148"/>
                  </a:lnTo>
                  <a:lnTo>
                    <a:pt x="3587569" y="992483"/>
                  </a:lnTo>
                  <a:lnTo>
                    <a:pt x="3517224" y="982451"/>
                  </a:lnTo>
                  <a:lnTo>
                    <a:pt x="3446880" y="972040"/>
                  </a:lnTo>
                  <a:lnTo>
                    <a:pt x="3376535" y="961234"/>
                  </a:lnTo>
                  <a:lnTo>
                    <a:pt x="3306191" y="954093"/>
                  </a:lnTo>
                  <a:lnTo>
                    <a:pt x="3235846" y="948585"/>
                  </a:lnTo>
                  <a:lnTo>
                    <a:pt x="3165502" y="942978"/>
                  </a:lnTo>
                  <a:lnTo>
                    <a:pt x="3095157" y="937268"/>
                  </a:lnTo>
                  <a:lnTo>
                    <a:pt x="3024813" y="931455"/>
                  </a:lnTo>
                  <a:lnTo>
                    <a:pt x="2954468" y="925535"/>
                  </a:lnTo>
                  <a:lnTo>
                    <a:pt x="2884124" y="919509"/>
                  </a:lnTo>
                  <a:lnTo>
                    <a:pt x="2813779" y="913373"/>
                  </a:lnTo>
                  <a:lnTo>
                    <a:pt x="2743435" y="907125"/>
                  </a:lnTo>
                  <a:lnTo>
                    <a:pt x="2673090" y="900764"/>
                  </a:lnTo>
                  <a:lnTo>
                    <a:pt x="2602746" y="894287"/>
                  </a:lnTo>
                  <a:lnTo>
                    <a:pt x="2532401" y="887693"/>
                  </a:lnTo>
                  <a:lnTo>
                    <a:pt x="2462057" y="880979"/>
                  </a:lnTo>
                  <a:lnTo>
                    <a:pt x="2391712" y="874142"/>
                  </a:lnTo>
                  <a:lnTo>
                    <a:pt x="2321368" y="867182"/>
                  </a:lnTo>
                  <a:lnTo>
                    <a:pt x="2251023" y="860095"/>
                  </a:lnTo>
                  <a:lnTo>
                    <a:pt x="2180679" y="852879"/>
                  </a:lnTo>
                  <a:lnTo>
                    <a:pt x="2110334" y="845532"/>
                  </a:lnTo>
                  <a:lnTo>
                    <a:pt x="2039990" y="838052"/>
                  </a:lnTo>
                  <a:lnTo>
                    <a:pt x="1969645" y="830436"/>
                  </a:lnTo>
                  <a:lnTo>
                    <a:pt x="1899301" y="822681"/>
                  </a:lnTo>
                  <a:lnTo>
                    <a:pt x="1828956" y="814786"/>
                  </a:lnTo>
                  <a:lnTo>
                    <a:pt x="1758612" y="806747"/>
                  </a:lnTo>
                  <a:lnTo>
                    <a:pt x="1688267" y="798562"/>
                  </a:lnTo>
                  <a:lnTo>
                    <a:pt x="1617923" y="790228"/>
                  </a:lnTo>
                  <a:lnTo>
                    <a:pt x="1547578" y="781743"/>
                  </a:lnTo>
                  <a:lnTo>
                    <a:pt x="1477234" y="773103"/>
                  </a:lnTo>
                  <a:lnTo>
                    <a:pt x="1406889" y="764307"/>
                  </a:lnTo>
                  <a:lnTo>
                    <a:pt x="1336545" y="755350"/>
                  </a:lnTo>
                  <a:lnTo>
                    <a:pt x="1266200" y="746231"/>
                  </a:lnTo>
                  <a:lnTo>
                    <a:pt x="1195856" y="736947"/>
                  </a:lnTo>
                  <a:lnTo>
                    <a:pt x="1125511" y="727493"/>
                  </a:lnTo>
                  <a:lnTo>
                    <a:pt x="1055167" y="717868"/>
                  </a:lnTo>
                  <a:lnTo>
                    <a:pt x="984822" y="708068"/>
                  </a:lnTo>
                  <a:lnTo>
                    <a:pt x="914478" y="698090"/>
                  </a:lnTo>
                  <a:lnTo>
                    <a:pt x="844133" y="687930"/>
                  </a:lnTo>
                  <a:lnTo>
                    <a:pt x="773789" y="677586"/>
                  </a:lnTo>
                  <a:lnTo>
                    <a:pt x="703444" y="667054"/>
                  </a:lnTo>
                  <a:lnTo>
                    <a:pt x="633100" y="656331"/>
                  </a:lnTo>
                  <a:lnTo>
                    <a:pt x="562755" y="645413"/>
                  </a:lnTo>
                  <a:lnTo>
                    <a:pt x="492411" y="634296"/>
                  </a:lnTo>
                  <a:lnTo>
                    <a:pt x="422066" y="622977"/>
                  </a:lnTo>
                  <a:lnTo>
                    <a:pt x="351722" y="611453"/>
                  </a:lnTo>
                  <a:lnTo>
                    <a:pt x="281377" y="599719"/>
                  </a:lnTo>
                  <a:lnTo>
                    <a:pt x="211033" y="587773"/>
                  </a:lnTo>
                  <a:lnTo>
                    <a:pt x="140688" y="575609"/>
                  </a:lnTo>
                  <a:lnTo>
                    <a:pt x="70344" y="563224"/>
                  </a:lnTo>
                  <a:lnTo>
                    <a:pt x="0" y="55061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1876393" y="4336484"/>
              <a:ext cx="6323023" cy="1138371"/>
            </a:xfrm>
            <a:custGeom>
              <a:avLst/>
              <a:pathLst>
                <a:path w="6323023" h="1138371">
                  <a:moveTo>
                    <a:pt x="0" y="0"/>
                  </a:moveTo>
                  <a:lnTo>
                    <a:pt x="62363" y="40862"/>
                  </a:lnTo>
                  <a:lnTo>
                    <a:pt x="132708" y="85271"/>
                  </a:lnTo>
                  <a:lnTo>
                    <a:pt x="203052" y="128058"/>
                  </a:lnTo>
                  <a:lnTo>
                    <a:pt x="273396" y="169284"/>
                  </a:lnTo>
                  <a:lnTo>
                    <a:pt x="343741" y="209004"/>
                  </a:lnTo>
                  <a:lnTo>
                    <a:pt x="414085" y="247274"/>
                  </a:lnTo>
                  <a:lnTo>
                    <a:pt x="484430" y="284147"/>
                  </a:lnTo>
                  <a:lnTo>
                    <a:pt x="554774" y="319673"/>
                  </a:lnTo>
                  <a:lnTo>
                    <a:pt x="625119" y="353903"/>
                  </a:lnTo>
                  <a:lnTo>
                    <a:pt x="695463" y="386882"/>
                  </a:lnTo>
                  <a:lnTo>
                    <a:pt x="765808" y="418658"/>
                  </a:lnTo>
                  <a:lnTo>
                    <a:pt x="836152" y="449273"/>
                  </a:lnTo>
                  <a:lnTo>
                    <a:pt x="906497" y="478771"/>
                  </a:lnTo>
                  <a:lnTo>
                    <a:pt x="976841" y="507192"/>
                  </a:lnTo>
                  <a:lnTo>
                    <a:pt x="1047186" y="534575"/>
                  </a:lnTo>
                  <a:lnTo>
                    <a:pt x="1117530" y="560958"/>
                  </a:lnTo>
                  <a:lnTo>
                    <a:pt x="1187875" y="586378"/>
                  </a:lnTo>
                  <a:lnTo>
                    <a:pt x="1258219" y="610870"/>
                  </a:lnTo>
                  <a:lnTo>
                    <a:pt x="1328564" y="634468"/>
                  </a:lnTo>
                  <a:lnTo>
                    <a:pt x="1398908" y="657204"/>
                  </a:lnTo>
                  <a:lnTo>
                    <a:pt x="1469253" y="679110"/>
                  </a:lnTo>
                  <a:lnTo>
                    <a:pt x="1539597" y="700217"/>
                  </a:lnTo>
                  <a:lnTo>
                    <a:pt x="1609942" y="720552"/>
                  </a:lnTo>
                  <a:lnTo>
                    <a:pt x="1680286" y="740145"/>
                  </a:lnTo>
                  <a:lnTo>
                    <a:pt x="1750631" y="759023"/>
                  </a:lnTo>
                  <a:lnTo>
                    <a:pt x="1820975" y="777212"/>
                  </a:lnTo>
                  <a:lnTo>
                    <a:pt x="1891320" y="794737"/>
                  </a:lnTo>
                  <a:lnTo>
                    <a:pt x="1961664" y="811621"/>
                  </a:lnTo>
                  <a:lnTo>
                    <a:pt x="2032009" y="827890"/>
                  </a:lnTo>
                  <a:lnTo>
                    <a:pt x="2102353" y="843564"/>
                  </a:lnTo>
                  <a:lnTo>
                    <a:pt x="2172698" y="858666"/>
                  </a:lnTo>
                  <a:lnTo>
                    <a:pt x="2243042" y="873217"/>
                  </a:lnTo>
                  <a:lnTo>
                    <a:pt x="2313387" y="887236"/>
                  </a:lnTo>
                  <a:lnTo>
                    <a:pt x="2383731" y="900744"/>
                  </a:lnTo>
                  <a:lnTo>
                    <a:pt x="2454076" y="913758"/>
                  </a:lnTo>
                  <a:lnTo>
                    <a:pt x="2524420" y="926297"/>
                  </a:lnTo>
                  <a:lnTo>
                    <a:pt x="2594765" y="938379"/>
                  </a:lnTo>
                  <a:lnTo>
                    <a:pt x="2665109" y="950019"/>
                  </a:lnTo>
                  <a:lnTo>
                    <a:pt x="2735454" y="959503"/>
                  </a:lnTo>
                  <a:lnTo>
                    <a:pt x="2805798" y="964815"/>
                  </a:lnTo>
                  <a:lnTo>
                    <a:pt x="2876143" y="970033"/>
                  </a:lnTo>
                  <a:lnTo>
                    <a:pt x="2946487" y="975158"/>
                  </a:lnTo>
                  <a:lnTo>
                    <a:pt x="3016832" y="980192"/>
                  </a:lnTo>
                  <a:lnTo>
                    <a:pt x="3087176" y="985135"/>
                  </a:lnTo>
                  <a:lnTo>
                    <a:pt x="3157521" y="989991"/>
                  </a:lnTo>
                  <a:lnTo>
                    <a:pt x="3227865" y="994760"/>
                  </a:lnTo>
                  <a:lnTo>
                    <a:pt x="3298210" y="999443"/>
                  </a:lnTo>
                  <a:lnTo>
                    <a:pt x="3368554" y="1004043"/>
                  </a:lnTo>
                  <a:lnTo>
                    <a:pt x="3438899" y="1008561"/>
                  </a:lnTo>
                  <a:lnTo>
                    <a:pt x="3509243" y="1012999"/>
                  </a:lnTo>
                  <a:lnTo>
                    <a:pt x="3579588" y="1017357"/>
                  </a:lnTo>
                  <a:lnTo>
                    <a:pt x="3649932" y="1021637"/>
                  </a:lnTo>
                  <a:lnTo>
                    <a:pt x="3720277" y="1025841"/>
                  </a:lnTo>
                  <a:lnTo>
                    <a:pt x="3790621" y="1029970"/>
                  </a:lnTo>
                  <a:lnTo>
                    <a:pt x="3860966" y="1034025"/>
                  </a:lnTo>
                  <a:lnTo>
                    <a:pt x="3931310" y="1038008"/>
                  </a:lnTo>
                  <a:lnTo>
                    <a:pt x="4001654" y="1041920"/>
                  </a:lnTo>
                  <a:lnTo>
                    <a:pt x="4071999" y="1045762"/>
                  </a:lnTo>
                  <a:lnTo>
                    <a:pt x="4142343" y="1049536"/>
                  </a:lnTo>
                  <a:lnTo>
                    <a:pt x="4212688" y="1053242"/>
                  </a:lnTo>
                  <a:lnTo>
                    <a:pt x="4283032" y="1056882"/>
                  </a:lnTo>
                  <a:lnTo>
                    <a:pt x="4353377" y="1060457"/>
                  </a:lnTo>
                  <a:lnTo>
                    <a:pt x="4423721" y="1063968"/>
                  </a:lnTo>
                  <a:lnTo>
                    <a:pt x="4494066" y="1067416"/>
                  </a:lnTo>
                  <a:lnTo>
                    <a:pt x="4564410" y="1070803"/>
                  </a:lnTo>
                  <a:lnTo>
                    <a:pt x="4634755" y="1074130"/>
                  </a:lnTo>
                  <a:lnTo>
                    <a:pt x="4705099" y="1077397"/>
                  </a:lnTo>
                  <a:lnTo>
                    <a:pt x="4775444" y="1080606"/>
                  </a:lnTo>
                  <a:lnTo>
                    <a:pt x="4845788" y="1083758"/>
                  </a:lnTo>
                  <a:lnTo>
                    <a:pt x="4916133" y="1086853"/>
                  </a:lnTo>
                  <a:lnTo>
                    <a:pt x="4986477" y="1089893"/>
                  </a:lnTo>
                  <a:lnTo>
                    <a:pt x="5056822" y="1092879"/>
                  </a:lnTo>
                  <a:lnTo>
                    <a:pt x="5127166" y="1095811"/>
                  </a:lnTo>
                  <a:lnTo>
                    <a:pt x="5197511" y="1098692"/>
                  </a:lnTo>
                  <a:lnTo>
                    <a:pt x="5267855" y="1101521"/>
                  </a:lnTo>
                  <a:lnTo>
                    <a:pt x="5338200" y="1104299"/>
                  </a:lnTo>
                  <a:lnTo>
                    <a:pt x="5408544" y="1107028"/>
                  </a:lnTo>
                  <a:lnTo>
                    <a:pt x="5478889" y="1109708"/>
                  </a:lnTo>
                  <a:lnTo>
                    <a:pt x="5549233" y="1112340"/>
                  </a:lnTo>
                  <a:lnTo>
                    <a:pt x="5619578" y="1114925"/>
                  </a:lnTo>
                  <a:lnTo>
                    <a:pt x="5689922" y="1117464"/>
                  </a:lnTo>
                  <a:lnTo>
                    <a:pt x="5760267" y="1119958"/>
                  </a:lnTo>
                  <a:lnTo>
                    <a:pt x="5830611" y="1122408"/>
                  </a:lnTo>
                  <a:lnTo>
                    <a:pt x="5900956" y="1124813"/>
                  </a:lnTo>
                  <a:lnTo>
                    <a:pt x="5971300" y="1127176"/>
                  </a:lnTo>
                  <a:lnTo>
                    <a:pt x="6041645" y="1129496"/>
                  </a:lnTo>
                  <a:lnTo>
                    <a:pt x="6111989" y="1131775"/>
                  </a:lnTo>
                  <a:lnTo>
                    <a:pt x="6182334" y="1134014"/>
                  </a:lnTo>
                  <a:lnTo>
                    <a:pt x="6252678" y="1136212"/>
                  </a:lnTo>
                  <a:lnTo>
                    <a:pt x="6323023" y="11383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1235312" y="4887098"/>
              <a:ext cx="6964104" cy="662181"/>
            </a:xfrm>
            <a:custGeom>
              <a:avLst/>
              <a:pathLst>
                <a:path w="6964104" h="662181">
                  <a:moveTo>
                    <a:pt x="6964104" y="662181"/>
                  </a:moveTo>
                  <a:lnTo>
                    <a:pt x="6893760" y="660499"/>
                  </a:lnTo>
                  <a:lnTo>
                    <a:pt x="6823415" y="658752"/>
                  </a:lnTo>
                  <a:lnTo>
                    <a:pt x="6753071" y="656940"/>
                  </a:lnTo>
                  <a:lnTo>
                    <a:pt x="6682726" y="655058"/>
                  </a:lnTo>
                  <a:lnTo>
                    <a:pt x="6612382" y="653106"/>
                  </a:lnTo>
                  <a:lnTo>
                    <a:pt x="6542037" y="651079"/>
                  </a:lnTo>
                  <a:lnTo>
                    <a:pt x="6471693" y="648975"/>
                  </a:lnTo>
                  <a:lnTo>
                    <a:pt x="6401348" y="646792"/>
                  </a:lnTo>
                  <a:lnTo>
                    <a:pt x="6331004" y="644526"/>
                  </a:lnTo>
                  <a:lnTo>
                    <a:pt x="6260659" y="642175"/>
                  </a:lnTo>
                  <a:lnTo>
                    <a:pt x="6190315" y="639734"/>
                  </a:lnTo>
                  <a:lnTo>
                    <a:pt x="6119970" y="637201"/>
                  </a:lnTo>
                  <a:lnTo>
                    <a:pt x="6049626" y="634571"/>
                  </a:lnTo>
                  <a:lnTo>
                    <a:pt x="5979281" y="631842"/>
                  </a:lnTo>
                  <a:lnTo>
                    <a:pt x="5908937" y="629010"/>
                  </a:lnTo>
                  <a:lnTo>
                    <a:pt x="5838592" y="626070"/>
                  </a:lnTo>
                  <a:lnTo>
                    <a:pt x="5768248" y="623019"/>
                  </a:lnTo>
                  <a:lnTo>
                    <a:pt x="5697903" y="619852"/>
                  </a:lnTo>
                  <a:lnTo>
                    <a:pt x="5627559" y="616565"/>
                  </a:lnTo>
                  <a:lnTo>
                    <a:pt x="5557214" y="613154"/>
                  </a:lnTo>
                  <a:lnTo>
                    <a:pt x="5486870" y="609614"/>
                  </a:lnTo>
                  <a:lnTo>
                    <a:pt x="5416525" y="605939"/>
                  </a:lnTo>
                  <a:lnTo>
                    <a:pt x="5346181" y="602125"/>
                  </a:lnTo>
                  <a:lnTo>
                    <a:pt x="5275836" y="598166"/>
                  </a:lnTo>
                  <a:lnTo>
                    <a:pt x="5205492" y="594058"/>
                  </a:lnTo>
                  <a:lnTo>
                    <a:pt x="5135147" y="589794"/>
                  </a:lnTo>
                  <a:lnTo>
                    <a:pt x="5064803" y="585368"/>
                  </a:lnTo>
                  <a:lnTo>
                    <a:pt x="4994458" y="580774"/>
                  </a:lnTo>
                  <a:lnTo>
                    <a:pt x="4924114" y="576007"/>
                  </a:lnTo>
                  <a:lnTo>
                    <a:pt x="4853769" y="571059"/>
                  </a:lnTo>
                  <a:lnTo>
                    <a:pt x="4783425" y="565923"/>
                  </a:lnTo>
                  <a:lnTo>
                    <a:pt x="4713080" y="560593"/>
                  </a:lnTo>
                  <a:lnTo>
                    <a:pt x="4642736" y="555060"/>
                  </a:lnTo>
                  <a:lnTo>
                    <a:pt x="4572391" y="549318"/>
                  </a:lnTo>
                  <a:lnTo>
                    <a:pt x="4502047" y="543359"/>
                  </a:lnTo>
                  <a:lnTo>
                    <a:pt x="4431702" y="537173"/>
                  </a:lnTo>
                  <a:lnTo>
                    <a:pt x="4361358" y="530754"/>
                  </a:lnTo>
                  <a:lnTo>
                    <a:pt x="4291013" y="524091"/>
                  </a:lnTo>
                  <a:lnTo>
                    <a:pt x="4220669" y="517175"/>
                  </a:lnTo>
                  <a:lnTo>
                    <a:pt x="4150324" y="509998"/>
                  </a:lnTo>
                  <a:lnTo>
                    <a:pt x="4079980" y="502548"/>
                  </a:lnTo>
                  <a:lnTo>
                    <a:pt x="4009635" y="494816"/>
                  </a:lnTo>
                  <a:lnTo>
                    <a:pt x="3939291" y="486791"/>
                  </a:lnTo>
                  <a:lnTo>
                    <a:pt x="3868946" y="478462"/>
                  </a:lnTo>
                  <a:lnTo>
                    <a:pt x="3798602" y="469818"/>
                  </a:lnTo>
                  <a:lnTo>
                    <a:pt x="3728257" y="460846"/>
                  </a:lnTo>
                  <a:lnTo>
                    <a:pt x="3657913" y="451534"/>
                  </a:lnTo>
                  <a:lnTo>
                    <a:pt x="3587569" y="441869"/>
                  </a:lnTo>
                  <a:lnTo>
                    <a:pt x="3517224" y="431838"/>
                  </a:lnTo>
                  <a:lnTo>
                    <a:pt x="3446880" y="421426"/>
                  </a:lnTo>
                  <a:lnTo>
                    <a:pt x="3376535" y="410620"/>
                  </a:lnTo>
                  <a:lnTo>
                    <a:pt x="3306191" y="403479"/>
                  </a:lnTo>
                  <a:lnTo>
                    <a:pt x="3235846" y="397971"/>
                  </a:lnTo>
                  <a:lnTo>
                    <a:pt x="3165502" y="392364"/>
                  </a:lnTo>
                  <a:lnTo>
                    <a:pt x="3095157" y="386654"/>
                  </a:lnTo>
                  <a:lnTo>
                    <a:pt x="3024813" y="380841"/>
                  </a:lnTo>
                  <a:lnTo>
                    <a:pt x="2954468" y="374922"/>
                  </a:lnTo>
                  <a:lnTo>
                    <a:pt x="2884124" y="368895"/>
                  </a:lnTo>
                  <a:lnTo>
                    <a:pt x="2813779" y="362759"/>
                  </a:lnTo>
                  <a:lnTo>
                    <a:pt x="2743435" y="356511"/>
                  </a:lnTo>
                  <a:lnTo>
                    <a:pt x="2673090" y="350150"/>
                  </a:lnTo>
                  <a:lnTo>
                    <a:pt x="2602746" y="343673"/>
                  </a:lnTo>
                  <a:lnTo>
                    <a:pt x="2532401" y="337079"/>
                  </a:lnTo>
                  <a:lnTo>
                    <a:pt x="2462057" y="330365"/>
                  </a:lnTo>
                  <a:lnTo>
                    <a:pt x="2391712" y="323528"/>
                  </a:lnTo>
                  <a:lnTo>
                    <a:pt x="2321368" y="316568"/>
                  </a:lnTo>
                  <a:lnTo>
                    <a:pt x="2251023" y="309481"/>
                  </a:lnTo>
                  <a:lnTo>
                    <a:pt x="2180679" y="302265"/>
                  </a:lnTo>
                  <a:lnTo>
                    <a:pt x="2110334" y="294918"/>
                  </a:lnTo>
                  <a:lnTo>
                    <a:pt x="2039990" y="287438"/>
                  </a:lnTo>
                  <a:lnTo>
                    <a:pt x="1969645" y="279822"/>
                  </a:lnTo>
                  <a:lnTo>
                    <a:pt x="1899301" y="272067"/>
                  </a:lnTo>
                  <a:lnTo>
                    <a:pt x="1828956" y="264172"/>
                  </a:lnTo>
                  <a:lnTo>
                    <a:pt x="1758612" y="256133"/>
                  </a:lnTo>
                  <a:lnTo>
                    <a:pt x="1688267" y="247948"/>
                  </a:lnTo>
                  <a:lnTo>
                    <a:pt x="1617923" y="239614"/>
                  </a:lnTo>
                  <a:lnTo>
                    <a:pt x="1547578" y="231129"/>
                  </a:lnTo>
                  <a:lnTo>
                    <a:pt x="1477234" y="222489"/>
                  </a:lnTo>
                  <a:lnTo>
                    <a:pt x="1406889" y="213693"/>
                  </a:lnTo>
                  <a:lnTo>
                    <a:pt x="1336545" y="204736"/>
                  </a:lnTo>
                  <a:lnTo>
                    <a:pt x="1266200" y="195617"/>
                  </a:lnTo>
                  <a:lnTo>
                    <a:pt x="1195856" y="186333"/>
                  </a:lnTo>
                  <a:lnTo>
                    <a:pt x="1125511" y="176879"/>
                  </a:lnTo>
                  <a:lnTo>
                    <a:pt x="1055167" y="167254"/>
                  </a:lnTo>
                  <a:lnTo>
                    <a:pt x="984822" y="157454"/>
                  </a:lnTo>
                  <a:lnTo>
                    <a:pt x="914478" y="147476"/>
                  </a:lnTo>
                  <a:lnTo>
                    <a:pt x="844133" y="137317"/>
                  </a:lnTo>
                  <a:lnTo>
                    <a:pt x="773789" y="126972"/>
                  </a:lnTo>
                  <a:lnTo>
                    <a:pt x="703444" y="116440"/>
                  </a:lnTo>
                  <a:lnTo>
                    <a:pt x="633100" y="105717"/>
                  </a:lnTo>
                  <a:lnTo>
                    <a:pt x="562755" y="94799"/>
                  </a:lnTo>
                  <a:lnTo>
                    <a:pt x="492411" y="83682"/>
                  </a:lnTo>
                  <a:lnTo>
                    <a:pt x="422066" y="72364"/>
                  </a:lnTo>
                  <a:lnTo>
                    <a:pt x="351722" y="60839"/>
                  </a:lnTo>
                  <a:lnTo>
                    <a:pt x="281377" y="49106"/>
                  </a:lnTo>
                  <a:lnTo>
                    <a:pt x="211033" y="37159"/>
                  </a:lnTo>
                  <a:lnTo>
                    <a:pt x="140688" y="24995"/>
                  </a:lnTo>
                  <a:lnTo>
                    <a:pt x="70344" y="1261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1235312" y="4477144"/>
              <a:ext cx="6964104" cy="1043900"/>
            </a:xfrm>
            <a:custGeom>
              <a:avLst/>
              <a:pathLst>
                <a:path w="6964104" h="1043900">
                  <a:moveTo>
                    <a:pt x="0" y="0"/>
                  </a:moveTo>
                  <a:lnTo>
                    <a:pt x="70344" y="30395"/>
                  </a:lnTo>
                  <a:lnTo>
                    <a:pt x="140688" y="59964"/>
                  </a:lnTo>
                  <a:lnTo>
                    <a:pt x="211033" y="88727"/>
                  </a:lnTo>
                  <a:lnTo>
                    <a:pt x="281377" y="116707"/>
                  </a:lnTo>
                  <a:lnTo>
                    <a:pt x="351722" y="143926"/>
                  </a:lnTo>
                  <a:lnTo>
                    <a:pt x="422066" y="170404"/>
                  </a:lnTo>
                  <a:lnTo>
                    <a:pt x="492411" y="196160"/>
                  </a:lnTo>
                  <a:lnTo>
                    <a:pt x="562755" y="221216"/>
                  </a:lnTo>
                  <a:lnTo>
                    <a:pt x="633100" y="245590"/>
                  </a:lnTo>
                  <a:lnTo>
                    <a:pt x="703444" y="269300"/>
                  </a:lnTo>
                  <a:lnTo>
                    <a:pt x="773789" y="292364"/>
                  </a:lnTo>
                  <a:lnTo>
                    <a:pt x="844133" y="314801"/>
                  </a:lnTo>
                  <a:lnTo>
                    <a:pt x="914478" y="336627"/>
                  </a:lnTo>
                  <a:lnTo>
                    <a:pt x="984822" y="357859"/>
                  </a:lnTo>
                  <a:lnTo>
                    <a:pt x="1055167" y="378512"/>
                  </a:lnTo>
                  <a:lnTo>
                    <a:pt x="1125511" y="398604"/>
                  </a:lnTo>
                  <a:lnTo>
                    <a:pt x="1195856" y="418148"/>
                  </a:lnTo>
                  <a:lnTo>
                    <a:pt x="1266200" y="437161"/>
                  </a:lnTo>
                  <a:lnTo>
                    <a:pt x="1336545" y="455656"/>
                  </a:lnTo>
                  <a:lnTo>
                    <a:pt x="1406889" y="473647"/>
                  </a:lnTo>
                  <a:lnTo>
                    <a:pt x="1477234" y="491149"/>
                  </a:lnTo>
                  <a:lnTo>
                    <a:pt x="1547578" y="508174"/>
                  </a:lnTo>
                  <a:lnTo>
                    <a:pt x="1617923" y="524735"/>
                  </a:lnTo>
                  <a:lnTo>
                    <a:pt x="1688267" y="540846"/>
                  </a:lnTo>
                  <a:lnTo>
                    <a:pt x="1758612" y="556518"/>
                  </a:lnTo>
                  <a:lnTo>
                    <a:pt x="1828956" y="571764"/>
                  </a:lnTo>
                  <a:lnTo>
                    <a:pt x="1899301" y="586595"/>
                  </a:lnTo>
                  <a:lnTo>
                    <a:pt x="1969645" y="601021"/>
                  </a:lnTo>
                  <a:lnTo>
                    <a:pt x="2039990" y="615056"/>
                  </a:lnTo>
                  <a:lnTo>
                    <a:pt x="2110334" y="628708"/>
                  </a:lnTo>
                  <a:lnTo>
                    <a:pt x="2180679" y="641988"/>
                  </a:lnTo>
                  <a:lnTo>
                    <a:pt x="2251023" y="654907"/>
                  </a:lnTo>
                  <a:lnTo>
                    <a:pt x="2321368" y="667474"/>
                  </a:lnTo>
                  <a:lnTo>
                    <a:pt x="2391712" y="679699"/>
                  </a:lnTo>
                  <a:lnTo>
                    <a:pt x="2462057" y="691591"/>
                  </a:lnTo>
                  <a:lnTo>
                    <a:pt x="2532401" y="703160"/>
                  </a:lnTo>
                  <a:lnTo>
                    <a:pt x="2602746" y="714413"/>
                  </a:lnTo>
                  <a:lnTo>
                    <a:pt x="2673090" y="725360"/>
                  </a:lnTo>
                  <a:lnTo>
                    <a:pt x="2743435" y="736010"/>
                  </a:lnTo>
                  <a:lnTo>
                    <a:pt x="2813779" y="746369"/>
                  </a:lnTo>
                  <a:lnTo>
                    <a:pt x="2884124" y="756446"/>
                  </a:lnTo>
                  <a:lnTo>
                    <a:pt x="2954468" y="766249"/>
                  </a:lnTo>
                  <a:lnTo>
                    <a:pt x="3024813" y="775785"/>
                  </a:lnTo>
                  <a:lnTo>
                    <a:pt x="3095157" y="785062"/>
                  </a:lnTo>
                  <a:lnTo>
                    <a:pt x="3165502" y="794086"/>
                  </a:lnTo>
                  <a:lnTo>
                    <a:pt x="3235846" y="802864"/>
                  </a:lnTo>
                  <a:lnTo>
                    <a:pt x="3306191" y="811403"/>
                  </a:lnTo>
                  <a:lnTo>
                    <a:pt x="3376535" y="819710"/>
                  </a:lnTo>
                  <a:lnTo>
                    <a:pt x="3446880" y="827791"/>
                  </a:lnTo>
                  <a:lnTo>
                    <a:pt x="3517224" y="835651"/>
                  </a:lnTo>
                  <a:lnTo>
                    <a:pt x="3587569" y="843298"/>
                  </a:lnTo>
                  <a:lnTo>
                    <a:pt x="3657913" y="850737"/>
                  </a:lnTo>
                  <a:lnTo>
                    <a:pt x="3728257" y="857973"/>
                  </a:lnTo>
                  <a:lnTo>
                    <a:pt x="3798602" y="865012"/>
                  </a:lnTo>
                  <a:lnTo>
                    <a:pt x="3868946" y="871859"/>
                  </a:lnTo>
                  <a:lnTo>
                    <a:pt x="3939291" y="878520"/>
                  </a:lnTo>
                  <a:lnTo>
                    <a:pt x="4009635" y="885000"/>
                  </a:lnTo>
                  <a:lnTo>
                    <a:pt x="4079980" y="891303"/>
                  </a:lnTo>
                  <a:lnTo>
                    <a:pt x="4150324" y="897435"/>
                  </a:lnTo>
                  <a:lnTo>
                    <a:pt x="4220669" y="903400"/>
                  </a:lnTo>
                  <a:lnTo>
                    <a:pt x="4291013" y="909202"/>
                  </a:lnTo>
                  <a:lnTo>
                    <a:pt x="4361358" y="914847"/>
                  </a:lnTo>
                  <a:lnTo>
                    <a:pt x="4431702" y="920337"/>
                  </a:lnTo>
                  <a:lnTo>
                    <a:pt x="4502047" y="925679"/>
                  </a:lnTo>
                  <a:lnTo>
                    <a:pt x="4572391" y="930875"/>
                  </a:lnTo>
                  <a:lnTo>
                    <a:pt x="4642736" y="935929"/>
                  </a:lnTo>
                  <a:lnTo>
                    <a:pt x="4713080" y="940846"/>
                  </a:lnTo>
                  <a:lnTo>
                    <a:pt x="4783425" y="945629"/>
                  </a:lnTo>
                  <a:lnTo>
                    <a:pt x="4853769" y="950282"/>
                  </a:lnTo>
                  <a:lnTo>
                    <a:pt x="4924114" y="954808"/>
                  </a:lnTo>
                  <a:lnTo>
                    <a:pt x="4994458" y="959211"/>
                  </a:lnTo>
                  <a:lnTo>
                    <a:pt x="5064803" y="963494"/>
                  </a:lnTo>
                  <a:lnTo>
                    <a:pt x="5135147" y="967660"/>
                  </a:lnTo>
                  <a:lnTo>
                    <a:pt x="5205492" y="971713"/>
                  </a:lnTo>
                  <a:lnTo>
                    <a:pt x="5275836" y="975656"/>
                  </a:lnTo>
                  <a:lnTo>
                    <a:pt x="5346181" y="979491"/>
                  </a:lnTo>
                  <a:lnTo>
                    <a:pt x="5416525" y="983222"/>
                  </a:lnTo>
                  <a:lnTo>
                    <a:pt x="5486870" y="986852"/>
                  </a:lnTo>
                  <a:lnTo>
                    <a:pt x="5557214" y="990382"/>
                  </a:lnTo>
                  <a:lnTo>
                    <a:pt x="5627559" y="993817"/>
                  </a:lnTo>
                  <a:lnTo>
                    <a:pt x="5697903" y="997158"/>
                  </a:lnTo>
                  <a:lnTo>
                    <a:pt x="5768248" y="1000408"/>
                  </a:lnTo>
                  <a:lnTo>
                    <a:pt x="5838592" y="1003569"/>
                  </a:lnTo>
                  <a:lnTo>
                    <a:pt x="5908937" y="1006645"/>
                  </a:lnTo>
                  <a:lnTo>
                    <a:pt x="5979281" y="1009636"/>
                  </a:lnTo>
                  <a:lnTo>
                    <a:pt x="6049626" y="1012547"/>
                  </a:lnTo>
                  <a:lnTo>
                    <a:pt x="6119970" y="1015378"/>
                  </a:lnTo>
                  <a:lnTo>
                    <a:pt x="6190315" y="1018132"/>
                  </a:lnTo>
                  <a:lnTo>
                    <a:pt x="6260659" y="1020811"/>
                  </a:lnTo>
                  <a:lnTo>
                    <a:pt x="6331004" y="1023417"/>
                  </a:lnTo>
                  <a:lnTo>
                    <a:pt x="6401348" y="1025952"/>
                  </a:lnTo>
                  <a:lnTo>
                    <a:pt x="6471693" y="1028418"/>
                  </a:lnTo>
                  <a:lnTo>
                    <a:pt x="6542037" y="1030817"/>
                  </a:lnTo>
                  <a:lnTo>
                    <a:pt x="6612382" y="1033151"/>
                  </a:lnTo>
                  <a:lnTo>
                    <a:pt x="6682726" y="1035421"/>
                  </a:lnTo>
                  <a:lnTo>
                    <a:pt x="6753071" y="1037629"/>
                  </a:lnTo>
                  <a:lnTo>
                    <a:pt x="6823415" y="1039778"/>
                  </a:lnTo>
                  <a:lnTo>
                    <a:pt x="6893760" y="1041867"/>
                  </a:lnTo>
                  <a:lnTo>
                    <a:pt x="6964104" y="104390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459045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72" name="tx72"/>
            <p:cNvSpPr/>
            <p:nvPr/>
          </p:nvSpPr>
          <p:spPr>
            <a:xfrm>
              <a:off x="762297" y="555363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762297" y="52543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762297" y="495496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762297" y="46556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762297" y="43563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1133333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1978619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2823906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3669192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4564176" y="57161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5378373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6223659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068946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914232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2928340" y="5855859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87" name="tx87"/>
            <p:cNvSpPr/>
            <p:nvPr/>
          </p:nvSpPr>
          <p:spPr>
            <a:xfrm rot="-5400000">
              <a:off x="138035" y="4944909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887106" y="4159544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1.39 (1.24-1.56), p_Bonf = &lt;0.001 (n = 6)  |  per IQR decline (Δ = 29.3 %): 2.64 (1.88-3.70)  |  IQR: [-14.6, 14.7] %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887106" y="3932770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2026-07-22T07:54:29Z</dcterms:modified>
  <cp:category/>
</cp:coreProperties>
</file>