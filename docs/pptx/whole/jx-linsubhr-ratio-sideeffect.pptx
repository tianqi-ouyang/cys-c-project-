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60695"/>
            </a:xfrm>
            <a:custGeom>
              <a:avLst/>
              <a:pathLst>
                <a:path w="7090630" h="3360695">
                  <a:moveTo>
                    <a:pt x="652728" y="0"/>
                  </a:moveTo>
                  <a:lnTo>
                    <a:pt x="716225" y="113230"/>
                  </a:lnTo>
                  <a:lnTo>
                    <a:pt x="787847" y="236289"/>
                  </a:lnTo>
                  <a:lnTo>
                    <a:pt x="859470" y="354855"/>
                  </a:lnTo>
                  <a:lnTo>
                    <a:pt x="931092" y="469091"/>
                  </a:lnTo>
                  <a:lnTo>
                    <a:pt x="1002715" y="579157"/>
                  </a:lnTo>
                  <a:lnTo>
                    <a:pt x="1074337" y="685205"/>
                  </a:lnTo>
                  <a:lnTo>
                    <a:pt x="1145960" y="787380"/>
                  </a:lnTo>
                  <a:lnTo>
                    <a:pt x="1217582" y="885825"/>
                  </a:lnTo>
                  <a:lnTo>
                    <a:pt x="1289205" y="980676"/>
                  </a:lnTo>
                  <a:lnTo>
                    <a:pt x="1360827" y="1072064"/>
                  </a:lnTo>
                  <a:lnTo>
                    <a:pt x="1432450" y="1160115"/>
                  </a:lnTo>
                  <a:lnTo>
                    <a:pt x="1504073" y="1244952"/>
                  </a:lnTo>
                  <a:lnTo>
                    <a:pt x="1575695" y="1326691"/>
                  </a:lnTo>
                  <a:lnTo>
                    <a:pt x="1647318" y="1405445"/>
                  </a:lnTo>
                  <a:lnTo>
                    <a:pt x="1718940" y="1481325"/>
                  </a:lnTo>
                  <a:lnTo>
                    <a:pt x="1790563" y="1554434"/>
                  </a:lnTo>
                  <a:lnTo>
                    <a:pt x="1862185" y="1624873"/>
                  </a:lnTo>
                  <a:lnTo>
                    <a:pt x="1933808" y="1692741"/>
                  </a:lnTo>
                  <a:lnTo>
                    <a:pt x="2005430" y="1758132"/>
                  </a:lnTo>
                  <a:lnTo>
                    <a:pt x="2077053" y="1821134"/>
                  </a:lnTo>
                  <a:lnTo>
                    <a:pt x="2148675" y="1881837"/>
                  </a:lnTo>
                  <a:lnTo>
                    <a:pt x="2220298" y="1940323"/>
                  </a:lnTo>
                  <a:lnTo>
                    <a:pt x="2291920" y="1996674"/>
                  </a:lnTo>
                  <a:lnTo>
                    <a:pt x="2363543" y="2050967"/>
                  </a:lnTo>
                  <a:lnTo>
                    <a:pt x="2435165" y="2103278"/>
                  </a:lnTo>
                  <a:lnTo>
                    <a:pt x="2506788" y="2153680"/>
                  </a:lnTo>
                  <a:lnTo>
                    <a:pt x="2578410" y="2202241"/>
                  </a:lnTo>
                  <a:lnTo>
                    <a:pt x="2650033" y="2249029"/>
                  </a:lnTo>
                  <a:lnTo>
                    <a:pt x="2721655" y="2294109"/>
                  </a:lnTo>
                  <a:lnTo>
                    <a:pt x="2793278" y="2337543"/>
                  </a:lnTo>
                  <a:lnTo>
                    <a:pt x="2864901" y="2379391"/>
                  </a:lnTo>
                  <a:lnTo>
                    <a:pt x="2936523" y="2419711"/>
                  </a:lnTo>
                  <a:lnTo>
                    <a:pt x="3008146" y="2458560"/>
                  </a:lnTo>
                  <a:lnTo>
                    <a:pt x="3079768" y="2495989"/>
                  </a:lnTo>
                  <a:lnTo>
                    <a:pt x="3151391" y="2532053"/>
                  </a:lnTo>
                  <a:lnTo>
                    <a:pt x="3223013" y="2566799"/>
                  </a:lnTo>
                  <a:lnTo>
                    <a:pt x="3294636" y="2600277"/>
                  </a:lnTo>
                  <a:lnTo>
                    <a:pt x="3366258" y="2632533"/>
                  </a:lnTo>
                  <a:lnTo>
                    <a:pt x="3437881" y="2658812"/>
                  </a:lnTo>
                  <a:lnTo>
                    <a:pt x="3509503" y="2673535"/>
                  </a:lnTo>
                  <a:lnTo>
                    <a:pt x="3581126" y="2687994"/>
                  </a:lnTo>
                  <a:lnTo>
                    <a:pt x="3652748" y="2702195"/>
                  </a:lnTo>
                  <a:lnTo>
                    <a:pt x="3724371" y="2716143"/>
                  </a:lnTo>
                  <a:lnTo>
                    <a:pt x="3795993" y="2729842"/>
                  </a:lnTo>
                  <a:lnTo>
                    <a:pt x="3867616" y="2743297"/>
                  </a:lnTo>
                  <a:lnTo>
                    <a:pt x="3939238" y="2756511"/>
                  </a:lnTo>
                  <a:lnTo>
                    <a:pt x="4010861" y="2769490"/>
                  </a:lnTo>
                  <a:lnTo>
                    <a:pt x="4082483" y="2782236"/>
                  </a:lnTo>
                  <a:lnTo>
                    <a:pt x="4154106" y="2794756"/>
                  </a:lnTo>
                  <a:lnTo>
                    <a:pt x="4225729" y="2807052"/>
                  </a:lnTo>
                  <a:lnTo>
                    <a:pt x="4297351" y="2819128"/>
                  </a:lnTo>
                  <a:lnTo>
                    <a:pt x="4368974" y="2830990"/>
                  </a:lnTo>
                  <a:lnTo>
                    <a:pt x="4440596" y="2842639"/>
                  </a:lnTo>
                  <a:lnTo>
                    <a:pt x="4512219" y="2854080"/>
                  </a:lnTo>
                  <a:lnTo>
                    <a:pt x="4583841" y="2865318"/>
                  </a:lnTo>
                  <a:lnTo>
                    <a:pt x="4655464" y="2876354"/>
                  </a:lnTo>
                  <a:lnTo>
                    <a:pt x="4727086" y="2887194"/>
                  </a:lnTo>
                  <a:lnTo>
                    <a:pt x="4798709" y="2897841"/>
                  </a:lnTo>
                  <a:lnTo>
                    <a:pt x="4870331" y="2908297"/>
                  </a:lnTo>
                  <a:lnTo>
                    <a:pt x="4941954" y="2918567"/>
                  </a:lnTo>
                  <a:lnTo>
                    <a:pt x="5013576" y="2928653"/>
                  </a:lnTo>
                  <a:lnTo>
                    <a:pt x="5085199" y="2938559"/>
                  </a:lnTo>
                  <a:lnTo>
                    <a:pt x="5156821" y="2948289"/>
                  </a:lnTo>
                  <a:lnTo>
                    <a:pt x="5228444" y="2957845"/>
                  </a:lnTo>
                  <a:lnTo>
                    <a:pt x="5300066" y="2967231"/>
                  </a:lnTo>
                  <a:lnTo>
                    <a:pt x="5371689" y="2976448"/>
                  </a:lnTo>
                  <a:lnTo>
                    <a:pt x="5443311" y="2985502"/>
                  </a:lnTo>
                  <a:lnTo>
                    <a:pt x="5514934" y="2994394"/>
                  </a:lnTo>
                  <a:lnTo>
                    <a:pt x="5586557" y="3003127"/>
                  </a:lnTo>
                  <a:lnTo>
                    <a:pt x="5658179" y="3011704"/>
                  </a:lnTo>
                  <a:lnTo>
                    <a:pt x="5729802" y="3020129"/>
                  </a:lnTo>
                  <a:lnTo>
                    <a:pt x="5801424" y="3028403"/>
                  </a:lnTo>
                  <a:lnTo>
                    <a:pt x="5873047" y="3036529"/>
                  </a:lnTo>
                  <a:lnTo>
                    <a:pt x="5944669" y="3044510"/>
                  </a:lnTo>
                  <a:lnTo>
                    <a:pt x="6016292" y="3052349"/>
                  </a:lnTo>
                  <a:lnTo>
                    <a:pt x="6087914" y="3060048"/>
                  </a:lnTo>
                  <a:lnTo>
                    <a:pt x="6159537" y="3067609"/>
                  </a:lnTo>
                  <a:lnTo>
                    <a:pt x="6231159" y="3075036"/>
                  </a:lnTo>
                  <a:lnTo>
                    <a:pt x="6302782" y="3082330"/>
                  </a:lnTo>
                  <a:lnTo>
                    <a:pt x="6374404" y="3089494"/>
                  </a:lnTo>
                  <a:lnTo>
                    <a:pt x="6446027" y="3096530"/>
                  </a:lnTo>
                  <a:lnTo>
                    <a:pt x="6517649" y="3103440"/>
                  </a:lnTo>
                  <a:lnTo>
                    <a:pt x="6589272" y="3110227"/>
                  </a:lnTo>
                  <a:lnTo>
                    <a:pt x="6660894" y="3116893"/>
                  </a:lnTo>
                  <a:lnTo>
                    <a:pt x="6732517" y="3123440"/>
                  </a:lnTo>
                  <a:lnTo>
                    <a:pt x="6804139" y="3129870"/>
                  </a:lnTo>
                  <a:lnTo>
                    <a:pt x="6875762" y="3136186"/>
                  </a:lnTo>
                  <a:lnTo>
                    <a:pt x="6947385" y="3142389"/>
                  </a:lnTo>
                  <a:lnTo>
                    <a:pt x="7019007" y="3148481"/>
                  </a:lnTo>
                  <a:lnTo>
                    <a:pt x="7090630" y="3154464"/>
                  </a:lnTo>
                  <a:lnTo>
                    <a:pt x="7090630" y="3360695"/>
                  </a:lnTo>
                  <a:lnTo>
                    <a:pt x="7019007" y="3356032"/>
                  </a:lnTo>
                  <a:lnTo>
                    <a:pt x="6947385" y="3351192"/>
                  </a:lnTo>
                  <a:lnTo>
                    <a:pt x="6875762" y="3346170"/>
                  </a:lnTo>
                  <a:lnTo>
                    <a:pt x="6804139" y="3340956"/>
                  </a:lnTo>
                  <a:lnTo>
                    <a:pt x="6732517" y="3335545"/>
                  </a:lnTo>
                  <a:lnTo>
                    <a:pt x="6660894" y="3329929"/>
                  </a:lnTo>
                  <a:lnTo>
                    <a:pt x="6589272" y="3324101"/>
                  </a:lnTo>
                  <a:lnTo>
                    <a:pt x="6517649" y="3318051"/>
                  </a:lnTo>
                  <a:lnTo>
                    <a:pt x="6446027" y="3311772"/>
                  </a:lnTo>
                  <a:lnTo>
                    <a:pt x="6374404" y="3305256"/>
                  </a:lnTo>
                  <a:lnTo>
                    <a:pt x="6302782" y="3298492"/>
                  </a:lnTo>
                  <a:lnTo>
                    <a:pt x="6231159" y="3291472"/>
                  </a:lnTo>
                  <a:lnTo>
                    <a:pt x="6159537" y="3284186"/>
                  </a:lnTo>
                  <a:lnTo>
                    <a:pt x="6087914" y="3276624"/>
                  </a:lnTo>
                  <a:lnTo>
                    <a:pt x="6016292" y="3268775"/>
                  </a:lnTo>
                  <a:lnTo>
                    <a:pt x="5944669" y="3260629"/>
                  </a:lnTo>
                  <a:lnTo>
                    <a:pt x="5873047" y="3252174"/>
                  </a:lnTo>
                  <a:lnTo>
                    <a:pt x="5801424" y="3243399"/>
                  </a:lnTo>
                  <a:lnTo>
                    <a:pt x="5729802" y="3234291"/>
                  </a:lnTo>
                  <a:lnTo>
                    <a:pt x="5658179" y="3224839"/>
                  </a:lnTo>
                  <a:lnTo>
                    <a:pt x="5586557" y="3215028"/>
                  </a:lnTo>
                  <a:lnTo>
                    <a:pt x="5514934" y="3204845"/>
                  </a:lnTo>
                  <a:lnTo>
                    <a:pt x="5443311" y="3194276"/>
                  </a:lnTo>
                  <a:lnTo>
                    <a:pt x="5371689" y="3183307"/>
                  </a:lnTo>
                  <a:lnTo>
                    <a:pt x="5300066" y="3171922"/>
                  </a:lnTo>
                  <a:lnTo>
                    <a:pt x="5228444" y="3160106"/>
                  </a:lnTo>
                  <a:lnTo>
                    <a:pt x="5156821" y="3147842"/>
                  </a:lnTo>
                  <a:lnTo>
                    <a:pt x="5085199" y="3135113"/>
                  </a:lnTo>
                  <a:lnTo>
                    <a:pt x="5013576" y="3121902"/>
                  </a:lnTo>
                  <a:lnTo>
                    <a:pt x="4941954" y="3108191"/>
                  </a:lnTo>
                  <a:lnTo>
                    <a:pt x="4870331" y="3093960"/>
                  </a:lnTo>
                  <a:lnTo>
                    <a:pt x="4798709" y="3079189"/>
                  </a:lnTo>
                  <a:lnTo>
                    <a:pt x="4727086" y="3063859"/>
                  </a:lnTo>
                  <a:lnTo>
                    <a:pt x="4655464" y="3047948"/>
                  </a:lnTo>
                  <a:lnTo>
                    <a:pt x="4583841" y="3031434"/>
                  </a:lnTo>
                  <a:lnTo>
                    <a:pt x="4512219" y="3014294"/>
                  </a:lnTo>
                  <a:lnTo>
                    <a:pt x="4440596" y="2996504"/>
                  </a:lnTo>
                  <a:lnTo>
                    <a:pt x="4368974" y="2978041"/>
                  </a:lnTo>
                  <a:lnTo>
                    <a:pt x="4297351" y="2958878"/>
                  </a:lnTo>
                  <a:lnTo>
                    <a:pt x="4225729" y="2938989"/>
                  </a:lnTo>
                  <a:lnTo>
                    <a:pt x="4154106" y="2918346"/>
                  </a:lnTo>
                  <a:lnTo>
                    <a:pt x="4082483" y="2896921"/>
                  </a:lnTo>
                  <a:lnTo>
                    <a:pt x="4010861" y="2874683"/>
                  </a:lnTo>
                  <a:lnTo>
                    <a:pt x="3939238" y="2851604"/>
                  </a:lnTo>
                  <a:lnTo>
                    <a:pt x="3867616" y="2827649"/>
                  </a:lnTo>
                  <a:lnTo>
                    <a:pt x="3795993" y="2802787"/>
                  </a:lnTo>
                  <a:lnTo>
                    <a:pt x="3724371" y="2776983"/>
                  </a:lnTo>
                  <a:lnTo>
                    <a:pt x="3652748" y="2750201"/>
                  </a:lnTo>
                  <a:lnTo>
                    <a:pt x="3581126" y="2722405"/>
                  </a:lnTo>
                  <a:lnTo>
                    <a:pt x="3509503" y="2693554"/>
                  </a:lnTo>
                  <a:lnTo>
                    <a:pt x="3437881" y="2663611"/>
                  </a:lnTo>
                  <a:lnTo>
                    <a:pt x="3366258" y="2643823"/>
                  </a:lnTo>
                  <a:lnTo>
                    <a:pt x="3294636" y="2628561"/>
                  </a:lnTo>
                  <a:lnTo>
                    <a:pt x="3223013" y="2613021"/>
                  </a:lnTo>
                  <a:lnTo>
                    <a:pt x="3151391" y="2597200"/>
                  </a:lnTo>
                  <a:lnTo>
                    <a:pt x="3079768" y="2581091"/>
                  </a:lnTo>
                  <a:lnTo>
                    <a:pt x="3008146" y="2564689"/>
                  </a:lnTo>
                  <a:lnTo>
                    <a:pt x="2936523" y="2547989"/>
                  </a:lnTo>
                  <a:lnTo>
                    <a:pt x="2864901" y="2530985"/>
                  </a:lnTo>
                  <a:lnTo>
                    <a:pt x="2793278" y="2513673"/>
                  </a:lnTo>
                  <a:lnTo>
                    <a:pt x="2721655" y="2496046"/>
                  </a:lnTo>
                  <a:lnTo>
                    <a:pt x="2650033" y="2478099"/>
                  </a:lnTo>
                  <a:lnTo>
                    <a:pt x="2578410" y="2459826"/>
                  </a:lnTo>
                  <a:lnTo>
                    <a:pt x="2506788" y="2441220"/>
                  </a:lnTo>
                  <a:lnTo>
                    <a:pt x="2435165" y="2422277"/>
                  </a:lnTo>
                  <a:lnTo>
                    <a:pt x="2363543" y="2402989"/>
                  </a:lnTo>
                  <a:lnTo>
                    <a:pt x="2291920" y="2383351"/>
                  </a:lnTo>
                  <a:lnTo>
                    <a:pt x="2220298" y="2363356"/>
                  </a:lnTo>
                  <a:lnTo>
                    <a:pt x="2148675" y="2342998"/>
                  </a:lnTo>
                  <a:lnTo>
                    <a:pt x="2077053" y="2322270"/>
                  </a:lnTo>
                  <a:lnTo>
                    <a:pt x="2005430" y="2301165"/>
                  </a:lnTo>
                  <a:lnTo>
                    <a:pt x="1933808" y="2279676"/>
                  </a:lnTo>
                  <a:lnTo>
                    <a:pt x="1862185" y="2257798"/>
                  </a:lnTo>
                  <a:lnTo>
                    <a:pt x="1790563" y="2235521"/>
                  </a:lnTo>
                  <a:lnTo>
                    <a:pt x="1718940" y="2212840"/>
                  </a:lnTo>
                  <a:lnTo>
                    <a:pt x="1647318" y="2189747"/>
                  </a:lnTo>
                  <a:lnTo>
                    <a:pt x="1575695" y="2166234"/>
                  </a:lnTo>
                  <a:lnTo>
                    <a:pt x="1504073" y="2142294"/>
                  </a:lnTo>
                  <a:lnTo>
                    <a:pt x="1432450" y="2117919"/>
                  </a:lnTo>
                  <a:lnTo>
                    <a:pt x="1360827" y="2093101"/>
                  </a:lnTo>
                  <a:lnTo>
                    <a:pt x="1289205" y="2067832"/>
                  </a:lnTo>
                  <a:lnTo>
                    <a:pt x="1217582" y="2042103"/>
                  </a:lnTo>
                  <a:lnTo>
                    <a:pt x="1145960" y="2015908"/>
                  </a:lnTo>
                  <a:lnTo>
                    <a:pt x="1074337" y="1989236"/>
                  </a:lnTo>
                  <a:lnTo>
                    <a:pt x="1002715" y="1962080"/>
                  </a:lnTo>
                  <a:lnTo>
                    <a:pt x="931092" y="1934430"/>
                  </a:lnTo>
                  <a:lnTo>
                    <a:pt x="859470" y="1906278"/>
                  </a:lnTo>
                  <a:lnTo>
                    <a:pt x="787847" y="1877614"/>
                  </a:lnTo>
                  <a:lnTo>
                    <a:pt x="716225" y="1848429"/>
                  </a:lnTo>
                  <a:lnTo>
                    <a:pt x="644602" y="1818715"/>
                  </a:lnTo>
                  <a:lnTo>
                    <a:pt x="572980" y="1788460"/>
                  </a:lnTo>
                  <a:lnTo>
                    <a:pt x="501357" y="1757655"/>
                  </a:lnTo>
                  <a:lnTo>
                    <a:pt x="429735" y="1726291"/>
                  </a:lnTo>
                  <a:lnTo>
                    <a:pt x="358112" y="1694357"/>
                  </a:lnTo>
                  <a:lnTo>
                    <a:pt x="286490" y="1661842"/>
                  </a:lnTo>
                  <a:lnTo>
                    <a:pt x="214867" y="1628737"/>
                  </a:lnTo>
                  <a:lnTo>
                    <a:pt x="143245" y="1595030"/>
                  </a:lnTo>
                  <a:lnTo>
                    <a:pt x="71622" y="1560711"/>
                  </a:lnTo>
                  <a:lnTo>
                    <a:pt x="0" y="152576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24778" y="2073503"/>
              <a:ext cx="6437901" cy="3154464"/>
            </a:xfrm>
            <a:custGeom>
              <a:avLst/>
              <a:pathLst>
                <a:path w="6437901" h="3154464">
                  <a:moveTo>
                    <a:pt x="0" y="0"/>
                  </a:moveTo>
                  <a:lnTo>
                    <a:pt x="63496" y="113230"/>
                  </a:lnTo>
                  <a:lnTo>
                    <a:pt x="135119" y="236289"/>
                  </a:lnTo>
                  <a:lnTo>
                    <a:pt x="206741" y="354855"/>
                  </a:lnTo>
                  <a:lnTo>
                    <a:pt x="278364" y="469091"/>
                  </a:lnTo>
                  <a:lnTo>
                    <a:pt x="349986" y="579157"/>
                  </a:lnTo>
                  <a:lnTo>
                    <a:pt x="421609" y="685205"/>
                  </a:lnTo>
                  <a:lnTo>
                    <a:pt x="493231" y="787380"/>
                  </a:lnTo>
                  <a:lnTo>
                    <a:pt x="564854" y="885825"/>
                  </a:lnTo>
                  <a:lnTo>
                    <a:pt x="636476" y="980676"/>
                  </a:lnTo>
                  <a:lnTo>
                    <a:pt x="708099" y="1072064"/>
                  </a:lnTo>
                  <a:lnTo>
                    <a:pt x="779721" y="1160115"/>
                  </a:lnTo>
                  <a:lnTo>
                    <a:pt x="851344" y="1244952"/>
                  </a:lnTo>
                  <a:lnTo>
                    <a:pt x="922966" y="1326691"/>
                  </a:lnTo>
                  <a:lnTo>
                    <a:pt x="994589" y="1405445"/>
                  </a:lnTo>
                  <a:lnTo>
                    <a:pt x="1066211" y="1481325"/>
                  </a:lnTo>
                  <a:lnTo>
                    <a:pt x="1137834" y="1554434"/>
                  </a:lnTo>
                  <a:lnTo>
                    <a:pt x="1209456" y="1624873"/>
                  </a:lnTo>
                  <a:lnTo>
                    <a:pt x="1281079" y="1692741"/>
                  </a:lnTo>
                  <a:lnTo>
                    <a:pt x="1352702" y="1758132"/>
                  </a:lnTo>
                  <a:lnTo>
                    <a:pt x="1424324" y="1821134"/>
                  </a:lnTo>
                  <a:lnTo>
                    <a:pt x="1495947" y="1881837"/>
                  </a:lnTo>
                  <a:lnTo>
                    <a:pt x="1567569" y="1940323"/>
                  </a:lnTo>
                  <a:lnTo>
                    <a:pt x="1639192" y="1996674"/>
                  </a:lnTo>
                  <a:lnTo>
                    <a:pt x="1710814" y="2050967"/>
                  </a:lnTo>
                  <a:lnTo>
                    <a:pt x="1782437" y="2103278"/>
                  </a:lnTo>
                  <a:lnTo>
                    <a:pt x="1854059" y="2153680"/>
                  </a:lnTo>
                  <a:lnTo>
                    <a:pt x="1925682" y="2202241"/>
                  </a:lnTo>
                  <a:lnTo>
                    <a:pt x="1997304" y="2249029"/>
                  </a:lnTo>
                  <a:lnTo>
                    <a:pt x="2068927" y="2294109"/>
                  </a:lnTo>
                  <a:lnTo>
                    <a:pt x="2140549" y="2337543"/>
                  </a:lnTo>
                  <a:lnTo>
                    <a:pt x="2212172" y="2379391"/>
                  </a:lnTo>
                  <a:lnTo>
                    <a:pt x="2283794" y="2419711"/>
                  </a:lnTo>
                  <a:lnTo>
                    <a:pt x="2355417" y="2458560"/>
                  </a:lnTo>
                  <a:lnTo>
                    <a:pt x="2427039" y="2495989"/>
                  </a:lnTo>
                  <a:lnTo>
                    <a:pt x="2498662" y="2532053"/>
                  </a:lnTo>
                  <a:lnTo>
                    <a:pt x="2570284" y="2566799"/>
                  </a:lnTo>
                  <a:lnTo>
                    <a:pt x="2641907" y="2600277"/>
                  </a:lnTo>
                  <a:lnTo>
                    <a:pt x="2713530" y="2632533"/>
                  </a:lnTo>
                  <a:lnTo>
                    <a:pt x="2785152" y="2658812"/>
                  </a:lnTo>
                  <a:lnTo>
                    <a:pt x="2856775" y="2673535"/>
                  </a:lnTo>
                  <a:lnTo>
                    <a:pt x="2928397" y="2687994"/>
                  </a:lnTo>
                  <a:lnTo>
                    <a:pt x="3000020" y="2702195"/>
                  </a:lnTo>
                  <a:lnTo>
                    <a:pt x="3071642" y="2716143"/>
                  </a:lnTo>
                  <a:lnTo>
                    <a:pt x="3143265" y="2729842"/>
                  </a:lnTo>
                  <a:lnTo>
                    <a:pt x="3214887" y="2743297"/>
                  </a:lnTo>
                  <a:lnTo>
                    <a:pt x="3286510" y="2756511"/>
                  </a:lnTo>
                  <a:lnTo>
                    <a:pt x="3358132" y="2769490"/>
                  </a:lnTo>
                  <a:lnTo>
                    <a:pt x="3429755" y="2782236"/>
                  </a:lnTo>
                  <a:lnTo>
                    <a:pt x="3501377" y="2794756"/>
                  </a:lnTo>
                  <a:lnTo>
                    <a:pt x="3573000" y="2807052"/>
                  </a:lnTo>
                  <a:lnTo>
                    <a:pt x="3644622" y="2819128"/>
                  </a:lnTo>
                  <a:lnTo>
                    <a:pt x="3716245" y="2830990"/>
                  </a:lnTo>
                  <a:lnTo>
                    <a:pt x="3787867" y="2842639"/>
                  </a:lnTo>
                  <a:lnTo>
                    <a:pt x="3859490" y="2854080"/>
                  </a:lnTo>
                  <a:lnTo>
                    <a:pt x="3931112" y="2865318"/>
                  </a:lnTo>
                  <a:lnTo>
                    <a:pt x="4002735" y="2876354"/>
                  </a:lnTo>
                  <a:lnTo>
                    <a:pt x="4074358" y="2887194"/>
                  </a:lnTo>
                  <a:lnTo>
                    <a:pt x="4145980" y="2897841"/>
                  </a:lnTo>
                  <a:lnTo>
                    <a:pt x="4217603" y="2908297"/>
                  </a:lnTo>
                  <a:lnTo>
                    <a:pt x="4289225" y="2918567"/>
                  </a:lnTo>
                  <a:lnTo>
                    <a:pt x="4360848" y="2928653"/>
                  </a:lnTo>
                  <a:lnTo>
                    <a:pt x="4432470" y="2938559"/>
                  </a:lnTo>
                  <a:lnTo>
                    <a:pt x="4504093" y="2948289"/>
                  </a:lnTo>
                  <a:lnTo>
                    <a:pt x="4575715" y="2957845"/>
                  </a:lnTo>
                  <a:lnTo>
                    <a:pt x="4647338" y="2967231"/>
                  </a:lnTo>
                  <a:lnTo>
                    <a:pt x="4718960" y="2976448"/>
                  </a:lnTo>
                  <a:lnTo>
                    <a:pt x="4790583" y="2985502"/>
                  </a:lnTo>
                  <a:lnTo>
                    <a:pt x="4862205" y="2994394"/>
                  </a:lnTo>
                  <a:lnTo>
                    <a:pt x="4933828" y="3003127"/>
                  </a:lnTo>
                  <a:lnTo>
                    <a:pt x="5005450" y="3011704"/>
                  </a:lnTo>
                  <a:lnTo>
                    <a:pt x="5077073" y="3020129"/>
                  </a:lnTo>
                  <a:lnTo>
                    <a:pt x="5148695" y="3028403"/>
                  </a:lnTo>
                  <a:lnTo>
                    <a:pt x="5220318" y="3036529"/>
                  </a:lnTo>
                  <a:lnTo>
                    <a:pt x="5291940" y="3044510"/>
                  </a:lnTo>
                  <a:lnTo>
                    <a:pt x="5363563" y="3052349"/>
                  </a:lnTo>
                  <a:lnTo>
                    <a:pt x="5435186" y="3060048"/>
                  </a:lnTo>
                  <a:lnTo>
                    <a:pt x="5506808" y="3067609"/>
                  </a:lnTo>
                  <a:lnTo>
                    <a:pt x="5578431" y="3075036"/>
                  </a:lnTo>
                  <a:lnTo>
                    <a:pt x="5650053" y="3082330"/>
                  </a:lnTo>
                  <a:lnTo>
                    <a:pt x="5721676" y="3089494"/>
                  </a:lnTo>
                  <a:lnTo>
                    <a:pt x="5793298" y="3096530"/>
                  </a:lnTo>
                  <a:lnTo>
                    <a:pt x="5864921" y="3103440"/>
                  </a:lnTo>
                  <a:lnTo>
                    <a:pt x="5936543" y="3110227"/>
                  </a:lnTo>
                  <a:lnTo>
                    <a:pt x="6008166" y="3116893"/>
                  </a:lnTo>
                  <a:lnTo>
                    <a:pt x="6079788" y="3123440"/>
                  </a:lnTo>
                  <a:lnTo>
                    <a:pt x="6151411" y="3129870"/>
                  </a:lnTo>
                  <a:lnTo>
                    <a:pt x="6223033" y="3136186"/>
                  </a:lnTo>
                  <a:lnTo>
                    <a:pt x="6294656" y="3142389"/>
                  </a:lnTo>
                  <a:lnTo>
                    <a:pt x="6366278" y="3148481"/>
                  </a:lnTo>
                  <a:lnTo>
                    <a:pt x="6437901" y="31544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599271"/>
              <a:ext cx="7090630" cy="1834926"/>
            </a:xfrm>
            <a:custGeom>
              <a:avLst/>
              <a:pathLst>
                <a:path w="7090630" h="1834926">
                  <a:moveTo>
                    <a:pt x="7090630" y="1834926"/>
                  </a:moveTo>
                  <a:lnTo>
                    <a:pt x="7019007" y="1830264"/>
                  </a:lnTo>
                  <a:lnTo>
                    <a:pt x="6947385" y="1825424"/>
                  </a:lnTo>
                  <a:lnTo>
                    <a:pt x="6875762" y="1820401"/>
                  </a:lnTo>
                  <a:lnTo>
                    <a:pt x="6804139" y="1815188"/>
                  </a:lnTo>
                  <a:lnTo>
                    <a:pt x="6732517" y="1809777"/>
                  </a:lnTo>
                  <a:lnTo>
                    <a:pt x="6660894" y="1804161"/>
                  </a:lnTo>
                  <a:lnTo>
                    <a:pt x="6589272" y="1798332"/>
                  </a:lnTo>
                  <a:lnTo>
                    <a:pt x="6517649" y="1792283"/>
                  </a:lnTo>
                  <a:lnTo>
                    <a:pt x="6446027" y="1786004"/>
                  </a:lnTo>
                  <a:lnTo>
                    <a:pt x="6374404" y="1779487"/>
                  </a:lnTo>
                  <a:lnTo>
                    <a:pt x="6302782" y="1772723"/>
                  </a:lnTo>
                  <a:lnTo>
                    <a:pt x="6231159" y="1765703"/>
                  </a:lnTo>
                  <a:lnTo>
                    <a:pt x="6159537" y="1758417"/>
                  </a:lnTo>
                  <a:lnTo>
                    <a:pt x="6087914" y="1750855"/>
                  </a:lnTo>
                  <a:lnTo>
                    <a:pt x="6016292" y="1743007"/>
                  </a:lnTo>
                  <a:lnTo>
                    <a:pt x="5944669" y="1734861"/>
                  </a:lnTo>
                  <a:lnTo>
                    <a:pt x="5873047" y="1726406"/>
                  </a:lnTo>
                  <a:lnTo>
                    <a:pt x="5801424" y="1717631"/>
                  </a:lnTo>
                  <a:lnTo>
                    <a:pt x="5729802" y="1708523"/>
                  </a:lnTo>
                  <a:lnTo>
                    <a:pt x="5658179" y="1699070"/>
                  </a:lnTo>
                  <a:lnTo>
                    <a:pt x="5586557" y="1689259"/>
                  </a:lnTo>
                  <a:lnTo>
                    <a:pt x="5514934" y="1679076"/>
                  </a:lnTo>
                  <a:lnTo>
                    <a:pt x="5443311" y="1668508"/>
                  </a:lnTo>
                  <a:lnTo>
                    <a:pt x="5371689" y="1657539"/>
                  </a:lnTo>
                  <a:lnTo>
                    <a:pt x="5300066" y="1646154"/>
                  </a:lnTo>
                  <a:lnTo>
                    <a:pt x="5228444" y="1634338"/>
                  </a:lnTo>
                  <a:lnTo>
                    <a:pt x="5156821" y="1622074"/>
                  </a:lnTo>
                  <a:lnTo>
                    <a:pt x="5085199" y="1609345"/>
                  </a:lnTo>
                  <a:lnTo>
                    <a:pt x="5013576" y="1596134"/>
                  </a:lnTo>
                  <a:lnTo>
                    <a:pt x="4941954" y="1582422"/>
                  </a:lnTo>
                  <a:lnTo>
                    <a:pt x="4870331" y="1568191"/>
                  </a:lnTo>
                  <a:lnTo>
                    <a:pt x="4798709" y="1553421"/>
                  </a:lnTo>
                  <a:lnTo>
                    <a:pt x="4727086" y="1538090"/>
                  </a:lnTo>
                  <a:lnTo>
                    <a:pt x="4655464" y="1522179"/>
                  </a:lnTo>
                  <a:lnTo>
                    <a:pt x="4583841" y="1505665"/>
                  </a:lnTo>
                  <a:lnTo>
                    <a:pt x="4512219" y="1488525"/>
                  </a:lnTo>
                  <a:lnTo>
                    <a:pt x="4440596" y="1470736"/>
                  </a:lnTo>
                  <a:lnTo>
                    <a:pt x="4368974" y="1452273"/>
                  </a:lnTo>
                  <a:lnTo>
                    <a:pt x="4297351" y="1433109"/>
                  </a:lnTo>
                  <a:lnTo>
                    <a:pt x="4225729" y="1413220"/>
                  </a:lnTo>
                  <a:lnTo>
                    <a:pt x="4154106" y="1392577"/>
                  </a:lnTo>
                  <a:lnTo>
                    <a:pt x="4082483" y="1371152"/>
                  </a:lnTo>
                  <a:lnTo>
                    <a:pt x="4010861" y="1348915"/>
                  </a:lnTo>
                  <a:lnTo>
                    <a:pt x="3939238" y="1325835"/>
                  </a:lnTo>
                  <a:lnTo>
                    <a:pt x="3867616" y="1301881"/>
                  </a:lnTo>
                  <a:lnTo>
                    <a:pt x="3795993" y="1277019"/>
                  </a:lnTo>
                  <a:lnTo>
                    <a:pt x="3724371" y="1251215"/>
                  </a:lnTo>
                  <a:lnTo>
                    <a:pt x="3652748" y="1224433"/>
                  </a:lnTo>
                  <a:lnTo>
                    <a:pt x="3581126" y="1196636"/>
                  </a:lnTo>
                  <a:lnTo>
                    <a:pt x="3509503" y="1167786"/>
                  </a:lnTo>
                  <a:lnTo>
                    <a:pt x="3437881" y="1137843"/>
                  </a:lnTo>
                  <a:lnTo>
                    <a:pt x="3366258" y="1118054"/>
                  </a:lnTo>
                  <a:lnTo>
                    <a:pt x="3294636" y="1102792"/>
                  </a:lnTo>
                  <a:lnTo>
                    <a:pt x="3223013" y="1087253"/>
                  </a:lnTo>
                  <a:lnTo>
                    <a:pt x="3151391" y="1071431"/>
                  </a:lnTo>
                  <a:lnTo>
                    <a:pt x="3079768" y="1055322"/>
                  </a:lnTo>
                  <a:lnTo>
                    <a:pt x="3008146" y="1038920"/>
                  </a:lnTo>
                  <a:lnTo>
                    <a:pt x="2936523" y="1022220"/>
                  </a:lnTo>
                  <a:lnTo>
                    <a:pt x="2864901" y="1005217"/>
                  </a:lnTo>
                  <a:lnTo>
                    <a:pt x="2793278" y="987905"/>
                  </a:lnTo>
                  <a:lnTo>
                    <a:pt x="2721655" y="970278"/>
                  </a:lnTo>
                  <a:lnTo>
                    <a:pt x="2650033" y="952330"/>
                  </a:lnTo>
                  <a:lnTo>
                    <a:pt x="2578410" y="934057"/>
                  </a:lnTo>
                  <a:lnTo>
                    <a:pt x="2506788" y="915452"/>
                  </a:lnTo>
                  <a:lnTo>
                    <a:pt x="2435165" y="896508"/>
                  </a:lnTo>
                  <a:lnTo>
                    <a:pt x="2363543" y="877221"/>
                  </a:lnTo>
                  <a:lnTo>
                    <a:pt x="2291920" y="857583"/>
                  </a:lnTo>
                  <a:lnTo>
                    <a:pt x="2220298" y="837588"/>
                  </a:lnTo>
                  <a:lnTo>
                    <a:pt x="2148675" y="817229"/>
                  </a:lnTo>
                  <a:lnTo>
                    <a:pt x="2077053" y="796501"/>
                  </a:lnTo>
                  <a:lnTo>
                    <a:pt x="2005430" y="775396"/>
                  </a:lnTo>
                  <a:lnTo>
                    <a:pt x="1933808" y="753908"/>
                  </a:lnTo>
                  <a:lnTo>
                    <a:pt x="1862185" y="732029"/>
                  </a:lnTo>
                  <a:lnTo>
                    <a:pt x="1790563" y="709753"/>
                  </a:lnTo>
                  <a:lnTo>
                    <a:pt x="1718940" y="687072"/>
                  </a:lnTo>
                  <a:lnTo>
                    <a:pt x="1647318" y="663978"/>
                  </a:lnTo>
                  <a:lnTo>
                    <a:pt x="1575695" y="640465"/>
                  </a:lnTo>
                  <a:lnTo>
                    <a:pt x="1504073" y="616525"/>
                  </a:lnTo>
                  <a:lnTo>
                    <a:pt x="1432450" y="592150"/>
                  </a:lnTo>
                  <a:lnTo>
                    <a:pt x="1360827" y="567332"/>
                  </a:lnTo>
                  <a:lnTo>
                    <a:pt x="1289205" y="542063"/>
                  </a:lnTo>
                  <a:lnTo>
                    <a:pt x="1217582" y="516335"/>
                  </a:lnTo>
                  <a:lnTo>
                    <a:pt x="1145960" y="490139"/>
                  </a:lnTo>
                  <a:lnTo>
                    <a:pt x="1074337" y="463468"/>
                  </a:lnTo>
                  <a:lnTo>
                    <a:pt x="1002715" y="436311"/>
                  </a:lnTo>
                  <a:lnTo>
                    <a:pt x="931092" y="408661"/>
                  </a:lnTo>
                  <a:lnTo>
                    <a:pt x="859470" y="380509"/>
                  </a:lnTo>
                  <a:lnTo>
                    <a:pt x="787847" y="351846"/>
                  </a:lnTo>
                  <a:lnTo>
                    <a:pt x="716225" y="322661"/>
                  </a:lnTo>
                  <a:lnTo>
                    <a:pt x="644602" y="292946"/>
                  </a:lnTo>
                  <a:lnTo>
                    <a:pt x="572980" y="262691"/>
                  </a:lnTo>
                  <a:lnTo>
                    <a:pt x="501357" y="231887"/>
                  </a:lnTo>
                  <a:lnTo>
                    <a:pt x="429735" y="200523"/>
                  </a:lnTo>
                  <a:lnTo>
                    <a:pt x="358112" y="168588"/>
                  </a:lnTo>
                  <a:lnTo>
                    <a:pt x="286490" y="136074"/>
                  </a:lnTo>
                  <a:lnTo>
                    <a:pt x="214867" y="102969"/>
                  </a:lnTo>
                  <a:lnTo>
                    <a:pt x="143245" y="69262"/>
                  </a:lnTo>
                  <a:lnTo>
                    <a:pt x="71622" y="3494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63275"/>
              <a:ext cx="7090630" cy="2892681"/>
            </a:xfrm>
            <a:custGeom>
              <a:avLst/>
              <a:pathLst>
                <a:path w="7090630" h="2892681">
                  <a:moveTo>
                    <a:pt x="0" y="0"/>
                  </a:moveTo>
                  <a:lnTo>
                    <a:pt x="71622" y="84227"/>
                  </a:lnTo>
                  <a:lnTo>
                    <a:pt x="143245" y="166162"/>
                  </a:lnTo>
                  <a:lnTo>
                    <a:pt x="214867" y="245866"/>
                  </a:lnTo>
                  <a:lnTo>
                    <a:pt x="286490" y="323400"/>
                  </a:lnTo>
                  <a:lnTo>
                    <a:pt x="358112" y="398824"/>
                  </a:lnTo>
                  <a:lnTo>
                    <a:pt x="429735" y="472194"/>
                  </a:lnTo>
                  <a:lnTo>
                    <a:pt x="501357" y="543567"/>
                  </a:lnTo>
                  <a:lnTo>
                    <a:pt x="572980" y="612997"/>
                  </a:lnTo>
                  <a:lnTo>
                    <a:pt x="644602" y="680537"/>
                  </a:lnTo>
                  <a:lnTo>
                    <a:pt x="716225" y="746239"/>
                  </a:lnTo>
                  <a:lnTo>
                    <a:pt x="787847" y="810151"/>
                  </a:lnTo>
                  <a:lnTo>
                    <a:pt x="859470" y="872324"/>
                  </a:lnTo>
                  <a:lnTo>
                    <a:pt x="931092" y="932804"/>
                  </a:lnTo>
                  <a:lnTo>
                    <a:pt x="1002715" y="991638"/>
                  </a:lnTo>
                  <a:lnTo>
                    <a:pt x="1074337" y="1048870"/>
                  </a:lnTo>
                  <a:lnTo>
                    <a:pt x="1145960" y="1104544"/>
                  </a:lnTo>
                  <a:lnTo>
                    <a:pt x="1217582" y="1158703"/>
                  </a:lnTo>
                  <a:lnTo>
                    <a:pt x="1289205" y="1211387"/>
                  </a:lnTo>
                  <a:lnTo>
                    <a:pt x="1360827" y="1262637"/>
                  </a:lnTo>
                  <a:lnTo>
                    <a:pt x="1432450" y="1312491"/>
                  </a:lnTo>
                  <a:lnTo>
                    <a:pt x="1504073" y="1360989"/>
                  </a:lnTo>
                  <a:lnTo>
                    <a:pt x="1575695" y="1408166"/>
                  </a:lnTo>
                  <a:lnTo>
                    <a:pt x="1647318" y="1454059"/>
                  </a:lnTo>
                  <a:lnTo>
                    <a:pt x="1718940" y="1498703"/>
                  </a:lnTo>
                  <a:lnTo>
                    <a:pt x="1790563" y="1542131"/>
                  </a:lnTo>
                  <a:lnTo>
                    <a:pt x="1862185" y="1584377"/>
                  </a:lnTo>
                  <a:lnTo>
                    <a:pt x="1933808" y="1625473"/>
                  </a:lnTo>
                  <a:lnTo>
                    <a:pt x="2005430" y="1665450"/>
                  </a:lnTo>
                  <a:lnTo>
                    <a:pt x="2077053" y="1704339"/>
                  </a:lnTo>
                  <a:lnTo>
                    <a:pt x="2148675" y="1742169"/>
                  </a:lnTo>
                  <a:lnTo>
                    <a:pt x="2220298" y="1778970"/>
                  </a:lnTo>
                  <a:lnTo>
                    <a:pt x="2291920" y="1814768"/>
                  </a:lnTo>
                  <a:lnTo>
                    <a:pt x="2363543" y="1849592"/>
                  </a:lnTo>
                  <a:lnTo>
                    <a:pt x="2435165" y="1883468"/>
                  </a:lnTo>
                  <a:lnTo>
                    <a:pt x="2506788" y="1916422"/>
                  </a:lnTo>
                  <a:lnTo>
                    <a:pt x="2578410" y="1948478"/>
                  </a:lnTo>
                  <a:lnTo>
                    <a:pt x="2650033" y="1979662"/>
                  </a:lnTo>
                  <a:lnTo>
                    <a:pt x="2721655" y="2009997"/>
                  </a:lnTo>
                  <a:lnTo>
                    <a:pt x="2793278" y="2039507"/>
                  </a:lnTo>
                  <a:lnTo>
                    <a:pt x="2864901" y="2068212"/>
                  </a:lnTo>
                  <a:lnTo>
                    <a:pt x="2936523" y="2096137"/>
                  </a:lnTo>
                  <a:lnTo>
                    <a:pt x="3008146" y="2123301"/>
                  </a:lnTo>
                  <a:lnTo>
                    <a:pt x="3079768" y="2149726"/>
                  </a:lnTo>
                  <a:lnTo>
                    <a:pt x="3151391" y="2175431"/>
                  </a:lnTo>
                  <a:lnTo>
                    <a:pt x="3223013" y="2200437"/>
                  </a:lnTo>
                  <a:lnTo>
                    <a:pt x="3294636" y="2224762"/>
                  </a:lnTo>
                  <a:lnTo>
                    <a:pt x="3366258" y="2248424"/>
                  </a:lnTo>
                  <a:lnTo>
                    <a:pt x="3437881" y="2271443"/>
                  </a:lnTo>
                  <a:lnTo>
                    <a:pt x="3509503" y="2293835"/>
                  </a:lnTo>
                  <a:lnTo>
                    <a:pt x="3581126" y="2315617"/>
                  </a:lnTo>
                  <a:lnTo>
                    <a:pt x="3652748" y="2336806"/>
                  </a:lnTo>
                  <a:lnTo>
                    <a:pt x="3724371" y="2357419"/>
                  </a:lnTo>
                  <a:lnTo>
                    <a:pt x="3795993" y="2377470"/>
                  </a:lnTo>
                  <a:lnTo>
                    <a:pt x="3867616" y="2396976"/>
                  </a:lnTo>
                  <a:lnTo>
                    <a:pt x="3939238" y="2415950"/>
                  </a:lnTo>
                  <a:lnTo>
                    <a:pt x="4010861" y="2434408"/>
                  </a:lnTo>
                  <a:lnTo>
                    <a:pt x="4082483" y="2452363"/>
                  </a:lnTo>
                  <a:lnTo>
                    <a:pt x="4154106" y="2469830"/>
                  </a:lnTo>
                  <a:lnTo>
                    <a:pt x="4225729" y="2486821"/>
                  </a:lnTo>
                  <a:lnTo>
                    <a:pt x="4297351" y="2503350"/>
                  </a:lnTo>
                  <a:lnTo>
                    <a:pt x="4368974" y="2519428"/>
                  </a:lnTo>
                  <a:lnTo>
                    <a:pt x="4440596" y="2535069"/>
                  </a:lnTo>
                  <a:lnTo>
                    <a:pt x="4512219" y="2550284"/>
                  </a:lnTo>
                  <a:lnTo>
                    <a:pt x="4583841" y="2565085"/>
                  </a:lnTo>
                  <a:lnTo>
                    <a:pt x="4655464" y="2579483"/>
                  </a:lnTo>
                  <a:lnTo>
                    <a:pt x="4727086" y="2593489"/>
                  </a:lnTo>
                  <a:lnTo>
                    <a:pt x="4798709" y="2607114"/>
                  </a:lnTo>
                  <a:lnTo>
                    <a:pt x="4870331" y="2620368"/>
                  </a:lnTo>
                  <a:lnTo>
                    <a:pt x="4941954" y="2633261"/>
                  </a:lnTo>
                  <a:lnTo>
                    <a:pt x="5013576" y="2645803"/>
                  </a:lnTo>
                  <a:lnTo>
                    <a:pt x="5085199" y="2658004"/>
                  </a:lnTo>
                  <a:lnTo>
                    <a:pt x="5156821" y="2669872"/>
                  </a:lnTo>
                  <a:lnTo>
                    <a:pt x="5228444" y="2681418"/>
                  </a:lnTo>
                  <a:lnTo>
                    <a:pt x="5300066" y="2692649"/>
                  </a:lnTo>
                  <a:lnTo>
                    <a:pt x="5371689" y="2703574"/>
                  </a:lnTo>
                  <a:lnTo>
                    <a:pt x="5443311" y="2714202"/>
                  </a:lnTo>
                  <a:lnTo>
                    <a:pt x="5514934" y="2724540"/>
                  </a:lnTo>
                  <a:lnTo>
                    <a:pt x="5586557" y="2734598"/>
                  </a:lnTo>
                  <a:lnTo>
                    <a:pt x="5658179" y="2744381"/>
                  </a:lnTo>
                  <a:lnTo>
                    <a:pt x="5729802" y="2753898"/>
                  </a:lnTo>
                  <a:lnTo>
                    <a:pt x="5801424" y="2763156"/>
                  </a:lnTo>
                  <a:lnTo>
                    <a:pt x="5873047" y="2772162"/>
                  </a:lnTo>
                  <a:lnTo>
                    <a:pt x="5944669" y="2780922"/>
                  </a:lnTo>
                  <a:lnTo>
                    <a:pt x="6016292" y="2789445"/>
                  </a:lnTo>
                  <a:lnTo>
                    <a:pt x="6087914" y="2797735"/>
                  </a:lnTo>
                  <a:lnTo>
                    <a:pt x="6159537" y="2805800"/>
                  </a:lnTo>
                  <a:lnTo>
                    <a:pt x="6231159" y="2813645"/>
                  </a:lnTo>
                  <a:lnTo>
                    <a:pt x="6302782" y="2821276"/>
                  </a:lnTo>
                  <a:lnTo>
                    <a:pt x="6374404" y="2828700"/>
                  </a:lnTo>
                  <a:lnTo>
                    <a:pt x="6446027" y="2835921"/>
                  </a:lnTo>
                  <a:lnTo>
                    <a:pt x="6517649" y="2842946"/>
                  </a:lnTo>
                  <a:lnTo>
                    <a:pt x="6589272" y="2849780"/>
                  </a:lnTo>
                  <a:lnTo>
                    <a:pt x="6660894" y="2856428"/>
                  </a:lnTo>
                  <a:lnTo>
                    <a:pt x="6732517" y="2862894"/>
                  </a:lnTo>
                  <a:lnTo>
                    <a:pt x="6804139" y="2869185"/>
                  </a:lnTo>
                  <a:lnTo>
                    <a:pt x="6875762" y="2875305"/>
                  </a:lnTo>
                  <a:lnTo>
                    <a:pt x="6947385" y="2881258"/>
                  </a:lnTo>
                  <a:lnTo>
                    <a:pt x="7019007" y="2887048"/>
                  </a:lnTo>
                  <a:lnTo>
                    <a:pt x="7090630" y="28926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(1.24-1.56), p_Bonf = &lt;0.001 (n = 6)  |  per IQR decline (Δ = 29.3 %): 2.64 (1.88-3.70)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2026-09-28T16:57:34Z</dcterms:modified>
  <cp:category/>
</cp:coreProperties>
</file>