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579011"/>
              <a:ext cx="7090630" cy="2768519"/>
            </a:xfrm>
            <a:custGeom>
              <a:avLst/>
              <a:pathLst>
                <a:path w="7090630" h="2768519">
                  <a:moveTo>
                    <a:pt x="0" y="0"/>
                  </a:moveTo>
                  <a:lnTo>
                    <a:pt x="71622" y="78760"/>
                  </a:lnTo>
                  <a:lnTo>
                    <a:pt x="143245" y="155437"/>
                  </a:lnTo>
                  <a:lnTo>
                    <a:pt x="214867" y="230087"/>
                  </a:lnTo>
                  <a:lnTo>
                    <a:pt x="286490" y="302762"/>
                  </a:lnTo>
                  <a:lnTo>
                    <a:pt x="358112" y="373516"/>
                  </a:lnTo>
                  <a:lnTo>
                    <a:pt x="429735" y="442398"/>
                  </a:lnTo>
                  <a:lnTo>
                    <a:pt x="501357" y="509459"/>
                  </a:lnTo>
                  <a:lnTo>
                    <a:pt x="572980" y="574747"/>
                  </a:lnTo>
                  <a:lnTo>
                    <a:pt x="644602" y="638308"/>
                  </a:lnTo>
                  <a:lnTo>
                    <a:pt x="716225" y="700188"/>
                  </a:lnTo>
                  <a:lnTo>
                    <a:pt x="787847" y="760431"/>
                  </a:lnTo>
                  <a:lnTo>
                    <a:pt x="859470" y="819082"/>
                  </a:lnTo>
                  <a:lnTo>
                    <a:pt x="931092" y="876181"/>
                  </a:lnTo>
                  <a:lnTo>
                    <a:pt x="1002715" y="931771"/>
                  </a:lnTo>
                  <a:lnTo>
                    <a:pt x="1074337" y="985890"/>
                  </a:lnTo>
                  <a:lnTo>
                    <a:pt x="1145960" y="1038578"/>
                  </a:lnTo>
                  <a:lnTo>
                    <a:pt x="1217582" y="1089873"/>
                  </a:lnTo>
                  <a:lnTo>
                    <a:pt x="1289205" y="1139811"/>
                  </a:lnTo>
                  <a:lnTo>
                    <a:pt x="1360827" y="1188429"/>
                  </a:lnTo>
                  <a:lnTo>
                    <a:pt x="1432450" y="1235761"/>
                  </a:lnTo>
                  <a:lnTo>
                    <a:pt x="1504073" y="1281841"/>
                  </a:lnTo>
                  <a:lnTo>
                    <a:pt x="1575695" y="1326703"/>
                  </a:lnTo>
                  <a:lnTo>
                    <a:pt x="1647318" y="1370378"/>
                  </a:lnTo>
                  <a:lnTo>
                    <a:pt x="1718940" y="1412898"/>
                  </a:lnTo>
                  <a:lnTo>
                    <a:pt x="1790563" y="1454294"/>
                  </a:lnTo>
                  <a:lnTo>
                    <a:pt x="1862185" y="1494595"/>
                  </a:lnTo>
                  <a:lnTo>
                    <a:pt x="1933808" y="1533830"/>
                  </a:lnTo>
                  <a:lnTo>
                    <a:pt x="2005430" y="1572028"/>
                  </a:lnTo>
                  <a:lnTo>
                    <a:pt x="2077053" y="1609216"/>
                  </a:lnTo>
                  <a:lnTo>
                    <a:pt x="2148675" y="1645420"/>
                  </a:lnTo>
                  <a:lnTo>
                    <a:pt x="2220298" y="1680666"/>
                  </a:lnTo>
                  <a:lnTo>
                    <a:pt x="2291920" y="1714981"/>
                  </a:lnTo>
                  <a:lnTo>
                    <a:pt x="2363543" y="1748388"/>
                  </a:lnTo>
                  <a:lnTo>
                    <a:pt x="2435165" y="1780912"/>
                  </a:lnTo>
                  <a:lnTo>
                    <a:pt x="2506788" y="1812575"/>
                  </a:lnTo>
                  <a:lnTo>
                    <a:pt x="2578410" y="1843402"/>
                  </a:lnTo>
                  <a:lnTo>
                    <a:pt x="2650033" y="1873413"/>
                  </a:lnTo>
                  <a:lnTo>
                    <a:pt x="2721655" y="1902630"/>
                  </a:lnTo>
                  <a:lnTo>
                    <a:pt x="2793278" y="1931075"/>
                  </a:lnTo>
                  <a:lnTo>
                    <a:pt x="2864901" y="1958767"/>
                  </a:lnTo>
                  <a:lnTo>
                    <a:pt x="2936523" y="1985727"/>
                  </a:lnTo>
                  <a:lnTo>
                    <a:pt x="3008146" y="2011975"/>
                  </a:lnTo>
                  <a:lnTo>
                    <a:pt x="3079768" y="2037528"/>
                  </a:lnTo>
                  <a:lnTo>
                    <a:pt x="3151391" y="2062405"/>
                  </a:lnTo>
                  <a:lnTo>
                    <a:pt x="3223013" y="2086624"/>
                  </a:lnTo>
                  <a:lnTo>
                    <a:pt x="3294636" y="2110203"/>
                  </a:lnTo>
                  <a:lnTo>
                    <a:pt x="3366258" y="2133159"/>
                  </a:lnTo>
                  <a:lnTo>
                    <a:pt x="3437881" y="2152770"/>
                  </a:lnTo>
                  <a:lnTo>
                    <a:pt x="3509503" y="2165774"/>
                  </a:lnTo>
                  <a:lnTo>
                    <a:pt x="3581126" y="2178572"/>
                  </a:lnTo>
                  <a:lnTo>
                    <a:pt x="3652748" y="2191170"/>
                  </a:lnTo>
                  <a:lnTo>
                    <a:pt x="3724371" y="2203568"/>
                  </a:lnTo>
                  <a:lnTo>
                    <a:pt x="3795993" y="2215772"/>
                  </a:lnTo>
                  <a:lnTo>
                    <a:pt x="3867616" y="2227783"/>
                  </a:lnTo>
                  <a:lnTo>
                    <a:pt x="3939238" y="2239605"/>
                  </a:lnTo>
                  <a:lnTo>
                    <a:pt x="4010861" y="2251240"/>
                  </a:lnTo>
                  <a:lnTo>
                    <a:pt x="4082483" y="2262693"/>
                  </a:lnTo>
                  <a:lnTo>
                    <a:pt x="4154106" y="2273965"/>
                  </a:lnTo>
                  <a:lnTo>
                    <a:pt x="4225729" y="2285059"/>
                  </a:lnTo>
                  <a:lnTo>
                    <a:pt x="4297351" y="2295979"/>
                  </a:lnTo>
                  <a:lnTo>
                    <a:pt x="4368974" y="2306727"/>
                  </a:lnTo>
                  <a:lnTo>
                    <a:pt x="4440596" y="2317305"/>
                  </a:lnTo>
                  <a:lnTo>
                    <a:pt x="4512219" y="2327717"/>
                  </a:lnTo>
                  <a:lnTo>
                    <a:pt x="4583841" y="2337964"/>
                  </a:lnTo>
                  <a:lnTo>
                    <a:pt x="4655464" y="2348051"/>
                  </a:lnTo>
                  <a:lnTo>
                    <a:pt x="4727086" y="2357978"/>
                  </a:lnTo>
                  <a:lnTo>
                    <a:pt x="4798709" y="2367749"/>
                  </a:lnTo>
                  <a:lnTo>
                    <a:pt x="4870331" y="2377366"/>
                  </a:lnTo>
                  <a:lnTo>
                    <a:pt x="4941954" y="2386832"/>
                  </a:lnTo>
                  <a:lnTo>
                    <a:pt x="5013576" y="2396148"/>
                  </a:lnTo>
                  <a:lnTo>
                    <a:pt x="5085199" y="2405318"/>
                  </a:lnTo>
                  <a:lnTo>
                    <a:pt x="5156821" y="2414343"/>
                  </a:lnTo>
                  <a:lnTo>
                    <a:pt x="5228444" y="2423226"/>
                  </a:lnTo>
                  <a:lnTo>
                    <a:pt x="5300066" y="2431969"/>
                  </a:lnTo>
                  <a:lnTo>
                    <a:pt x="5371689" y="2440575"/>
                  </a:lnTo>
                  <a:lnTo>
                    <a:pt x="5443311" y="2449044"/>
                  </a:lnTo>
                  <a:lnTo>
                    <a:pt x="5514934" y="2457381"/>
                  </a:lnTo>
                  <a:lnTo>
                    <a:pt x="5586557" y="2465586"/>
                  </a:lnTo>
                  <a:lnTo>
                    <a:pt x="5658179" y="2473662"/>
                  </a:lnTo>
                  <a:lnTo>
                    <a:pt x="5729802" y="2481610"/>
                  </a:lnTo>
                  <a:lnTo>
                    <a:pt x="5801424" y="2489434"/>
                  </a:lnTo>
                  <a:lnTo>
                    <a:pt x="5873047" y="2497134"/>
                  </a:lnTo>
                  <a:lnTo>
                    <a:pt x="5944669" y="2504713"/>
                  </a:lnTo>
                  <a:lnTo>
                    <a:pt x="6016292" y="2512172"/>
                  </a:lnTo>
                  <a:lnTo>
                    <a:pt x="6087914" y="2519514"/>
                  </a:lnTo>
                  <a:lnTo>
                    <a:pt x="6159537" y="2526740"/>
                  </a:lnTo>
                  <a:lnTo>
                    <a:pt x="6231159" y="2533853"/>
                  </a:lnTo>
                  <a:lnTo>
                    <a:pt x="6302782" y="2540853"/>
                  </a:lnTo>
                  <a:lnTo>
                    <a:pt x="6374404" y="2547743"/>
                  </a:lnTo>
                  <a:lnTo>
                    <a:pt x="6446027" y="2554525"/>
                  </a:lnTo>
                  <a:lnTo>
                    <a:pt x="6517649" y="2561200"/>
                  </a:lnTo>
                  <a:lnTo>
                    <a:pt x="6589272" y="2567769"/>
                  </a:lnTo>
                  <a:lnTo>
                    <a:pt x="6660894" y="2574235"/>
                  </a:lnTo>
                  <a:lnTo>
                    <a:pt x="6732517" y="2580600"/>
                  </a:lnTo>
                  <a:lnTo>
                    <a:pt x="6804139" y="2586864"/>
                  </a:lnTo>
                  <a:lnTo>
                    <a:pt x="6875762" y="2593029"/>
                  </a:lnTo>
                  <a:lnTo>
                    <a:pt x="6947385" y="2599097"/>
                  </a:lnTo>
                  <a:lnTo>
                    <a:pt x="7019007" y="2605070"/>
                  </a:lnTo>
                  <a:lnTo>
                    <a:pt x="7090630" y="2610948"/>
                  </a:lnTo>
                  <a:lnTo>
                    <a:pt x="7090630" y="2768519"/>
                  </a:lnTo>
                  <a:lnTo>
                    <a:pt x="7019007" y="2762823"/>
                  </a:lnTo>
                  <a:lnTo>
                    <a:pt x="6947385" y="2756971"/>
                  </a:lnTo>
                  <a:lnTo>
                    <a:pt x="6875762" y="2750961"/>
                  </a:lnTo>
                  <a:lnTo>
                    <a:pt x="6804139" y="2744787"/>
                  </a:lnTo>
                  <a:lnTo>
                    <a:pt x="6732517" y="2738446"/>
                  </a:lnTo>
                  <a:lnTo>
                    <a:pt x="6660894" y="2731932"/>
                  </a:lnTo>
                  <a:lnTo>
                    <a:pt x="6589272" y="2725242"/>
                  </a:lnTo>
                  <a:lnTo>
                    <a:pt x="6517649" y="2718369"/>
                  </a:lnTo>
                  <a:lnTo>
                    <a:pt x="6446027" y="2711310"/>
                  </a:lnTo>
                  <a:lnTo>
                    <a:pt x="6374404" y="2704060"/>
                  </a:lnTo>
                  <a:lnTo>
                    <a:pt x="6302782" y="2696612"/>
                  </a:lnTo>
                  <a:lnTo>
                    <a:pt x="6231159" y="2688962"/>
                  </a:lnTo>
                  <a:lnTo>
                    <a:pt x="6159537" y="2681104"/>
                  </a:lnTo>
                  <a:lnTo>
                    <a:pt x="6087914" y="2673033"/>
                  </a:lnTo>
                  <a:lnTo>
                    <a:pt x="6016292" y="2664742"/>
                  </a:lnTo>
                  <a:lnTo>
                    <a:pt x="5944669" y="2656227"/>
                  </a:lnTo>
                  <a:lnTo>
                    <a:pt x="5873047" y="2647480"/>
                  </a:lnTo>
                  <a:lnTo>
                    <a:pt x="5801424" y="2638495"/>
                  </a:lnTo>
                  <a:lnTo>
                    <a:pt x="5729802" y="2629267"/>
                  </a:lnTo>
                  <a:lnTo>
                    <a:pt x="5658179" y="2619787"/>
                  </a:lnTo>
                  <a:lnTo>
                    <a:pt x="5586557" y="2610050"/>
                  </a:lnTo>
                  <a:lnTo>
                    <a:pt x="5514934" y="2600049"/>
                  </a:lnTo>
                  <a:lnTo>
                    <a:pt x="5443311" y="2589776"/>
                  </a:lnTo>
                  <a:lnTo>
                    <a:pt x="5371689" y="2579224"/>
                  </a:lnTo>
                  <a:lnTo>
                    <a:pt x="5300066" y="2568385"/>
                  </a:lnTo>
                  <a:lnTo>
                    <a:pt x="5228444" y="2557252"/>
                  </a:lnTo>
                  <a:lnTo>
                    <a:pt x="5156821" y="2545817"/>
                  </a:lnTo>
                  <a:lnTo>
                    <a:pt x="5085199" y="2534071"/>
                  </a:lnTo>
                  <a:lnTo>
                    <a:pt x="5013576" y="2522006"/>
                  </a:lnTo>
                  <a:lnTo>
                    <a:pt x="4941954" y="2509613"/>
                  </a:lnTo>
                  <a:lnTo>
                    <a:pt x="4870331" y="2496883"/>
                  </a:lnTo>
                  <a:lnTo>
                    <a:pt x="4798709" y="2483808"/>
                  </a:lnTo>
                  <a:lnTo>
                    <a:pt x="4727086" y="2470377"/>
                  </a:lnTo>
                  <a:lnTo>
                    <a:pt x="4655464" y="2456582"/>
                  </a:lnTo>
                  <a:lnTo>
                    <a:pt x="4583841" y="2442412"/>
                  </a:lnTo>
                  <a:lnTo>
                    <a:pt x="4512219" y="2427857"/>
                  </a:lnTo>
                  <a:lnTo>
                    <a:pt x="4440596" y="2412907"/>
                  </a:lnTo>
                  <a:lnTo>
                    <a:pt x="4368974" y="2397550"/>
                  </a:lnTo>
                  <a:lnTo>
                    <a:pt x="4297351" y="2381777"/>
                  </a:lnTo>
                  <a:lnTo>
                    <a:pt x="4225729" y="2365575"/>
                  </a:lnTo>
                  <a:lnTo>
                    <a:pt x="4154106" y="2348932"/>
                  </a:lnTo>
                  <a:lnTo>
                    <a:pt x="4082483" y="2331838"/>
                  </a:lnTo>
                  <a:lnTo>
                    <a:pt x="4010861" y="2314280"/>
                  </a:lnTo>
                  <a:lnTo>
                    <a:pt x="3939238" y="2296244"/>
                  </a:lnTo>
                  <a:lnTo>
                    <a:pt x="3867616" y="2277719"/>
                  </a:lnTo>
                  <a:lnTo>
                    <a:pt x="3795993" y="2258690"/>
                  </a:lnTo>
                  <a:lnTo>
                    <a:pt x="3724371" y="2239145"/>
                  </a:lnTo>
                  <a:lnTo>
                    <a:pt x="3652748" y="2219068"/>
                  </a:lnTo>
                  <a:lnTo>
                    <a:pt x="3581126" y="2198446"/>
                  </a:lnTo>
                  <a:lnTo>
                    <a:pt x="3509503" y="2177264"/>
                  </a:lnTo>
                  <a:lnTo>
                    <a:pt x="3437881" y="2155507"/>
                  </a:lnTo>
                  <a:lnTo>
                    <a:pt x="3366258" y="2139558"/>
                  </a:lnTo>
                  <a:lnTo>
                    <a:pt x="3294636" y="2126135"/>
                  </a:lnTo>
                  <a:lnTo>
                    <a:pt x="3223013" y="2112497"/>
                  </a:lnTo>
                  <a:lnTo>
                    <a:pt x="3151391" y="2098641"/>
                  </a:lnTo>
                  <a:lnTo>
                    <a:pt x="3079768" y="2084563"/>
                  </a:lnTo>
                  <a:lnTo>
                    <a:pt x="3008146" y="2070259"/>
                  </a:lnTo>
                  <a:lnTo>
                    <a:pt x="2936523" y="2055727"/>
                  </a:lnTo>
                  <a:lnTo>
                    <a:pt x="2864901" y="2040962"/>
                  </a:lnTo>
                  <a:lnTo>
                    <a:pt x="2793278" y="2025961"/>
                  </a:lnTo>
                  <a:lnTo>
                    <a:pt x="2721655" y="2010719"/>
                  </a:lnTo>
                  <a:lnTo>
                    <a:pt x="2650033" y="1995234"/>
                  </a:lnTo>
                  <a:lnTo>
                    <a:pt x="2578410" y="1979501"/>
                  </a:lnTo>
                  <a:lnTo>
                    <a:pt x="2506788" y="1963516"/>
                  </a:lnTo>
                  <a:lnTo>
                    <a:pt x="2435165" y="1947275"/>
                  </a:lnTo>
                  <a:lnTo>
                    <a:pt x="2363543" y="1930774"/>
                  </a:lnTo>
                  <a:lnTo>
                    <a:pt x="2291920" y="1914009"/>
                  </a:lnTo>
                  <a:lnTo>
                    <a:pt x="2220298" y="1896976"/>
                  </a:lnTo>
                  <a:lnTo>
                    <a:pt x="2148675" y="1879671"/>
                  </a:lnTo>
                  <a:lnTo>
                    <a:pt x="2077053" y="1862088"/>
                  </a:lnTo>
                  <a:lnTo>
                    <a:pt x="2005430" y="1844224"/>
                  </a:lnTo>
                  <a:lnTo>
                    <a:pt x="1933808" y="1826074"/>
                  </a:lnTo>
                  <a:lnTo>
                    <a:pt x="1862185" y="1807633"/>
                  </a:lnTo>
                  <a:lnTo>
                    <a:pt x="1790563" y="1788897"/>
                  </a:lnTo>
                  <a:lnTo>
                    <a:pt x="1718940" y="1769862"/>
                  </a:lnTo>
                  <a:lnTo>
                    <a:pt x="1647318" y="1750521"/>
                  </a:lnTo>
                  <a:lnTo>
                    <a:pt x="1575695" y="1730872"/>
                  </a:lnTo>
                  <a:lnTo>
                    <a:pt x="1504073" y="1710907"/>
                  </a:lnTo>
                  <a:lnTo>
                    <a:pt x="1432450" y="1690623"/>
                  </a:lnTo>
                  <a:lnTo>
                    <a:pt x="1360827" y="1670015"/>
                  </a:lnTo>
                  <a:lnTo>
                    <a:pt x="1289205" y="1649077"/>
                  </a:lnTo>
                  <a:lnTo>
                    <a:pt x="1217582" y="1627803"/>
                  </a:lnTo>
                  <a:lnTo>
                    <a:pt x="1145960" y="1606189"/>
                  </a:lnTo>
                  <a:lnTo>
                    <a:pt x="1074337" y="1584229"/>
                  </a:lnTo>
                  <a:lnTo>
                    <a:pt x="1002715" y="1561918"/>
                  </a:lnTo>
                  <a:lnTo>
                    <a:pt x="931092" y="1539250"/>
                  </a:lnTo>
                  <a:lnTo>
                    <a:pt x="859470" y="1516218"/>
                  </a:lnTo>
                  <a:lnTo>
                    <a:pt x="787847" y="1492819"/>
                  </a:lnTo>
                  <a:lnTo>
                    <a:pt x="716225" y="1469044"/>
                  </a:lnTo>
                  <a:lnTo>
                    <a:pt x="644602" y="1444889"/>
                  </a:lnTo>
                  <a:lnTo>
                    <a:pt x="572980" y="1420348"/>
                  </a:lnTo>
                  <a:lnTo>
                    <a:pt x="501357" y="1395413"/>
                  </a:lnTo>
                  <a:lnTo>
                    <a:pt x="429735" y="1370080"/>
                  </a:lnTo>
                  <a:lnTo>
                    <a:pt x="358112" y="1344341"/>
                  </a:lnTo>
                  <a:lnTo>
                    <a:pt x="286490" y="1318191"/>
                  </a:lnTo>
                  <a:lnTo>
                    <a:pt x="214867" y="1291621"/>
                  </a:lnTo>
                  <a:lnTo>
                    <a:pt x="143245" y="1264627"/>
                  </a:lnTo>
                  <a:lnTo>
                    <a:pt x="71622" y="1237200"/>
                  </a:lnTo>
                  <a:lnTo>
                    <a:pt x="0" y="120933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579011"/>
              <a:ext cx="7090630" cy="2610948"/>
            </a:xfrm>
            <a:custGeom>
              <a:avLst/>
              <a:pathLst>
                <a:path w="7090630" h="2610948">
                  <a:moveTo>
                    <a:pt x="0" y="0"/>
                  </a:moveTo>
                  <a:lnTo>
                    <a:pt x="71622" y="78760"/>
                  </a:lnTo>
                  <a:lnTo>
                    <a:pt x="143245" y="155437"/>
                  </a:lnTo>
                  <a:lnTo>
                    <a:pt x="214867" y="230087"/>
                  </a:lnTo>
                  <a:lnTo>
                    <a:pt x="286490" y="302762"/>
                  </a:lnTo>
                  <a:lnTo>
                    <a:pt x="358112" y="373516"/>
                  </a:lnTo>
                  <a:lnTo>
                    <a:pt x="429735" y="442398"/>
                  </a:lnTo>
                  <a:lnTo>
                    <a:pt x="501357" y="509459"/>
                  </a:lnTo>
                  <a:lnTo>
                    <a:pt x="572980" y="574747"/>
                  </a:lnTo>
                  <a:lnTo>
                    <a:pt x="644602" y="638308"/>
                  </a:lnTo>
                  <a:lnTo>
                    <a:pt x="716225" y="700188"/>
                  </a:lnTo>
                  <a:lnTo>
                    <a:pt x="787847" y="760431"/>
                  </a:lnTo>
                  <a:lnTo>
                    <a:pt x="859470" y="819082"/>
                  </a:lnTo>
                  <a:lnTo>
                    <a:pt x="931092" y="876181"/>
                  </a:lnTo>
                  <a:lnTo>
                    <a:pt x="1002715" y="931771"/>
                  </a:lnTo>
                  <a:lnTo>
                    <a:pt x="1074337" y="985890"/>
                  </a:lnTo>
                  <a:lnTo>
                    <a:pt x="1145960" y="1038578"/>
                  </a:lnTo>
                  <a:lnTo>
                    <a:pt x="1217582" y="1089873"/>
                  </a:lnTo>
                  <a:lnTo>
                    <a:pt x="1289205" y="1139811"/>
                  </a:lnTo>
                  <a:lnTo>
                    <a:pt x="1360827" y="1188429"/>
                  </a:lnTo>
                  <a:lnTo>
                    <a:pt x="1432450" y="1235761"/>
                  </a:lnTo>
                  <a:lnTo>
                    <a:pt x="1504073" y="1281841"/>
                  </a:lnTo>
                  <a:lnTo>
                    <a:pt x="1575695" y="1326703"/>
                  </a:lnTo>
                  <a:lnTo>
                    <a:pt x="1647318" y="1370378"/>
                  </a:lnTo>
                  <a:lnTo>
                    <a:pt x="1718940" y="1412898"/>
                  </a:lnTo>
                  <a:lnTo>
                    <a:pt x="1790563" y="1454294"/>
                  </a:lnTo>
                  <a:lnTo>
                    <a:pt x="1862185" y="1494595"/>
                  </a:lnTo>
                  <a:lnTo>
                    <a:pt x="1933808" y="1533830"/>
                  </a:lnTo>
                  <a:lnTo>
                    <a:pt x="2005430" y="1572028"/>
                  </a:lnTo>
                  <a:lnTo>
                    <a:pt x="2077053" y="1609216"/>
                  </a:lnTo>
                  <a:lnTo>
                    <a:pt x="2148675" y="1645420"/>
                  </a:lnTo>
                  <a:lnTo>
                    <a:pt x="2220298" y="1680666"/>
                  </a:lnTo>
                  <a:lnTo>
                    <a:pt x="2291920" y="1714981"/>
                  </a:lnTo>
                  <a:lnTo>
                    <a:pt x="2363543" y="1748388"/>
                  </a:lnTo>
                  <a:lnTo>
                    <a:pt x="2435165" y="1780912"/>
                  </a:lnTo>
                  <a:lnTo>
                    <a:pt x="2506788" y="1812575"/>
                  </a:lnTo>
                  <a:lnTo>
                    <a:pt x="2578410" y="1843402"/>
                  </a:lnTo>
                  <a:lnTo>
                    <a:pt x="2650033" y="1873413"/>
                  </a:lnTo>
                  <a:lnTo>
                    <a:pt x="2721655" y="1902630"/>
                  </a:lnTo>
                  <a:lnTo>
                    <a:pt x="2793278" y="1931075"/>
                  </a:lnTo>
                  <a:lnTo>
                    <a:pt x="2864901" y="1958767"/>
                  </a:lnTo>
                  <a:lnTo>
                    <a:pt x="2936523" y="1985727"/>
                  </a:lnTo>
                  <a:lnTo>
                    <a:pt x="3008146" y="2011975"/>
                  </a:lnTo>
                  <a:lnTo>
                    <a:pt x="3079768" y="2037528"/>
                  </a:lnTo>
                  <a:lnTo>
                    <a:pt x="3151391" y="2062405"/>
                  </a:lnTo>
                  <a:lnTo>
                    <a:pt x="3223013" y="2086624"/>
                  </a:lnTo>
                  <a:lnTo>
                    <a:pt x="3294636" y="2110203"/>
                  </a:lnTo>
                  <a:lnTo>
                    <a:pt x="3366258" y="2133159"/>
                  </a:lnTo>
                  <a:lnTo>
                    <a:pt x="3437881" y="2152770"/>
                  </a:lnTo>
                  <a:lnTo>
                    <a:pt x="3509503" y="2165774"/>
                  </a:lnTo>
                  <a:lnTo>
                    <a:pt x="3581126" y="2178572"/>
                  </a:lnTo>
                  <a:lnTo>
                    <a:pt x="3652748" y="2191170"/>
                  </a:lnTo>
                  <a:lnTo>
                    <a:pt x="3724371" y="2203568"/>
                  </a:lnTo>
                  <a:lnTo>
                    <a:pt x="3795993" y="2215772"/>
                  </a:lnTo>
                  <a:lnTo>
                    <a:pt x="3867616" y="2227783"/>
                  </a:lnTo>
                  <a:lnTo>
                    <a:pt x="3939238" y="2239605"/>
                  </a:lnTo>
                  <a:lnTo>
                    <a:pt x="4010861" y="2251240"/>
                  </a:lnTo>
                  <a:lnTo>
                    <a:pt x="4082483" y="2262693"/>
                  </a:lnTo>
                  <a:lnTo>
                    <a:pt x="4154106" y="2273965"/>
                  </a:lnTo>
                  <a:lnTo>
                    <a:pt x="4225729" y="2285059"/>
                  </a:lnTo>
                  <a:lnTo>
                    <a:pt x="4297351" y="2295979"/>
                  </a:lnTo>
                  <a:lnTo>
                    <a:pt x="4368974" y="2306727"/>
                  </a:lnTo>
                  <a:lnTo>
                    <a:pt x="4440596" y="2317305"/>
                  </a:lnTo>
                  <a:lnTo>
                    <a:pt x="4512219" y="2327717"/>
                  </a:lnTo>
                  <a:lnTo>
                    <a:pt x="4583841" y="2337964"/>
                  </a:lnTo>
                  <a:lnTo>
                    <a:pt x="4655464" y="2348051"/>
                  </a:lnTo>
                  <a:lnTo>
                    <a:pt x="4727086" y="2357978"/>
                  </a:lnTo>
                  <a:lnTo>
                    <a:pt x="4798709" y="2367749"/>
                  </a:lnTo>
                  <a:lnTo>
                    <a:pt x="4870331" y="2377366"/>
                  </a:lnTo>
                  <a:lnTo>
                    <a:pt x="4941954" y="2386832"/>
                  </a:lnTo>
                  <a:lnTo>
                    <a:pt x="5013576" y="2396148"/>
                  </a:lnTo>
                  <a:lnTo>
                    <a:pt x="5085199" y="2405318"/>
                  </a:lnTo>
                  <a:lnTo>
                    <a:pt x="5156821" y="2414343"/>
                  </a:lnTo>
                  <a:lnTo>
                    <a:pt x="5228444" y="2423226"/>
                  </a:lnTo>
                  <a:lnTo>
                    <a:pt x="5300066" y="2431969"/>
                  </a:lnTo>
                  <a:lnTo>
                    <a:pt x="5371689" y="2440575"/>
                  </a:lnTo>
                  <a:lnTo>
                    <a:pt x="5443311" y="2449044"/>
                  </a:lnTo>
                  <a:lnTo>
                    <a:pt x="5514934" y="2457381"/>
                  </a:lnTo>
                  <a:lnTo>
                    <a:pt x="5586557" y="2465586"/>
                  </a:lnTo>
                  <a:lnTo>
                    <a:pt x="5658179" y="2473662"/>
                  </a:lnTo>
                  <a:lnTo>
                    <a:pt x="5729802" y="2481610"/>
                  </a:lnTo>
                  <a:lnTo>
                    <a:pt x="5801424" y="2489434"/>
                  </a:lnTo>
                  <a:lnTo>
                    <a:pt x="5873047" y="2497134"/>
                  </a:lnTo>
                  <a:lnTo>
                    <a:pt x="5944669" y="2504713"/>
                  </a:lnTo>
                  <a:lnTo>
                    <a:pt x="6016292" y="2512172"/>
                  </a:lnTo>
                  <a:lnTo>
                    <a:pt x="6087914" y="2519514"/>
                  </a:lnTo>
                  <a:lnTo>
                    <a:pt x="6159537" y="2526740"/>
                  </a:lnTo>
                  <a:lnTo>
                    <a:pt x="6231159" y="2533853"/>
                  </a:lnTo>
                  <a:lnTo>
                    <a:pt x="6302782" y="2540853"/>
                  </a:lnTo>
                  <a:lnTo>
                    <a:pt x="6374404" y="2547743"/>
                  </a:lnTo>
                  <a:lnTo>
                    <a:pt x="6446027" y="2554525"/>
                  </a:lnTo>
                  <a:lnTo>
                    <a:pt x="6517649" y="2561200"/>
                  </a:lnTo>
                  <a:lnTo>
                    <a:pt x="6589272" y="2567769"/>
                  </a:lnTo>
                  <a:lnTo>
                    <a:pt x="6660894" y="2574235"/>
                  </a:lnTo>
                  <a:lnTo>
                    <a:pt x="6732517" y="2580600"/>
                  </a:lnTo>
                  <a:lnTo>
                    <a:pt x="6804139" y="2586864"/>
                  </a:lnTo>
                  <a:lnTo>
                    <a:pt x="6875762" y="2593029"/>
                  </a:lnTo>
                  <a:lnTo>
                    <a:pt x="6947385" y="2599097"/>
                  </a:lnTo>
                  <a:lnTo>
                    <a:pt x="7019007" y="2605070"/>
                  </a:lnTo>
                  <a:lnTo>
                    <a:pt x="7090630" y="26109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788346"/>
              <a:ext cx="7090630" cy="1559184"/>
            </a:xfrm>
            <a:custGeom>
              <a:avLst/>
              <a:pathLst>
                <a:path w="7090630" h="1559184">
                  <a:moveTo>
                    <a:pt x="7090630" y="1559184"/>
                  </a:moveTo>
                  <a:lnTo>
                    <a:pt x="7019007" y="1553488"/>
                  </a:lnTo>
                  <a:lnTo>
                    <a:pt x="6947385" y="1547636"/>
                  </a:lnTo>
                  <a:lnTo>
                    <a:pt x="6875762" y="1541626"/>
                  </a:lnTo>
                  <a:lnTo>
                    <a:pt x="6804139" y="1535452"/>
                  </a:lnTo>
                  <a:lnTo>
                    <a:pt x="6732517" y="1529111"/>
                  </a:lnTo>
                  <a:lnTo>
                    <a:pt x="6660894" y="1522597"/>
                  </a:lnTo>
                  <a:lnTo>
                    <a:pt x="6589272" y="1515907"/>
                  </a:lnTo>
                  <a:lnTo>
                    <a:pt x="6517649" y="1509034"/>
                  </a:lnTo>
                  <a:lnTo>
                    <a:pt x="6446027" y="1501975"/>
                  </a:lnTo>
                  <a:lnTo>
                    <a:pt x="6374404" y="1494725"/>
                  </a:lnTo>
                  <a:lnTo>
                    <a:pt x="6302782" y="1487277"/>
                  </a:lnTo>
                  <a:lnTo>
                    <a:pt x="6231159" y="1479627"/>
                  </a:lnTo>
                  <a:lnTo>
                    <a:pt x="6159537" y="1471769"/>
                  </a:lnTo>
                  <a:lnTo>
                    <a:pt x="6087914" y="1463698"/>
                  </a:lnTo>
                  <a:lnTo>
                    <a:pt x="6016292" y="1455408"/>
                  </a:lnTo>
                  <a:lnTo>
                    <a:pt x="5944669" y="1446892"/>
                  </a:lnTo>
                  <a:lnTo>
                    <a:pt x="5873047" y="1438145"/>
                  </a:lnTo>
                  <a:lnTo>
                    <a:pt x="5801424" y="1429160"/>
                  </a:lnTo>
                  <a:lnTo>
                    <a:pt x="5729802" y="1419932"/>
                  </a:lnTo>
                  <a:lnTo>
                    <a:pt x="5658179" y="1410452"/>
                  </a:lnTo>
                  <a:lnTo>
                    <a:pt x="5586557" y="1400716"/>
                  </a:lnTo>
                  <a:lnTo>
                    <a:pt x="5514934" y="1390714"/>
                  </a:lnTo>
                  <a:lnTo>
                    <a:pt x="5443311" y="1380441"/>
                  </a:lnTo>
                  <a:lnTo>
                    <a:pt x="5371689" y="1369889"/>
                  </a:lnTo>
                  <a:lnTo>
                    <a:pt x="5300066" y="1359051"/>
                  </a:lnTo>
                  <a:lnTo>
                    <a:pt x="5228444" y="1347917"/>
                  </a:lnTo>
                  <a:lnTo>
                    <a:pt x="5156821" y="1336482"/>
                  </a:lnTo>
                  <a:lnTo>
                    <a:pt x="5085199" y="1324736"/>
                  </a:lnTo>
                  <a:lnTo>
                    <a:pt x="5013576" y="1312671"/>
                  </a:lnTo>
                  <a:lnTo>
                    <a:pt x="4941954" y="1300278"/>
                  </a:lnTo>
                  <a:lnTo>
                    <a:pt x="4870331" y="1287548"/>
                  </a:lnTo>
                  <a:lnTo>
                    <a:pt x="4798709" y="1274473"/>
                  </a:lnTo>
                  <a:lnTo>
                    <a:pt x="4727086" y="1261042"/>
                  </a:lnTo>
                  <a:lnTo>
                    <a:pt x="4655464" y="1247247"/>
                  </a:lnTo>
                  <a:lnTo>
                    <a:pt x="4583841" y="1233077"/>
                  </a:lnTo>
                  <a:lnTo>
                    <a:pt x="4512219" y="1218522"/>
                  </a:lnTo>
                  <a:lnTo>
                    <a:pt x="4440596" y="1203572"/>
                  </a:lnTo>
                  <a:lnTo>
                    <a:pt x="4368974" y="1188215"/>
                  </a:lnTo>
                  <a:lnTo>
                    <a:pt x="4297351" y="1172442"/>
                  </a:lnTo>
                  <a:lnTo>
                    <a:pt x="4225729" y="1156240"/>
                  </a:lnTo>
                  <a:lnTo>
                    <a:pt x="4154106" y="1139598"/>
                  </a:lnTo>
                  <a:lnTo>
                    <a:pt x="4082483" y="1122503"/>
                  </a:lnTo>
                  <a:lnTo>
                    <a:pt x="4010861" y="1104945"/>
                  </a:lnTo>
                  <a:lnTo>
                    <a:pt x="3939238" y="1086909"/>
                  </a:lnTo>
                  <a:lnTo>
                    <a:pt x="3867616" y="1068384"/>
                  </a:lnTo>
                  <a:lnTo>
                    <a:pt x="3795993" y="1049355"/>
                  </a:lnTo>
                  <a:lnTo>
                    <a:pt x="3724371" y="1029810"/>
                  </a:lnTo>
                  <a:lnTo>
                    <a:pt x="3652748" y="1009733"/>
                  </a:lnTo>
                  <a:lnTo>
                    <a:pt x="3581126" y="989111"/>
                  </a:lnTo>
                  <a:lnTo>
                    <a:pt x="3509503" y="967930"/>
                  </a:lnTo>
                  <a:lnTo>
                    <a:pt x="3437881" y="946172"/>
                  </a:lnTo>
                  <a:lnTo>
                    <a:pt x="3366258" y="930223"/>
                  </a:lnTo>
                  <a:lnTo>
                    <a:pt x="3294636" y="916800"/>
                  </a:lnTo>
                  <a:lnTo>
                    <a:pt x="3223013" y="903162"/>
                  </a:lnTo>
                  <a:lnTo>
                    <a:pt x="3151391" y="889306"/>
                  </a:lnTo>
                  <a:lnTo>
                    <a:pt x="3079768" y="875228"/>
                  </a:lnTo>
                  <a:lnTo>
                    <a:pt x="3008146" y="860924"/>
                  </a:lnTo>
                  <a:lnTo>
                    <a:pt x="2936523" y="846392"/>
                  </a:lnTo>
                  <a:lnTo>
                    <a:pt x="2864901" y="831627"/>
                  </a:lnTo>
                  <a:lnTo>
                    <a:pt x="2793278" y="816626"/>
                  </a:lnTo>
                  <a:lnTo>
                    <a:pt x="2721655" y="801384"/>
                  </a:lnTo>
                  <a:lnTo>
                    <a:pt x="2650033" y="785899"/>
                  </a:lnTo>
                  <a:lnTo>
                    <a:pt x="2578410" y="770166"/>
                  </a:lnTo>
                  <a:lnTo>
                    <a:pt x="2506788" y="754181"/>
                  </a:lnTo>
                  <a:lnTo>
                    <a:pt x="2435165" y="737940"/>
                  </a:lnTo>
                  <a:lnTo>
                    <a:pt x="2363543" y="721439"/>
                  </a:lnTo>
                  <a:lnTo>
                    <a:pt x="2291920" y="704675"/>
                  </a:lnTo>
                  <a:lnTo>
                    <a:pt x="2220298" y="687641"/>
                  </a:lnTo>
                  <a:lnTo>
                    <a:pt x="2148675" y="670336"/>
                  </a:lnTo>
                  <a:lnTo>
                    <a:pt x="2077053" y="652753"/>
                  </a:lnTo>
                  <a:lnTo>
                    <a:pt x="2005430" y="634889"/>
                  </a:lnTo>
                  <a:lnTo>
                    <a:pt x="1933808" y="616739"/>
                  </a:lnTo>
                  <a:lnTo>
                    <a:pt x="1862185" y="598298"/>
                  </a:lnTo>
                  <a:lnTo>
                    <a:pt x="1790563" y="579562"/>
                  </a:lnTo>
                  <a:lnTo>
                    <a:pt x="1718940" y="560527"/>
                  </a:lnTo>
                  <a:lnTo>
                    <a:pt x="1647318" y="541186"/>
                  </a:lnTo>
                  <a:lnTo>
                    <a:pt x="1575695" y="521537"/>
                  </a:lnTo>
                  <a:lnTo>
                    <a:pt x="1504073" y="501572"/>
                  </a:lnTo>
                  <a:lnTo>
                    <a:pt x="1432450" y="481289"/>
                  </a:lnTo>
                  <a:lnTo>
                    <a:pt x="1360827" y="460680"/>
                  </a:lnTo>
                  <a:lnTo>
                    <a:pt x="1289205" y="439742"/>
                  </a:lnTo>
                  <a:lnTo>
                    <a:pt x="1217582" y="418468"/>
                  </a:lnTo>
                  <a:lnTo>
                    <a:pt x="1145960" y="396854"/>
                  </a:lnTo>
                  <a:lnTo>
                    <a:pt x="1074337" y="374895"/>
                  </a:lnTo>
                  <a:lnTo>
                    <a:pt x="1002715" y="352583"/>
                  </a:lnTo>
                  <a:lnTo>
                    <a:pt x="931092" y="329915"/>
                  </a:lnTo>
                  <a:lnTo>
                    <a:pt x="859470" y="306883"/>
                  </a:lnTo>
                  <a:lnTo>
                    <a:pt x="787847" y="283484"/>
                  </a:lnTo>
                  <a:lnTo>
                    <a:pt x="716225" y="259709"/>
                  </a:lnTo>
                  <a:lnTo>
                    <a:pt x="644602" y="235554"/>
                  </a:lnTo>
                  <a:lnTo>
                    <a:pt x="572980" y="211013"/>
                  </a:lnTo>
                  <a:lnTo>
                    <a:pt x="501357" y="186079"/>
                  </a:lnTo>
                  <a:lnTo>
                    <a:pt x="429735" y="160745"/>
                  </a:lnTo>
                  <a:lnTo>
                    <a:pt x="358112" y="135006"/>
                  </a:lnTo>
                  <a:lnTo>
                    <a:pt x="286490" y="108856"/>
                  </a:lnTo>
                  <a:lnTo>
                    <a:pt x="214867" y="82286"/>
                  </a:lnTo>
                  <a:lnTo>
                    <a:pt x="143245" y="55292"/>
                  </a:lnTo>
                  <a:lnTo>
                    <a:pt x="71622" y="2786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261990"/>
              <a:ext cx="7090630" cy="2017721"/>
            </a:xfrm>
            <a:custGeom>
              <a:avLst/>
              <a:pathLst>
                <a:path w="7090630" h="2017721">
                  <a:moveTo>
                    <a:pt x="0" y="0"/>
                  </a:moveTo>
                  <a:lnTo>
                    <a:pt x="71622" y="48461"/>
                  </a:lnTo>
                  <a:lnTo>
                    <a:pt x="143245" y="95899"/>
                  </a:lnTo>
                  <a:lnTo>
                    <a:pt x="214867" y="142336"/>
                  </a:lnTo>
                  <a:lnTo>
                    <a:pt x="286490" y="187792"/>
                  </a:lnTo>
                  <a:lnTo>
                    <a:pt x="358112" y="232289"/>
                  </a:lnTo>
                  <a:lnTo>
                    <a:pt x="429735" y="275846"/>
                  </a:lnTo>
                  <a:lnTo>
                    <a:pt x="501357" y="318483"/>
                  </a:lnTo>
                  <a:lnTo>
                    <a:pt x="572980" y="360220"/>
                  </a:lnTo>
                  <a:lnTo>
                    <a:pt x="644602" y="401076"/>
                  </a:lnTo>
                  <a:lnTo>
                    <a:pt x="716225" y="441069"/>
                  </a:lnTo>
                  <a:lnTo>
                    <a:pt x="787847" y="480218"/>
                  </a:lnTo>
                  <a:lnTo>
                    <a:pt x="859470" y="518541"/>
                  </a:lnTo>
                  <a:lnTo>
                    <a:pt x="931092" y="556054"/>
                  </a:lnTo>
                  <a:lnTo>
                    <a:pt x="1002715" y="592775"/>
                  </a:lnTo>
                  <a:lnTo>
                    <a:pt x="1074337" y="628721"/>
                  </a:lnTo>
                  <a:lnTo>
                    <a:pt x="1145960" y="663908"/>
                  </a:lnTo>
                  <a:lnTo>
                    <a:pt x="1217582" y="698351"/>
                  </a:lnTo>
                  <a:lnTo>
                    <a:pt x="1289205" y="732068"/>
                  </a:lnTo>
                  <a:lnTo>
                    <a:pt x="1360827" y="765073"/>
                  </a:lnTo>
                  <a:lnTo>
                    <a:pt x="1432450" y="797381"/>
                  </a:lnTo>
                  <a:lnTo>
                    <a:pt x="1504073" y="829007"/>
                  </a:lnTo>
                  <a:lnTo>
                    <a:pt x="1575695" y="859965"/>
                  </a:lnTo>
                  <a:lnTo>
                    <a:pt x="1647318" y="890269"/>
                  </a:lnTo>
                  <a:lnTo>
                    <a:pt x="1718940" y="919934"/>
                  </a:lnTo>
                  <a:lnTo>
                    <a:pt x="1790563" y="948972"/>
                  </a:lnTo>
                  <a:lnTo>
                    <a:pt x="1862185" y="977397"/>
                  </a:lnTo>
                  <a:lnTo>
                    <a:pt x="1933808" y="1005222"/>
                  </a:lnTo>
                  <a:lnTo>
                    <a:pt x="2005430" y="1032460"/>
                  </a:lnTo>
                  <a:lnTo>
                    <a:pt x="2077053" y="1059122"/>
                  </a:lnTo>
                  <a:lnTo>
                    <a:pt x="2148675" y="1085222"/>
                  </a:lnTo>
                  <a:lnTo>
                    <a:pt x="2220298" y="1110770"/>
                  </a:lnTo>
                  <a:lnTo>
                    <a:pt x="2291920" y="1135779"/>
                  </a:lnTo>
                  <a:lnTo>
                    <a:pt x="2363543" y="1160260"/>
                  </a:lnTo>
                  <a:lnTo>
                    <a:pt x="2435165" y="1184224"/>
                  </a:lnTo>
                  <a:lnTo>
                    <a:pt x="2506788" y="1207682"/>
                  </a:lnTo>
                  <a:lnTo>
                    <a:pt x="2578410" y="1230645"/>
                  </a:lnTo>
                  <a:lnTo>
                    <a:pt x="2650033" y="1253123"/>
                  </a:lnTo>
                  <a:lnTo>
                    <a:pt x="2721655" y="1275126"/>
                  </a:lnTo>
                  <a:lnTo>
                    <a:pt x="2793278" y="1296665"/>
                  </a:lnTo>
                  <a:lnTo>
                    <a:pt x="2864901" y="1317749"/>
                  </a:lnTo>
                  <a:lnTo>
                    <a:pt x="2936523" y="1338388"/>
                  </a:lnTo>
                  <a:lnTo>
                    <a:pt x="3008146" y="1358591"/>
                  </a:lnTo>
                  <a:lnTo>
                    <a:pt x="3079768" y="1378368"/>
                  </a:lnTo>
                  <a:lnTo>
                    <a:pt x="3151391" y="1397727"/>
                  </a:lnTo>
                  <a:lnTo>
                    <a:pt x="3223013" y="1416677"/>
                  </a:lnTo>
                  <a:lnTo>
                    <a:pt x="3294636" y="1435227"/>
                  </a:lnTo>
                  <a:lnTo>
                    <a:pt x="3366258" y="1453386"/>
                  </a:lnTo>
                  <a:lnTo>
                    <a:pt x="3437881" y="1471161"/>
                  </a:lnTo>
                  <a:lnTo>
                    <a:pt x="3509503" y="1488561"/>
                  </a:lnTo>
                  <a:lnTo>
                    <a:pt x="3581126" y="1505593"/>
                  </a:lnTo>
                  <a:lnTo>
                    <a:pt x="3652748" y="1522266"/>
                  </a:lnTo>
                  <a:lnTo>
                    <a:pt x="3724371" y="1538587"/>
                  </a:lnTo>
                  <a:lnTo>
                    <a:pt x="3795993" y="1554563"/>
                  </a:lnTo>
                  <a:lnTo>
                    <a:pt x="3867616" y="1570202"/>
                  </a:lnTo>
                  <a:lnTo>
                    <a:pt x="3939238" y="1585510"/>
                  </a:lnTo>
                  <a:lnTo>
                    <a:pt x="4010861" y="1600496"/>
                  </a:lnTo>
                  <a:lnTo>
                    <a:pt x="4082483" y="1615165"/>
                  </a:lnTo>
                  <a:lnTo>
                    <a:pt x="4154106" y="1629524"/>
                  </a:lnTo>
                  <a:lnTo>
                    <a:pt x="4225729" y="1643580"/>
                  </a:lnTo>
                  <a:lnTo>
                    <a:pt x="4297351" y="1657340"/>
                  </a:lnTo>
                  <a:lnTo>
                    <a:pt x="4368974" y="1670809"/>
                  </a:lnTo>
                  <a:lnTo>
                    <a:pt x="4440596" y="1683993"/>
                  </a:lnTo>
                  <a:lnTo>
                    <a:pt x="4512219" y="1696899"/>
                  </a:lnTo>
                  <a:lnTo>
                    <a:pt x="4583841" y="1709533"/>
                  </a:lnTo>
                  <a:lnTo>
                    <a:pt x="4655464" y="1721900"/>
                  </a:lnTo>
                  <a:lnTo>
                    <a:pt x="4727086" y="1734005"/>
                  </a:lnTo>
                  <a:lnTo>
                    <a:pt x="4798709" y="1745856"/>
                  </a:lnTo>
                  <a:lnTo>
                    <a:pt x="4870331" y="1757456"/>
                  </a:lnTo>
                  <a:lnTo>
                    <a:pt x="4941954" y="1768811"/>
                  </a:lnTo>
                  <a:lnTo>
                    <a:pt x="5013576" y="1779926"/>
                  </a:lnTo>
                  <a:lnTo>
                    <a:pt x="5085199" y="1790807"/>
                  </a:lnTo>
                  <a:lnTo>
                    <a:pt x="5156821" y="1801457"/>
                  </a:lnTo>
                  <a:lnTo>
                    <a:pt x="5228444" y="1811883"/>
                  </a:lnTo>
                  <a:lnTo>
                    <a:pt x="5300066" y="1822089"/>
                  </a:lnTo>
                  <a:lnTo>
                    <a:pt x="5371689" y="1832080"/>
                  </a:lnTo>
                  <a:lnTo>
                    <a:pt x="5443311" y="1841859"/>
                  </a:lnTo>
                  <a:lnTo>
                    <a:pt x="5514934" y="1851432"/>
                  </a:lnTo>
                  <a:lnTo>
                    <a:pt x="5586557" y="1860803"/>
                  </a:lnTo>
                  <a:lnTo>
                    <a:pt x="5658179" y="1869976"/>
                  </a:lnTo>
                  <a:lnTo>
                    <a:pt x="5729802" y="1878955"/>
                  </a:lnTo>
                  <a:lnTo>
                    <a:pt x="5801424" y="1887745"/>
                  </a:lnTo>
                  <a:lnTo>
                    <a:pt x="5873047" y="1896349"/>
                  </a:lnTo>
                  <a:lnTo>
                    <a:pt x="5944669" y="1904772"/>
                  </a:lnTo>
                  <a:lnTo>
                    <a:pt x="6016292" y="1913016"/>
                  </a:lnTo>
                  <a:lnTo>
                    <a:pt x="6087914" y="1921087"/>
                  </a:lnTo>
                  <a:lnTo>
                    <a:pt x="6159537" y="1928987"/>
                  </a:lnTo>
                  <a:lnTo>
                    <a:pt x="6231159" y="1936720"/>
                  </a:lnTo>
                  <a:lnTo>
                    <a:pt x="6302782" y="1944291"/>
                  </a:lnTo>
                  <a:lnTo>
                    <a:pt x="6374404" y="1951701"/>
                  </a:lnTo>
                  <a:lnTo>
                    <a:pt x="6446027" y="1958955"/>
                  </a:lnTo>
                  <a:lnTo>
                    <a:pt x="6517649" y="1966055"/>
                  </a:lnTo>
                  <a:lnTo>
                    <a:pt x="6589272" y="1973006"/>
                  </a:lnTo>
                  <a:lnTo>
                    <a:pt x="6660894" y="1979810"/>
                  </a:lnTo>
                  <a:lnTo>
                    <a:pt x="6732517" y="1986470"/>
                  </a:lnTo>
                  <a:lnTo>
                    <a:pt x="6804139" y="1992990"/>
                  </a:lnTo>
                  <a:lnTo>
                    <a:pt x="6875762" y="1999372"/>
                  </a:lnTo>
                  <a:lnTo>
                    <a:pt x="6947385" y="2005619"/>
                  </a:lnTo>
                  <a:lnTo>
                    <a:pt x="7019007" y="2011735"/>
                  </a:lnTo>
                  <a:lnTo>
                    <a:pt x="7090630" y="201772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(1.21-1.38), p_Bonf = &lt;0.001 (n = 6)  |  per IQR decline (Δ = 29.3 %): 2.12 (1.75-2.57)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2026-09-28T16:57:33Z</dcterms:modified>
  <cp:category/>
</cp:coreProperties>
</file>