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96018"/>
            </a:xfrm>
            <a:custGeom>
              <a:avLst/>
              <a:pathLst>
                <a:path w="7090630" h="3396018">
                  <a:moveTo>
                    <a:pt x="1068927" y="0"/>
                  </a:moveTo>
                  <a:lnTo>
                    <a:pt x="1074337" y="11740"/>
                  </a:lnTo>
                  <a:lnTo>
                    <a:pt x="1145960" y="160494"/>
                  </a:lnTo>
                  <a:lnTo>
                    <a:pt x="1217582" y="302874"/>
                  </a:lnTo>
                  <a:lnTo>
                    <a:pt x="1289205" y="439155"/>
                  </a:lnTo>
                  <a:lnTo>
                    <a:pt x="1360827" y="569596"/>
                  </a:lnTo>
                  <a:lnTo>
                    <a:pt x="1432450" y="694449"/>
                  </a:lnTo>
                  <a:lnTo>
                    <a:pt x="1504073" y="813953"/>
                  </a:lnTo>
                  <a:lnTo>
                    <a:pt x="1575695" y="928337"/>
                  </a:lnTo>
                  <a:lnTo>
                    <a:pt x="1647318" y="1037820"/>
                  </a:lnTo>
                  <a:lnTo>
                    <a:pt x="1718940" y="1142613"/>
                  </a:lnTo>
                  <a:lnTo>
                    <a:pt x="1790563" y="1242916"/>
                  </a:lnTo>
                  <a:lnTo>
                    <a:pt x="1862185" y="1338921"/>
                  </a:lnTo>
                  <a:lnTo>
                    <a:pt x="1933808" y="1430814"/>
                  </a:lnTo>
                  <a:lnTo>
                    <a:pt x="2005430" y="1518769"/>
                  </a:lnTo>
                  <a:lnTo>
                    <a:pt x="2077053" y="1602956"/>
                  </a:lnTo>
                  <a:lnTo>
                    <a:pt x="2148675" y="1683536"/>
                  </a:lnTo>
                  <a:lnTo>
                    <a:pt x="2220298" y="1760664"/>
                  </a:lnTo>
                  <a:lnTo>
                    <a:pt x="2291920" y="1834487"/>
                  </a:lnTo>
                  <a:lnTo>
                    <a:pt x="2363543" y="1905147"/>
                  </a:lnTo>
                  <a:lnTo>
                    <a:pt x="2435165" y="1972781"/>
                  </a:lnTo>
                  <a:lnTo>
                    <a:pt x="2506788" y="2037516"/>
                  </a:lnTo>
                  <a:lnTo>
                    <a:pt x="2578410" y="2099478"/>
                  </a:lnTo>
                  <a:lnTo>
                    <a:pt x="2650033" y="2158785"/>
                  </a:lnTo>
                  <a:lnTo>
                    <a:pt x="2721655" y="2215551"/>
                  </a:lnTo>
                  <a:lnTo>
                    <a:pt x="2793278" y="2269886"/>
                  </a:lnTo>
                  <a:lnTo>
                    <a:pt x="2864901" y="2321892"/>
                  </a:lnTo>
                  <a:lnTo>
                    <a:pt x="2936523" y="2371670"/>
                  </a:lnTo>
                  <a:lnTo>
                    <a:pt x="3008146" y="2419316"/>
                  </a:lnTo>
                  <a:lnTo>
                    <a:pt x="3079768" y="2464920"/>
                  </a:lnTo>
                  <a:lnTo>
                    <a:pt x="3151391" y="2508570"/>
                  </a:lnTo>
                  <a:lnTo>
                    <a:pt x="3223013" y="2550350"/>
                  </a:lnTo>
                  <a:lnTo>
                    <a:pt x="3294636" y="2590340"/>
                  </a:lnTo>
                  <a:lnTo>
                    <a:pt x="3366258" y="2628617"/>
                  </a:lnTo>
                  <a:lnTo>
                    <a:pt x="3437881" y="2656926"/>
                  </a:lnTo>
                  <a:lnTo>
                    <a:pt x="3509503" y="2665561"/>
                  </a:lnTo>
                  <a:lnTo>
                    <a:pt x="3581126" y="2674105"/>
                  </a:lnTo>
                  <a:lnTo>
                    <a:pt x="3652748" y="2682560"/>
                  </a:lnTo>
                  <a:lnTo>
                    <a:pt x="3724371" y="2690926"/>
                  </a:lnTo>
                  <a:lnTo>
                    <a:pt x="3795993" y="2699206"/>
                  </a:lnTo>
                  <a:lnTo>
                    <a:pt x="3867616" y="2707398"/>
                  </a:lnTo>
                  <a:lnTo>
                    <a:pt x="3939238" y="2715506"/>
                  </a:lnTo>
                  <a:lnTo>
                    <a:pt x="4010861" y="2723528"/>
                  </a:lnTo>
                  <a:lnTo>
                    <a:pt x="4082483" y="2731467"/>
                  </a:lnTo>
                  <a:lnTo>
                    <a:pt x="4154106" y="2739323"/>
                  </a:lnTo>
                  <a:lnTo>
                    <a:pt x="4225729" y="2747097"/>
                  </a:lnTo>
                  <a:lnTo>
                    <a:pt x="4297351" y="2754789"/>
                  </a:lnTo>
                  <a:lnTo>
                    <a:pt x="4368974" y="2762402"/>
                  </a:lnTo>
                  <a:lnTo>
                    <a:pt x="4440596" y="2769934"/>
                  </a:lnTo>
                  <a:lnTo>
                    <a:pt x="4512219" y="2777389"/>
                  </a:lnTo>
                  <a:lnTo>
                    <a:pt x="4583841" y="2784765"/>
                  </a:lnTo>
                  <a:lnTo>
                    <a:pt x="4655464" y="2792064"/>
                  </a:lnTo>
                  <a:lnTo>
                    <a:pt x="4727086" y="2799287"/>
                  </a:lnTo>
                  <a:lnTo>
                    <a:pt x="4798709" y="2806435"/>
                  </a:lnTo>
                  <a:lnTo>
                    <a:pt x="4870331" y="2813508"/>
                  </a:lnTo>
                  <a:lnTo>
                    <a:pt x="4941954" y="2820507"/>
                  </a:lnTo>
                  <a:lnTo>
                    <a:pt x="5013576" y="2827433"/>
                  </a:lnTo>
                  <a:lnTo>
                    <a:pt x="5085199" y="2834287"/>
                  </a:lnTo>
                  <a:lnTo>
                    <a:pt x="5156821" y="2841069"/>
                  </a:lnTo>
                  <a:lnTo>
                    <a:pt x="5228444" y="2847780"/>
                  </a:lnTo>
                  <a:lnTo>
                    <a:pt x="5300066" y="2854421"/>
                  </a:lnTo>
                  <a:lnTo>
                    <a:pt x="5371689" y="2860993"/>
                  </a:lnTo>
                  <a:lnTo>
                    <a:pt x="5443311" y="2867497"/>
                  </a:lnTo>
                  <a:lnTo>
                    <a:pt x="5514934" y="2873932"/>
                  </a:lnTo>
                  <a:lnTo>
                    <a:pt x="5586557" y="2880300"/>
                  </a:lnTo>
                  <a:lnTo>
                    <a:pt x="5658179" y="2886602"/>
                  </a:lnTo>
                  <a:lnTo>
                    <a:pt x="5729802" y="2892838"/>
                  </a:lnTo>
                  <a:lnTo>
                    <a:pt x="5801424" y="2899008"/>
                  </a:lnTo>
                  <a:lnTo>
                    <a:pt x="5873047" y="2905115"/>
                  </a:lnTo>
                  <a:lnTo>
                    <a:pt x="5944669" y="2911157"/>
                  </a:lnTo>
                  <a:lnTo>
                    <a:pt x="6016292" y="2917137"/>
                  </a:lnTo>
                  <a:lnTo>
                    <a:pt x="6087914" y="2923054"/>
                  </a:lnTo>
                  <a:lnTo>
                    <a:pt x="6159537" y="2928909"/>
                  </a:lnTo>
                  <a:lnTo>
                    <a:pt x="6231159" y="2934703"/>
                  </a:lnTo>
                  <a:lnTo>
                    <a:pt x="6302782" y="2940436"/>
                  </a:lnTo>
                  <a:lnTo>
                    <a:pt x="6374404" y="2946110"/>
                  </a:lnTo>
                  <a:lnTo>
                    <a:pt x="6446027" y="2951724"/>
                  </a:lnTo>
                  <a:lnTo>
                    <a:pt x="6517649" y="2957280"/>
                  </a:lnTo>
                  <a:lnTo>
                    <a:pt x="6589272" y="2962778"/>
                  </a:lnTo>
                  <a:lnTo>
                    <a:pt x="6660894" y="2968218"/>
                  </a:lnTo>
                  <a:lnTo>
                    <a:pt x="6732517" y="2973602"/>
                  </a:lnTo>
                  <a:lnTo>
                    <a:pt x="6804139" y="2978929"/>
                  </a:lnTo>
                  <a:lnTo>
                    <a:pt x="6875762" y="2984201"/>
                  </a:lnTo>
                  <a:lnTo>
                    <a:pt x="6947385" y="2989417"/>
                  </a:lnTo>
                  <a:lnTo>
                    <a:pt x="7019007" y="2994580"/>
                  </a:lnTo>
                  <a:lnTo>
                    <a:pt x="7090630" y="2999688"/>
                  </a:lnTo>
                  <a:lnTo>
                    <a:pt x="7090630" y="3396018"/>
                  </a:lnTo>
                  <a:lnTo>
                    <a:pt x="7019007" y="3392091"/>
                  </a:lnTo>
                  <a:lnTo>
                    <a:pt x="6947385" y="3387989"/>
                  </a:lnTo>
                  <a:lnTo>
                    <a:pt x="6875762" y="3383702"/>
                  </a:lnTo>
                  <a:lnTo>
                    <a:pt x="6804139" y="3379224"/>
                  </a:lnTo>
                  <a:lnTo>
                    <a:pt x="6732517" y="3374546"/>
                  </a:lnTo>
                  <a:lnTo>
                    <a:pt x="6660894" y="3369658"/>
                  </a:lnTo>
                  <a:lnTo>
                    <a:pt x="6589272" y="3364551"/>
                  </a:lnTo>
                  <a:lnTo>
                    <a:pt x="6517649" y="3359216"/>
                  </a:lnTo>
                  <a:lnTo>
                    <a:pt x="6446027" y="3353641"/>
                  </a:lnTo>
                  <a:lnTo>
                    <a:pt x="6374404" y="3347818"/>
                  </a:lnTo>
                  <a:lnTo>
                    <a:pt x="6302782" y="3341733"/>
                  </a:lnTo>
                  <a:lnTo>
                    <a:pt x="6231159" y="3335377"/>
                  </a:lnTo>
                  <a:lnTo>
                    <a:pt x="6159537" y="3328735"/>
                  </a:lnTo>
                  <a:lnTo>
                    <a:pt x="6087914" y="3321797"/>
                  </a:lnTo>
                  <a:lnTo>
                    <a:pt x="6016292" y="3314548"/>
                  </a:lnTo>
                  <a:lnTo>
                    <a:pt x="5944669" y="3306974"/>
                  </a:lnTo>
                  <a:lnTo>
                    <a:pt x="5873047" y="3299061"/>
                  </a:lnTo>
                  <a:lnTo>
                    <a:pt x="5801424" y="3290795"/>
                  </a:lnTo>
                  <a:lnTo>
                    <a:pt x="5729802" y="3282158"/>
                  </a:lnTo>
                  <a:lnTo>
                    <a:pt x="5658179" y="3273134"/>
                  </a:lnTo>
                  <a:lnTo>
                    <a:pt x="5586557" y="3263707"/>
                  </a:lnTo>
                  <a:lnTo>
                    <a:pt x="5514934" y="3253858"/>
                  </a:lnTo>
                  <a:lnTo>
                    <a:pt x="5443311" y="3243568"/>
                  </a:lnTo>
                  <a:lnTo>
                    <a:pt x="5371689" y="3232817"/>
                  </a:lnTo>
                  <a:lnTo>
                    <a:pt x="5300066" y="3221585"/>
                  </a:lnTo>
                  <a:lnTo>
                    <a:pt x="5228444" y="3209850"/>
                  </a:lnTo>
                  <a:lnTo>
                    <a:pt x="5156821" y="3197590"/>
                  </a:lnTo>
                  <a:lnTo>
                    <a:pt x="5085199" y="3184782"/>
                  </a:lnTo>
                  <a:lnTo>
                    <a:pt x="5013576" y="3171399"/>
                  </a:lnTo>
                  <a:lnTo>
                    <a:pt x="4941954" y="3157418"/>
                  </a:lnTo>
                  <a:lnTo>
                    <a:pt x="4870331" y="3142811"/>
                  </a:lnTo>
                  <a:lnTo>
                    <a:pt x="4798709" y="3127551"/>
                  </a:lnTo>
                  <a:lnTo>
                    <a:pt x="4727086" y="3111607"/>
                  </a:lnTo>
                  <a:lnTo>
                    <a:pt x="4655464" y="3094949"/>
                  </a:lnTo>
                  <a:lnTo>
                    <a:pt x="4583841" y="3077546"/>
                  </a:lnTo>
                  <a:lnTo>
                    <a:pt x="4512219" y="3059364"/>
                  </a:lnTo>
                  <a:lnTo>
                    <a:pt x="4440596" y="3040368"/>
                  </a:lnTo>
                  <a:lnTo>
                    <a:pt x="4368974" y="3020522"/>
                  </a:lnTo>
                  <a:lnTo>
                    <a:pt x="4297351" y="2999787"/>
                  </a:lnTo>
                  <a:lnTo>
                    <a:pt x="4225729" y="2978124"/>
                  </a:lnTo>
                  <a:lnTo>
                    <a:pt x="4154106" y="2955492"/>
                  </a:lnTo>
                  <a:lnTo>
                    <a:pt x="4082483" y="2931847"/>
                  </a:lnTo>
                  <a:lnTo>
                    <a:pt x="4010861" y="2907143"/>
                  </a:lnTo>
                  <a:lnTo>
                    <a:pt x="3939238" y="2881333"/>
                  </a:lnTo>
                  <a:lnTo>
                    <a:pt x="3867616" y="2854368"/>
                  </a:lnTo>
                  <a:lnTo>
                    <a:pt x="3795993" y="2826196"/>
                  </a:lnTo>
                  <a:lnTo>
                    <a:pt x="3724371" y="2796763"/>
                  </a:lnTo>
                  <a:lnTo>
                    <a:pt x="3652748" y="2766013"/>
                  </a:lnTo>
                  <a:lnTo>
                    <a:pt x="3581126" y="2733886"/>
                  </a:lnTo>
                  <a:lnTo>
                    <a:pt x="3509503" y="2700321"/>
                  </a:lnTo>
                  <a:lnTo>
                    <a:pt x="3437881" y="2665254"/>
                  </a:lnTo>
                  <a:lnTo>
                    <a:pt x="3366258" y="2648201"/>
                  </a:lnTo>
                  <a:lnTo>
                    <a:pt x="3294636" y="2639384"/>
                  </a:lnTo>
                  <a:lnTo>
                    <a:pt x="3223013" y="2630473"/>
                  </a:lnTo>
                  <a:lnTo>
                    <a:pt x="3151391" y="2621468"/>
                  </a:lnTo>
                  <a:lnTo>
                    <a:pt x="3079768" y="2612369"/>
                  </a:lnTo>
                  <a:lnTo>
                    <a:pt x="3008146" y="2603173"/>
                  </a:lnTo>
                  <a:lnTo>
                    <a:pt x="2936523" y="2593881"/>
                  </a:lnTo>
                  <a:lnTo>
                    <a:pt x="2864901" y="2584490"/>
                  </a:lnTo>
                  <a:lnTo>
                    <a:pt x="2793278" y="2575000"/>
                  </a:lnTo>
                  <a:lnTo>
                    <a:pt x="2721655" y="2565410"/>
                  </a:lnTo>
                  <a:lnTo>
                    <a:pt x="2650033" y="2555719"/>
                  </a:lnTo>
                  <a:lnTo>
                    <a:pt x="2578410" y="2545925"/>
                  </a:lnTo>
                  <a:lnTo>
                    <a:pt x="2506788" y="2536029"/>
                  </a:lnTo>
                  <a:lnTo>
                    <a:pt x="2435165" y="2526027"/>
                  </a:lnTo>
                  <a:lnTo>
                    <a:pt x="2363543" y="2515921"/>
                  </a:lnTo>
                  <a:lnTo>
                    <a:pt x="2291920" y="2505707"/>
                  </a:lnTo>
                  <a:lnTo>
                    <a:pt x="2220298" y="2495386"/>
                  </a:lnTo>
                  <a:lnTo>
                    <a:pt x="2148675" y="2484956"/>
                  </a:lnTo>
                  <a:lnTo>
                    <a:pt x="2077053" y="2474416"/>
                  </a:lnTo>
                  <a:lnTo>
                    <a:pt x="2005430" y="2463764"/>
                  </a:lnTo>
                  <a:lnTo>
                    <a:pt x="1933808" y="2453000"/>
                  </a:lnTo>
                  <a:lnTo>
                    <a:pt x="1862185" y="2442123"/>
                  </a:lnTo>
                  <a:lnTo>
                    <a:pt x="1790563" y="2431131"/>
                  </a:lnTo>
                  <a:lnTo>
                    <a:pt x="1718940" y="2420023"/>
                  </a:lnTo>
                  <a:lnTo>
                    <a:pt x="1647318" y="2408797"/>
                  </a:lnTo>
                  <a:lnTo>
                    <a:pt x="1575695" y="2397453"/>
                  </a:lnTo>
                  <a:lnTo>
                    <a:pt x="1504073" y="2385990"/>
                  </a:lnTo>
                  <a:lnTo>
                    <a:pt x="1432450" y="2374405"/>
                  </a:lnTo>
                  <a:lnTo>
                    <a:pt x="1360827" y="2362698"/>
                  </a:lnTo>
                  <a:lnTo>
                    <a:pt x="1289205" y="2350868"/>
                  </a:lnTo>
                  <a:lnTo>
                    <a:pt x="1217582" y="2338913"/>
                  </a:lnTo>
                  <a:lnTo>
                    <a:pt x="1145960" y="2326831"/>
                  </a:lnTo>
                  <a:lnTo>
                    <a:pt x="1074337" y="2314622"/>
                  </a:lnTo>
                  <a:lnTo>
                    <a:pt x="1002715" y="2302285"/>
                  </a:lnTo>
                  <a:lnTo>
                    <a:pt x="931092" y="2289817"/>
                  </a:lnTo>
                  <a:lnTo>
                    <a:pt x="859470" y="2277217"/>
                  </a:lnTo>
                  <a:lnTo>
                    <a:pt x="787847" y="2264485"/>
                  </a:lnTo>
                  <a:lnTo>
                    <a:pt x="716225" y="2251618"/>
                  </a:lnTo>
                  <a:lnTo>
                    <a:pt x="644602" y="2238615"/>
                  </a:lnTo>
                  <a:lnTo>
                    <a:pt x="572980" y="2225476"/>
                  </a:lnTo>
                  <a:lnTo>
                    <a:pt x="501357" y="2212197"/>
                  </a:lnTo>
                  <a:lnTo>
                    <a:pt x="429735" y="2198778"/>
                  </a:lnTo>
                  <a:lnTo>
                    <a:pt x="358112" y="2185218"/>
                  </a:lnTo>
                  <a:lnTo>
                    <a:pt x="286490" y="2171515"/>
                  </a:lnTo>
                  <a:lnTo>
                    <a:pt x="214867" y="2157667"/>
                  </a:lnTo>
                  <a:lnTo>
                    <a:pt x="143245" y="2143673"/>
                  </a:lnTo>
                  <a:lnTo>
                    <a:pt x="71622" y="2129531"/>
                  </a:lnTo>
                  <a:lnTo>
                    <a:pt x="0" y="211524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240976" y="2073503"/>
              <a:ext cx="6021702" cy="2999688"/>
            </a:xfrm>
            <a:custGeom>
              <a:avLst/>
              <a:pathLst>
                <a:path w="6021702" h="2999688">
                  <a:moveTo>
                    <a:pt x="0" y="0"/>
                  </a:moveTo>
                  <a:lnTo>
                    <a:pt x="5410" y="11740"/>
                  </a:lnTo>
                  <a:lnTo>
                    <a:pt x="77033" y="160494"/>
                  </a:lnTo>
                  <a:lnTo>
                    <a:pt x="148655" y="302874"/>
                  </a:lnTo>
                  <a:lnTo>
                    <a:pt x="220278" y="439155"/>
                  </a:lnTo>
                  <a:lnTo>
                    <a:pt x="291900" y="569596"/>
                  </a:lnTo>
                  <a:lnTo>
                    <a:pt x="363523" y="694449"/>
                  </a:lnTo>
                  <a:lnTo>
                    <a:pt x="435145" y="813953"/>
                  </a:lnTo>
                  <a:lnTo>
                    <a:pt x="506768" y="928337"/>
                  </a:lnTo>
                  <a:lnTo>
                    <a:pt x="578390" y="1037820"/>
                  </a:lnTo>
                  <a:lnTo>
                    <a:pt x="650013" y="1142613"/>
                  </a:lnTo>
                  <a:lnTo>
                    <a:pt x="721636" y="1242916"/>
                  </a:lnTo>
                  <a:lnTo>
                    <a:pt x="793258" y="1338921"/>
                  </a:lnTo>
                  <a:lnTo>
                    <a:pt x="864881" y="1430814"/>
                  </a:lnTo>
                  <a:lnTo>
                    <a:pt x="936503" y="1518769"/>
                  </a:lnTo>
                  <a:lnTo>
                    <a:pt x="1008126" y="1602956"/>
                  </a:lnTo>
                  <a:lnTo>
                    <a:pt x="1079748" y="1683536"/>
                  </a:lnTo>
                  <a:lnTo>
                    <a:pt x="1151371" y="1760664"/>
                  </a:lnTo>
                  <a:lnTo>
                    <a:pt x="1222993" y="1834487"/>
                  </a:lnTo>
                  <a:lnTo>
                    <a:pt x="1294616" y="1905147"/>
                  </a:lnTo>
                  <a:lnTo>
                    <a:pt x="1366238" y="1972781"/>
                  </a:lnTo>
                  <a:lnTo>
                    <a:pt x="1437861" y="2037516"/>
                  </a:lnTo>
                  <a:lnTo>
                    <a:pt x="1509483" y="2099478"/>
                  </a:lnTo>
                  <a:lnTo>
                    <a:pt x="1581106" y="2158785"/>
                  </a:lnTo>
                  <a:lnTo>
                    <a:pt x="1652728" y="2215551"/>
                  </a:lnTo>
                  <a:lnTo>
                    <a:pt x="1724351" y="2269886"/>
                  </a:lnTo>
                  <a:lnTo>
                    <a:pt x="1795973" y="2321892"/>
                  </a:lnTo>
                  <a:lnTo>
                    <a:pt x="1867596" y="2371670"/>
                  </a:lnTo>
                  <a:lnTo>
                    <a:pt x="1939218" y="2419316"/>
                  </a:lnTo>
                  <a:lnTo>
                    <a:pt x="2010841" y="2464920"/>
                  </a:lnTo>
                  <a:lnTo>
                    <a:pt x="2082464" y="2508570"/>
                  </a:lnTo>
                  <a:lnTo>
                    <a:pt x="2154086" y="2550350"/>
                  </a:lnTo>
                  <a:lnTo>
                    <a:pt x="2225709" y="2590340"/>
                  </a:lnTo>
                  <a:lnTo>
                    <a:pt x="2297331" y="2628617"/>
                  </a:lnTo>
                  <a:lnTo>
                    <a:pt x="2368954" y="2656926"/>
                  </a:lnTo>
                  <a:lnTo>
                    <a:pt x="2440576" y="2665561"/>
                  </a:lnTo>
                  <a:lnTo>
                    <a:pt x="2512199" y="2674105"/>
                  </a:lnTo>
                  <a:lnTo>
                    <a:pt x="2583821" y="2682560"/>
                  </a:lnTo>
                  <a:lnTo>
                    <a:pt x="2655444" y="2690926"/>
                  </a:lnTo>
                  <a:lnTo>
                    <a:pt x="2727066" y="2699206"/>
                  </a:lnTo>
                  <a:lnTo>
                    <a:pt x="2798689" y="2707398"/>
                  </a:lnTo>
                  <a:lnTo>
                    <a:pt x="2870311" y="2715506"/>
                  </a:lnTo>
                  <a:lnTo>
                    <a:pt x="2941934" y="2723528"/>
                  </a:lnTo>
                  <a:lnTo>
                    <a:pt x="3013556" y="2731467"/>
                  </a:lnTo>
                  <a:lnTo>
                    <a:pt x="3085179" y="2739323"/>
                  </a:lnTo>
                  <a:lnTo>
                    <a:pt x="3156801" y="2747097"/>
                  </a:lnTo>
                  <a:lnTo>
                    <a:pt x="3228424" y="2754789"/>
                  </a:lnTo>
                  <a:lnTo>
                    <a:pt x="3300046" y="2762402"/>
                  </a:lnTo>
                  <a:lnTo>
                    <a:pt x="3371669" y="2769934"/>
                  </a:lnTo>
                  <a:lnTo>
                    <a:pt x="3443292" y="2777389"/>
                  </a:lnTo>
                  <a:lnTo>
                    <a:pt x="3514914" y="2784765"/>
                  </a:lnTo>
                  <a:lnTo>
                    <a:pt x="3586537" y="2792064"/>
                  </a:lnTo>
                  <a:lnTo>
                    <a:pt x="3658159" y="2799287"/>
                  </a:lnTo>
                  <a:lnTo>
                    <a:pt x="3729782" y="2806435"/>
                  </a:lnTo>
                  <a:lnTo>
                    <a:pt x="3801404" y="2813508"/>
                  </a:lnTo>
                  <a:lnTo>
                    <a:pt x="3873027" y="2820507"/>
                  </a:lnTo>
                  <a:lnTo>
                    <a:pt x="3944649" y="2827433"/>
                  </a:lnTo>
                  <a:lnTo>
                    <a:pt x="4016272" y="2834287"/>
                  </a:lnTo>
                  <a:lnTo>
                    <a:pt x="4087894" y="2841069"/>
                  </a:lnTo>
                  <a:lnTo>
                    <a:pt x="4159517" y="2847780"/>
                  </a:lnTo>
                  <a:lnTo>
                    <a:pt x="4231139" y="2854421"/>
                  </a:lnTo>
                  <a:lnTo>
                    <a:pt x="4302762" y="2860993"/>
                  </a:lnTo>
                  <a:lnTo>
                    <a:pt x="4374384" y="2867497"/>
                  </a:lnTo>
                  <a:lnTo>
                    <a:pt x="4446007" y="2873932"/>
                  </a:lnTo>
                  <a:lnTo>
                    <a:pt x="4517629" y="2880300"/>
                  </a:lnTo>
                  <a:lnTo>
                    <a:pt x="4589252" y="2886602"/>
                  </a:lnTo>
                  <a:lnTo>
                    <a:pt x="4660874" y="2892838"/>
                  </a:lnTo>
                  <a:lnTo>
                    <a:pt x="4732497" y="2899008"/>
                  </a:lnTo>
                  <a:lnTo>
                    <a:pt x="4804119" y="2905115"/>
                  </a:lnTo>
                  <a:lnTo>
                    <a:pt x="4875742" y="2911157"/>
                  </a:lnTo>
                  <a:lnTo>
                    <a:pt x="4947365" y="2917137"/>
                  </a:lnTo>
                  <a:lnTo>
                    <a:pt x="5018987" y="2923054"/>
                  </a:lnTo>
                  <a:lnTo>
                    <a:pt x="5090610" y="2928909"/>
                  </a:lnTo>
                  <a:lnTo>
                    <a:pt x="5162232" y="2934703"/>
                  </a:lnTo>
                  <a:lnTo>
                    <a:pt x="5233855" y="2940436"/>
                  </a:lnTo>
                  <a:lnTo>
                    <a:pt x="5305477" y="2946110"/>
                  </a:lnTo>
                  <a:lnTo>
                    <a:pt x="5377100" y="2951724"/>
                  </a:lnTo>
                  <a:lnTo>
                    <a:pt x="5448722" y="2957280"/>
                  </a:lnTo>
                  <a:lnTo>
                    <a:pt x="5520345" y="2962778"/>
                  </a:lnTo>
                  <a:lnTo>
                    <a:pt x="5591967" y="2968218"/>
                  </a:lnTo>
                  <a:lnTo>
                    <a:pt x="5663590" y="2973602"/>
                  </a:lnTo>
                  <a:lnTo>
                    <a:pt x="5735212" y="2978929"/>
                  </a:lnTo>
                  <a:lnTo>
                    <a:pt x="5806835" y="2984201"/>
                  </a:lnTo>
                  <a:lnTo>
                    <a:pt x="5878457" y="2989417"/>
                  </a:lnTo>
                  <a:lnTo>
                    <a:pt x="5950080" y="2994580"/>
                  </a:lnTo>
                  <a:lnTo>
                    <a:pt x="6021702" y="299968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88743"/>
              <a:ext cx="7090630" cy="1280777"/>
            </a:xfrm>
            <a:custGeom>
              <a:avLst/>
              <a:pathLst>
                <a:path w="7090630" h="1280777">
                  <a:moveTo>
                    <a:pt x="7090630" y="1280777"/>
                  </a:moveTo>
                  <a:lnTo>
                    <a:pt x="7019007" y="1276850"/>
                  </a:lnTo>
                  <a:lnTo>
                    <a:pt x="6947385" y="1272748"/>
                  </a:lnTo>
                  <a:lnTo>
                    <a:pt x="6875762" y="1268462"/>
                  </a:lnTo>
                  <a:lnTo>
                    <a:pt x="6804139" y="1263983"/>
                  </a:lnTo>
                  <a:lnTo>
                    <a:pt x="6732517" y="1259305"/>
                  </a:lnTo>
                  <a:lnTo>
                    <a:pt x="6660894" y="1254417"/>
                  </a:lnTo>
                  <a:lnTo>
                    <a:pt x="6589272" y="1249310"/>
                  </a:lnTo>
                  <a:lnTo>
                    <a:pt x="6517649" y="1243975"/>
                  </a:lnTo>
                  <a:lnTo>
                    <a:pt x="6446027" y="1238401"/>
                  </a:lnTo>
                  <a:lnTo>
                    <a:pt x="6374404" y="1232577"/>
                  </a:lnTo>
                  <a:lnTo>
                    <a:pt x="6302782" y="1226493"/>
                  </a:lnTo>
                  <a:lnTo>
                    <a:pt x="6231159" y="1220136"/>
                  </a:lnTo>
                  <a:lnTo>
                    <a:pt x="6159537" y="1213495"/>
                  </a:lnTo>
                  <a:lnTo>
                    <a:pt x="6087914" y="1206556"/>
                  </a:lnTo>
                  <a:lnTo>
                    <a:pt x="6016292" y="1199307"/>
                  </a:lnTo>
                  <a:lnTo>
                    <a:pt x="5944669" y="1191733"/>
                  </a:lnTo>
                  <a:lnTo>
                    <a:pt x="5873047" y="1183821"/>
                  </a:lnTo>
                  <a:lnTo>
                    <a:pt x="5801424" y="1175554"/>
                  </a:lnTo>
                  <a:lnTo>
                    <a:pt x="5729802" y="1166917"/>
                  </a:lnTo>
                  <a:lnTo>
                    <a:pt x="5658179" y="1157894"/>
                  </a:lnTo>
                  <a:lnTo>
                    <a:pt x="5586557" y="1148466"/>
                  </a:lnTo>
                  <a:lnTo>
                    <a:pt x="5514934" y="1138617"/>
                  </a:lnTo>
                  <a:lnTo>
                    <a:pt x="5443311" y="1128327"/>
                  </a:lnTo>
                  <a:lnTo>
                    <a:pt x="5371689" y="1117576"/>
                  </a:lnTo>
                  <a:lnTo>
                    <a:pt x="5300066" y="1106344"/>
                  </a:lnTo>
                  <a:lnTo>
                    <a:pt x="5228444" y="1094610"/>
                  </a:lnTo>
                  <a:lnTo>
                    <a:pt x="5156821" y="1082350"/>
                  </a:lnTo>
                  <a:lnTo>
                    <a:pt x="5085199" y="1069541"/>
                  </a:lnTo>
                  <a:lnTo>
                    <a:pt x="5013576" y="1056159"/>
                  </a:lnTo>
                  <a:lnTo>
                    <a:pt x="4941954" y="1042178"/>
                  </a:lnTo>
                  <a:lnTo>
                    <a:pt x="4870331" y="1027571"/>
                  </a:lnTo>
                  <a:lnTo>
                    <a:pt x="4798709" y="1012310"/>
                  </a:lnTo>
                  <a:lnTo>
                    <a:pt x="4727086" y="996366"/>
                  </a:lnTo>
                  <a:lnTo>
                    <a:pt x="4655464" y="979709"/>
                  </a:lnTo>
                  <a:lnTo>
                    <a:pt x="4583841" y="962305"/>
                  </a:lnTo>
                  <a:lnTo>
                    <a:pt x="4512219" y="944123"/>
                  </a:lnTo>
                  <a:lnTo>
                    <a:pt x="4440596" y="925127"/>
                  </a:lnTo>
                  <a:lnTo>
                    <a:pt x="4368974" y="905281"/>
                  </a:lnTo>
                  <a:lnTo>
                    <a:pt x="4297351" y="884546"/>
                  </a:lnTo>
                  <a:lnTo>
                    <a:pt x="4225729" y="862884"/>
                  </a:lnTo>
                  <a:lnTo>
                    <a:pt x="4154106" y="840251"/>
                  </a:lnTo>
                  <a:lnTo>
                    <a:pt x="4082483" y="816606"/>
                  </a:lnTo>
                  <a:lnTo>
                    <a:pt x="4010861" y="791902"/>
                  </a:lnTo>
                  <a:lnTo>
                    <a:pt x="3939238" y="766092"/>
                  </a:lnTo>
                  <a:lnTo>
                    <a:pt x="3867616" y="739128"/>
                  </a:lnTo>
                  <a:lnTo>
                    <a:pt x="3795993" y="710956"/>
                  </a:lnTo>
                  <a:lnTo>
                    <a:pt x="3724371" y="681523"/>
                  </a:lnTo>
                  <a:lnTo>
                    <a:pt x="3652748" y="650772"/>
                  </a:lnTo>
                  <a:lnTo>
                    <a:pt x="3581126" y="618646"/>
                  </a:lnTo>
                  <a:lnTo>
                    <a:pt x="3509503" y="585081"/>
                  </a:lnTo>
                  <a:lnTo>
                    <a:pt x="3437881" y="550013"/>
                  </a:lnTo>
                  <a:lnTo>
                    <a:pt x="3366258" y="532960"/>
                  </a:lnTo>
                  <a:lnTo>
                    <a:pt x="3294636" y="524143"/>
                  </a:lnTo>
                  <a:lnTo>
                    <a:pt x="3223013" y="515232"/>
                  </a:lnTo>
                  <a:lnTo>
                    <a:pt x="3151391" y="506228"/>
                  </a:lnTo>
                  <a:lnTo>
                    <a:pt x="3079768" y="497128"/>
                  </a:lnTo>
                  <a:lnTo>
                    <a:pt x="3008146" y="487933"/>
                  </a:lnTo>
                  <a:lnTo>
                    <a:pt x="2936523" y="478640"/>
                  </a:lnTo>
                  <a:lnTo>
                    <a:pt x="2864901" y="469249"/>
                  </a:lnTo>
                  <a:lnTo>
                    <a:pt x="2793278" y="459759"/>
                  </a:lnTo>
                  <a:lnTo>
                    <a:pt x="2721655" y="450169"/>
                  </a:lnTo>
                  <a:lnTo>
                    <a:pt x="2650033" y="440478"/>
                  </a:lnTo>
                  <a:lnTo>
                    <a:pt x="2578410" y="430685"/>
                  </a:lnTo>
                  <a:lnTo>
                    <a:pt x="2506788" y="420788"/>
                  </a:lnTo>
                  <a:lnTo>
                    <a:pt x="2435165" y="410787"/>
                  </a:lnTo>
                  <a:lnTo>
                    <a:pt x="2363543" y="400680"/>
                  </a:lnTo>
                  <a:lnTo>
                    <a:pt x="2291920" y="390467"/>
                  </a:lnTo>
                  <a:lnTo>
                    <a:pt x="2220298" y="380145"/>
                  </a:lnTo>
                  <a:lnTo>
                    <a:pt x="2148675" y="369715"/>
                  </a:lnTo>
                  <a:lnTo>
                    <a:pt x="2077053" y="359175"/>
                  </a:lnTo>
                  <a:lnTo>
                    <a:pt x="2005430" y="348524"/>
                  </a:lnTo>
                  <a:lnTo>
                    <a:pt x="1933808" y="337760"/>
                  </a:lnTo>
                  <a:lnTo>
                    <a:pt x="1862185" y="326882"/>
                  </a:lnTo>
                  <a:lnTo>
                    <a:pt x="1790563" y="315890"/>
                  </a:lnTo>
                  <a:lnTo>
                    <a:pt x="1718940" y="304782"/>
                  </a:lnTo>
                  <a:lnTo>
                    <a:pt x="1647318" y="293556"/>
                  </a:lnTo>
                  <a:lnTo>
                    <a:pt x="1575695" y="282213"/>
                  </a:lnTo>
                  <a:lnTo>
                    <a:pt x="1504073" y="270749"/>
                  </a:lnTo>
                  <a:lnTo>
                    <a:pt x="1432450" y="259164"/>
                  </a:lnTo>
                  <a:lnTo>
                    <a:pt x="1360827" y="247458"/>
                  </a:lnTo>
                  <a:lnTo>
                    <a:pt x="1289205" y="235627"/>
                  </a:lnTo>
                  <a:lnTo>
                    <a:pt x="1217582" y="223672"/>
                  </a:lnTo>
                  <a:lnTo>
                    <a:pt x="1145960" y="211591"/>
                  </a:lnTo>
                  <a:lnTo>
                    <a:pt x="1074337" y="199382"/>
                  </a:lnTo>
                  <a:lnTo>
                    <a:pt x="1002715" y="187044"/>
                  </a:lnTo>
                  <a:lnTo>
                    <a:pt x="931092" y="174576"/>
                  </a:lnTo>
                  <a:lnTo>
                    <a:pt x="859470" y="161977"/>
                  </a:lnTo>
                  <a:lnTo>
                    <a:pt x="787847" y="149244"/>
                  </a:lnTo>
                  <a:lnTo>
                    <a:pt x="716225" y="136377"/>
                  </a:lnTo>
                  <a:lnTo>
                    <a:pt x="644602" y="123375"/>
                  </a:lnTo>
                  <a:lnTo>
                    <a:pt x="572980" y="110235"/>
                  </a:lnTo>
                  <a:lnTo>
                    <a:pt x="501357" y="96956"/>
                  </a:lnTo>
                  <a:lnTo>
                    <a:pt x="429735" y="83538"/>
                  </a:lnTo>
                  <a:lnTo>
                    <a:pt x="358112" y="69978"/>
                  </a:lnTo>
                  <a:lnTo>
                    <a:pt x="286490" y="56274"/>
                  </a:lnTo>
                  <a:lnTo>
                    <a:pt x="214867" y="42426"/>
                  </a:lnTo>
                  <a:lnTo>
                    <a:pt x="143245" y="28432"/>
                  </a:lnTo>
                  <a:lnTo>
                    <a:pt x="71622" y="1429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530042"/>
              <a:ext cx="7090630" cy="2821135"/>
            </a:xfrm>
            <a:custGeom>
              <a:avLst/>
              <a:pathLst>
                <a:path w="7090630" h="2821135">
                  <a:moveTo>
                    <a:pt x="0" y="0"/>
                  </a:moveTo>
                  <a:lnTo>
                    <a:pt x="71622" y="81062"/>
                  </a:lnTo>
                  <a:lnTo>
                    <a:pt x="143245" y="159954"/>
                  </a:lnTo>
                  <a:lnTo>
                    <a:pt x="214867" y="236734"/>
                  </a:lnTo>
                  <a:lnTo>
                    <a:pt x="286490" y="311457"/>
                  </a:lnTo>
                  <a:lnTo>
                    <a:pt x="358112" y="384180"/>
                  </a:lnTo>
                  <a:lnTo>
                    <a:pt x="429735" y="454955"/>
                  </a:lnTo>
                  <a:lnTo>
                    <a:pt x="501357" y="523835"/>
                  </a:lnTo>
                  <a:lnTo>
                    <a:pt x="572980" y="590871"/>
                  </a:lnTo>
                  <a:lnTo>
                    <a:pt x="644602" y="656111"/>
                  </a:lnTo>
                  <a:lnTo>
                    <a:pt x="716225" y="719604"/>
                  </a:lnTo>
                  <a:lnTo>
                    <a:pt x="787847" y="781398"/>
                  </a:lnTo>
                  <a:lnTo>
                    <a:pt x="859470" y="841536"/>
                  </a:lnTo>
                  <a:lnTo>
                    <a:pt x="931092" y="900064"/>
                  </a:lnTo>
                  <a:lnTo>
                    <a:pt x="1002715" y="957025"/>
                  </a:lnTo>
                  <a:lnTo>
                    <a:pt x="1074337" y="1012460"/>
                  </a:lnTo>
                  <a:lnTo>
                    <a:pt x="1145960" y="1066411"/>
                  </a:lnTo>
                  <a:lnTo>
                    <a:pt x="1217582" y="1118918"/>
                  </a:lnTo>
                  <a:lnTo>
                    <a:pt x="1289205" y="1170018"/>
                  </a:lnTo>
                  <a:lnTo>
                    <a:pt x="1360827" y="1219750"/>
                  </a:lnTo>
                  <a:lnTo>
                    <a:pt x="1432450" y="1268150"/>
                  </a:lnTo>
                  <a:lnTo>
                    <a:pt x="1504073" y="1315254"/>
                  </a:lnTo>
                  <a:lnTo>
                    <a:pt x="1575695" y="1361097"/>
                  </a:lnTo>
                  <a:lnTo>
                    <a:pt x="1647318" y="1405712"/>
                  </a:lnTo>
                  <a:lnTo>
                    <a:pt x="1718940" y="1449133"/>
                  </a:lnTo>
                  <a:lnTo>
                    <a:pt x="1790563" y="1491391"/>
                  </a:lnTo>
                  <a:lnTo>
                    <a:pt x="1862185" y="1532517"/>
                  </a:lnTo>
                  <a:lnTo>
                    <a:pt x="1933808" y="1572542"/>
                  </a:lnTo>
                  <a:lnTo>
                    <a:pt x="2005430" y="1611495"/>
                  </a:lnTo>
                  <a:lnTo>
                    <a:pt x="2077053" y="1649405"/>
                  </a:lnTo>
                  <a:lnTo>
                    <a:pt x="2148675" y="1686300"/>
                  </a:lnTo>
                  <a:lnTo>
                    <a:pt x="2220298" y="1722207"/>
                  </a:lnTo>
                  <a:lnTo>
                    <a:pt x="2291920" y="1757152"/>
                  </a:lnTo>
                  <a:lnTo>
                    <a:pt x="2363543" y="1791162"/>
                  </a:lnTo>
                  <a:lnTo>
                    <a:pt x="2435165" y="1824261"/>
                  </a:lnTo>
                  <a:lnTo>
                    <a:pt x="2506788" y="1856473"/>
                  </a:lnTo>
                  <a:lnTo>
                    <a:pt x="2578410" y="1887823"/>
                  </a:lnTo>
                  <a:lnTo>
                    <a:pt x="2650033" y="1918334"/>
                  </a:lnTo>
                  <a:lnTo>
                    <a:pt x="2721655" y="1948027"/>
                  </a:lnTo>
                  <a:lnTo>
                    <a:pt x="2793278" y="1976926"/>
                  </a:lnTo>
                  <a:lnTo>
                    <a:pt x="2864901" y="2005050"/>
                  </a:lnTo>
                  <a:lnTo>
                    <a:pt x="2936523" y="2032422"/>
                  </a:lnTo>
                  <a:lnTo>
                    <a:pt x="3008146" y="2059060"/>
                  </a:lnTo>
                  <a:lnTo>
                    <a:pt x="3079768" y="2084985"/>
                  </a:lnTo>
                  <a:lnTo>
                    <a:pt x="3151391" y="2110216"/>
                  </a:lnTo>
                  <a:lnTo>
                    <a:pt x="3223013" y="2134771"/>
                  </a:lnTo>
                  <a:lnTo>
                    <a:pt x="3294636" y="2158669"/>
                  </a:lnTo>
                  <a:lnTo>
                    <a:pt x="3366258" y="2181927"/>
                  </a:lnTo>
                  <a:lnTo>
                    <a:pt x="3437881" y="2204562"/>
                  </a:lnTo>
                  <a:lnTo>
                    <a:pt x="3509503" y="2226591"/>
                  </a:lnTo>
                  <a:lnTo>
                    <a:pt x="3581126" y="2248030"/>
                  </a:lnTo>
                  <a:lnTo>
                    <a:pt x="3652748" y="2268895"/>
                  </a:lnTo>
                  <a:lnTo>
                    <a:pt x="3724371" y="2289201"/>
                  </a:lnTo>
                  <a:lnTo>
                    <a:pt x="3795993" y="2308963"/>
                  </a:lnTo>
                  <a:lnTo>
                    <a:pt x="3867616" y="2328196"/>
                  </a:lnTo>
                  <a:lnTo>
                    <a:pt x="3939238" y="2346914"/>
                  </a:lnTo>
                  <a:lnTo>
                    <a:pt x="4010861" y="2365131"/>
                  </a:lnTo>
                  <a:lnTo>
                    <a:pt x="4082483" y="2382861"/>
                  </a:lnTo>
                  <a:lnTo>
                    <a:pt x="4154106" y="2400115"/>
                  </a:lnTo>
                  <a:lnTo>
                    <a:pt x="4225729" y="2416907"/>
                  </a:lnTo>
                  <a:lnTo>
                    <a:pt x="4297351" y="2433250"/>
                  </a:lnTo>
                  <a:lnTo>
                    <a:pt x="4368974" y="2449155"/>
                  </a:lnTo>
                  <a:lnTo>
                    <a:pt x="4440596" y="2464634"/>
                  </a:lnTo>
                  <a:lnTo>
                    <a:pt x="4512219" y="2479699"/>
                  </a:lnTo>
                  <a:lnTo>
                    <a:pt x="4583841" y="2494360"/>
                  </a:lnTo>
                  <a:lnTo>
                    <a:pt x="4655464" y="2508629"/>
                  </a:lnTo>
                  <a:lnTo>
                    <a:pt x="4727086" y="2522515"/>
                  </a:lnTo>
                  <a:lnTo>
                    <a:pt x="4798709" y="2536030"/>
                  </a:lnTo>
                  <a:lnTo>
                    <a:pt x="4870331" y="2549183"/>
                  </a:lnTo>
                  <a:lnTo>
                    <a:pt x="4941954" y="2561983"/>
                  </a:lnTo>
                  <a:lnTo>
                    <a:pt x="5013576" y="2574441"/>
                  </a:lnTo>
                  <a:lnTo>
                    <a:pt x="5085199" y="2586565"/>
                  </a:lnTo>
                  <a:lnTo>
                    <a:pt x="5156821" y="2598365"/>
                  </a:lnTo>
                  <a:lnTo>
                    <a:pt x="5228444" y="2609848"/>
                  </a:lnTo>
                  <a:lnTo>
                    <a:pt x="5300066" y="2621024"/>
                  </a:lnTo>
                  <a:lnTo>
                    <a:pt x="5371689" y="2631901"/>
                  </a:lnTo>
                  <a:lnTo>
                    <a:pt x="5443311" y="2642487"/>
                  </a:lnTo>
                  <a:lnTo>
                    <a:pt x="5514934" y="2652789"/>
                  </a:lnTo>
                  <a:lnTo>
                    <a:pt x="5586557" y="2662815"/>
                  </a:lnTo>
                  <a:lnTo>
                    <a:pt x="5658179" y="2672573"/>
                  </a:lnTo>
                  <a:lnTo>
                    <a:pt x="5729802" y="2682069"/>
                  </a:lnTo>
                  <a:lnTo>
                    <a:pt x="5801424" y="2691311"/>
                  </a:lnTo>
                  <a:lnTo>
                    <a:pt x="5873047" y="2700306"/>
                  </a:lnTo>
                  <a:lnTo>
                    <a:pt x="5944669" y="2709060"/>
                  </a:lnTo>
                  <a:lnTo>
                    <a:pt x="6016292" y="2717579"/>
                  </a:lnTo>
                  <a:lnTo>
                    <a:pt x="6087914" y="2725870"/>
                  </a:lnTo>
                  <a:lnTo>
                    <a:pt x="6159537" y="2733940"/>
                  </a:lnTo>
                  <a:lnTo>
                    <a:pt x="6231159" y="2741793"/>
                  </a:lnTo>
                  <a:lnTo>
                    <a:pt x="6302782" y="2749436"/>
                  </a:lnTo>
                  <a:lnTo>
                    <a:pt x="6374404" y="2756874"/>
                  </a:lnTo>
                  <a:lnTo>
                    <a:pt x="6446027" y="2764113"/>
                  </a:lnTo>
                  <a:lnTo>
                    <a:pt x="6517649" y="2771158"/>
                  </a:lnTo>
                  <a:lnTo>
                    <a:pt x="6589272" y="2778014"/>
                  </a:lnTo>
                  <a:lnTo>
                    <a:pt x="6660894" y="2784687"/>
                  </a:lnTo>
                  <a:lnTo>
                    <a:pt x="6732517" y="2791182"/>
                  </a:lnTo>
                  <a:lnTo>
                    <a:pt x="6804139" y="2797502"/>
                  </a:lnTo>
                  <a:lnTo>
                    <a:pt x="6875762" y="2803653"/>
                  </a:lnTo>
                  <a:lnTo>
                    <a:pt x="6947385" y="2809639"/>
                  </a:lnTo>
                  <a:lnTo>
                    <a:pt x="7019007" y="2815465"/>
                  </a:lnTo>
                  <a:lnTo>
                    <a:pt x="7090630" y="282113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(1.13-1.69), p = 0.001  |  per IQR decline (Δ = 29.3 %): 2.60 (1.45-4.67)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76551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2026-09-28T15:19:50Z</dcterms:modified>
  <cp:category/>
</cp:coreProperties>
</file>