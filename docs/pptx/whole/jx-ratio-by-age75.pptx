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927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7256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5585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03914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30916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114206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9749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68078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820274"/>
              <a:ext cx="5696715" cy="2727351"/>
            </a:xfrm>
            <a:custGeom>
              <a:avLst/>
              <a:pathLst>
                <a:path w="5696715" h="2727351">
                  <a:moveTo>
                    <a:pt x="0" y="2725951"/>
                  </a:moveTo>
                  <a:lnTo>
                    <a:pt x="11148" y="2725785"/>
                  </a:lnTo>
                  <a:lnTo>
                    <a:pt x="22296" y="2725606"/>
                  </a:lnTo>
                  <a:lnTo>
                    <a:pt x="33444" y="2725402"/>
                  </a:lnTo>
                  <a:lnTo>
                    <a:pt x="44592" y="2725179"/>
                  </a:lnTo>
                  <a:lnTo>
                    <a:pt x="55740" y="2724938"/>
                  </a:lnTo>
                  <a:lnTo>
                    <a:pt x="66889" y="2724674"/>
                  </a:lnTo>
                  <a:lnTo>
                    <a:pt x="78037" y="2724378"/>
                  </a:lnTo>
                  <a:lnTo>
                    <a:pt x="89185" y="2724060"/>
                  </a:lnTo>
                  <a:lnTo>
                    <a:pt x="100333" y="2723717"/>
                  </a:lnTo>
                  <a:lnTo>
                    <a:pt x="111481" y="2723335"/>
                  </a:lnTo>
                  <a:lnTo>
                    <a:pt x="122629" y="2722920"/>
                  </a:lnTo>
                  <a:lnTo>
                    <a:pt x="133778" y="2722475"/>
                  </a:lnTo>
                  <a:lnTo>
                    <a:pt x="144926" y="2721993"/>
                  </a:lnTo>
                  <a:lnTo>
                    <a:pt x="156074" y="2721461"/>
                  </a:lnTo>
                  <a:lnTo>
                    <a:pt x="167222" y="2720893"/>
                  </a:lnTo>
                  <a:lnTo>
                    <a:pt x="178370" y="2720287"/>
                  </a:lnTo>
                  <a:lnTo>
                    <a:pt x="189518" y="2719622"/>
                  </a:lnTo>
                  <a:lnTo>
                    <a:pt x="200667" y="2718906"/>
                  </a:lnTo>
                  <a:lnTo>
                    <a:pt x="211815" y="2718146"/>
                  </a:lnTo>
                  <a:lnTo>
                    <a:pt x="222963" y="2717333"/>
                  </a:lnTo>
                  <a:lnTo>
                    <a:pt x="234111" y="2716446"/>
                  </a:lnTo>
                  <a:lnTo>
                    <a:pt x="245259" y="2715507"/>
                  </a:lnTo>
                  <a:lnTo>
                    <a:pt x="256407" y="2714515"/>
                  </a:lnTo>
                  <a:lnTo>
                    <a:pt x="267556" y="2713442"/>
                  </a:lnTo>
                  <a:lnTo>
                    <a:pt x="278704" y="2712299"/>
                  </a:lnTo>
                  <a:lnTo>
                    <a:pt x="289852" y="2711095"/>
                  </a:lnTo>
                  <a:lnTo>
                    <a:pt x="301000" y="2709824"/>
                  </a:lnTo>
                  <a:lnTo>
                    <a:pt x="312148" y="2708452"/>
                  </a:lnTo>
                  <a:lnTo>
                    <a:pt x="323296" y="2707014"/>
                  </a:lnTo>
                  <a:lnTo>
                    <a:pt x="334445" y="2705509"/>
                  </a:lnTo>
                  <a:lnTo>
                    <a:pt x="345593" y="2703904"/>
                  </a:lnTo>
                  <a:lnTo>
                    <a:pt x="356741" y="2702210"/>
                  </a:lnTo>
                  <a:lnTo>
                    <a:pt x="367889" y="2700443"/>
                  </a:lnTo>
                  <a:lnTo>
                    <a:pt x="379037" y="2698596"/>
                  </a:lnTo>
                  <a:lnTo>
                    <a:pt x="390185" y="2696630"/>
                  </a:lnTo>
                  <a:lnTo>
                    <a:pt x="401334" y="2694587"/>
                  </a:lnTo>
                  <a:lnTo>
                    <a:pt x="412482" y="2692466"/>
                  </a:lnTo>
                  <a:lnTo>
                    <a:pt x="423630" y="2690234"/>
                  </a:lnTo>
                  <a:lnTo>
                    <a:pt x="434778" y="2687904"/>
                  </a:lnTo>
                  <a:lnTo>
                    <a:pt x="445926" y="2685493"/>
                  </a:lnTo>
                  <a:lnTo>
                    <a:pt x="457075" y="2682998"/>
                  </a:lnTo>
                  <a:lnTo>
                    <a:pt x="468223" y="2680375"/>
                  </a:lnTo>
                  <a:lnTo>
                    <a:pt x="479371" y="2677672"/>
                  </a:lnTo>
                  <a:lnTo>
                    <a:pt x="490519" y="2674889"/>
                  </a:lnTo>
                  <a:lnTo>
                    <a:pt x="501667" y="2671996"/>
                  </a:lnTo>
                  <a:lnTo>
                    <a:pt x="512815" y="2669003"/>
                  </a:lnTo>
                  <a:lnTo>
                    <a:pt x="523964" y="2665932"/>
                  </a:lnTo>
                  <a:lnTo>
                    <a:pt x="535112" y="2662780"/>
                  </a:lnTo>
                  <a:lnTo>
                    <a:pt x="546260" y="2659504"/>
                  </a:lnTo>
                  <a:lnTo>
                    <a:pt x="557408" y="2656153"/>
                  </a:lnTo>
                  <a:lnTo>
                    <a:pt x="568556" y="2652727"/>
                  </a:lnTo>
                  <a:lnTo>
                    <a:pt x="579704" y="2649201"/>
                  </a:lnTo>
                  <a:lnTo>
                    <a:pt x="590853" y="2645581"/>
                  </a:lnTo>
                  <a:lnTo>
                    <a:pt x="602001" y="2641890"/>
                  </a:lnTo>
                  <a:lnTo>
                    <a:pt x="613149" y="2638126"/>
                  </a:lnTo>
                  <a:lnTo>
                    <a:pt x="624297" y="2634248"/>
                  </a:lnTo>
                  <a:lnTo>
                    <a:pt x="635445" y="2630301"/>
                  </a:lnTo>
                  <a:lnTo>
                    <a:pt x="646593" y="2626285"/>
                  </a:lnTo>
                  <a:lnTo>
                    <a:pt x="657742" y="2622178"/>
                  </a:lnTo>
                  <a:lnTo>
                    <a:pt x="668890" y="2617980"/>
                  </a:lnTo>
                  <a:lnTo>
                    <a:pt x="680038" y="2613713"/>
                  </a:lnTo>
                  <a:lnTo>
                    <a:pt x="691186" y="2609378"/>
                  </a:lnTo>
                  <a:lnTo>
                    <a:pt x="702334" y="2604925"/>
                  </a:lnTo>
                  <a:lnTo>
                    <a:pt x="713482" y="2600399"/>
                  </a:lnTo>
                  <a:lnTo>
                    <a:pt x="724631" y="2595798"/>
                  </a:lnTo>
                  <a:lnTo>
                    <a:pt x="735779" y="2591098"/>
                  </a:lnTo>
                  <a:lnTo>
                    <a:pt x="746927" y="2586290"/>
                  </a:lnTo>
                  <a:lnTo>
                    <a:pt x="758075" y="2581397"/>
                  </a:lnTo>
                  <a:lnTo>
                    <a:pt x="769223" y="2576417"/>
                  </a:lnTo>
                  <a:lnTo>
                    <a:pt x="780371" y="2571287"/>
                  </a:lnTo>
                  <a:lnTo>
                    <a:pt x="791520" y="2566052"/>
                  </a:lnTo>
                  <a:lnTo>
                    <a:pt x="802668" y="2560713"/>
                  </a:lnTo>
                  <a:lnTo>
                    <a:pt x="813816" y="2555232"/>
                  </a:lnTo>
                  <a:lnTo>
                    <a:pt x="824964" y="2549586"/>
                  </a:lnTo>
                  <a:lnTo>
                    <a:pt x="836112" y="2543810"/>
                  </a:lnTo>
                  <a:lnTo>
                    <a:pt x="847261" y="2537900"/>
                  </a:lnTo>
                  <a:lnTo>
                    <a:pt x="858409" y="2531754"/>
                  </a:lnTo>
                  <a:lnTo>
                    <a:pt x="869557" y="2525440"/>
                  </a:lnTo>
                  <a:lnTo>
                    <a:pt x="880705" y="2518958"/>
                  </a:lnTo>
                  <a:lnTo>
                    <a:pt x="891853" y="2512253"/>
                  </a:lnTo>
                  <a:lnTo>
                    <a:pt x="903001" y="2505279"/>
                  </a:lnTo>
                  <a:lnTo>
                    <a:pt x="914150" y="2498098"/>
                  </a:lnTo>
                  <a:lnTo>
                    <a:pt x="925298" y="2490706"/>
                  </a:lnTo>
                  <a:lnTo>
                    <a:pt x="936446" y="2482952"/>
                  </a:lnTo>
                  <a:lnTo>
                    <a:pt x="947594" y="2474932"/>
                  </a:lnTo>
                  <a:lnTo>
                    <a:pt x="958742" y="2466657"/>
                  </a:lnTo>
                  <a:lnTo>
                    <a:pt x="969890" y="2458052"/>
                  </a:lnTo>
                  <a:lnTo>
                    <a:pt x="981039" y="2449045"/>
                  </a:lnTo>
                  <a:lnTo>
                    <a:pt x="992187" y="2439741"/>
                  </a:lnTo>
                  <a:lnTo>
                    <a:pt x="1003335" y="2430133"/>
                  </a:lnTo>
                  <a:lnTo>
                    <a:pt x="1014483" y="2420028"/>
                  </a:lnTo>
                  <a:lnTo>
                    <a:pt x="1025631" y="2409554"/>
                  </a:lnTo>
                  <a:lnTo>
                    <a:pt x="1036779" y="2398739"/>
                  </a:lnTo>
                  <a:lnTo>
                    <a:pt x="1047928" y="2387498"/>
                  </a:lnTo>
                  <a:lnTo>
                    <a:pt x="1059076" y="2375735"/>
                  </a:lnTo>
                  <a:lnTo>
                    <a:pt x="1070224" y="2363601"/>
                  </a:lnTo>
                  <a:lnTo>
                    <a:pt x="1081372" y="2351093"/>
                  </a:lnTo>
                  <a:lnTo>
                    <a:pt x="1092520" y="2337998"/>
                  </a:lnTo>
                  <a:lnTo>
                    <a:pt x="1103668" y="2324468"/>
                  </a:lnTo>
                  <a:lnTo>
                    <a:pt x="1114817" y="2310548"/>
                  </a:lnTo>
                  <a:lnTo>
                    <a:pt x="1125965" y="2296161"/>
                  </a:lnTo>
                  <a:lnTo>
                    <a:pt x="1137113" y="2281201"/>
                  </a:lnTo>
                  <a:lnTo>
                    <a:pt x="1148261" y="2265852"/>
                  </a:lnTo>
                  <a:lnTo>
                    <a:pt x="1159409" y="2250116"/>
                  </a:lnTo>
                  <a:lnTo>
                    <a:pt x="1170557" y="2233803"/>
                  </a:lnTo>
                  <a:lnTo>
                    <a:pt x="1181706" y="2217062"/>
                  </a:lnTo>
                  <a:lnTo>
                    <a:pt x="1192854" y="2199955"/>
                  </a:lnTo>
                  <a:lnTo>
                    <a:pt x="1204002" y="2182427"/>
                  </a:lnTo>
                  <a:lnTo>
                    <a:pt x="1215150" y="2164387"/>
                  </a:lnTo>
                  <a:lnTo>
                    <a:pt x="1226298" y="2146018"/>
                  </a:lnTo>
                  <a:lnTo>
                    <a:pt x="1237447" y="2127328"/>
                  </a:lnTo>
                  <a:lnTo>
                    <a:pt x="1248595" y="2108187"/>
                  </a:lnTo>
                  <a:lnTo>
                    <a:pt x="1259743" y="2088718"/>
                  </a:lnTo>
                  <a:lnTo>
                    <a:pt x="1270891" y="2068984"/>
                  </a:lnTo>
                  <a:lnTo>
                    <a:pt x="1282039" y="2048959"/>
                  </a:lnTo>
                  <a:lnTo>
                    <a:pt x="1293187" y="2028594"/>
                  </a:lnTo>
                  <a:lnTo>
                    <a:pt x="1304336" y="2008030"/>
                  </a:lnTo>
                  <a:lnTo>
                    <a:pt x="1315484" y="1987276"/>
                  </a:lnTo>
                  <a:lnTo>
                    <a:pt x="1326632" y="1966280"/>
                  </a:lnTo>
                  <a:lnTo>
                    <a:pt x="1337780" y="1945123"/>
                  </a:lnTo>
                  <a:lnTo>
                    <a:pt x="1348928" y="1923849"/>
                  </a:lnTo>
                  <a:lnTo>
                    <a:pt x="1360076" y="1902458"/>
                  </a:lnTo>
                  <a:lnTo>
                    <a:pt x="1371225" y="1880954"/>
                  </a:lnTo>
                  <a:lnTo>
                    <a:pt x="1382373" y="1859401"/>
                  </a:lnTo>
                  <a:lnTo>
                    <a:pt x="1393521" y="1837809"/>
                  </a:lnTo>
                  <a:lnTo>
                    <a:pt x="1404669" y="1816192"/>
                  </a:lnTo>
                  <a:lnTo>
                    <a:pt x="1415817" y="1794584"/>
                  </a:lnTo>
                  <a:lnTo>
                    <a:pt x="1426965" y="1772996"/>
                  </a:lnTo>
                  <a:lnTo>
                    <a:pt x="1438114" y="1751441"/>
                  </a:lnTo>
                  <a:lnTo>
                    <a:pt x="1449262" y="1729963"/>
                  </a:lnTo>
                  <a:lnTo>
                    <a:pt x="1460410" y="1708549"/>
                  </a:lnTo>
                  <a:lnTo>
                    <a:pt x="1471558" y="1687204"/>
                  </a:lnTo>
                  <a:lnTo>
                    <a:pt x="1482706" y="1665971"/>
                  </a:lnTo>
                  <a:lnTo>
                    <a:pt x="1493854" y="1644847"/>
                  </a:lnTo>
                  <a:lnTo>
                    <a:pt x="1505003" y="1623814"/>
                  </a:lnTo>
                  <a:lnTo>
                    <a:pt x="1516151" y="1602881"/>
                  </a:lnTo>
                  <a:lnTo>
                    <a:pt x="1527299" y="1582098"/>
                  </a:lnTo>
                  <a:lnTo>
                    <a:pt x="1538447" y="1561408"/>
                  </a:lnTo>
                  <a:lnTo>
                    <a:pt x="1549595" y="1540808"/>
                  </a:lnTo>
                  <a:lnTo>
                    <a:pt x="1560743" y="1520329"/>
                  </a:lnTo>
                  <a:lnTo>
                    <a:pt x="1571892" y="1499949"/>
                  </a:lnTo>
                  <a:lnTo>
                    <a:pt x="1583040" y="1479638"/>
                  </a:lnTo>
                  <a:lnTo>
                    <a:pt x="1594188" y="1459396"/>
                  </a:lnTo>
                  <a:lnTo>
                    <a:pt x="1605336" y="1439235"/>
                  </a:lnTo>
                  <a:lnTo>
                    <a:pt x="1616484" y="1419107"/>
                  </a:lnTo>
                  <a:lnTo>
                    <a:pt x="1627633" y="1399008"/>
                  </a:lnTo>
                  <a:lnTo>
                    <a:pt x="1638781" y="1378928"/>
                  </a:lnTo>
                  <a:lnTo>
                    <a:pt x="1649929" y="1358841"/>
                  </a:lnTo>
                  <a:lnTo>
                    <a:pt x="1661077" y="1338735"/>
                  </a:lnTo>
                  <a:lnTo>
                    <a:pt x="1672225" y="1318602"/>
                  </a:lnTo>
                  <a:lnTo>
                    <a:pt x="1683373" y="1298392"/>
                  </a:lnTo>
                  <a:lnTo>
                    <a:pt x="1694522" y="1278116"/>
                  </a:lnTo>
                  <a:lnTo>
                    <a:pt x="1705670" y="1257767"/>
                  </a:lnTo>
                  <a:lnTo>
                    <a:pt x="1716818" y="1237302"/>
                  </a:lnTo>
                  <a:lnTo>
                    <a:pt x="1727966" y="1216701"/>
                  </a:lnTo>
                  <a:lnTo>
                    <a:pt x="1739114" y="1195986"/>
                  </a:lnTo>
                  <a:lnTo>
                    <a:pt x="1750262" y="1175153"/>
                  </a:lnTo>
                  <a:lnTo>
                    <a:pt x="1761411" y="1154104"/>
                  </a:lnTo>
                  <a:lnTo>
                    <a:pt x="1772559" y="1132915"/>
                  </a:lnTo>
                  <a:lnTo>
                    <a:pt x="1783707" y="1111583"/>
                  </a:lnTo>
                  <a:lnTo>
                    <a:pt x="1794855" y="1090060"/>
                  </a:lnTo>
                  <a:lnTo>
                    <a:pt x="1806003" y="1068338"/>
                  </a:lnTo>
                  <a:lnTo>
                    <a:pt x="1817151" y="1046471"/>
                  </a:lnTo>
                  <a:lnTo>
                    <a:pt x="1828300" y="1024457"/>
                  </a:lnTo>
                  <a:lnTo>
                    <a:pt x="1839448" y="1002215"/>
                  </a:lnTo>
                  <a:lnTo>
                    <a:pt x="1850596" y="979841"/>
                  </a:lnTo>
                  <a:lnTo>
                    <a:pt x="1861744" y="957342"/>
                  </a:lnTo>
                  <a:lnTo>
                    <a:pt x="1872892" y="934693"/>
                  </a:lnTo>
                  <a:lnTo>
                    <a:pt x="1884040" y="911912"/>
                  </a:lnTo>
                  <a:lnTo>
                    <a:pt x="1895189" y="889049"/>
                  </a:lnTo>
                  <a:lnTo>
                    <a:pt x="1906337" y="866111"/>
                  </a:lnTo>
                  <a:lnTo>
                    <a:pt x="1917485" y="843093"/>
                  </a:lnTo>
                  <a:lnTo>
                    <a:pt x="1928633" y="820051"/>
                  </a:lnTo>
                  <a:lnTo>
                    <a:pt x="1939781" y="796999"/>
                  </a:lnTo>
                  <a:lnTo>
                    <a:pt x="1950929" y="773958"/>
                  </a:lnTo>
                  <a:lnTo>
                    <a:pt x="1962078" y="750975"/>
                  </a:lnTo>
                  <a:lnTo>
                    <a:pt x="1973226" y="728060"/>
                  </a:lnTo>
                  <a:lnTo>
                    <a:pt x="1984374" y="705224"/>
                  </a:lnTo>
                  <a:lnTo>
                    <a:pt x="1995522" y="682567"/>
                  </a:lnTo>
                  <a:lnTo>
                    <a:pt x="2006670" y="660070"/>
                  </a:lnTo>
                  <a:lnTo>
                    <a:pt x="2017818" y="637736"/>
                  </a:lnTo>
                  <a:lnTo>
                    <a:pt x="2028967" y="615636"/>
                  </a:lnTo>
                  <a:lnTo>
                    <a:pt x="2040115" y="593848"/>
                  </a:lnTo>
                  <a:lnTo>
                    <a:pt x="2051263" y="572309"/>
                  </a:lnTo>
                  <a:lnTo>
                    <a:pt x="2062411" y="551030"/>
                  </a:lnTo>
                  <a:lnTo>
                    <a:pt x="2073559" y="530208"/>
                  </a:lnTo>
                  <a:lnTo>
                    <a:pt x="2084708" y="509738"/>
                  </a:lnTo>
                  <a:lnTo>
                    <a:pt x="2095856" y="489604"/>
                  </a:lnTo>
                  <a:lnTo>
                    <a:pt x="2107004" y="469901"/>
                  </a:lnTo>
                  <a:lnTo>
                    <a:pt x="2118152" y="450741"/>
                  </a:lnTo>
                  <a:lnTo>
                    <a:pt x="2129300" y="431977"/>
                  </a:lnTo>
                  <a:lnTo>
                    <a:pt x="2140448" y="413618"/>
                  </a:lnTo>
                  <a:lnTo>
                    <a:pt x="2151597" y="395911"/>
                  </a:lnTo>
                  <a:lnTo>
                    <a:pt x="2162745" y="378692"/>
                  </a:lnTo>
                  <a:lnTo>
                    <a:pt x="2173893" y="361918"/>
                  </a:lnTo>
                  <a:lnTo>
                    <a:pt x="2185041" y="345685"/>
                  </a:lnTo>
                  <a:lnTo>
                    <a:pt x="2196189" y="330122"/>
                  </a:lnTo>
                  <a:lnTo>
                    <a:pt x="2207337" y="315023"/>
                  </a:lnTo>
                  <a:lnTo>
                    <a:pt x="2218486" y="300387"/>
                  </a:lnTo>
                  <a:lnTo>
                    <a:pt x="2229634" y="286459"/>
                  </a:lnTo>
                  <a:lnTo>
                    <a:pt x="2240782" y="273057"/>
                  </a:lnTo>
                  <a:lnTo>
                    <a:pt x="2251930" y="260114"/>
                  </a:lnTo>
                  <a:lnTo>
                    <a:pt x="2263078" y="247707"/>
                  </a:lnTo>
                  <a:lnTo>
                    <a:pt x="2274226" y="235960"/>
                  </a:lnTo>
                  <a:lnTo>
                    <a:pt x="2285375" y="224647"/>
                  </a:lnTo>
                  <a:lnTo>
                    <a:pt x="2296523" y="213763"/>
                  </a:lnTo>
                  <a:lnTo>
                    <a:pt x="2307671" y="203500"/>
                  </a:lnTo>
                  <a:lnTo>
                    <a:pt x="2318819" y="193699"/>
                  </a:lnTo>
                  <a:lnTo>
                    <a:pt x="2329967" y="184282"/>
                  </a:lnTo>
                  <a:lnTo>
                    <a:pt x="2341115" y="175299"/>
                  </a:lnTo>
                  <a:lnTo>
                    <a:pt x="2352264" y="166846"/>
                  </a:lnTo>
                  <a:lnTo>
                    <a:pt x="2363412" y="158723"/>
                  </a:lnTo>
                  <a:lnTo>
                    <a:pt x="2374560" y="150922"/>
                  </a:lnTo>
                  <a:lnTo>
                    <a:pt x="2385708" y="143565"/>
                  </a:lnTo>
                  <a:lnTo>
                    <a:pt x="2396856" y="136535"/>
                  </a:lnTo>
                  <a:lnTo>
                    <a:pt x="2408004" y="129765"/>
                  </a:lnTo>
                  <a:lnTo>
                    <a:pt x="2419153" y="123277"/>
                  </a:lnTo>
                  <a:lnTo>
                    <a:pt x="2430301" y="117130"/>
                  </a:lnTo>
                  <a:lnTo>
                    <a:pt x="2441449" y="111182"/>
                  </a:lnTo>
                  <a:lnTo>
                    <a:pt x="2452597" y="105428"/>
                  </a:lnTo>
                  <a:lnTo>
                    <a:pt x="2463745" y="99924"/>
                  </a:lnTo>
                  <a:lnTo>
                    <a:pt x="2474894" y="94602"/>
                  </a:lnTo>
                  <a:lnTo>
                    <a:pt x="2486042" y="89421"/>
                  </a:lnTo>
                  <a:lnTo>
                    <a:pt x="2497190" y="84384"/>
                  </a:lnTo>
                  <a:lnTo>
                    <a:pt x="2508338" y="79522"/>
                  </a:lnTo>
                  <a:lnTo>
                    <a:pt x="2519486" y="74759"/>
                  </a:lnTo>
                  <a:lnTo>
                    <a:pt x="2530634" y="70092"/>
                  </a:lnTo>
                  <a:lnTo>
                    <a:pt x="2541783" y="65546"/>
                  </a:lnTo>
                  <a:lnTo>
                    <a:pt x="2552931" y="61097"/>
                  </a:lnTo>
                  <a:lnTo>
                    <a:pt x="2564079" y="56721"/>
                  </a:lnTo>
                  <a:lnTo>
                    <a:pt x="2575227" y="52425"/>
                  </a:lnTo>
                  <a:lnTo>
                    <a:pt x="2586375" y="48240"/>
                  </a:lnTo>
                  <a:lnTo>
                    <a:pt x="2597523" y="44130"/>
                  </a:lnTo>
                  <a:lnTo>
                    <a:pt x="2608672" y="40095"/>
                  </a:lnTo>
                  <a:lnTo>
                    <a:pt x="2619820" y="36173"/>
                  </a:lnTo>
                  <a:lnTo>
                    <a:pt x="2630968" y="32366"/>
                  </a:lnTo>
                  <a:lnTo>
                    <a:pt x="2642116" y="28659"/>
                  </a:lnTo>
                  <a:lnTo>
                    <a:pt x="2653264" y="25063"/>
                  </a:lnTo>
                  <a:lnTo>
                    <a:pt x="2664412" y="21666"/>
                  </a:lnTo>
                  <a:lnTo>
                    <a:pt x="2675561" y="18412"/>
                  </a:lnTo>
                  <a:lnTo>
                    <a:pt x="2686709" y="15310"/>
                  </a:lnTo>
                  <a:lnTo>
                    <a:pt x="2697857" y="12442"/>
                  </a:lnTo>
                  <a:lnTo>
                    <a:pt x="2709005" y="9828"/>
                  </a:lnTo>
                  <a:lnTo>
                    <a:pt x="2720153" y="7429"/>
                  </a:lnTo>
                  <a:lnTo>
                    <a:pt x="2731301" y="5266"/>
                  </a:lnTo>
                  <a:lnTo>
                    <a:pt x="2742450" y="3524"/>
                  </a:lnTo>
                  <a:lnTo>
                    <a:pt x="2753598" y="2074"/>
                  </a:lnTo>
                  <a:lnTo>
                    <a:pt x="2764746" y="928"/>
                  </a:lnTo>
                  <a:lnTo>
                    <a:pt x="2775894" y="227"/>
                  </a:lnTo>
                  <a:lnTo>
                    <a:pt x="2787042" y="0"/>
                  </a:lnTo>
                  <a:lnTo>
                    <a:pt x="2798190" y="159"/>
                  </a:lnTo>
                  <a:lnTo>
                    <a:pt x="2809339" y="722"/>
                  </a:lnTo>
                  <a:lnTo>
                    <a:pt x="2820487" y="2000"/>
                  </a:lnTo>
                  <a:lnTo>
                    <a:pt x="2831635" y="3746"/>
                  </a:lnTo>
                  <a:lnTo>
                    <a:pt x="2842783" y="5970"/>
                  </a:lnTo>
                  <a:lnTo>
                    <a:pt x="2853931" y="8860"/>
                  </a:lnTo>
                  <a:lnTo>
                    <a:pt x="2865080" y="12455"/>
                  </a:lnTo>
                  <a:lnTo>
                    <a:pt x="2876228" y="16599"/>
                  </a:lnTo>
                  <a:lnTo>
                    <a:pt x="2887376" y="21302"/>
                  </a:lnTo>
                  <a:lnTo>
                    <a:pt x="2898524" y="26965"/>
                  </a:lnTo>
                  <a:lnTo>
                    <a:pt x="2909672" y="33239"/>
                  </a:lnTo>
                  <a:lnTo>
                    <a:pt x="2920820" y="40125"/>
                  </a:lnTo>
                  <a:lnTo>
                    <a:pt x="2931969" y="47822"/>
                  </a:lnTo>
                  <a:lnTo>
                    <a:pt x="2943117" y="56380"/>
                  </a:lnTo>
                  <a:lnTo>
                    <a:pt x="2954265" y="65579"/>
                  </a:lnTo>
                  <a:lnTo>
                    <a:pt x="2965413" y="75424"/>
                  </a:lnTo>
                  <a:lnTo>
                    <a:pt x="2976561" y="86324"/>
                  </a:lnTo>
                  <a:lnTo>
                    <a:pt x="2987709" y="97898"/>
                  </a:lnTo>
                  <a:lnTo>
                    <a:pt x="2998858" y="110122"/>
                  </a:lnTo>
                  <a:lnTo>
                    <a:pt x="3010006" y="123173"/>
                  </a:lnTo>
                  <a:lnTo>
                    <a:pt x="3021154" y="137104"/>
                  </a:lnTo>
                  <a:lnTo>
                    <a:pt x="3032302" y="151664"/>
                  </a:lnTo>
                  <a:lnTo>
                    <a:pt x="3043450" y="166849"/>
                  </a:lnTo>
                  <a:lnTo>
                    <a:pt x="3054598" y="183007"/>
                  </a:lnTo>
                  <a:lnTo>
                    <a:pt x="3065747" y="199787"/>
                  </a:lnTo>
                  <a:lnTo>
                    <a:pt x="3076895" y="217146"/>
                  </a:lnTo>
                  <a:lnTo>
                    <a:pt x="3088043" y="235213"/>
                  </a:lnTo>
                  <a:lnTo>
                    <a:pt x="3099191" y="254029"/>
                  </a:lnTo>
                  <a:lnTo>
                    <a:pt x="3110339" y="273358"/>
                  </a:lnTo>
                  <a:lnTo>
                    <a:pt x="3121487" y="293189"/>
                  </a:lnTo>
                  <a:lnTo>
                    <a:pt x="3132636" y="313760"/>
                  </a:lnTo>
                  <a:lnTo>
                    <a:pt x="3143784" y="334802"/>
                  </a:lnTo>
                  <a:lnTo>
                    <a:pt x="3154932" y="356262"/>
                  </a:lnTo>
                  <a:lnTo>
                    <a:pt x="3166080" y="378211"/>
                  </a:lnTo>
                  <a:lnTo>
                    <a:pt x="3177228" y="400669"/>
                  </a:lnTo>
                  <a:lnTo>
                    <a:pt x="3188376" y="423452"/>
                  </a:lnTo>
                  <a:lnTo>
                    <a:pt x="3199525" y="446547"/>
                  </a:lnTo>
                  <a:lnTo>
                    <a:pt x="3210673" y="470068"/>
                  </a:lnTo>
                  <a:lnTo>
                    <a:pt x="3221821" y="493846"/>
                  </a:lnTo>
                  <a:lnTo>
                    <a:pt x="3232969" y="517839"/>
                  </a:lnTo>
                  <a:lnTo>
                    <a:pt x="3244117" y="542061"/>
                  </a:lnTo>
                  <a:lnTo>
                    <a:pt x="3255266" y="566499"/>
                  </a:lnTo>
                  <a:lnTo>
                    <a:pt x="3266414" y="591053"/>
                  </a:lnTo>
                  <a:lnTo>
                    <a:pt x="3277562" y="615709"/>
                  </a:lnTo>
                  <a:lnTo>
                    <a:pt x="3288710" y="640466"/>
                  </a:lnTo>
                  <a:lnTo>
                    <a:pt x="3299858" y="665254"/>
                  </a:lnTo>
                  <a:lnTo>
                    <a:pt x="3311006" y="690050"/>
                  </a:lnTo>
                  <a:lnTo>
                    <a:pt x="3322155" y="714832"/>
                  </a:lnTo>
                  <a:lnTo>
                    <a:pt x="3333303" y="739542"/>
                  </a:lnTo>
                  <a:lnTo>
                    <a:pt x="3344451" y="764174"/>
                  </a:lnTo>
                  <a:lnTo>
                    <a:pt x="3355599" y="788715"/>
                  </a:lnTo>
                  <a:lnTo>
                    <a:pt x="3366747" y="813077"/>
                  </a:lnTo>
                  <a:lnTo>
                    <a:pt x="3377895" y="837264"/>
                  </a:lnTo>
                  <a:lnTo>
                    <a:pt x="3389044" y="861282"/>
                  </a:lnTo>
                  <a:lnTo>
                    <a:pt x="3400192" y="885088"/>
                  </a:lnTo>
                  <a:lnTo>
                    <a:pt x="3411340" y="908576"/>
                  </a:lnTo>
                  <a:lnTo>
                    <a:pt x="3422488" y="931828"/>
                  </a:lnTo>
                  <a:lnTo>
                    <a:pt x="3433636" y="954836"/>
                  </a:lnTo>
                  <a:lnTo>
                    <a:pt x="3444784" y="977450"/>
                  </a:lnTo>
                  <a:lnTo>
                    <a:pt x="3455933" y="999722"/>
                  </a:lnTo>
                  <a:lnTo>
                    <a:pt x="3467081" y="1021693"/>
                  </a:lnTo>
                  <a:lnTo>
                    <a:pt x="3478229" y="1043309"/>
                  </a:lnTo>
                  <a:lnTo>
                    <a:pt x="3489377" y="1064420"/>
                  </a:lnTo>
                  <a:lnTo>
                    <a:pt x="3500525" y="1085183"/>
                  </a:lnTo>
                  <a:lnTo>
                    <a:pt x="3511673" y="1105592"/>
                  </a:lnTo>
                  <a:lnTo>
                    <a:pt x="3522822" y="1125467"/>
                  </a:lnTo>
                  <a:lnTo>
                    <a:pt x="3533970" y="1144884"/>
                  </a:lnTo>
                  <a:lnTo>
                    <a:pt x="3545118" y="1163912"/>
                  </a:lnTo>
                  <a:lnTo>
                    <a:pt x="3556266" y="1182502"/>
                  </a:lnTo>
                  <a:lnTo>
                    <a:pt x="3567414" y="1200468"/>
                  </a:lnTo>
                  <a:lnTo>
                    <a:pt x="3578562" y="1218024"/>
                  </a:lnTo>
                  <a:lnTo>
                    <a:pt x="3589711" y="1235166"/>
                  </a:lnTo>
                  <a:lnTo>
                    <a:pt x="3600859" y="1251711"/>
                  </a:lnTo>
                  <a:lnTo>
                    <a:pt x="3612007" y="1267739"/>
                  </a:lnTo>
                  <a:lnTo>
                    <a:pt x="3623155" y="1283345"/>
                  </a:lnTo>
                  <a:lnTo>
                    <a:pt x="3634303" y="1298491"/>
                  </a:lnTo>
                  <a:lnTo>
                    <a:pt x="3645452" y="1312977"/>
                  </a:lnTo>
                  <a:lnTo>
                    <a:pt x="3656600" y="1327046"/>
                  </a:lnTo>
                  <a:lnTo>
                    <a:pt x="3667748" y="1340699"/>
                  </a:lnTo>
                  <a:lnTo>
                    <a:pt x="3678896" y="1353774"/>
                  </a:lnTo>
                  <a:lnTo>
                    <a:pt x="3690044" y="1366346"/>
                  </a:lnTo>
                  <a:lnTo>
                    <a:pt x="3701192" y="1378523"/>
                  </a:lnTo>
                  <a:lnTo>
                    <a:pt x="3712341" y="1390282"/>
                  </a:lnTo>
                  <a:lnTo>
                    <a:pt x="3723489" y="1401442"/>
                  </a:lnTo>
                  <a:lnTo>
                    <a:pt x="3734637" y="1412241"/>
                  </a:lnTo>
                  <a:lnTo>
                    <a:pt x="3745785" y="1422683"/>
                  </a:lnTo>
                  <a:lnTo>
                    <a:pt x="3756933" y="1432652"/>
                  </a:lnTo>
                  <a:lnTo>
                    <a:pt x="3768081" y="1442212"/>
                  </a:lnTo>
                  <a:lnTo>
                    <a:pt x="3779230" y="1451465"/>
                  </a:lnTo>
                  <a:lnTo>
                    <a:pt x="3790378" y="1460406"/>
                  </a:lnTo>
                  <a:lnTo>
                    <a:pt x="3801526" y="1468906"/>
                  </a:lnTo>
                  <a:lnTo>
                    <a:pt x="3812674" y="1477158"/>
                  </a:lnTo>
                  <a:lnTo>
                    <a:pt x="3823822" y="1485172"/>
                  </a:lnTo>
                  <a:lnTo>
                    <a:pt x="3834970" y="1492889"/>
                  </a:lnTo>
                  <a:lnTo>
                    <a:pt x="3846119" y="1500360"/>
                  </a:lnTo>
                  <a:lnTo>
                    <a:pt x="3857267" y="1507662"/>
                  </a:lnTo>
                  <a:lnTo>
                    <a:pt x="3868415" y="1514802"/>
                  </a:lnTo>
                  <a:lnTo>
                    <a:pt x="3879563" y="1521734"/>
                  </a:lnTo>
                  <a:lnTo>
                    <a:pt x="3890711" y="1528570"/>
                  </a:lnTo>
                  <a:lnTo>
                    <a:pt x="3901859" y="1535321"/>
                  </a:lnTo>
                  <a:lnTo>
                    <a:pt x="3913008" y="1541986"/>
                  </a:lnTo>
                  <a:lnTo>
                    <a:pt x="3924156" y="1548610"/>
                  </a:lnTo>
                  <a:lnTo>
                    <a:pt x="3935304" y="1555222"/>
                  </a:lnTo>
                  <a:lnTo>
                    <a:pt x="3946452" y="1561834"/>
                  </a:lnTo>
                  <a:lnTo>
                    <a:pt x="3957600" y="1568494"/>
                  </a:lnTo>
                  <a:lnTo>
                    <a:pt x="3968748" y="1575214"/>
                  </a:lnTo>
                  <a:lnTo>
                    <a:pt x="3979897" y="1582003"/>
                  </a:lnTo>
                  <a:lnTo>
                    <a:pt x="3991045" y="1588905"/>
                  </a:lnTo>
                  <a:lnTo>
                    <a:pt x="4002193" y="1595960"/>
                  </a:lnTo>
                  <a:lnTo>
                    <a:pt x="4013341" y="1603146"/>
                  </a:lnTo>
                  <a:lnTo>
                    <a:pt x="4024489" y="1610469"/>
                  </a:lnTo>
                  <a:lnTo>
                    <a:pt x="4035637" y="1618053"/>
                  </a:lnTo>
                  <a:lnTo>
                    <a:pt x="4046786" y="1625822"/>
                  </a:lnTo>
                  <a:lnTo>
                    <a:pt x="4057934" y="1633778"/>
                  </a:lnTo>
                  <a:lnTo>
                    <a:pt x="4069082" y="1641988"/>
                  </a:lnTo>
                  <a:lnTo>
                    <a:pt x="4080230" y="1650490"/>
                  </a:lnTo>
                  <a:lnTo>
                    <a:pt x="4091378" y="1659212"/>
                  </a:lnTo>
                  <a:lnTo>
                    <a:pt x="4102527" y="1668160"/>
                  </a:lnTo>
                  <a:lnTo>
                    <a:pt x="4113675" y="1677485"/>
                  </a:lnTo>
                  <a:lnTo>
                    <a:pt x="4124823" y="1687064"/>
                  </a:lnTo>
                  <a:lnTo>
                    <a:pt x="4135971" y="1696886"/>
                  </a:lnTo>
                  <a:lnTo>
                    <a:pt x="4147119" y="1707018"/>
                  </a:lnTo>
                  <a:lnTo>
                    <a:pt x="4158267" y="1717493"/>
                  </a:lnTo>
                  <a:lnTo>
                    <a:pt x="4169416" y="1728215"/>
                  </a:lnTo>
                  <a:lnTo>
                    <a:pt x="4180564" y="1739181"/>
                  </a:lnTo>
                  <a:lnTo>
                    <a:pt x="4191712" y="1750530"/>
                  </a:lnTo>
                  <a:lnTo>
                    <a:pt x="4202860" y="1762132"/>
                  </a:lnTo>
                  <a:lnTo>
                    <a:pt x="4214008" y="1773965"/>
                  </a:lnTo>
                  <a:lnTo>
                    <a:pt x="4225156" y="1786079"/>
                  </a:lnTo>
                  <a:lnTo>
                    <a:pt x="4236305" y="1798498"/>
                  </a:lnTo>
                  <a:lnTo>
                    <a:pt x="4247453" y="1811124"/>
                  </a:lnTo>
                  <a:lnTo>
                    <a:pt x="4258601" y="1823950"/>
                  </a:lnTo>
                  <a:lnTo>
                    <a:pt x="4269749" y="1837070"/>
                  </a:lnTo>
                  <a:lnTo>
                    <a:pt x="4280897" y="1850379"/>
                  </a:lnTo>
                  <a:lnTo>
                    <a:pt x="4292045" y="1863851"/>
                  </a:lnTo>
                  <a:lnTo>
                    <a:pt x="4303194" y="1877511"/>
                  </a:lnTo>
                  <a:lnTo>
                    <a:pt x="4314342" y="1891366"/>
                  </a:lnTo>
                  <a:lnTo>
                    <a:pt x="4325490" y="1905340"/>
                  </a:lnTo>
                  <a:lnTo>
                    <a:pt x="4336638" y="1919427"/>
                  </a:lnTo>
                  <a:lnTo>
                    <a:pt x="4347786" y="1933659"/>
                  </a:lnTo>
                  <a:lnTo>
                    <a:pt x="4358934" y="1947973"/>
                  </a:lnTo>
                  <a:lnTo>
                    <a:pt x="4370083" y="1962350"/>
                  </a:lnTo>
                  <a:lnTo>
                    <a:pt x="4381231" y="1976789"/>
                  </a:lnTo>
                  <a:lnTo>
                    <a:pt x="4392379" y="1991271"/>
                  </a:lnTo>
                  <a:lnTo>
                    <a:pt x="4403527" y="2005764"/>
                  </a:lnTo>
                  <a:lnTo>
                    <a:pt x="4414675" y="2020262"/>
                  </a:lnTo>
                  <a:lnTo>
                    <a:pt x="4425823" y="2034739"/>
                  </a:lnTo>
                  <a:lnTo>
                    <a:pt x="4436972" y="2049174"/>
                  </a:lnTo>
                  <a:lnTo>
                    <a:pt x="4448120" y="2063564"/>
                  </a:lnTo>
                  <a:lnTo>
                    <a:pt x="4459268" y="2077887"/>
                  </a:lnTo>
                  <a:lnTo>
                    <a:pt x="4470416" y="2092095"/>
                  </a:lnTo>
                  <a:lnTo>
                    <a:pt x="4481564" y="2106210"/>
                  </a:lnTo>
                  <a:lnTo>
                    <a:pt x="4492713" y="2120225"/>
                  </a:lnTo>
                  <a:lnTo>
                    <a:pt x="4503861" y="2134068"/>
                  </a:lnTo>
                  <a:lnTo>
                    <a:pt x="4515009" y="2147754"/>
                  </a:lnTo>
                  <a:lnTo>
                    <a:pt x="4526157" y="2161299"/>
                  </a:lnTo>
                  <a:lnTo>
                    <a:pt x="4537305" y="2174671"/>
                  </a:lnTo>
                  <a:lnTo>
                    <a:pt x="4548453" y="2187793"/>
                  </a:lnTo>
                  <a:lnTo>
                    <a:pt x="4559602" y="2200736"/>
                  </a:lnTo>
                  <a:lnTo>
                    <a:pt x="4570750" y="2213496"/>
                  </a:lnTo>
                  <a:lnTo>
                    <a:pt x="4581898" y="2225973"/>
                  </a:lnTo>
                  <a:lnTo>
                    <a:pt x="4593046" y="2238204"/>
                  </a:lnTo>
                  <a:lnTo>
                    <a:pt x="4604194" y="2250225"/>
                  </a:lnTo>
                  <a:lnTo>
                    <a:pt x="4615342" y="2262003"/>
                  </a:lnTo>
                  <a:lnTo>
                    <a:pt x="4626491" y="2273436"/>
                  </a:lnTo>
                  <a:lnTo>
                    <a:pt x="4637639" y="2284638"/>
                  </a:lnTo>
                  <a:lnTo>
                    <a:pt x="4648787" y="2295606"/>
                  </a:lnTo>
                  <a:lnTo>
                    <a:pt x="4659935" y="2306230"/>
                  </a:lnTo>
                  <a:lnTo>
                    <a:pt x="4671083" y="2316558"/>
                  </a:lnTo>
                  <a:lnTo>
                    <a:pt x="4682231" y="2326641"/>
                  </a:lnTo>
                  <a:lnTo>
                    <a:pt x="4693380" y="2336453"/>
                  </a:lnTo>
                  <a:lnTo>
                    <a:pt x="4704528" y="2345878"/>
                  </a:lnTo>
                  <a:lnTo>
                    <a:pt x="4715676" y="2355055"/>
                  </a:lnTo>
                  <a:lnTo>
                    <a:pt x="4726824" y="2363984"/>
                  </a:lnTo>
                  <a:lnTo>
                    <a:pt x="4737972" y="2372562"/>
                  </a:lnTo>
                  <a:lnTo>
                    <a:pt x="4749120" y="2380836"/>
                  </a:lnTo>
                  <a:lnTo>
                    <a:pt x="4760269" y="2388868"/>
                  </a:lnTo>
                  <a:lnTo>
                    <a:pt x="4771417" y="2396640"/>
                  </a:lnTo>
                  <a:lnTo>
                    <a:pt x="4782565" y="2404040"/>
                  </a:lnTo>
                  <a:lnTo>
                    <a:pt x="4793713" y="2411209"/>
                  </a:lnTo>
                  <a:lnTo>
                    <a:pt x="4804861" y="2418150"/>
                  </a:lnTo>
                  <a:lnTo>
                    <a:pt x="4816009" y="2424783"/>
                  </a:lnTo>
                  <a:lnTo>
                    <a:pt x="4827158" y="2431145"/>
                  </a:lnTo>
                  <a:lnTo>
                    <a:pt x="4838306" y="2437300"/>
                  </a:lnTo>
                  <a:lnTo>
                    <a:pt x="4849454" y="2443240"/>
                  </a:lnTo>
                  <a:lnTo>
                    <a:pt x="4860602" y="2448869"/>
                  </a:lnTo>
                  <a:lnTo>
                    <a:pt x="4871750" y="2454314"/>
                  </a:lnTo>
                  <a:lnTo>
                    <a:pt x="4882899" y="2459581"/>
                  </a:lnTo>
                  <a:lnTo>
                    <a:pt x="4894047" y="2464613"/>
                  </a:lnTo>
                  <a:lnTo>
                    <a:pt x="4905195" y="2469441"/>
                  </a:lnTo>
                  <a:lnTo>
                    <a:pt x="4916343" y="2474118"/>
                  </a:lnTo>
                  <a:lnTo>
                    <a:pt x="4927491" y="2478644"/>
                  </a:lnTo>
                  <a:lnTo>
                    <a:pt x="4938639" y="2482953"/>
                  </a:lnTo>
                  <a:lnTo>
                    <a:pt x="4949788" y="2487140"/>
                  </a:lnTo>
                  <a:lnTo>
                    <a:pt x="4960936" y="2491211"/>
                  </a:lnTo>
                  <a:lnTo>
                    <a:pt x="4972084" y="2495136"/>
                  </a:lnTo>
                  <a:lnTo>
                    <a:pt x="4983232" y="2498935"/>
                  </a:lnTo>
                  <a:lnTo>
                    <a:pt x="4994380" y="2502646"/>
                  </a:lnTo>
                  <a:lnTo>
                    <a:pt x="5005528" y="2506272"/>
                  </a:lnTo>
                  <a:lnTo>
                    <a:pt x="5016677" y="2509780"/>
                  </a:lnTo>
                  <a:lnTo>
                    <a:pt x="5027825" y="2513225"/>
                  </a:lnTo>
                  <a:lnTo>
                    <a:pt x="5038973" y="2516613"/>
                  </a:lnTo>
                  <a:lnTo>
                    <a:pt x="5050121" y="2519933"/>
                  </a:lnTo>
                  <a:lnTo>
                    <a:pt x="5061269" y="2523196"/>
                  </a:lnTo>
                  <a:lnTo>
                    <a:pt x="5072417" y="2526423"/>
                  </a:lnTo>
                  <a:lnTo>
                    <a:pt x="5083566" y="2529616"/>
                  </a:lnTo>
                  <a:lnTo>
                    <a:pt x="5094714" y="2532767"/>
                  </a:lnTo>
                  <a:lnTo>
                    <a:pt x="5105862" y="2535896"/>
                  </a:lnTo>
                  <a:lnTo>
                    <a:pt x="5117010" y="2539007"/>
                  </a:lnTo>
                  <a:lnTo>
                    <a:pt x="5128158" y="2542098"/>
                  </a:lnTo>
                  <a:lnTo>
                    <a:pt x="5139306" y="2545175"/>
                  </a:lnTo>
                  <a:lnTo>
                    <a:pt x="5150455" y="2548242"/>
                  </a:lnTo>
                  <a:lnTo>
                    <a:pt x="5161603" y="2551301"/>
                  </a:lnTo>
                  <a:lnTo>
                    <a:pt x="5172751" y="2554350"/>
                  </a:lnTo>
                  <a:lnTo>
                    <a:pt x="5183899" y="2557394"/>
                  </a:lnTo>
                  <a:lnTo>
                    <a:pt x="5195047" y="2560432"/>
                  </a:lnTo>
                  <a:lnTo>
                    <a:pt x="5206195" y="2563462"/>
                  </a:lnTo>
                  <a:lnTo>
                    <a:pt x="5217344" y="2566483"/>
                  </a:lnTo>
                  <a:lnTo>
                    <a:pt x="5228492" y="2569497"/>
                  </a:lnTo>
                  <a:lnTo>
                    <a:pt x="5239640" y="2572501"/>
                  </a:lnTo>
                  <a:lnTo>
                    <a:pt x="5250788" y="2575488"/>
                  </a:lnTo>
                  <a:lnTo>
                    <a:pt x="5261936" y="2578459"/>
                  </a:lnTo>
                  <a:lnTo>
                    <a:pt x="5273085" y="2581415"/>
                  </a:lnTo>
                  <a:lnTo>
                    <a:pt x="5284233" y="2584348"/>
                  </a:lnTo>
                  <a:lnTo>
                    <a:pt x="5295381" y="2587251"/>
                  </a:lnTo>
                  <a:lnTo>
                    <a:pt x="5306529" y="2590129"/>
                  </a:lnTo>
                  <a:lnTo>
                    <a:pt x="5317677" y="2592981"/>
                  </a:lnTo>
                  <a:lnTo>
                    <a:pt x="5328825" y="2595786"/>
                  </a:lnTo>
                  <a:lnTo>
                    <a:pt x="5339974" y="2598554"/>
                  </a:lnTo>
                  <a:lnTo>
                    <a:pt x="5351122" y="2601286"/>
                  </a:lnTo>
                  <a:lnTo>
                    <a:pt x="5362270" y="2603972"/>
                  </a:lnTo>
                  <a:lnTo>
                    <a:pt x="5373418" y="2606598"/>
                  </a:lnTo>
                  <a:lnTo>
                    <a:pt x="5384566" y="2609181"/>
                  </a:lnTo>
                  <a:lnTo>
                    <a:pt x="5395714" y="2611719"/>
                  </a:lnTo>
                  <a:lnTo>
                    <a:pt x="5406863" y="2614183"/>
                  </a:lnTo>
                  <a:lnTo>
                    <a:pt x="5418011" y="2616593"/>
                  </a:lnTo>
                  <a:lnTo>
                    <a:pt x="5429159" y="2618952"/>
                  </a:lnTo>
                  <a:lnTo>
                    <a:pt x="5440307" y="2621250"/>
                  </a:lnTo>
                  <a:lnTo>
                    <a:pt x="5451455" y="2623473"/>
                  </a:lnTo>
                  <a:lnTo>
                    <a:pt x="5462603" y="2625644"/>
                  </a:lnTo>
                  <a:lnTo>
                    <a:pt x="5473752" y="2627762"/>
                  </a:lnTo>
                  <a:lnTo>
                    <a:pt x="5484900" y="2629802"/>
                  </a:lnTo>
                  <a:lnTo>
                    <a:pt x="5496048" y="2631785"/>
                  </a:lnTo>
                  <a:lnTo>
                    <a:pt x="5507196" y="2633718"/>
                  </a:lnTo>
                  <a:lnTo>
                    <a:pt x="5518344" y="2635593"/>
                  </a:lnTo>
                  <a:lnTo>
                    <a:pt x="5529492" y="2637400"/>
                  </a:lnTo>
                  <a:lnTo>
                    <a:pt x="5540641" y="2639163"/>
                  </a:lnTo>
                  <a:lnTo>
                    <a:pt x="5551789" y="2640882"/>
                  </a:lnTo>
                  <a:lnTo>
                    <a:pt x="5562937" y="2642541"/>
                  </a:lnTo>
                  <a:lnTo>
                    <a:pt x="5574085" y="2644157"/>
                  </a:lnTo>
                  <a:lnTo>
                    <a:pt x="5585233" y="2645738"/>
                  </a:lnTo>
                  <a:lnTo>
                    <a:pt x="5596381" y="2647281"/>
                  </a:lnTo>
                  <a:lnTo>
                    <a:pt x="5607530" y="2648781"/>
                  </a:lnTo>
                  <a:lnTo>
                    <a:pt x="5618678" y="2650256"/>
                  </a:lnTo>
                  <a:lnTo>
                    <a:pt x="5629826" y="2651707"/>
                  </a:lnTo>
                  <a:lnTo>
                    <a:pt x="5640974" y="2653128"/>
                  </a:lnTo>
                  <a:lnTo>
                    <a:pt x="5652122" y="2654529"/>
                  </a:lnTo>
                  <a:lnTo>
                    <a:pt x="5663270" y="2655917"/>
                  </a:lnTo>
                  <a:lnTo>
                    <a:pt x="5674419" y="2657291"/>
                  </a:lnTo>
                  <a:lnTo>
                    <a:pt x="5685567" y="2658653"/>
                  </a:lnTo>
                  <a:lnTo>
                    <a:pt x="5696715" y="2660009"/>
                  </a:lnTo>
                  <a:lnTo>
                    <a:pt x="5696715" y="2727351"/>
                  </a:lnTo>
                  <a:lnTo>
                    <a:pt x="5685567" y="2727351"/>
                  </a:lnTo>
                  <a:lnTo>
                    <a:pt x="5674419" y="2727351"/>
                  </a:lnTo>
                  <a:lnTo>
                    <a:pt x="5663270" y="2727351"/>
                  </a:lnTo>
                  <a:lnTo>
                    <a:pt x="5652122" y="2727351"/>
                  </a:lnTo>
                  <a:lnTo>
                    <a:pt x="5640974" y="2727351"/>
                  </a:lnTo>
                  <a:lnTo>
                    <a:pt x="5629826" y="2727351"/>
                  </a:lnTo>
                  <a:lnTo>
                    <a:pt x="5618678" y="2727351"/>
                  </a:lnTo>
                  <a:lnTo>
                    <a:pt x="5607530" y="2727351"/>
                  </a:lnTo>
                  <a:lnTo>
                    <a:pt x="5596381" y="2727351"/>
                  </a:lnTo>
                  <a:lnTo>
                    <a:pt x="5585233" y="2727351"/>
                  </a:lnTo>
                  <a:lnTo>
                    <a:pt x="5574085" y="2727351"/>
                  </a:lnTo>
                  <a:lnTo>
                    <a:pt x="5562937" y="2727351"/>
                  </a:lnTo>
                  <a:lnTo>
                    <a:pt x="5551789" y="2727351"/>
                  </a:lnTo>
                  <a:lnTo>
                    <a:pt x="5540641" y="2727351"/>
                  </a:lnTo>
                  <a:lnTo>
                    <a:pt x="5529492" y="2727351"/>
                  </a:lnTo>
                  <a:lnTo>
                    <a:pt x="5518344" y="2727351"/>
                  </a:lnTo>
                  <a:lnTo>
                    <a:pt x="5507196" y="2727351"/>
                  </a:lnTo>
                  <a:lnTo>
                    <a:pt x="5496048" y="2727351"/>
                  </a:lnTo>
                  <a:lnTo>
                    <a:pt x="5484900" y="2727351"/>
                  </a:lnTo>
                  <a:lnTo>
                    <a:pt x="5473752" y="2727351"/>
                  </a:lnTo>
                  <a:lnTo>
                    <a:pt x="5462603" y="2727351"/>
                  </a:lnTo>
                  <a:lnTo>
                    <a:pt x="5451455" y="2727351"/>
                  </a:lnTo>
                  <a:lnTo>
                    <a:pt x="5440307" y="2727351"/>
                  </a:lnTo>
                  <a:lnTo>
                    <a:pt x="5429159" y="2727351"/>
                  </a:lnTo>
                  <a:lnTo>
                    <a:pt x="5418011" y="2727351"/>
                  </a:lnTo>
                  <a:lnTo>
                    <a:pt x="5406863" y="2727351"/>
                  </a:lnTo>
                  <a:lnTo>
                    <a:pt x="5395714" y="2727351"/>
                  </a:lnTo>
                  <a:lnTo>
                    <a:pt x="5384566" y="2727351"/>
                  </a:lnTo>
                  <a:lnTo>
                    <a:pt x="5373418" y="2727351"/>
                  </a:lnTo>
                  <a:lnTo>
                    <a:pt x="5362270" y="2727351"/>
                  </a:lnTo>
                  <a:lnTo>
                    <a:pt x="5351122" y="2727351"/>
                  </a:lnTo>
                  <a:lnTo>
                    <a:pt x="5339974" y="2727351"/>
                  </a:lnTo>
                  <a:lnTo>
                    <a:pt x="5328825" y="2727351"/>
                  </a:lnTo>
                  <a:lnTo>
                    <a:pt x="5317677" y="2727351"/>
                  </a:lnTo>
                  <a:lnTo>
                    <a:pt x="5306529" y="2727351"/>
                  </a:lnTo>
                  <a:lnTo>
                    <a:pt x="5295381" y="2727351"/>
                  </a:lnTo>
                  <a:lnTo>
                    <a:pt x="5284233" y="2727351"/>
                  </a:lnTo>
                  <a:lnTo>
                    <a:pt x="5273085" y="2727351"/>
                  </a:lnTo>
                  <a:lnTo>
                    <a:pt x="5261936" y="2727351"/>
                  </a:lnTo>
                  <a:lnTo>
                    <a:pt x="5250788" y="2727351"/>
                  </a:lnTo>
                  <a:lnTo>
                    <a:pt x="5239640" y="2727351"/>
                  </a:lnTo>
                  <a:lnTo>
                    <a:pt x="5228492" y="2727351"/>
                  </a:lnTo>
                  <a:lnTo>
                    <a:pt x="5217344" y="2727351"/>
                  </a:lnTo>
                  <a:lnTo>
                    <a:pt x="5206195" y="2727351"/>
                  </a:lnTo>
                  <a:lnTo>
                    <a:pt x="5195047" y="2727351"/>
                  </a:lnTo>
                  <a:lnTo>
                    <a:pt x="5183899" y="2727351"/>
                  </a:lnTo>
                  <a:lnTo>
                    <a:pt x="5172751" y="2727351"/>
                  </a:lnTo>
                  <a:lnTo>
                    <a:pt x="5161603" y="2727351"/>
                  </a:lnTo>
                  <a:lnTo>
                    <a:pt x="5150455" y="2727351"/>
                  </a:lnTo>
                  <a:lnTo>
                    <a:pt x="5139306" y="2727351"/>
                  </a:lnTo>
                  <a:lnTo>
                    <a:pt x="5128158" y="2727351"/>
                  </a:lnTo>
                  <a:lnTo>
                    <a:pt x="5117010" y="2727351"/>
                  </a:lnTo>
                  <a:lnTo>
                    <a:pt x="5105862" y="2727351"/>
                  </a:lnTo>
                  <a:lnTo>
                    <a:pt x="5094714" y="2727351"/>
                  </a:lnTo>
                  <a:lnTo>
                    <a:pt x="5083566" y="2727351"/>
                  </a:lnTo>
                  <a:lnTo>
                    <a:pt x="5072417" y="2727351"/>
                  </a:lnTo>
                  <a:lnTo>
                    <a:pt x="5061269" y="2727351"/>
                  </a:lnTo>
                  <a:lnTo>
                    <a:pt x="5050121" y="2727351"/>
                  </a:lnTo>
                  <a:lnTo>
                    <a:pt x="5038973" y="2727351"/>
                  </a:lnTo>
                  <a:lnTo>
                    <a:pt x="5027825" y="2727351"/>
                  </a:lnTo>
                  <a:lnTo>
                    <a:pt x="5016677" y="2727351"/>
                  </a:lnTo>
                  <a:lnTo>
                    <a:pt x="5005528" y="2727351"/>
                  </a:lnTo>
                  <a:lnTo>
                    <a:pt x="4994380" y="2727351"/>
                  </a:lnTo>
                  <a:lnTo>
                    <a:pt x="4983232" y="2727351"/>
                  </a:lnTo>
                  <a:lnTo>
                    <a:pt x="4972084" y="2727351"/>
                  </a:lnTo>
                  <a:lnTo>
                    <a:pt x="4960936" y="2727351"/>
                  </a:lnTo>
                  <a:lnTo>
                    <a:pt x="4949788" y="2727351"/>
                  </a:lnTo>
                  <a:lnTo>
                    <a:pt x="4938639" y="2727351"/>
                  </a:lnTo>
                  <a:lnTo>
                    <a:pt x="4927491" y="2727351"/>
                  </a:lnTo>
                  <a:lnTo>
                    <a:pt x="4916343" y="2727351"/>
                  </a:lnTo>
                  <a:lnTo>
                    <a:pt x="4905195" y="2727351"/>
                  </a:lnTo>
                  <a:lnTo>
                    <a:pt x="4894047" y="2727351"/>
                  </a:lnTo>
                  <a:lnTo>
                    <a:pt x="4882899" y="2727351"/>
                  </a:lnTo>
                  <a:lnTo>
                    <a:pt x="4871750" y="2727351"/>
                  </a:lnTo>
                  <a:lnTo>
                    <a:pt x="4860602" y="2727351"/>
                  </a:lnTo>
                  <a:lnTo>
                    <a:pt x="4849454" y="2727351"/>
                  </a:lnTo>
                  <a:lnTo>
                    <a:pt x="4838306" y="2727351"/>
                  </a:lnTo>
                  <a:lnTo>
                    <a:pt x="4827158" y="2727351"/>
                  </a:lnTo>
                  <a:lnTo>
                    <a:pt x="4816009" y="2727351"/>
                  </a:lnTo>
                  <a:lnTo>
                    <a:pt x="4804861" y="2727351"/>
                  </a:lnTo>
                  <a:lnTo>
                    <a:pt x="4793713" y="2727351"/>
                  </a:lnTo>
                  <a:lnTo>
                    <a:pt x="4782565" y="2727351"/>
                  </a:lnTo>
                  <a:lnTo>
                    <a:pt x="4771417" y="2727351"/>
                  </a:lnTo>
                  <a:lnTo>
                    <a:pt x="4760269" y="2727351"/>
                  </a:lnTo>
                  <a:lnTo>
                    <a:pt x="4749120" y="2727351"/>
                  </a:lnTo>
                  <a:lnTo>
                    <a:pt x="4737972" y="2727351"/>
                  </a:lnTo>
                  <a:lnTo>
                    <a:pt x="4726824" y="2727351"/>
                  </a:lnTo>
                  <a:lnTo>
                    <a:pt x="4715676" y="2727351"/>
                  </a:lnTo>
                  <a:lnTo>
                    <a:pt x="4704528" y="2727351"/>
                  </a:lnTo>
                  <a:lnTo>
                    <a:pt x="4693380" y="2727351"/>
                  </a:lnTo>
                  <a:lnTo>
                    <a:pt x="4682231" y="2727351"/>
                  </a:lnTo>
                  <a:lnTo>
                    <a:pt x="4671083" y="2727351"/>
                  </a:lnTo>
                  <a:lnTo>
                    <a:pt x="4659935" y="2727351"/>
                  </a:lnTo>
                  <a:lnTo>
                    <a:pt x="4648787" y="2727351"/>
                  </a:lnTo>
                  <a:lnTo>
                    <a:pt x="4637639" y="2727351"/>
                  </a:lnTo>
                  <a:lnTo>
                    <a:pt x="4626491" y="2727351"/>
                  </a:lnTo>
                  <a:lnTo>
                    <a:pt x="4615342" y="2727351"/>
                  </a:lnTo>
                  <a:lnTo>
                    <a:pt x="4604194" y="2727351"/>
                  </a:lnTo>
                  <a:lnTo>
                    <a:pt x="4593046" y="2727351"/>
                  </a:lnTo>
                  <a:lnTo>
                    <a:pt x="4581898" y="2727351"/>
                  </a:lnTo>
                  <a:lnTo>
                    <a:pt x="4570750" y="2727351"/>
                  </a:lnTo>
                  <a:lnTo>
                    <a:pt x="4559602" y="2727351"/>
                  </a:lnTo>
                  <a:lnTo>
                    <a:pt x="4548453" y="2727351"/>
                  </a:lnTo>
                  <a:lnTo>
                    <a:pt x="4537305" y="2727351"/>
                  </a:lnTo>
                  <a:lnTo>
                    <a:pt x="4526157" y="2727351"/>
                  </a:lnTo>
                  <a:lnTo>
                    <a:pt x="4515009" y="2727351"/>
                  </a:lnTo>
                  <a:lnTo>
                    <a:pt x="4503861" y="2727351"/>
                  </a:lnTo>
                  <a:lnTo>
                    <a:pt x="4492713" y="2727351"/>
                  </a:lnTo>
                  <a:lnTo>
                    <a:pt x="4481564" y="2727351"/>
                  </a:lnTo>
                  <a:lnTo>
                    <a:pt x="4470416" y="2727351"/>
                  </a:lnTo>
                  <a:lnTo>
                    <a:pt x="4459268" y="2727351"/>
                  </a:lnTo>
                  <a:lnTo>
                    <a:pt x="4448120" y="2727351"/>
                  </a:lnTo>
                  <a:lnTo>
                    <a:pt x="4436972" y="2727351"/>
                  </a:lnTo>
                  <a:lnTo>
                    <a:pt x="4425823" y="2727351"/>
                  </a:lnTo>
                  <a:lnTo>
                    <a:pt x="4414675" y="2727351"/>
                  </a:lnTo>
                  <a:lnTo>
                    <a:pt x="4403527" y="2727351"/>
                  </a:lnTo>
                  <a:lnTo>
                    <a:pt x="4392379" y="2727351"/>
                  </a:lnTo>
                  <a:lnTo>
                    <a:pt x="4381231" y="2727351"/>
                  </a:lnTo>
                  <a:lnTo>
                    <a:pt x="4370083" y="2727351"/>
                  </a:lnTo>
                  <a:lnTo>
                    <a:pt x="4358934" y="2727351"/>
                  </a:lnTo>
                  <a:lnTo>
                    <a:pt x="4347786" y="2727351"/>
                  </a:lnTo>
                  <a:lnTo>
                    <a:pt x="4336638" y="2727351"/>
                  </a:lnTo>
                  <a:lnTo>
                    <a:pt x="4325490" y="2727351"/>
                  </a:lnTo>
                  <a:lnTo>
                    <a:pt x="4314342" y="2727351"/>
                  </a:lnTo>
                  <a:lnTo>
                    <a:pt x="4303194" y="2727351"/>
                  </a:lnTo>
                  <a:lnTo>
                    <a:pt x="4292045" y="2727351"/>
                  </a:lnTo>
                  <a:lnTo>
                    <a:pt x="4280897" y="2727351"/>
                  </a:lnTo>
                  <a:lnTo>
                    <a:pt x="4269749" y="2727351"/>
                  </a:lnTo>
                  <a:lnTo>
                    <a:pt x="4258601" y="2727351"/>
                  </a:lnTo>
                  <a:lnTo>
                    <a:pt x="4247453" y="2727351"/>
                  </a:lnTo>
                  <a:lnTo>
                    <a:pt x="4236305" y="2727351"/>
                  </a:lnTo>
                  <a:lnTo>
                    <a:pt x="4225156" y="2727351"/>
                  </a:lnTo>
                  <a:lnTo>
                    <a:pt x="4214008" y="2727351"/>
                  </a:lnTo>
                  <a:lnTo>
                    <a:pt x="4202860" y="2727351"/>
                  </a:lnTo>
                  <a:lnTo>
                    <a:pt x="4191712" y="2727351"/>
                  </a:lnTo>
                  <a:lnTo>
                    <a:pt x="4180564" y="2727351"/>
                  </a:lnTo>
                  <a:lnTo>
                    <a:pt x="4169416" y="2727351"/>
                  </a:lnTo>
                  <a:lnTo>
                    <a:pt x="4158267" y="2727351"/>
                  </a:lnTo>
                  <a:lnTo>
                    <a:pt x="4147119" y="2727351"/>
                  </a:lnTo>
                  <a:lnTo>
                    <a:pt x="4135971" y="2727351"/>
                  </a:lnTo>
                  <a:lnTo>
                    <a:pt x="4124823" y="2727351"/>
                  </a:lnTo>
                  <a:lnTo>
                    <a:pt x="4113675" y="2727351"/>
                  </a:lnTo>
                  <a:lnTo>
                    <a:pt x="4102527" y="2727351"/>
                  </a:lnTo>
                  <a:lnTo>
                    <a:pt x="4091378" y="2727351"/>
                  </a:lnTo>
                  <a:lnTo>
                    <a:pt x="4080230" y="2727351"/>
                  </a:lnTo>
                  <a:lnTo>
                    <a:pt x="4069082" y="2727351"/>
                  </a:lnTo>
                  <a:lnTo>
                    <a:pt x="4057934" y="2727351"/>
                  </a:lnTo>
                  <a:lnTo>
                    <a:pt x="4046786" y="2727351"/>
                  </a:lnTo>
                  <a:lnTo>
                    <a:pt x="4035637" y="2727351"/>
                  </a:lnTo>
                  <a:lnTo>
                    <a:pt x="4024489" y="2727351"/>
                  </a:lnTo>
                  <a:lnTo>
                    <a:pt x="4013341" y="2727351"/>
                  </a:lnTo>
                  <a:lnTo>
                    <a:pt x="4002193" y="2727351"/>
                  </a:lnTo>
                  <a:lnTo>
                    <a:pt x="3991045" y="2727351"/>
                  </a:lnTo>
                  <a:lnTo>
                    <a:pt x="3979897" y="2727351"/>
                  </a:lnTo>
                  <a:lnTo>
                    <a:pt x="3968748" y="2727351"/>
                  </a:lnTo>
                  <a:lnTo>
                    <a:pt x="3957600" y="2727351"/>
                  </a:lnTo>
                  <a:lnTo>
                    <a:pt x="3946452" y="2727351"/>
                  </a:lnTo>
                  <a:lnTo>
                    <a:pt x="3935304" y="2727351"/>
                  </a:lnTo>
                  <a:lnTo>
                    <a:pt x="3924156" y="2727351"/>
                  </a:lnTo>
                  <a:lnTo>
                    <a:pt x="3913008" y="2727351"/>
                  </a:lnTo>
                  <a:lnTo>
                    <a:pt x="3901859" y="2727351"/>
                  </a:lnTo>
                  <a:lnTo>
                    <a:pt x="3890711" y="2727351"/>
                  </a:lnTo>
                  <a:lnTo>
                    <a:pt x="3879563" y="2727351"/>
                  </a:lnTo>
                  <a:lnTo>
                    <a:pt x="3868415" y="2727351"/>
                  </a:lnTo>
                  <a:lnTo>
                    <a:pt x="3857267" y="2727351"/>
                  </a:lnTo>
                  <a:lnTo>
                    <a:pt x="3846119" y="2727351"/>
                  </a:lnTo>
                  <a:lnTo>
                    <a:pt x="3834970" y="2727351"/>
                  </a:lnTo>
                  <a:lnTo>
                    <a:pt x="3823822" y="2727351"/>
                  </a:lnTo>
                  <a:lnTo>
                    <a:pt x="3812674" y="2727351"/>
                  </a:lnTo>
                  <a:lnTo>
                    <a:pt x="3801526" y="2727351"/>
                  </a:lnTo>
                  <a:lnTo>
                    <a:pt x="3790378" y="2727351"/>
                  </a:lnTo>
                  <a:lnTo>
                    <a:pt x="3779230" y="2727351"/>
                  </a:lnTo>
                  <a:lnTo>
                    <a:pt x="3768081" y="2727351"/>
                  </a:lnTo>
                  <a:lnTo>
                    <a:pt x="3756933" y="2727351"/>
                  </a:lnTo>
                  <a:lnTo>
                    <a:pt x="3745785" y="2727351"/>
                  </a:lnTo>
                  <a:lnTo>
                    <a:pt x="3734637" y="2727351"/>
                  </a:lnTo>
                  <a:lnTo>
                    <a:pt x="3723489" y="2727351"/>
                  </a:lnTo>
                  <a:lnTo>
                    <a:pt x="3712341" y="2727351"/>
                  </a:lnTo>
                  <a:lnTo>
                    <a:pt x="3701192" y="2727351"/>
                  </a:lnTo>
                  <a:lnTo>
                    <a:pt x="3690044" y="2727351"/>
                  </a:lnTo>
                  <a:lnTo>
                    <a:pt x="3678896" y="2727351"/>
                  </a:lnTo>
                  <a:lnTo>
                    <a:pt x="3667748" y="2727351"/>
                  </a:lnTo>
                  <a:lnTo>
                    <a:pt x="3656600" y="2727351"/>
                  </a:lnTo>
                  <a:lnTo>
                    <a:pt x="3645452" y="2727351"/>
                  </a:lnTo>
                  <a:lnTo>
                    <a:pt x="3634303" y="2727351"/>
                  </a:lnTo>
                  <a:lnTo>
                    <a:pt x="3623155" y="2727351"/>
                  </a:lnTo>
                  <a:lnTo>
                    <a:pt x="3612007" y="2727351"/>
                  </a:lnTo>
                  <a:lnTo>
                    <a:pt x="3600859" y="2727351"/>
                  </a:lnTo>
                  <a:lnTo>
                    <a:pt x="3589711" y="2727351"/>
                  </a:lnTo>
                  <a:lnTo>
                    <a:pt x="3578562" y="2727351"/>
                  </a:lnTo>
                  <a:lnTo>
                    <a:pt x="3567414" y="2727351"/>
                  </a:lnTo>
                  <a:lnTo>
                    <a:pt x="3556266" y="2727351"/>
                  </a:lnTo>
                  <a:lnTo>
                    <a:pt x="3545118" y="2727351"/>
                  </a:lnTo>
                  <a:lnTo>
                    <a:pt x="3533970" y="2727351"/>
                  </a:lnTo>
                  <a:lnTo>
                    <a:pt x="3522822" y="2727351"/>
                  </a:lnTo>
                  <a:lnTo>
                    <a:pt x="3511673" y="2727351"/>
                  </a:lnTo>
                  <a:lnTo>
                    <a:pt x="3500525" y="2727351"/>
                  </a:lnTo>
                  <a:lnTo>
                    <a:pt x="3489377" y="2727351"/>
                  </a:lnTo>
                  <a:lnTo>
                    <a:pt x="3478229" y="2727351"/>
                  </a:lnTo>
                  <a:lnTo>
                    <a:pt x="3467081" y="2727351"/>
                  </a:lnTo>
                  <a:lnTo>
                    <a:pt x="3455933" y="2727351"/>
                  </a:lnTo>
                  <a:lnTo>
                    <a:pt x="3444784" y="2727351"/>
                  </a:lnTo>
                  <a:lnTo>
                    <a:pt x="3433636" y="2727351"/>
                  </a:lnTo>
                  <a:lnTo>
                    <a:pt x="3422488" y="2727351"/>
                  </a:lnTo>
                  <a:lnTo>
                    <a:pt x="3411340" y="2727351"/>
                  </a:lnTo>
                  <a:lnTo>
                    <a:pt x="3400192" y="2727351"/>
                  </a:lnTo>
                  <a:lnTo>
                    <a:pt x="3389044" y="2727351"/>
                  </a:lnTo>
                  <a:lnTo>
                    <a:pt x="3377895" y="2727351"/>
                  </a:lnTo>
                  <a:lnTo>
                    <a:pt x="3366747" y="2727351"/>
                  </a:lnTo>
                  <a:lnTo>
                    <a:pt x="3355599" y="2727351"/>
                  </a:lnTo>
                  <a:lnTo>
                    <a:pt x="3344451" y="2727351"/>
                  </a:lnTo>
                  <a:lnTo>
                    <a:pt x="3333303" y="2727351"/>
                  </a:lnTo>
                  <a:lnTo>
                    <a:pt x="3322155" y="2727351"/>
                  </a:lnTo>
                  <a:lnTo>
                    <a:pt x="3311006" y="2727351"/>
                  </a:lnTo>
                  <a:lnTo>
                    <a:pt x="3299858" y="2727351"/>
                  </a:lnTo>
                  <a:lnTo>
                    <a:pt x="3288710" y="2727351"/>
                  </a:lnTo>
                  <a:lnTo>
                    <a:pt x="3277562" y="2727351"/>
                  </a:lnTo>
                  <a:lnTo>
                    <a:pt x="3266414" y="2727351"/>
                  </a:lnTo>
                  <a:lnTo>
                    <a:pt x="3255266" y="2727351"/>
                  </a:lnTo>
                  <a:lnTo>
                    <a:pt x="3244117" y="2727351"/>
                  </a:lnTo>
                  <a:lnTo>
                    <a:pt x="3232969" y="2727351"/>
                  </a:lnTo>
                  <a:lnTo>
                    <a:pt x="3221821" y="2727351"/>
                  </a:lnTo>
                  <a:lnTo>
                    <a:pt x="3210673" y="2727351"/>
                  </a:lnTo>
                  <a:lnTo>
                    <a:pt x="3199525" y="2727351"/>
                  </a:lnTo>
                  <a:lnTo>
                    <a:pt x="3188376" y="2727351"/>
                  </a:lnTo>
                  <a:lnTo>
                    <a:pt x="3177228" y="2727351"/>
                  </a:lnTo>
                  <a:lnTo>
                    <a:pt x="3166080" y="2727351"/>
                  </a:lnTo>
                  <a:lnTo>
                    <a:pt x="3154932" y="2727351"/>
                  </a:lnTo>
                  <a:lnTo>
                    <a:pt x="3143784" y="2727351"/>
                  </a:lnTo>
                  <a:lnTo>
                    <a:pt x="3132636" y="2727351"/>
                  </a:lnTo>
                  <a:lnTo>
                    <a:pt x="3121487" y="2727351"/>
                  </a:lnTo>
                  <a:lnTo>
                    <a:pt x="3110339" y="2727351"/>
                  </a:lnTo>
                  <a:lnTo>
                    <a:pt x="3099191" y="2727351"/>
                  </a:lnTo>
                  <a:lnTo>
                    <a:pt x="3088043" y="2727351"/>
                  </a:lnTo>
                  <a:lnTo>
                    <a:pt x="3076895" y="2727351"/>
                  </a:lnTo>
                  <a:lnTo>
                    <a:pt x="3065747" y="2727351"/>
                  </a:lnTo>
                  <a:lnTo>
                    <a:pt x="3054598" y="2727351"/>
                  </a:lnTo>
                  <a:lnTo>
                    <a:pt x="3043450" y="2727351"/>
                  </a:lnTo>
                  <a:lnTo>
                    <a:pt x="3032302" y="2727351"/>
                  </a:lnTo>
                  <a:lnTo>
                    <a:pt x="3021154" y="2727351"/>
                  </a:lnTo>
                  <a:lnTo>
                    <a:pt x="3010006" y="2727351"/>
                  </a:lnTo>
                  <a:lnTo>
                    <a:pt x="2998858" y="2727351"/>
                  </a:lnTo>
                  <a:lnTo>
                    <a:pt x="2987709" y="2727351"/>
                  </a:lnTo>
                  <a:lnTo>
                    <a:pt x="2976561" y="2727351"/>
                  </a:lnTo>
                  <a:lnTo>
                    <a:pt x="2965413" y="2727351"/>
                  </a:lnTo>
                  <a:lnTo>
                    <a:pt x="2954265" y="2727351"/>
                  </a:lnTo>
                  <a:lnTo>
                    <a:pt x="2943117" y="2727351"/>
                  </a:lnTo>
                  <a:lnTo>
                    <a:pt x="2931969" y="2727351"/>
                  </a:lnTo>
                  <a:lnTo>
                    <a:pt x="2920820" y="2727351"/>
                  </a:lnTo>
                  <a:lnTo>
                    <a:pt x="2909672" y="2727351"/>
                  </a:lnTo>
                  <a:lnTo>
                    <a:pt x="2898524" y="2727351"/>
                  </a:lnTo>
                  <a:lnTo>
                    <a:pt x="2887376" y="2727351"/>
                  </a:lnTo>
                  <a:lnTo>
                    <a:pt x="2876228" y="2727351"/>
                  </a:lnTo>
                  <a:lnTo>
                    <a:pt x="2865080" y="2727351"/>
                  </a:lnTo>
                  <a:lnTo>
                    <a:pt x="2853931" y="2727351"/>
                  </a:lnTo>
                  <a:lnTo>
                    <a:pt x="2842783" y="2727351"/>
                  </a:lnTo>
                  <a:lnTo>
                    <a:pt x="2831635" y="2727351"/>
                  </a:lnTo>
                  <a:lnTo>
                    <a:pt x="2820487" y="2727351"/>
                  </a:lnTo>
                  <a:lnTo>
                    <a:pt x="2809339" y="2727351"/>
                  </a:lnTo>
                  <a:lnTo>
                    <a:pt x="2798190" y="2727351"/>
                  </a:lnTo>
                  <a:lnTo>
                    <a:pt x="2787042" y="2727351"/>
                  </a:lnTo>
                  <a:lnTo>
                    <a:pt x="2775894" y="2727351"/>
                  </a:lnTo>
                  <a:lnTo>
                    <a:pt x="2764746" y="2727351"/>
                  </a:lnTo>
                  <a:lnTo>
                    <a:pt x="2753598" y="2727351"/>
                  </a:lnTo>
                  <a:lnTo>
                    <a:pt x="2742450" y="2727351"/>
                  </a:lnTo>
                  <a:lnTo>
                    <a:pt x="2731301" y="2727351"/>
                  </a:lnTo>
                  <a:lnTo>
                    <a:pt x="2720153" y="2727351"/>
                  </a:lnTo>
                  <a:lnTo>
                    <a:pt x="2709005" y="2727351"/>
                  </a:lnTo>
                  <a:lnTo>
                    <a:pt x="2697857" y="2727351"/>
                  </a:lnTo>
                  <a:lnTo>
                    <a:pt x="2686709" y="2727351"/>
                  </a:lnTo>
                  <a:lnTo>
                    <a:pt x="2675561" y="2727351"/>
                  </a:lnTo>
                  <a:lnTo>
                    <a:pt x="2664412" y="2727351"/>
                  </a:lnTo>
                  <a:lnTo>
                    <a:pt x="2653264" y="2727351"/>
                  </a:lnTo>
                  <a:lnTo>
                    <a:pt x="2642116" y="2727351"/>
                  </a:lnTo>
                  <a:lnTo>
                    <a:pt x="2630968" y="2727351"/>
                  </a:lnTo>
                  <a:lnTo>
                    <a:pt x="2619820" y="2727351"/>
                  </a:lnTo>
                  <a:lnTo>
                    <a:pt x="2608672" y="2727351"/>
                  </a:lnTo>
                  <a:lnTo>
                    <a:pt x="2597523" y="2727351"/>
                  </a:lnTo>
                  <a:lnTo>
                    <a:pt x="2586375" y="2727351"/>
                  </a:lnTo>
                  <a:lnTo>
                    <a:pt x="2575227" y="2727351"/>
                  </a:lnTo>
                  <a:lnTo>
                    <a:pt x="2564079" y="2727351"/>
                  </a:lnTo>
                  <a:lnTo>
                    <a:pt x="2552931" y="2727351"/>
                  </a:lnTo>
                  <a:lnTo>
                    <a:pt x="2541783" y="2727351"/>
                  </a:lnTo>
                  <a:lnTo>
                    <a:pt x="2530634" y="2727351"/>
                  </a:lnTo>
                  <a:lnTo>
                    <a:pt x="2519486" y="2727351"/>
                  </a:lnTo>
                  <a:lnTo>
                    <a:pt x="2508338" y="2727351"/>
                  </a:lnTo>
                  <a:lnTo>
                    <a:pt x="2497190" y="2727351"/>
                  </a:lnTo>
                  <a:lnTo>
                    <a:pt x="2486042" y="2727351"/>
                  </a:lnTo>
                  <a:lnTo>
                    <a:pt x="2474894" y="2727351"/>
                  </a:lnTo>
                  <a:lnTo>
                    <a:pt x="2463745" y="2727351"/>
                  </a:lnTo>
                  <a:lnTo>
                    <a:pt x="2452597" y="2727351"/>
                  </a:lnTo>
                  <a:lnTo>
                    <a:pt x="2441449" y="2727351"/>
                  </a:lnTo>
                  <a:lnTo>
                    <a:pt x="2430301" y="2727351"/>
                  </a:lnTo>
                  <a:lnTo>
                    <a:pt x="2419153" y="2727351"/>
                  </a:lnTo>
                  <a:lnTo>
                    <a:pt x="2408004" y="2727351"/>
                  </a:lnTo>
                  <a:lnTo>
                    <a:pt x="2396856" y="2727351"/>
                  </a:lnTo>
                  <a:lnTo>
                    <a:pt x="2385708" y="2727351"/>
                  </a:lnTo>
                  <a:lnTo>
                    <a:pt x="2374560" y="2727351"/>
                  </a:lnTo>
                  <a:lnTo>
                    <a:pt x="2363412" y="2727351"/>
                  </a:lnTo>
                  <a:lnTo>
                    <a:pt x="2352264" y="2727351"/>
                  </a:lnTo>
                  <a:lnTo>
                    <a:pt x="2341115" y="2727351"/>
                  </a:lnTo>
                  <a:lnTo>
                    <a:pt x="2329967" y="2727351"/>
                  </a:lnTo>
                  <a:lnTo>
                    <a:pt x="2318819" y="2727351"/>
                  </a:lnTo>
                  <a:lnTo>
                    <a:pt x="2307671" y="2727351"/>
                  </a:lnTo>
                  <a:lnTo>
                    <a:pt x="2296523" y="2727351"/>
                  </a:lnTo>
                  <a:lnTo>
                    <a:pt x="2285375" y="2727351"/>
                  </a:lnTo>
                  <a:lnTo>
                    <a:pt x="2274226" y="2727351"/>
                  </a:lnTo>
                  <a:lnTo>
                    <a:pt x="2263078" y="2727351"/>
                  </a:lnTo>
                  <a:lnTo>
                    <a:pt x="2251930" y="2727351"/>
                  </a:lnTo>
                  <a:lnTo>
                    <a:pt x="2240782" y="2727351"/>
                  </a:lnTo>
                  <a:lnTo>
                    <a:pt x="2229634" y="2727351"/>
                  </a:lnTo>
                  <a:lnTo>
                    <a:pt x="2218486" y="2727351"/>
                  </a:lnTo>
                  <a:lnTo>
                    <a:pt x="2207337" y="2727351"/>
                  </a:lnTo>
                  <a:lnTo>
                    <a:pt x="2196189" y="2727351"/>
                  </a:lnTo>
                  <a:lnTo>
                    <a:pt x="2185041" y="2727351"/>
                  </a:lnTo>
                  <a:lnTo>
                    <a:pt x="2173893" y="2727351"/>
                  </a:lnTo>
                  <a:lnTo>
                    <a:pt x="2162745" y="2727351"/>
                  </a:lnTo>
                  <a:lnTo>
                    <a:pt x="2151597" y="2727351"/>
                  </a:lnTo>
                  <a:lnTo>
                    <a:pt x="2140448" y="2727351"/>
                  </a:lnTo>
                  <a:lnTo>
                    <a:pt x="2129300" y="2727351"/>
                  </a:lnTo>
                  <a:lnTo>
                    <a:pt x="2118152" y="2727351"/>
                  </a:lnTo>
                  <a:lnTo>
                    <a:pt x="2107004" y="2727351"/>
                  </a:lnTo>
                  <a:lnTo>
                    <a:pt x="2095856" y="2727351"/>
                  </a:lnTo>
                  <a:lnTo>
                    <a:pt x="2084708" y="2727351"/>
                  </a:lnTo>
                  <a:lnTo>
                    <a:pt x="2073559" y="2727351"/>
                  </a:lnTo>
                  <a:lnTo>
                    <a:pt x="2062411" y="2727351"/>
                  </a:lnTo>
                  <a:lnTo>
                    <a:pt x="2051263" y="2727351"/>
                  </a:lnTo>
                  <a:lnTo>
                    <a:pt x="2040115" y="2727351"/>
                  </a:lnTo>
                  <a:lnTo>
                    <a:pt x="2028967" y="2727351"/>
                  </a:lnTo>
                  <a:lnTo>
                    <a:pt x="2017818" y="2727351"/>
                  </a:lnTo>
                  <a:lnTo>
                    <a:pt x="2006670" y="2727351"/>
                  </a:lnTo>
                  <a:lnTo>
                    <a:pt x="1995522" y="2727351"/>
                  </a:lnTo>
                  <a:lnTo>
                    <a:pt x="1984374" y="2727351"/>
                  </a:lnTo>
                  <a:lnTo>
                    <a:pt x="1973226" y="2727351"/>
                  </a:lnTo>
                  <a:lnTo>
                    <a:pt x="1962078" y="2727351"/>
                  </a:lnTo>
                  <a:lnTo>
                    <a:pt x="1950929" y="2727351"/>
                  </a:lnTo>
                  <a:lnTo>
                    <a:pt x="1939781" y="2727351"/>
                  </a:lnTo>
                  <a:lnTo>
                    <a:pt x="1928633" y="2727351"/>
                  </a:lnTo>
                  <a:lnTo>
                    <a:pt x="1917485" y="2727351"/>
                  </a:lnTo>
                  <a:lnTo>
                    <a:pt x="1906337" y="2727351"/>
                  </a:lnTo>
                  <a:lnTo>
                    <a:pt x="1895189" y="2727351"/>
                  </a:lnTo>
                  <a:lnTo>
                    <a:pt x="1884040" y="2727351"/>
                  </a:lnTo>
                  <a:lnTo>
                    <a:pt x="1872892" y="2727351"/>
                  </a:lnTo>
                  <a:lnTo>
                    <a:pt x="1861744" y="2727351"/>
                  </a:lnTo>
                  <a:lnTo>
                    <a:pt x="1850596" y="2727351"/>
                  </a:lnTo>
                  <a:lnTo>
                    <a:pt x="1839448" y="2727351"/>
                  </a:lnTo>
                  <a:lnTo>
                    <a:pt x="1828300" y="2727351"/>
                  </a:lnTo>
                  <a:lnTo>
                    <a:pt x="1817151" y="2727351"/>
                  </a:lnTo>
                  <a:lnTo>
                    <a:pt x="1806003" y="2727351"/>
                  </a:lnTo>
                  <a:lnTo>
                    <a:pt x="1794855" y="2727351"/>
                  </a:lnTo>
                  <a:lnTo>
                    <a:pt x="1783707" y="2727351"/>
                  </a:lnTo>
                  <a:lnTo>
                    <a:pt x="1772559" y="2727351"/>
                  </a:lnTo>
                  <a:lnTo>
                    <a:pt x="1761411" y="2727351"/>
                  </a:lnTo>
                  <a:lnTo>
                    <a:pt x="1750262" y="2727351"/>
                  </a:lnTo>
                  <a:lnTo>
                    <a:pt x="1739114" y="2727351"/>
                  </a:lnTo>
                  <a:lnTo>
                    <a:pt x="1727966" y="2727351"/>
                  </a:lnTo>
                  <a:lnTo>
                    <a:pt x="1716818" y="2727351"/>
                  </a:lnTo>
                  <a:lnTo>
                    <a:pt x="1705670" y="2727351"/>
                  </a:lnTo>
                  <a:lnTo>
                    <a:pt x="1694522" y="2727351"/>
                  </a:lnTo>
                  <a:lnTo>
                    <a:pt x="1683373" y="2727351"/>
                  </a:lnTo>
                  <a:lnTo>
                    <a:pt x="1672225" y="2727351"/>
                  </a:lnTo>
                  <a:lnTo>
                    <a:pt x="1661077" y="2727351"/>
                  </a:lnTo>
                  <a:lnTo>
                    <a:pt x="1649929" y="2727351"/>
                  </a:lnTo>
                  <a:lnTo>
                    <a:pt x="1638781" y="2727351"/>
                  </a:lnTo>
                  <a:lnTo>
                    <a:pt x="1627633" y="2727351"/>
                  </a:lnTo>
                  <a:lnTo>
                    <a:pt x="1616484" y="2727351"/>
                  </a:lnTo>
                  <a:lnTo>
                    <a:pt x="1605336" y="2727351"/>
                  </a:lnTo>
                  <a:lnTo>
                    <a:pt x="1594188" y="2727351"/>
                  </a:lnTo>
                  <a:lnTo>
                    <a:pt x="1583040" y="2727351"/>
                  </a:lnTo>
                  <a:lnTo>
                    <a:pt x="1571892" y="2727351"/>
                  </a:lnTo>
                  <a:lnTo>
                    <a:pt x="1560743" y="2727351"/>
                  </a:lnTo>
                  <a:lnTo>
                    <a:pt x="1549595" y="2727351"/>
                  </a:lnTo>
                  <a:lnTo>
                    <a:pt x="1538447" y="2727351"/>
                  </a:lnTo>
                  <a:lnTo>
                    <a:pt x="1527299" y="2727351"/>
                  </a:lnTo>
                  <a:lnTo>
                    <a:pt x="1516151" y="2727351"/>
                  </a:lnTo>
                  <a:lnTo>
                    <a:pt x="1505003" y="2727351"/>
                  </a:lnTo>
                  <a:lnTo>
                    <a:pt x="1493854" y="2727351"/>
                  </a:lnTo>
                  <a:lnTo>
                    <a:pt x="1482706" y="2727351"/>
                  </a:lnTo>
                  <a:lnTo>
                    <a:pt x="1471558" y="2727351"/>
                  </a:lnTo>
                  <a:lnTo>
                    <a:pt x="1460410" y="2727351"/>
                  </a:lnTo>
                  <a:lnTo>
                    <a:pt x="1449262" y="2727351"/>
                  </a:lnTo>
                  <a:lnTo>
                    <a:pt x="1438114" y="2727351"/>
                  </a:lnTo>
                  <a:lnTo>
                    <a:pt x="1426965" y="2727351"/>
                  </a:lnTo>
                  <a:lnTo>
                    <a:pt x="1415817" y="2727351"/>
                  </a:lnTo>
                  <a:lnTo>
                    <a:pt x="1404669" y="2727351"/>
                  </a:lnTo>
                  <a:lnTo>
                    <a:pt x="1393521" y="2727351"/>
                  </a:lnTo>
                  <a:lnTo>
                    <a:pt x="1382373" y="2727351"/>
                  </a:lnTo>
                  <a:lnTo>
                    <a:pt x="1371225" y="2727351"/>
                  </a:lnTo>
                  <a:lnTo>
                    <a:pt x="1360076" y="2727351"/>
                  </a:lnTo>
                  <a:lnTo>
                    <a:pt x="1348928" y="2727351"/>
                  </a:lnTo>
                  <a:lnTo>
                    <a:pt x="1337780" y="2727351"/>
                  </a:lnTo>
                  <a:lnTo>
                    <a:pt x="1326632" y="2727351"/>
                  </a:lnTo>
                  <a:lnTo>
                    <a:pt x="1315484" y="2727351"/>
                  </a:lnTo>
                  <a:lnTo>
                    <a:pt x="1304336" y="2727351"/>
                  </a:lnTo>
                  <a:lnTo>
                    <a:pt x="1293187" y="2727351"/>
                  </a:lnTo>
                  <a:lnTo>
                    <a:pt x="1282039" y="2727351"/>
                  </a:lnTo>
                  <a:lnTo>
                    <a:pt x="1270891" y="2727351"/>
                  </a:lnTo>
                  <a:lnTo>
                    <a:pt x="1259743" y="2727351"/>
                  </a:lnTo>
                  <a:lnTo>
                    <a:pt x="1248595" y="2727351"/>
                  </a:lnTo>
                  <a:lnTo>
                    <a:pt x="1237447" y="2727351"/>
                  </a:lnTo>
                  <a:lnTo>
                    <a:pt x="1226298" y="2727351"/>
                  </a:lnTo>
                  <a:lnTo>
                    <a:pt x="1215150" y="2727351"/>
                  </a:lnTo>
                  <a:lnTo>
                    <a:pt x="1204002" y="2727351"/>
                  </a:lnTo>
                  <a:lnTo>
                    <a:pt x="1192854" y="2727351"/>
                  </a:lnTo>
                  <a:lnTo>
                    <a:pt x="1181706" y="2727351"/>
                  </a:lnTo>
                  <a:lnTo>
                    <a:pt x="1170557" y="2727351"/>
                  </a:lnTo>
                  <a:lnTo>
                    <a:pt x="1159409" y="2727351"/>
                  </a:lnTo>
                  <a:lnTo>
                    <a:pt x="1148261" y="2727351"/>
                  </a:lnTo>
                  <a:lnTo>
                    <a:pt x="1137113" y="2727351"/>
                  </a:lnTo>
                  <a:lnTo>
                    <a:pt x="1125965" y="2727351"/>
                  </a:lnTo>
                  <a:lnTo>
                    <a:pt x="1114817" y="2727351"/>
                  </a:lnTo>
                  <a:lnTo>
                    <a:pt x="1103668" y="2727351"/>
                  </a:lnTo>
                  <a:lnTo>
                    <a:pt x="1092520" y="2727351"/>
                  </a:lnTo>
                  <a:lnTo>
                    <a:pt x="1081372" y="2727351"/>
                  </a:lnTo>
                  <a:lnTo>
                    <a:pt x="1070224" y="2727351"/>
                  </a:lnTo>
                  <a:lnTo>
                    <a:pt x="1059076" y="2727351"/>
                  </a:lnTo>
                  <a:lnTo>
                    <a:pt x="1047928" y="2727351"/>
                  </a:lnTo>
                  <a:lnTo>
                    <a:pt x="1036779" y="2727351"/>
                  </a:lnTo>
                  <a:lnTo>
                    <a:pt x="1025631" y="2727351"/>
                  </a:lnTo>
                  <a:lnTo>
                    <a:pt x="1014483" y="2727351"/>
                  </a:lnTo>
                  <a:lnTo>
                    <a:pt x="1003335" y="2727351"/>
                  </a:lnTo>
                  <a:lnTo>
                    <a:pt x="992187" y="2727351"/>
                  </a:lnTo>
                  <a:lnTo>
                    <a:pt x="981039" y="2727351"/>
                  </a:lnTo>
                  <a:lnTo>
                    <a:pt x="969890" y="2727351"/>
                  </a:lnTo>
                  <a:lnTo>
                    <a:pt x="958742" y="2727351"/>
                  </a:lnTo>
                  <a:lnTo>
                    <a:pt x="947594" y="2727351"/>
                  </a:lnTo>
                  <a:lnTo>
                    <a:pt x="936446" y="2727351"/>
                  </a:lnTo>
                  <a:lnTo>
                    <a:pt x="925298" y="2727351"/>
                  </a:lnTo>
                  <a:lnTo>
                    <a:pt x="914150" y="2727351"/>
                  </a:lnTo>
                  <a:lnTo>
                    <a:pt x="903001" y="2727351"/>
                  </a:lnTo>
                  <a:lnTo>
                    <a:pt x="891853" y="2727351"/>
                  </a:lnTo>
                  <a:lnTo>
                    <a:pt x="880705" y="2727351"/>
                  </a:lnTo>
                  <a:lnTo>
                    <a:pt x="869557" y="2727351"/>
                  </a:lnTo>
                  <a:lnTo>
                    <a:pt x="858409" y="2727351"/>
                  </a:lnTo>
                  <a:lnTo>
                    <a:pt x="847261" y="2727351"/>
                  </a:lnTo>
                  <a:lnTo>
                    <a:pt x="836112" y="2727351"/>
                  </a:lnTo>
                  <a:lnTo>
                    <a:pt x="824964" y="2727351"/>
                  </a:lnTo>
                  <a:lnTo>
                    <a:pt x="813816" y="2727351"/>
                  </a:lnTo>
                  <a:lnTo>
                    <a:pt x="802668" y="2727351"/>
                  </a:lnTo>
                  <a:lnTo>
                    <a:pt x="791520" y="2727351"/>
                  </a:lnTo>
                  <a:lnTo>
                    <a:pt x="780371" y="2727351"/>
                  </a:lnTo>
                  <a:lnTo>
                    <a:pt x="769223" y="2727351"/>
                  </a:lnTo>
                  <a:lnTo>
                    <a:pt x="758075" y="2727351"/>
                  </a:lnTo>
                  <a:lnTo>
                    <a:pt x="746927" y="2727351"/>
                  </a:lnTo>
                  <a:lnTo>
                    <a:pt x="735779" y="2727351"/>
                  </a:lnTo>
                  <a:lnTo>
                    <a:pt x="724631" y="2727351"/>
                  </a:lnTo>
                  <a:lnTo>
                    <a:pt x="713482" y="2727351"/>
                  </a:lnTo>
                  <a:lnTo>
                    <a:pt x="702334" y="2727351"/>
                  </a:lnTo>
                  <a:lnTo>
                    <a:pt x="691186" y="2727351"/>
                  </a:lnTo>
                  <a:lnTo>
                    <a:pt x="680038" y="2727351"/>
                  </a:lnTo>
                  <a:lnTo>
                    <a:pt x="668890" y="2727351"/>
                  </a:lnTo>
                  <a:lnTo>
                    <a:pt x="657742" y="2727351"/>
                  </a:lnTo>
                  <a:lnTo>
                    <a:pt x="646593" y="2727351"/>
                  </a:lnTo>
                  <a:lnTo>
                    <a:pt x="635445" y="2727351"/>
                  </a:lnTo>
                  <a:lnTo>
                    <a:pt x="624297" y="2727351"/>
                  </a:lnTo>
                  <a:lnTo>
                    <a:pt x="613149" y="2727351"/>
                  </a:lnTo>
                  <a:lnTo>
                    <a:pt x="602001" y="2727351"/>
                  </a:lnTo>
                  <a:lnTo>
                    <a:pt x="590853" y="2727351"/>
                  </a:lnTo>
                  <a:lnTo>
                    <a:pt x="579704" y="2727351"/>
                  </a:lnTo>
                  <a:lnTo>
                    <a:pt x="568556" y="2727351"/>
                  </a:lnTo>
                  <a:lnTo>
                    <a:pt x="557408" y="2727351"/>
                  </a:lnTo>
                  <a:lnTo>
                    <a:pt x="546260" y="2727351"/>
                  </a:lnTo>
                  <a:lnTo>
                    <a:pt x="535112" y="2727351"/>
                  </a:lnTo>
                  <a:lnTo>
                    <a:pt x="523964" y="2727351"/>
                  </a:lnTo>
                  <a:lnTo>
                    <a:pt x="512815" y="2727351"/>
                  </a:lnTo>
                  <a:lnTo>
                    <a:pt x="501667" y="2727351"/>
                  </a:lnTo>
                  <a:lnTo>
                    <a:pt x="490519" y="2727351"/>
                  </a:lnTo>
                  <a:lnTo>
                    <a:pt x="479371" y="2727351"/>
                  </a:lnTo>
                  <a:lnTo>
                    <a:pt x="468223" y="2727351"/>
                  </a:lnTo>
                  <a:lnTo>
                    <a:pt x="457075" y="2727351"/>
                  </a:lnTo>
                  <a:lnTo>
                    <a:pt x="445926" y="2727351"/>
                  </a:lnTo>
                  <a:lnTo>
                    <a:pt x="434778" y="2727351"/>
                  </a:lnTo>
                  <a:lnTo>
                    <a:pt x="423630" y="2727351"/>
                  </a:lnTo>
                  <a:lnTo>
                    <a:pt x="412482" y="2727351"/>
                  </a:lnTo>
                  <a:lnTo>
                    <a:pt x="401334" y="2727351"/>
                  </a:lnTo>
                  <a:lnTo>
                    <a:pt x="390185" y="2727351"/>
                  </a:lnTo>
                  <a:lnTo>
                    <a:pt x="379037" y="2727351"/>
                  </a:lnTo>
                  <a:lnTo>
                    <a:pt x="367889" y="2727351"/>
                  </a:lnTo>
                  <a:lnTo>
                    <a:pt x="356741" y="2727351"/>
                  </a:lnTo>
                  <a:lnTo>
                    <a:pt x="345593" y="2727351"/>
                  </a:lnTo>
                  <a:lnTo>
                    <a:pt x="334445" y="2727351"/>
                  </a:lnTo>
                  <a:lnTo>
                    <a:pt x="323296" y="2727351"/>
                  </a:lnTo>
                  <a:lnTo>
                    <a:pt x="312148" y="2727351"/>
                  </a:lnTo>
                  <a:lnTo>
                    <a:pt x="301000" y="2727351"/>
                  </a:lnTo>
                  <a:lnTo>
                    <a:pt x="289852" y="2727351"/>
                  </a:lnTo>
                  <a:lnTo>
                    <a:pt x="278704" y="2727351"/>
                  </a:lnTo>
                  <a:lnTo>
                    <a:pt x="267556" y="2727351"/>
                  </a:lnTo>
                  <a:lnTo>
                    <a:pt x="256407" y="2727351"/>
                  </a:lnTo>
                  <a:lnTo>
                    <a:pt x="245259" y="2727351"/>
                  </a:lnTo>
                  <a:lnTo>
                    <a:pt x="234111" y="2727351"/>
                  </a:lnTo>
                  <a:lnTo>
                    <a:pt x="222963" y="2727351"/>
                  </a:lnTo>
                  <a:lnTo>
                    <a:pt x="211815" y="2727351"/>
                  </a:lnTo>
                  <a:lnTo>
                    <a:pt x="200667" y="2727351"/>
                  </a:lnTo>
                  <a:lnTo>
                    <a:pt x="189518" y="2727351"/>
                  </a:lnTo>
                  <a:lnTo>
                    <a:pt x="178370" y="2727351"/>
                  </a:lnTo>
                  <a:lnTo>
                    <a:pt x="167222" y="2727351"/>
                  </a:lnTo>
                  <a:lnTo>
                    <a:pt x="156074" y="2727351"/>
                  </a:lnTo>
                  <a:lnTo>
                    <a:pt x="144926" y="2727351"/>
                  </a:lnTo>
                  <a:lnTo>
                    <a:pt x="133778" y="2727351"/>
                  </a:lnTo>
                  <a:lnTo>
                    <a:pt x="122629" y="2727351"/>
                  </a:lnTo>
                  <a:lnTo>
                    <a:pt x="111481" y="2727351"/>
                  </a:lnTo>
                  <a:lnTo>
                    <a:pt x="100333" y="2727351"/>
                  </a:lnTo>
                  <a:lnTo>
                    <a:pt x="89185" y="2727351"/>
                  </a:lnTo>
                  <a:lnTo>
                    <a:pt x="78037" y="2727351"/>
                  </a:lnTo>
                  <a:lnTo>
                    <a:pt x="66889" y="2727351"/>
                  </a:lnTo>
                  <a:lnTo>
                    <a:pt x="55740" y="2727351"/>
                  </a:lnTo>
                  <a:lnTo>
                    <a:pt x="44592" y="2727351"/>
                  </a:lnTo>
                  <a:lnTo>
                    <a:pt x="33444" y="2727351"/>
                  </a:lnTo>
                  <a:lnTo>
                    <a:pt x="22296" y="2727351"/>
                  </a:lnTo>
                  <a:lnTo>
                    <a:pt x="11148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820274"/>
              <a:ext cx="5696715" cy="2725951"/>
            </a:xfrm>
            <a:custGeom>
              <a:avLst/>
              <a:pathLst>
                <a:path w="5696715" h="2725951">
                  <a:moveTo>
                    <a:pt x="0" y="2725951"/>
                  </a:moveTo>
                  <a:lnTo>
                    <a:pt x="11148" y="2725785"/>
                  </a:lnTo>
                  <a:lnTo>
                    <a:pt x="22296" y="2725606"/>
                  </a:lnTo>
                  <a:lnTo>
                    <a:pt x="33444" y="2725402"/>
                  </a:lnTo>
                  <a:lnTo>
                    <a:pt x="44592" y="2725179"/>
                  </a:lnTo>
                  <a:lnTo>
                    <a:pt x="55740" y="2724938"/>
                  </a:lnTo>
                  <a:lnTo>
                    <a:pt x="66889" y="2724674"/>
                  </a:lnTo>
                  <a:lnTo>
                    <a:pt x="78037" y="2724378"/>
                  </a:lnTo>
                  <a:lnTo>
                    <a:pt x="89185" y="2724060"/>
                  </a:lnTo>
                  <a:lnTo>
                    <a:pt x="100333" y="2723717"/>
                  </a:lnTo>
                  <a:lnTo>
                    <a:pt x="111481" y="2723335"/>
                  </a:lnTo>
                  <a:lnTo>
                    <a:pt x="122629" y="2722920"/>
                  </a:lnTo>
                  <a:lnTo>
                    <a:pt x="133778" y="2722475"/>
                  </a:lnTo>
                  <a:lnTo>
                    <a:pt x="144926" y="2721993"/>
                  </a:lnTo>
                  <a:lnTo>
                    <a:pt x="156074" y="2721461"/>
                  </a:lnTo>
                  <a:lnTo>
                    <a:pt x="167222" y="2720893"/>
                  </a:lnTo>
                  <a:lnTo>
                    <a:pt x="178370" y="2720287"/>
                  </a:lnTo>
                  <a:lnTo>
                    <a:pt x="189518" y="2719622"/>
                  </a:lnTo>
                  <a:lnTo>
                    <a:pt x="200667" y="2718906"/>
                  </a:lnTo>
                  <a:lnTo>
                    <a:pt x="211815" y="2718146"/>
                  </a:lnTo>
                  <a:lnTo>
                    <a:pt x="222963" y="2717333"/>
                  </a:lnTo>
                  <a:lnTo>
                    <a:pt x="234111" y="2716446"/>
                  </a:lnTo>
                  <a:lnTo>
                    <a:pt x="245259" y="2715507"/>
                  </a:lnTo>
                  <a:lnTo>
                    <a:pt x="256407" y="2714515"/>
                  </a:lnTo>
                  <a:lnTo>
                    <a:pt x="267556" y="2713442"/>
                  </a:lnTo>
                  <a:lnTo>
                    <a:pt x="278704" y="2712299"/>
                  </a:lnTo>
                  <a:lnTo>
                    <a:pt x="289852" y="2711095"/>
                  </a:lnTo>
                  <a:lnTo>
                    <a:pt x="301000" y="2709824"/>
                  </a:lnTo>
                  <a:lnTo>
                    <a:pt x="312148" y="2708452"/>
                  </a:lnTo>
                  <a:lnTo>
                    <a:pt x="323296" y="2707014"/>
                  </a:lnTo>
                  <a:lnTo>
                    <a:pt x="334445" y="2705509"/>
                  </a:lnTo>
                  <a:lnTo>
                    <a:pt x="345593" y="2703904"/>
                  </a:lnTo>
                  <a:lnTo>
                    <a:pt x="356741" y="2702210"/>
                  </a:lnTo>
                  <a:lnTo>
                    <a:pt x="367889" y="2700443"/>
                  </a:lnTo>
                  <a:lnTo>
                    <a:pt x="379037" y="2698596"/>
                  </a:lnTo>
                  <a:lnTo>
                    <a:pt x="390185" y="2696630"/>
                  </a:lnTo>
                  <a:lnTo>
                    <a:pt x="401334" y="2694587"/>
                  </a:lnTo>
                  <a:lnTo>
                    <a:pt x="412482" y="2692466"/>
                  </a:lnTo>
                  <a:lnTo>
                    <a:pt x="423630" y="2690234"/>
                  </a:lnTo>
                  <a:lnTo>
                    <a:pt x="434778" y="2687904"/>
                  </a:lnTo>
                  <a:lnTo>
                    <a:pt x="445926" y="2685493"/>
                  </a:lnTo>
                  <a:lnTo>
                    <a:pt x="457075" y="2682998"/>
                  </a:lnTo>
                  <a:lnTo>
                    <a:pt x="468223" y="2680375"/>
                  </a:lnTo>
                  <a:lnTo>
                    <a:pt x="479371" y="2677672"/>
                  </a:lnTo>
                  <a:lnTo>
                    <a:pt x="490519" y="2674889"/>
                  </a:lnTo>
                  <a:lnTo>
                    <a:pt x="501667" y="2671996"/>
                  </a:lnTo>
                  <a:lnTo>
                    <a:pt x="512815" y="2669003"/>
                  </a:lnTo>
                  <a:lnTo>
                    <a:pt x="523964" y="2665932"/>
                  </a:lnTo>
                  <a:lnTo>
                    <a:pt x="535112" y="2662780"/>
                  </a:lnTo>
                  <a:lnTo>
                    <a:pt x="546260" y="2659504"/>
                  </a:lnTo>
                  <a:lnTo>
                    <a:pt x="557408" y="2656153"/>
                  </a:lnTo>
                  <a:lnTo>
                    <a:pt x="568556" y="2652727"/>
                  </a:lnTo>
                  <a:lnTo>
                    <a:pt x="579704" y="2649201"/>
                  </a:lnTo>
                  <a:lnTo>
                    <a:pt x="590853" y="2645581"/>
                  </a:lnTo>
                  <a:lnTo>
                    <a:pt x="602001" y="2641890"/>
                  </a:lnTo>
                  <a:lnTo>
                    <a:pt x="613149" y="2638126"/>
                  </a:lnTo>
                  <a:lnTo>
                    <a:pt x="624297" y="2634248"/>
                  </a:lnTo>
                  <a:lnTo>
                    <a:pt x="635445" y="2630301"/>
                  </a:lnTo>
                  <a:lnTo>
                    <a:pt x="646593" y="2626285"/>
                  </a:lnTo>
                  <a:lnTo>
                    <a:pt x="657742" y="2622178"/>
                  </a:lnTo>
                  <a:lnTo>
                    <a:pt x="668890" y="2617980"/>
                  </a:lnTo>
                  <a:lnTo>
                    <a:pt x="680038" y="2613713"/>
                  </a:lnTo>
                  <a:lnTo>
                    <a:pt x="691186" y="2609378"/>
                  </a:lnTo>
                  <a:lnTo>
                    <a:pt x="702334" y="2604925"/>
                  </a:lnTo>
                  <a:lnTo>
                    <a:pt x="713482" y="2600399"/>
                  </a:lnTo>
                  <a:lnTo>
                    <a:pt x="724631" y="2595798"/>
                  </a:lnTo>
                  <a:lnTo>
                    <a:pt x="735779" y="2591098"/>
                  </a:lnTo>
                  <a:lnTo>
                    <a:pt x="746927" y="2586290"/>
                  </a:lnTo>
                  <a:lnTo>
                    <a:pt x="758075" y="2581397"/>
                  </a:lnTo>
                  <a:lnTo>
                    <a:pt x="769223" y="2576417"/>
                  </a:lnTo>
                  <a:lnTo>
                    <a:pt x="780371" y="2571287"/>
                  </a:lnTo>
                  <a:lnTo>
                    <a:pt x="791520" y="2566052"/>
                  </a:lnTo>
                  <a:lnTo>
                    <a:pt x="802668" y="2560713"/>
                  </a:lnTo>
                  <a:lnTo>
                    <a:pt x="813816" y="2555232"/>
                  </a:lnTo>
                  <a:lnTo>
                    <a:pt x="824964" y="2549586"/>
                  </a:lnTo>
                  <a:lnTo>
                    <a:pt x="836112" y="2543810"/>
                  </a:lnTo>
                  <a:lnTo>
                    <a:pt x="847261" y="2537900"/>
                  </a:lnTo>
                  <a:lnTo>
                    <a:pt x="858409" y="2531754"/>
                  </a:lnTo>
                  <a:lnTo>
                    <a:pt x="869557" y="2525440"/>
                  </a:lnTo>
                  <a:lnTo>
                    <a:pt x="880705" y="2518958"/>
                  </a:lnTo>
                  <a:lnTo>
                    <a:pt x="891853" y="2512253"/>
                  </a:lnTo>
                  <a:lnTo>
                    <a:pt x="903001" y="2505279"/>
                  </a:lnTo>
                  <a:lnTo>
                    <a:pt x="914150" y="2498098"/>
                  </a:lnTo>
                  <a:lnTo>
                    <a:pt x="925298" y="2490706"/>
                  </a:lnTo>
                  <a:lnTo>
                    <a:pt x="936446" y="2482952"/>
                  </a:lnTo>
                  <a:lnTo>
                    <a:pt x="947594" y="2474932"/>
                  </a:lnTo>
                  <a:lnTo>
                    <a:pt x="958742" y="2466657"/>
                  </a:lnTo>
                  <a:lnTo>
                    <a:pt x="969890" y="2458052"/>
                  </a:lnTo>
                  <a:lnTo>
                    <a:pt x="981039" y="2449045"/>
                  </a:lnTo>
                  <a:lnTo>
                    <a:pt x="992187" y="2439741"/>
                  </a:lnTo>
                  <a:lnTo>
                    <a:pt x="1003335" y="2430133"/>
                  </a:lnTo>
                  <a:lnTo>
                    <a:pt x="1014483" y="2420028"/>
                  </a:lnTo>
                  <a:lnTo>
                    <a:pt x="1025631" y="2409554"/>
                  </a:lnTo>
                  <a:lnTo>
                    <a:pt x="1036779" y="2398739"/>
                  </a:lnTo>
                  <a:lnTo>
                    <a:pt x="1047928" y="2387498"/>
                  </a:lnTo>
                  <a:lnTo>
                    <a:pt x="1059076" y="2375735"/>
                  </a:lnTo>
                  <a:lnTo>
                    <a:pt x="1070224" y="2363601"/>
                  </a:lnTo>
                  <a:lnTo>
                    <a:pt x="1081372" y="2351093"/>
                  </a:lnTo>
                  <a:lnTo>
                    <a:pt x="1092520" y="2337998"/>
                  </a:lnTo>
                  <a:lnTo>
                    <a:pt x="1103668" y="2324468"/>
                  </a:lnTo>
                  <a:lnTo>
                    <a:pt x="1114817" y="2310548"/>
                  </a:lnTo>
                  <a:lnTo>
                    <a:pt x="1125965" y="2296161"/>
                  </a:lnTo>
                  <a:lnTo>
                    <a:pt x="1137113" y="2281201"/>
                  </a:lnTo>
                  <a:lnTo>
                    <a:pt x="1148261" y="2265852"/>
                  </a:lnTo>
                  <a:lnTo>
                    <a:pt x="1159409" y="2250116"/>
                  </a:lnTo>
                  <a:lnTo>
                    <a:pt x="1170557" y="2233803"/>
                  </a:lnTo>
                  <a:lnTo>
                    <a:pt x="1181706" y="2217062"/>
                  </a:lnTo>
                  <a:lnTo>
                    <a:pt x="1192854" y="2199955"/>
                  </a:lnTo>
                  <a:lnTo>
                    <a:pt x="1204002" y="2182427"/>
                  </a:lnTo>
                  <a:lnTo>
                    <a:pt x="1215150" y="2164387"/>
                  </a:lnTo>
                  <a:lnTo>
                    <a:pt x="1226298" y="2146018"/>
                  </a:lnTo>
                  <a:lnTo>
                    <a:pt x="1237447" y="2127328"/>
                  </a:lnTo>
                  <a:lnTo>
                    <a:pt x="1248595" y="2108187"/>
                  </a:lnTo>
                  <a:lnTo>
                    <a:pt x="1259743" y="2088718"/>
                  </a:lnTo>
                  <a:lnTo>
                    <a:pt x="1270891" y="2068984"/>
                  </a:lnTo>
                  <a:lnTo>
                    <a:pt x="1282039" y="2048959"/>
                  </a:lnTo>
                  <a:lnTo>
                    <a:pt x="1293187" y="2028594"/>
                  </a:lnTo>
                  <a:lnTo>
                    <a:pt x="1304336" y="2008030"/>
                  </a:lnTo>
                  <a:lnTo>
                    <a:pt x="1315484" y="1987276"/>
                  </a:lnTo>
                  <a:lnTo>
                    <a:pt x="1326632" y="1966280"/>
                  </a:lnTo>
                  <a:lnTo>
                    <a:pt x="1337780" y="1945123"/>
                  </a:lnTo>
                  <a:lnTo>
                    <a:pt x="1348928" y="1923849"/>
                  </a:lnTo>
                  <a:lnTo>
                    <a:pt x="1360076" y="1902458"/>
                  </a:lnTo>
                  <a:lnTo>
                    <a:pt x="1371225" y="1880954"/>
                  </a:lnTo>
                  <a:lnTo>
                    <a:pt x="1382373" y="1859401"/>
                  </a:lnTo>
                  <a:lnTo>
                    <a:pt x="1393521" y="1837809"/>
                  </a:lnTo>
                  <a:lnTo>
                    <a:pt x="1404669" y="1816192"/>
                  </a:lnTo>
                  <a:lnTo>
                    <a:pt x="1415817" y="1794584"/>
                  </a:lnTo>
                  <a:lnTo>
                    <a:pt x="1426965" y="1772996"/>
                  </a:lnTo>
                  <a:lnTo>
                    <a:pt x="1438114" y="1751441"/>
                  </a:lnTo>
                  <a:lnTo>
                    <a:pt x="1449262" y="1729963"/>
                  </a:lnTo>
                  <a:lnTo>
                    <a:pt x="1460410" y="1708549"/>
                  </a:lnTo>
                  <a:lnTo>
                    <a:pt x="1471558" y="1687204"/>
                  </a:lnTo>
                  <a:lnTo>
                    <a:pt x="1482706" y="1665971"/>
                  </a:lnTo>
                  <a:lnTo>
                    <a:pt x="1493854" y="1644847"/>
                  </a:lnTo>
                  <a:lnTo>
                    <a:pt x="1505003" y="1623814"/>
                  </a:lnTo>
                  <a:lnTo>
                    <a:pt x="1516151" y="1602881"/>
                  </a:lnTo>
                  <a:lnTo>
                    <a:pt x="1527299" y="1582098"/>
                  </a:lnTo>
                  <a:lnTo>
                    <a:pt x="1538447" y="1561408"/>
                  </a:lnTo>
                  <a:lnTo>
                    <a:pt x="1549595" y="1540808"/>
                  </a:lnTo>
                  <a:lnTo>
                    <a:pt x="1560743" y="1520329"/>
                  </a:lnTo>
                  <a:lnTo>
                    <a:pt x="1571892" y="1499949"/>
                  </a:lnTo>
                  <a:lnTo>
                    <a:pt x="1583040" y="1479638"/>
                  </a:lnTo>
                  <a:lnTo>
                    <a:pt x="1594188" y="1459396"/>
                  </a:lnTo>
                  <a:lnTo>
                    <a:pt x="1605336" y="1439235"/>
                  </a:lnTo>
                  <a:lnTo>
                    <a:pt x="1616484" y="1419107"/>
                  </a:lnTo>
                  <a:lnTo>
                    <a:pt x="1627633" y="1399008"/>
                  </a:lnTo>
                  <a:lnTo>
                    <a:pt x="1638781" y="1378928"/>
                  </a:lnTo>
                  <a:lnTo>
                    <a:pt x="1649929" y="1358841"/>
                  </a:lnTo>
                  <a:lnTo>
                    <a:pt x="1661077" y="1338735"/>
                  </a:lnTo>
                  <a:lnTo>
                    <a:pt x="1672225" y="1318602"/>
                  </a:lnTo>
                  <a:lnTo>
                    <a:pt x="1683373" y="1298392"/>
                  </a:lnTo>
                  <a:lnTo>
                    <a:pt x="1694522" y="1278116"/>
                  </a:lnTo>
                  <a:lnTo>
                    <a:pt x="1705670" y="1257767"/>
                  </a:lnTo>
                  <a:lnTo>
                    <a:pt x="1716818" y="1237302"/>
                  </a:lnTo>
                  <a:lnTo>
                    <a:pt x="1727966" y="1216701"/>
                  </a:lnTo>
                  <a:lnTo>
                    <a:pt x="1739114" y="1195986"/>
                  </a:lnTo>
                  <a:lnTo>
                    <a:pt x="1750262" y="1175153"/>
                  </a:lnTo>
                  <a:lnTo>
                    <a:pt x="1761411" y="1154104"/>
                  </a:lnTo>
                  <a:lnTo>
                    <a:pt x="1772559" y="1132915"/>
                  </a:lnTo>
                  <a:lnTo>
                    <a:pt x="1783707" y="1111583"/>
                  </a:lnTo>
                  <a:lnTo>
                    <a:pt x="1794855" y="1090060"/>
                  </a:lnTo>
                  <a:lnTo>
                    <a:pt x="1806003" y="1068338"/>
                  </a:lnTo>
                  <a:lnTo>
                    <a:pt x="1817151" y="1046471"/>
                  </a:lnTo>
                  <a:lnTo>
                    <a:pt x="1828300" y="1024457"/>
                  </a:lnTo>
                  <a:lnTo>
                    <a:pt x="1839448" y="1002215"/>
                  </a:lnTo>
                  <a:lnTo>
                    <a:pt x="1850596" y="979841"/>
                  </a:lnTo>
                  <a:lnTo>
                    <a:pt x="1861744" y="957342"/>
                  </a:lnTo>
                  <a:lnTo>
                    <a:pt x="1872892" y="934693"/>
                  </a:lnTo>
                  <a:lnTo>
                    <a:pt x="1884040" y="911912"/>
                  </a:lnTo>
                  <a:lnTo>
                    <a:pt x="1895189" y="889049"/>
                  </a:lnTo>
                  <a:lnTo>
                    <a:pt x="1906337" y="866111"/>
                  </a:lnTo>
                  <a:lnTo>
                    <a:pt x="1917485" y="843093"/>
                  </a:lnTo>
                  <a:lnTo>
                    <a:pt x="1928633" y="820051"/>
                  </a:lnTo>
                  <a:lnTo>
                    <a:pt x="1939781" y="796999"/>
                  </a:lnTo>
                  <a:lnTo>
                    <a:pt x="1950929" y="773958"/>
                  </a:lnTo>
                  <a:lnTo>
                    <a:pt x="1962078" y="750975"/>
                  </a:lnTo>
                  <a:lnTo>
                    <a:pt x="1973226" y="728060"/>
                  </a:lnTo>
                  <a:lnTo>
                    <a:pt x="1984374" y="705224"/>
                  </a:lnTo>
                  <a:lnTo>
                    <a:pt x="1995522" y="682567"/>
                  </a:lnTo>
                  <a:lnTo>
                    <a:pt x="2006670" y="660070"/>
                  </a:lnTo>
                  <a:lnTo>
                    <a:pt x="2017818" y="637736"/>
                  </a:lnTo>
                  <a:lnTo>
                    <a:pt x="2028967" y="615636"/>
                  </a:lnTo>
                  <a:lnTo>
                    <a:pt x="2040115" y="593848"/>
                  </a:lnTo>
                  <a:lnTo>
                    <a:pt x="2051263" y="572309"/>
                  </a:lnTo>
                  <a:lnTo>
                    <a:pt x="2062411" y="551030"/>
                  </a:lnTo>
                  <a:lnTo>
                    <a:pt x="2073559" y="530208"/>
                  </a:lnTo>
                  <a:lnTo>
                    <a:pt x="2084708" y="509738"/>
                  </a:lnTo>
                  <a:lnTo>
                    <a:pt x="2095856" y="489604"/>
                  </a:lnTo>
                  <a:lnTo>
                    <a:pt x="2107004" y="469901"/>
                  </a:lnTo>
                  <a:lnTo>
                    <a:pt x="2118152" y="450741"/>
                  </a:lnTo>
                  <a:lnTo>
                    <a:pt x="2129300" y="431977"/>
                  </a:lnTo>
                  <a:lnTo>
                    <a:pt x="2140448" y="413618"/>
                  </a:lnTo>
                  <a:lnTo>
                    <a:pt x="2151597" y="395911"/>
                  </a:lnTo>
                  <a:lnTo>
                    <a:pt x="2162745" y="378692"/>
                  </a:lnTo>
                  <a:lnTo>
                    <a:pt x="2173893" y="361918"/>
                  </a:lnTo>
                  <a:lnTo>
                    <a:pt x="2185041" y="345685"/>
                  </a:lnTo>
                  <a:lnTo>
                    <a:pt x="2196189" y="330122"/>
                  </a:lnTo>
                  <a:lnTo>
                    <a:pt x="2207337" y="315023"/>
                  </a:lnTo>
                  <a:lnTo>
                    <a:pt x="2218486" y="300387"/>
                  </a:lnTo>
                  <a:lnTo>
                    <a:pt x="2229634" y="286459"/>
                  </a:lnTo>
                  <a:lnTo>
                    <a:pt x="2240782" y="273057"/>
                  </a:lnTo>
                  <a:lnTo>
                    <a:pt x="2251930" y="260114"/>
                  </a:lnTo>
                  <a:lnTo>
                    <a:pt x="2263078" y="247707"/>
                  </a:lnTo>
                  <a:lnTo>
                    <a:pt x="2274226" y="235960"/>
                  </a:lnTo>
                  <a:lnTo>
                    <a:pt x="2285375" y="224647"/>
                  </a:lnTo>
                  <a:lnTo>
                    <a:pt x="2296523" y="213763"/>
                  </a:lnTo>
                  <a:lnTo>
                    <a:pt x="2307671" y="203500"/>
                  </a:lnTo>
                  <a:lnTo>
                    <a:pt x="2318819" y="193699"/>
                  </a:lnTo>
                  <a:lnTo>
                    <a:pt x="2329967" y="184282"/>
                  </a:lnTo>
                  <a:lnTo>
                    <a:pt x="2341115" y="175299"/>
                  </a:lnTo>
                  <a:lnTo>
                    <a:pt x="2352264" y="166846"/>
                  </a:lnTo>
                  <a:lnTo>
                    <a:pt x="2363412" y="158723"/>
                  </a:lnTo>
                  <a:lnTo>
                    <a:pt x="2374560" y="150922"/>
                  </a:lnTo>
                  <a:lnTo>
                    <a:pt x="2385708" y="143565"/>
                  </a:lnTo>
                  <a:lnTo>
                    <a:pt x="2396856" y="136535"/>
                  </a:lnTo>
                  <a:lnTo>
                    <a:pt x="2408004" y="129765"/>
                  </a:lnTo>
                  <a:lnTo>
                    <a:pt x="2419153" y="123277"/>
                  </a:lnTo>
                  <a:lnTo>
                    <a:pt x="2430301" y="117130"/>
                  </a:lnTo>
                  <a:lnTo>
                    <a:pt x="2441449" y="111182"/>
                  </a:lnTo>
                  <a:lnTo>
                    <a:pt x="2452597" y="105428"/>
                  </a:lnTo>
                  <a:lnTo>
                    <a:pt x="2463745" y="99924"/>
                  </a:lnTo>
                  <a:lnTo>
                    <a:pt x="2474894" y="94602"/>
                  </a:lnTo>
                  <a:lnTo>
                    <a:pt x="2486042" y="89421"/>
                  </a:lnTo>
                  <a:lnTo>
                    <a:pt x="2497190" y="84384"/>
                  </a:lnTo>
                  <a:lnTo>
                    <a:pt x="2508338" y="79522"/>
                  </a:lnTo>
                  <a:lnTo>
                    <a:pt x="2519486" y="74759"/>
                  </a:lnTo>
                  <a:lnTo>
                    <a:pt x="2530634" y="70092"/>
                  </a:lnTo>
                  <a:lnTo>
                    <a:pt x="2541783" y="65546"/>
                  </a:lnTo>
                  <a:lnTo>
                    <a:pt x="2552931" y="61097"/>
                  </a:lnTo>
                  <a:lnTo>
                    <a:pt x="2564079" y="56721"/>
                  </a:lnTo>
                  <a:lnTo>
                    <a:pt x="2575227" y="52425"/>
                  </a:lnTo>
                  <a:lnTo>
                    <a:pt x="2586375" y="48240"/>
                  </a:lnTo>
                  <a:lnTo>
                    <a:pt x="2597523" y="44130"/>
                  </a:lnTo>
                  <a:lnTo>
                    <a:pt x="2608672" y="40095"/>
                  </a:lnTo>
                  <a:lnTo>
                    <a:pt x="2619820" y="36173"/>
                  </a:lnTo>
                  <a:lnTo>
                    <a:pt x="2630968" y="32366"/>
                  </a:lnTo>
                  <a:lnTo>
                    <a:pt x="2642116" y="28659"/>
                  </a:lnTo>
                  <a:lnTo>
                    <a:pt x="2653264" y="25063"/>
                  </a:lnTo>
                  <a:lnTo>
                    <a:pt x="2664412" y="21666"/>
                  </a:lnTo>
                  <a:lnTo>
                    <a:pt x="2675561" y="18412"/>
                  </a:lnTo>
                  <a:lnTo>
                    <a:pt x="2686709" y="15310"/>
                  </a:lnTo>
                  <a:lnTo>
                    <a:pt x="2697857" y="12442"/>
                  </a:lnTo>
                  <a:lnTo>
                    <a:pt x="2709005" y="9828"/>
                  </a:lnTo>
                  <a:lnTo>
                    <a:pt x="2720153" y="7429"/>
                  </a:lnTo>
                  <a:lnTo>
                    <a:pt x="2731301" y="5266"/>
                  </a:lnTo>
                  <a:lnTo>
                    <a:pt x="2742450" y="3524"/>
                  </a:lnTo>
                  <a:lnTo>
                    <a:pt x="2753598" y="2074"/>
                  </a:lnTo>
                  <a:lnTo>
                    <a:pt x="2764746" y="928"/>
                  </a:lnTo>
                  <a:lnTo>
                    <a:pt x="2775894" y="227"/>
                  </a:lnTo>
                  <a:lnTo>
                    <a:pt x="2787042" y="0"/>
                  </a:lnTo>
                  <a:lnTo>
                    <a:pt x="2798190" y="159"/>
                  </a:lnTo>
                  <a:lnTo>
                    <a:pt x="2809339" y="722"/>
                  </a:lnTo>
                  <a:lnTo>
                    <a:pt x="2820487" y="2000"/>
                  </a:lnTo>
                  <a:lnTo>
                    <a:pt x="2831635" y="3746"/>
                  </a:lnTo>
                  <a:lnTo>
                    <a:pt x="2842783" y="5970"/>
                  </a:lnTo>
                  <a:lnTo>
                    <a:pt x="2853931" y="8860"/>
                  </a:lnTo>
                  <a:lnTo>
                    <a:pt x="2865080" y="12455"/>
                  </a:lnTo>
                  <a:lnTo>
                    <a:pt x="2876228" y="16599"/>
                  </a:lnTo>
                  <a:lnTo>
                    <a:pt x="2887376" y="21302"/>
                  </a:lnTo>
                  <a:lnTo>
                    <a:pt x="2898524" y="26965"/>
                  </a:lnTo>
                  <a:lnTo>
                    <a:pt x="2909672" y="33239"/>
                  </a:lnTo>
                  <a:lnTo>
                    <a:pt x="2920820" y="40125"/>
                  </a:lnTo>
                  <a:lnTo>
                    <a:pt x="2931969" y="47822"/>
                  </a:lnTo>
                  <a:lnTo>
                    <a:pt x="2943117" y="56380"/>
                  </a:lnTo>
                  <a:lnTo>
                    <a:pt x="2954265" y="65579"/>
                  </a:lnTo>
                  <a:lnTo>
                    <a:pt x="2965413" y="75424"/>
                  </a:lnTo>
                  <a:lnTo>
                    <a:pt x="2976561" y="86324"/>
                  </a:lnTo>
                  <a:lnTo>
                    <a:pt x="2987709" y="97898"/>
                  </a:lnTo>
                  <a:lnTo>
                    <a:pt x="2998858" y="110122"/>
                  </a:lnTo>
                  <a:lnTo>
                    <a:pt x="3010006" y="123173"/>
                  </a:lnTo>
                  <a:lnTo>
                    <a:pt x="3021154" y="137104"/>
                  </a:lnTo>
                  <a:lnTo>
                    <a:pt x="3032302" y="151664"/>
                  </a:lnTo>
                  <a:lnTo>
                    <a:pt x="3043450" y="166849"/>
                  </a:lnTo>
                  <a:lnTo>
                    <a:pt x="3054598" y="183007"/>
                  </a:lnTo>
                  <a:lnTo>
                    <a:pt x="3065747" y="199787"/>
                  </a:lnTo>
                  <a:lnTo>
                    <a:pt x="3076895" y="217146"/>
                  </a:lnTo>
                  <a:lnTo>
                    <a:pt x="3088043" y="235213"/>
                  </a:lnTo>
                  <a:lnTo>
                    <a:pt x="3099191" y="254029"/>
                  </a:lnTo>
                  <a:lnTo>
                    <a:pt x="3110339" y="273358"/>
                  </a:lnTo>
                  <a:lnTo>
                    <a:pt x="3121487" y="293189"/>
                  </a:lnTo>
                  <a:lnTo>
                    <a:pt x="3132636" y="313760"/>
                  </a:lnTo>
                  <a:lnTo>
                    <a:pt x="3143784" y="334802"/>
                  </a:lnTo>
                  <a:lnTo>
                    <a:pt x="3154932" y="356262"/>
                  </a:lnTo>
                  <a:lnTo>
                    <a:pt x="3166080" y="378211"/>
                  </a:lnTo>
                  <a:lnTo>
                    <a:pt x="3177228" y="400669"/>
                  </a:lnTo>
                  <a:lnTo>
                    <a:pt x="3188376" y="423452"/>
                  </a:lnTo>
                  <a:lnTo>
                    <a:pt x="3199525" y="446547"/>
                  </a:lnTo>
                  <a:lnTo>
                    <a:pt x="3210673" y="470068"/>
                  </a:lnTo>
                  <a:lnTo>
                    <a:pt x="3221821" y="493846"/>
                  </a:lnTo>
                  <a:lnTo>
                    <a:pt x="3232969" y="517839"/>
                  </a:lnTo>
                  <a:lnTo>
                    <a:pt x="3244117" y="542061"/>
                  </a:lnTo>
                  <a:lnTo>
                    <a:pt x="3255266" y="566499"/>
                  </a:lnTo>
                  <a:lnTo>
                    <a:pt x="3266414" y="591053"/>
                  </a:lnTo>
                  <a:lnTo>
                    <a:pt x="3277562" y="615709"/>
                  </a:lnTo>
                  <a:lnTo>
                    <a:pt x="3288710" y="640466"/>
                  </a:lnTo>
                  <a:lnTo>
                    <a:pt x="3299858" y="665254"/>
                  </a:lnTo>
                  <a:lnTo>
                    <a:pt x="3311006" y="690050"/>
                  </a:lnTo>
                  <a:lnTo>
                    <a:pt x="3322155" y="714832"/>
                  </a:lnTo>
                  <a:lnTo>
                    <a:pt x="3333303" y="739542"/>
                  </a:lnTo>
                  <a:lnTo>
                    <a:pt x="3344451" y="764174"/>
                  </a:lnTo>
                  <a:lnTo>
                    <a:pt x="3355599" y="788715"/>
                  </a:lnTo>
                  <a:lnTo>
                    <a:pt x="3366747" y="813077"/>
                  </a:lnTo>
                  <a:lnTo>
                    <a:pt x="3377895" y="837264"/>
                  </a:lnTo>
                  <a:lnTo>
                    <a:pt x="3389044" y="861282"/>
                  </a:lnTo>
                  <a:lnTo>
                    <a:pt x="3400192" y="885088"/>
                  </a:lnTo>
                  <a:lnTo>
                    <a:pt x="3411340" y="908576"/>
                  </a:lnTo>
                  <a:lnTo>
                    <a:pt x="3422488" y="931828"/>
                  </a:lnTo>
                  <a:lnTo>
                    <a:pt x="3433636" y="954836"/>
                  </a:lnTo>
                  <a:lnTo>
                    <a:pt x="3444784" y="977450"/>
                  </a:lnTo>
                  <a:lnTo>
                    <a:pt x="3455933" y="999722"/>
                  </a:lnTo>
                  <a:lnTo>
                    <a:pt x="3467081" y="1021693"/>
                  </a:lnTo>
                  <a:lnTo>
                    <a:pt x="3478229" y="1043309"/>
                  </a:lnTo>
                  <a:lnTo>
                    <a:pt x="3489377" y="1064420"/>
                  </a:lnTo>
                  <a:lnTo>
                    <a:pt x="3500525" y="1085183"/>
                  </a:lnTo>
                  <a:lnTo>
                    <a:pt x="3511673" y="1105592"/>
                  </a:lnTo>
                  <a:lnTo>
                    <a:pt x="3522822" y="1125467"/>
                  </a:lnTo>
                  <a:lnTo>
                    <a:pt x="3533970" y="1144884"/>
                  </a:lnTo>
                  <a:lnTo>
                    <a:pt x="3545118" y="1163912"/>
                  </a:lnTo>
                  <a:lnTo>
                    <a:pt x="3556266" y="1182502"/>
                  </a:lnTo>
                  <a:lnTo>
                    <a:pt x="3567414" y="1200468"/>
                  </a:lnTo>
                  <a:lnTo>
                    <a:pt x="3578562" y="1218024"/>
                  </a:lnTo>
                  <a:lnTo>
                    <a:pt x="3589711" y="1235166"/>
                  </a:lnTo>
                  <a:lnTo>
                    <a:pt x="3600859" y="1251711"/>
                  </a:lnTo>
                  <a:lnTo>
                    <a:pt x="3612007" y="1267739"/>
                  </a:lnTo>
                  <a:lnTo>
                    <a:pt x="3623155" y="1283345"/>
                  </a:lnTo>
                  <a:lnTo>
                    <a:pt x="3634303" y="1298491"/>
                  </a:lnTo>
                  <a:lnTo>
                    <a:pt x="3645452" y="1312977"/>
                  </a:lnTo>
                  <a:lnTo>
                    <a:pt x="3656600" y="1327046"/>
                  </a:lnTo>
                  <a:lnTo>
                    <a:pt x="3667748" y="1340699"/>
                  </a:lnTo>
                  <a:lnTo>
                    <a:pt x="3678896" y="1353774"/>
                  </a:lnTo>
                  <a:lnTo>
                    <a:pt x="3690044" y="1366346"/>
                  </a:lnTo>
                  <a:lnTo>
                    <a:pt x="3701192" y="1378523"/>
                  </a:lnTo>
                  <a:lnTo>
                    <a:pt x="3712341" y="1390282"/>
                  </a:lnTo>
                  <a:lnTo>
                    <a:pt x="3723489" y="1401442"/>
                  </a:lnTo>
                  <a:lnTo>
                    <a:pt x="3734637" y="1412241"/>
                  </a:lnTo>
                  <a:lnTo>
                    <a:pt x="3745785" y="1422683"/>
                  </a:lnTo>
                  <a:lnTo>
                    <a:pt x="3756933" y="1432652"/>
                  </a:lnTo>
                  <a:lnTo>
                    <a:pt x="3768081" y="1442212"/>
                  </a:lnTo>
                  <a:lnTo>
                    <a:pt x="3779230" y="1451465"/>
                  </a:lnTo>
                  <a:lnTo>
                    <a:pt x="3790378" y="1460406"/>
                  </a:lnTo>
                  <a:lnTo>
                    <a:pt x="3801526" y="1468906"/>
                  </a:lnTo>
                  <a:lnTo>
                    <a:pt x="3812674" y="1477158"/>
                  </a:lnTo>
                  <a:lnTo>
                    <a:pt x="3823822" y="1485172"/>
                  </a:lnTo>
                  <a:lnTo>
                    <a:pt x="3834970" y="1492889"/>
                  </a:lnTo>
                  <a:lnTo>
                    <a:pt x="3846119" y="1500360"/>
                  </a:lnTo>
                  <a:lnTo>
                    <a:pt x="3857267" y="1507662"/>
                  </a:lnTo>
                  <a:lnTo>
                    <a:pt x="3868415" y="1514802"/>
                  </a:lnTo>
                  <a:lnTo>
                    <a:pt x="3879563" y="1521734"/>
                  </a:lnTo>
                  <a:lnTo>
                    <a:pt x="3890711" y="1528570"/>
                  </a:lnTo>
                  <a:lnTo>
                    <a:pt x="3901859" y="1535321"/>
                  </a:lnTo>
                  <a:lnTo>
                    <a:pt x="3913008" y="1541986"/>
                  </a:lnTo>
                  <a:lnTo>
                    <a:pt x="3924156" y="1548610"/>
                  </a:lnTo>
                  <a:lnTo>
                    <a:pt x="3935304" y="1555222"/>
                  </a:lnTo>
                  <a:lnTo>
                    <a:pt x="3946452" y="1561834"/>
                  </a:lnTo>
                  <a:lnTo>
                    <a:pt x="3957600" y="1568494"/>
                  </a:lnTo>
                  <a:lnTo>
                    <a:pt x="3968748" y="1575214"/>
                  </a:lnTo>
                  <a:lnTo>
                    <a:pt x="3979897" y="1582003"/>
                  </a:lnTo>
                  <a:lnTo>
                    <a:pt x="3991045" y="1588905"/>
                  </a:lnTo>
                  <a:lnTo>
                    <a:pt x="4002193" y="1595960"/>
                  </a:lnTo>
                  <a:lnTo>
                    <a:pt x="4013341" y="1603146"/>
                  </a:lnTo>
                  <a:lnTo>
                    <a:pt x="4024489" y="1610469"/>
                  </a:lnTo>
                  <a:lnTo>
                    <a:pt x="4035637" y="1618053"/>
                  </a:lnTo>
                  <a:lnTo>
                    <a:pt x="4046786" y="1625822"/>
                  </a:lnTo>
                  <a:lnTo>
                    <a:pt x="4057934" y="1633778"/>
                  </a:lnTo>
                  <a:lnTo>
                    <a:pt x="4069082" y="1641988"/>
                  </a:lnTo>
                  <a:lnTo>
                    <a:pt x="4080230" y="1650490"/>
                  </a:lnTo>
                  <a:lnTo>
                    <a:pt x="4091378" y="1659212"/>
                  </a:lnTo>
                  <a:lnTo>
                    <a:pt x="4102527" y="1668160"/>
                  </a:lnTo>
                  <a:lnTo>
                    <a:pt x="4113675" y="1677485"/>
                  </a:lnTo>
                  <a:lnTo>
                    <a:pt x="4124823" y="1687064"/>
                  </a:lnTo>
                  <a:lnTo>
                    <a:pt x="4135971" y="1696886"/>
                  </a:lnTo>
                  <a:lnTo>
                    <a:pt x="4147119" y="1707018"/>
                  </a:lnTo>
                  <a:lnTo>
                    <a:pt x="4158267" y="1717493"/>
                  </a:lnTo>
                  <a:lnTo>
                    <a:pt x="4169416" y="1728215"/>
                  </a:lnTo>
                  <a:lnTo>
                    <a:pt x="4180564" y="1739181"/>
                  </a:lnTo>
                  <a:lnTo>
                    <a:pt x="4191712" y="1750530"/>
                  </a:lnTo>
                  <a:lnTo>
                    <a:pt x="4202860" y="1762132"/>
                  </a:lnTo>
                  <a:lnTo>
                    <a:pt x="4214008" y="1773965"/>
                  </a:lnTo>
                  <a:lnTo>
                    <a:pt x="4225156" y="1786079"/>
                  </a:lnTo>
                  <a:lnTo>
                    <a:pt x="4236305" y="1798498"/>
                  </a:lnTo>
                  <a:lnTo>
                    <a:pt x="4247453" y="1811124"/>
                  </a:lnTo>
                  <a:lnTo>
                    <a:pt x="4258601" y="1823950"/>
                  </a:lnTo>
                  <a:lnTo>
                    <a:pt x="4269749" y="1837070"/>
                  </a:lnTo>
                  <a:lnTo>
                    <a:pt x="4280897" y="1850379"/>
                  </a:lnTo>
                  <a:lnTo>
                    <a:pt x="4292045" y="1863851"/>
                  </a:lnTo>
                  <a:lnTo>
                    <a:pt x="4303194" y="1877511"/>
                  </a:lnTo>
                  <a:lnTo>
                    <a:pt x="4314342" y="1891366"/>
                  </a:lnTo>
                  <a:lnTo>
                    <a:pt x="4325490" y="1905340"/>
                  </a:lnTo>
                  <a:lnTo>
                    <a:pt x="4336638" y="1919427"/>
                  </a:lnTo>
                  <a:lnTo>
                    <a:pt x="4347786" y="1933659"/>
                  </a:lnTo>
                  <a:lnTo>
                    <a:pt x="4358934" y="1947973"/>
                  </a:lnTo>
                  <a:lnTo>
                    <a:pt x="4370083" y="1962350"/>
                  </a:lnTo>
                  <a:lnTo>
                    <a:pt x="4381231" y="1976789"/>
                  </a:lnTo>
                  <a:lnTo>
                    <a:pt x="4392379" y="1991271"/>
                  </a:lnTo>
                  <a:lnTo>
                    <a:pt x="4403527" y="2005764"/>
                  </a:lnTo>
                  <a:lnTo>
                    <a:pt x="4414675" y="2020262"/>
                  </a:lnTo>
                  <a:lnTo>
                    <a:pt x="4425823" y="2034739"/>
                  </a:lnTo>
                  <a:lnTo>
                    <a:pt x="4436972" y="2049174"/>
                  </a:lnTo>
                  <a:lnTo>
                    <a:pt x="4448120" y="2063564"/>
                  </a:lnTo>
                  <a:lnTo>
                    <a:pt x="4459268" y="2077887"/>
                  </a:lnTo>
                  <a:lnTo>
                    <a:pt x="4470416" y="2092095"/>
                  </a:lnTo>
                  <a:lnTo>
                    <a:pt x="4481564" y="2106210"/>
                  </a:lnTo>
                  <a:lnTo>
                    <a:pt x="4492713" y="2120225"/>
                  </a:lnTo>
                  <a:lnTo>
                    <a:pt x="4503861" y="2134068"/>
                  </a:lnTo>
                  <a:lnTo>
                    <a:pt x="4515009" y="2147754"/>
                  </a:lnTo>
                  <a:lnTo>
                    <a:pt x="4526157" y="2161299"/>
                  </a:lnTo>
                  <a:lnTo>
                    <a:pt x="4537305" y="2174671"/>
                  </a:lnTo>
                  <a:lnTo>
                    <a:pt x="4548453" y="2187793"/>
                  </a:lnTo>
                  <a:lnTo>
                    <a:pt x="4559602" y="2200736"/>
                  </a:lnTo>
                  <a:lnTo>
                    <a:pt x="4570750" y="2213496"/>
                  </a:lnTo>
                  <a:lnTo>
                    <a:pt x="4581898" y="2225973"/>
                  </a:lnTo>
                  <a:lnTo>
                    <a:pt x="4593046" y="2238204"/>
                  </a:lnTo>
                  <a:lnTo>
                    <a:pt x="4604194" y="2250225"/>
                  </a:lnTo>
                  <a:lnTo>
                    <a:pt x="4615342" y="2262003"/>
                  </a:lnTo>
                  <a:lnTo>
                    <a:pt x="4626491" y="2273436"/>
                  </a:lnTo>
                  <a:lnTo>
                    <a:pt x="4637639" y="2284638"/>
                  </a:lnTo>
                  <a:lnTo>
                    <a:pt x="4648787" y="2295606"/>
                  </a:lnTo>
                  <a:lnTo>
                    <a:pt x="4659935" y="2306230"/>
                  </a:lnTo>
                  <a:lnTo>
                    <a:pt x="4671083" y="2316558"/>
                  </a:lnTo>
                  <a:lnTo>
                    <a:pt x="4682231" y="2326641"/>
                  </a:lnTo>
                  <a:lnTo>
                    <a:pt x="4693380" y="2336453"/>
                  </a:lnTo>
                  <a:lnTo>
                    <a:pt x="4704528" y="2345878"/>
                  </a:lnTo>
                  <a:lnTo>
                    <a:pt x="4715676" y="2355055"/>
                  </a:lnTo>
                  <a:lnTo>
                    <a:pt x="4726824" y="2363984"/>
                  </a:lnTo>
                  <a:lnTo>
                    <a:pt x="4737972" y="2372562"/>
                  </a:lnTo>
                  <a:lnTo>
                    <a:pt x="4749120" y="2380836"/>
                  </a:lnTo>
                  <a:lnTo>
                    <a:pt x="4760269" y="2388868"/>
                  </a:lnTo>
                  <a:lnTo>
                    <a:pt x="4771417" y="2396640"/>
                  </a:lnTo>
                  <a:lnTo>
                    <a:pt x="4782565" y="2404040"/>
                  </a:lnTo>
                  <a:lnTo>
                    <a:pt x="4793713" y="2411209"/>
                  </a:lnTo>
                  <a:lnTo>
                    <a:pt x="4804861" y="2418150"/>
                  </a:lnTo>
                  <a:lnTo>
                    <a:pt x="4816009" y="2424783"/>
                  </a:lnTo>
                  <a:lnTo>
                    <a:pt x="4827158" y="2431145"/>
                  </a:lnTo>
                  <a:lnTo>
                    <a:pt x="4838306" y="2437300"/>
                  </a:lnTo>
                  <a:lnTo>
                    <a:pt x="4849454" y="2443240"/>
                  </a:lnTo>
                  <a:lnTo>
                    <a:pt x="4860602" y="2448869"/>
                  </a:lnTo>
                  <a:lnTo>
                    <a:pt x="4871750" y="2454314"/>
                  </a:lnTo>
                  <a:lnTo>
                    <a:pt x="4882899" y="2459581"/>
                  </a:lnTo>
                  <a:lnTo>
                    <a:pt x="4894047" y="2464613"/>
                  </a:lnTo>
                  <a:lnTo>
                    <a:pt x="4905195" y="2469441"/>
                  </a:lnTo>
                  <a:lnTo>
                    <a:pt x="4916343" y="2474118"/>
                  </a:lnTo>
                  <a:lnTo>
                    <a:pt x="4927491" y="2478644"/>
                  </a:lnTo>
                  <a:lnTo>
                    <a:pt x="4938639" y="2482953"/>
                  </a:lnTo>
                  <a:lnTo>
                    <a:pt x="4949788" y="2487140"/>
                  </a:lnTo>
                  <a:lnTo>
                    <a:pt x="4960936" y="2491211"/>
                  </a:lnTo>
                  <a:lnTo>
                    <a:pt x="4972084" y="2495136"/>
                  </a:lnTo>
                  <a:lnTo>
                    <a:pt x="4983232" y="2498935"/>
                  </a:lnTo>
                  <a:lnTo>
                    <a:pt x="4994380" y="2502646"/>
                  </a:lnTo>
                  <a:lnTo>
                    <a:pt x="5005528" y="2506272"/>
                  </a:lnTo>
                  <a:lnTo>
                    <a:pt x="5016677" y="2509780"/>
                  </a:lnTo>
                  <a:lnTo>
                    <a:pt x="5027825" y="2513225"/>
                  </a:lnTo>
                  <a:lnTo>
                    <a:pt x="5038973" y="2516613"/>
                  </a:lnTo>
                  <a:lnTo>
                    <a:pt x="5050121" y="2519933"/>
                  </a:lnTo>
                  <a:lnTo>
                    <a:pt x="5061269" y="2523196"/>
                  </a:lnTo>
                  <a:lnTo>
                    <a:pt x="5072417" y="2526423"/>
                  </a:lnTo>
                  <a:lnTo>
                    <a:pt x="5083566" y="2529616"/>
                  </a:lnTo>
                  <a:lnTo>
                    <a:pt x="5094714" y="2532767"/>
                  </a:lnTo>
                  <a:lnTo>
                    <a:pt x="5105862" y="2535896"/>
                  </a:lnTo>
                  <a:lnTo>
                    <a:pt x="5117010" y="2539007"/>
                  </a:lnTo>
                  <a:lnTo>
                    <a:pt x="5128158" y="2542098"/>
                  </a:lnTo>
                  <a:lnTo>
                    <a:pt x="5139306" y="2545175"/>
                  </a:lnTo>
                  <a:lnTo>
                    <a:pt x="5150455" y="2548242"/>
                  </a:lnTo>
                  <a:lnTo>
                    <a:pt x="5161603" y="2551301"/>
                  </a:lnTo>
                  <a:lnTo>
                    <a:pt x="5172751" y="2554350"/>
                  </a:lnTo>
                  <a:lnTo>
                    <a:pt x="5183899" y="2557394"/>
                  </a:lnTo>
                  <a:lnTo>
                    <a:pt x="5195047" y="2560432"/>
                  </a:lnTo>
                  <a:lnTo>
                    <a:pt x="5206195" y="2563462"/>
                  </a:lnTo>
                  <a:lnTo>
                    <a:pt x="5217344" y="2566483"/>
                  </a:lnTo>
                  <a:lnTo>
                    <a:pt x="5228492" y="2569497"/>
                  </a:lnTo>
                  <a:lnTo>
                    <a:pt x="5239640" y="2572501"/>
                  </a:lnTo>
                  <a:lnTo>
                    <a:pt x="5250788" y="2575488"/>
                  </a:lnTo>
                  <a:lnTo>
                    <a:pt x="5261936" y="2578459"/>
                  </a:lnTo>
                  <a:lnTo>
                    <a:pt x="5273085" y="2581415"/>
                  </a:lnTo>
                  <a:lnTo>
                    <a:pt x="5284233" y="2584348"/>
                  </a:lnTo>
                  <a:lnTo>
                    <a:pt x="5295381" y="2587251"/>
                  </a:lnTo>
                  <a:lnTo>
                    <a:pt x="5306529" y="2590129"/>
                  </a:lnTo>
                  <a:lnTo>
                    <a:pt x="5317677" y="2592981"/>
                  </a:lnTo>
                  <a:lnTo>
                    <a:pt x="5328825" y="2595786"/>
                  </a:lnTo>
                  <a:lnTo>
                    <a:pt x="5339974" y="2598554"/>
                  </a:lnTo>
                  <a:lnTo>
                    <a:pt x="5351122" y="2601286"/>
                  </a:lnTo>
                  <a:lnTo>
                    <a:pt x="5362270" y="2603972"/>
                  </a:lnTo>
                  <a:lnTo>
                    <a:pt x="5373418" y="2606598"/>
                  </a:lnTo>
                  <a:lnTo>
                    <a:pt x="5384566" y="2609181"/>
                  </a:lnTo>
                  <a:lnTo>
                    <a:pt x="5395714" y="2611719"/>
                  </a:lnTo>
                  <a:lnTo>
                    <a:pt x="5406863" y="2614183"/>
                  </a:lnTo>
                  <a:lnTo>
                    <a:pt x="5418011" y="2616593"/>
                  </a:lnTo>
                  <a:lnTo>
                    <a:pt x="5429159" y="2618952"/>
                  </a:lnTo>
                  <a:lnTo>
                    <a:pt x="5440307" y="2621250"/>
                  </a:lnTo>
                  <a:lnTo>
                    <a:pt x="5451455" y="2623473"/>
                  </a:lnTo>
                  <a:lnTo>
                    <a:pt x="5462603" y="2625644"/>
                  </a:lnTo>
                  <a:lnTo>
                    <a:pt x="5473752" y="2627762"/>
                  </a:lnTo>
                  <a:lnTo>
                    <a:pt x="5484900" y="2629802"/>
                  </a:lnTo>
                  <a:lnTo>
                    <a:pt x="5496048" y="2631785"/>
                  </a:lnTo>
                  <a:lnTo>
                    <a:pt x="5507196" y="2633718"/>
                  </a:lnTo>
                  <a:lnTo>
                    <a:pt x="5518344" y="2635593"/>
                  </a:lnTo>
                  <a:lnTo>
                    <a:pt x="5529492" y="2637400"/>
                  </a:lnTo>
                  <a:lnTo>
                    <a:pt x="5540641" y="2639163"/>
                  </a:lnTo>
                  <a:lnTo>
                    <a:pt x="5551789" y="2640882"/>
                  </a:lnTo>
                  <a:lnTo>
                    <a:pt x="5562937" y="2642541"/>
                  </a:lnTo>
                  <a:lnTo>
                    <a:pt x="5574085" y="2644157"/>
                  </a:lnTo>
                  <a:lnTo>
                    <a:pt x="5585233" y="2645738"/>
                  </a:lnTo>
                  <a:lnTo>
                    <a:pt x="5596381" y="2647281"/>
                  </a:lnTo>
                  <a:lnTo>
                    <a:pt x="5607530" y="2648781"/>
                  </a:lnTo>
                  <a:lnTo>
                    <a:pt x="5618678" y="2650256"/>
                  </a:lnTo>
                  <a:lnTo>
                    <a:pt x="5629826" y="2651707"/>
                  </a:lnTo>
                  <a:lnTo>
                    <a:pt x="5640974" y="2653128"/>
                  </a:lnTo>
                  <a:lnTo>
                    <a:pt x="5652122" y="2654529"/>
                  </a:lnTo>
                  <a:lnTo>
                    <a:pt x="5663270" y="2655917"/>
                  </a:lnTo>
                  <a:lnTo>
                    <a:pt x="5674419" y="2657291"/>
                  </a:lnTo>
                  <a:lnTo>
                    <a:pt x="5685567" y="2658653"/>
                  </a:lnTo>
                  <a:lnTo>
                    <a:pt x="5696715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8996"/>
                  </a:moveTo>
                  <a:lnTo>
                    <a:pt x="11148" y="2673395"/>
                  </a:lnTo>
                  <a:lnTo>
                    <a:pt x="22296" y="2667606"/>
                  </a:lnTo>
                  <a:lnTo>
                    <a:pt x="33444" y="2661628"/>
                  </a:lnTo>
                  <a:lnTo>
                    <a:pt x="44592" y="2655408"/>
                  </a:lnTo>
                  <a:lnTo>
                    <a:pt x="55740" y="2648980"/>
                  </a:lnTo>
                  <a:lnTo>
                    <a:pt x="66889" y="2642369"/>
                  </a:lnTo>
                  <a:lnTo>
                    <a:pt x="78037" y="2635578"/>
                  </a:lnTo>
                  <a:lnTo>
                    <a:pt x="89185" y="2628592"/>
                  </a:lnTo>
                  <a:lnTo>
                    <a:pt x="100333" y="2621388"/>
                  </a:lnTo>
                  <a:lnTo>
                    <a:pt x="111481" y="2614026"/>
                  </a:lnTo>
                  <a:lnTo>
                    <a:pt x="122629" y="2606514"/>
                  </a:lnTo>
                  <a:lnTo>
                    <a:pt x="133778" y="2598859"/>
                  </a:lnTo>
                  <a:lnTo>
                    <a:pt x="144926" y="2591030"/>
                  </a:lnTo>
                  <a:lnTo>
                    <a:pt x="156074" y="2583082"/>
                  </a:lnTo>
                  <a:lnTo>
                    <a:pt x="167222" y="2575037"/>
                  </a:lnTo>
                  <a:lnTo>
                    <a:pt x="178370" y="2566905"/>
                  </a:lnTo>
                  <a:lnTo>
                    <a:pt x="189518" y="2558692"/>
                  </a:lnTo>
                  <a:lnTo>
                    <a:pt x="200667" y="2550422"/>
                  </a:lnTo>
                  <a:lnTo>
                    <a:pt x="211815" y="2542127"/>
                  </a:lnTo>
                  <a:lnTo>
                    <a:pt x="222963" y="2533822"/>
                  </a:lnTo>
                  <a:lnTo>
                    <a:pt x="234111" y="2525522"/>
                  </a:lnTo>
                  <a:lnTo>
                    <a:pt x="245259" y="2517268"/>
                  </a:lnTo>
                  <a:lnTo>
                    <a:pt x="256407" y="2509073"/>
                  </a:lnTo>
                  <a:lnTo>
                    <a:pt x="267556" y="2500951"/>
                  </a:lnTo>
                  <a:lnTo>
                    <a:pt x="278704" y="2492920"/>
                  </a:lnTo>
                  <a:lnTo>
                    <a:pt x="289852" y="2485025"/>
                  </a:lnTo>
                  <a:lnTo>
                    <a:pt x="301000" y="2477287"/>
                  </a:lnTo>
                  <a:lnTo>
                    <a:pt x="312148" y="2469699"/>
                  </a:lnTo>
                  <a:lnTo>
                    <a:pt x="323296" y="2462273"/>
                  </a:lnTo>
                  <a:lnTo>
                    <a:pt x="334445" y="2455031"/>
                  </a:lnTo>
                  <a:lnTo>
                    <a:pt x="345593" y="2448044"/>
                  </a:lnTo>
                  <a:lnTo>
                    <a:pt x="356741" y="2441255"/>
                  </a:lnTo>
                  <a:lnTo>
                    <a:pt x="367889" y="2434669"/>
                  </a:lnTo>
                  <a:lnTo>
                    <a:pt x="379037" y="2428289"/>
                  </a:lnTo>
                  <a:lnTo>
                    <a:pt x="390185" y="2422179"/>
                  </a:lnTo>
                  <a:lnTo>
                    <a:pt x="401334" y="2416296"/>
                  </a:lnTo>
                  <a:lnTo>
                    <a:pt x="412482" y="2410612"/>
                  </a:lnTo>
                  <a:lnTo>
                    <a:pt x="423630" y="2405120"/>
                  </a:lnTo>
                  <a:lnTo>
                    <a:pt x="434778" y="2399834"/>
                  </a:lnTo>
                  <a:lnTo>
                    <a:pt x="445926" y="2394758"/>
                  </a:lnTo>
                  <a:lnTo>
                    <a:pt x="457075" y="2389826"/>
                  </a:lnTo>
                  <a:lnTo>
                    <a:pt x="468223" y="2385020"/>
                  </a:lnTo>
                  <a:lnTo>
                    <a:pt x="479371" y="2380323"/>
                  </a:lnTo>
                  <a:lnTo>
                    <a:pt x="490519" y="2375733"/>
                  </a:lnTo>
                  <a:lnTo>
                    <a:pt x="501667" y="2371187"/>
                  </a:lnTo>
                  <a:lnTo>
                    <a:pt x="512815" y="2366656"/>
                  </a:lnTo>
                  <a:lnTo>
                    <a:pt x="523964" y="2362117"/>
                  </a:lnTo>
                  <a:lnTo>
                    <a:pt x="535112" y="2357528"/>
                  </a:lnTo>
                  <a:lnTo>
                    <a:pt x="546260" y="2352832"/>
                  </a:lnTo>
                  <a:lnTo>
                    <a:pt x="557408" y="2348012"/>
                  </a:lnTo>
                  <a:lnTo>
                    <a:pt x="568556" y="2343040"/>
                  </a:lnTo>
                  <a:lnTo>
                    <a:pt x="579704" y="2337886"/>
                  </a:lnTo>
                  <a:lnTo>
                    <a:pt x="590853" y="2332414"/>
                  </a:lnTo>
                  <a:lnTo>
                    <a:pt x="602001" y="2326671"/>
                  </a:lnTo>
                  <a:lnTo>
                    <a:pt x="613149" y="2320629"/>
                  </a:lnTo>
                  <a:lnTo>
                    <a:pt x="624297" y="2314265"/>
                  </a:lnTo>
                  <a:lnTo>
                    <a:pt x="635445" y="2307454"/>
                  </a:lnTo>
                  <a:lnTo>
                    <a:pt x="646593" y="2300182"/>
                  </a:lnTo>
                  <a:lnTo>
                    <a:pt x="657742" y="2292487"/>
                  </a:lnTo>
                  <a:lnTo>
                    <a:pt x="668890" y="2284351"/>
                  </a:lnTo>
                  <a:lnTo>
                    <a:pt x="680038" y="2275720"/>
                  </a:lnTo>
                  <a:lnTo>
                    <a:pt x="691186" y="2266437"/>
                  </a:lnTo>
                  <a:lnTo>
                    <a:pt x="702334" y="2256646"/>
                  </a:lnTo>
                  <a:lnTo>
                    <a:pt x="713482" y="2246340"/>
                  </a:lnTo>
                  <a:lnTo>
                    <a:pt x="724631" y="2235508"/>
                  </a:lnTo>
                  <a:lnTo>
                    <a:pt x="735779" y="2223977"/>
                  </a:lnTo>
                  <a:lnTo>
                    <a:pt x="746927" y="2211851"/>
                  </a:lnTo>
                  <a:lnTo>
                    <a:pt x="758075" y="2199187"/>
                  </a:lnTo>
                  <a:lnTo>
                    <a:pt x="769223" y="2185985"/>
                  </a:lnTo>
                  <a:lnTo>
                    <a:pt x="780371" y="2172179"/>
                  </a:lnTo>
                  <a:lnTo>
                    <a:pt x="791520" y="2157707"/>
                  </a:lnTo>
                  <a:lnTo>
                    <a:pt x="802668" y="2142726"/>
                  </a:lnTo>
                  <a:lnTo>
                    <a:pt x="813816" y="2127247"/>
                  </a:lnTo>
                  <a:lnTo>
                    <a:pt x="824964" y="2111283"/>
                  </a:lnTo>
                  <a:lnTo>
                    <a:pt x="836112" y="2094683"/>
                  </a:lnTo>
                  <a:lnTo>
                    <a:pt x="847261" y="2077630"/>
                  </a:lnTo>
                  <a:lnTo>
                    <a:pt x="858409" y="2060159"/>
                  </a:lnTo>
                  <a:lnTo>
                    <a:pt x="869557" y="2042288"/>
                  </a:lnTo>
                  <a:lnTo>
                    <a:pt x="880705" y="2023967"/>
                  </a:lnTo>
                  <a:lnTo>
                    <a:pt x="891853" y="2005229"/>
                  </a:lnTo>
                  <a:lnTo>
                    <a:pt x="903001" y="1986175"/>
                  </a:lnTo>
                  <a:lnTo>
                    <a:pt x="914150" y="1966823"/>
                  </a:lnTo>
                  <a:lnTo>
                    <a:pt x="925298" y="1947187"/>
                  </a:lnTo>
                  <a:lnTo>
                    <a:pt x="936446" y="1927210"/>
                  </a:lnTo>
                  <a:lnTo>
                    <a:pt x="947594" y="1907015"/>
                  </a:lnTo>
                  <a:lnTo>
                    <a:pt x="958742" y="1886620"/>
                  </a:lnTo>
                  <a:lnTo>
                    <a:pt x="969890" y="1866039"/>
                  </a:lnTo>
                  <a:lnTo>
                    <a:pt x="981039" y="1845250"/>
                  </a:lnTo>
                  <a:lnTo>
                    <a:pt x="992187" y="1824294"/>
                  </a:lnTo>
                  <a:lnTo>
                    <a:pt x="1003335" y="1803205"/>
                  </a:lnTo>
                  <a:lnTo>
                    <a:pt x="1014483" y="1781991"/>
                  </a:lnTo>
                  <a:lnTo>
                    <a:pt x="1025631" y="1760649"/>
                  </a:lnTo>
                  <a:lnTo>
                    <a:pt x="1036779" y="1739158"/>
                  </a:lnTo>
                  <a:lnTo>
                    <a:pt x="1047928" y="1717557"/>
                  </a:lnTo>
                  <a:lnTo>
                    <a:pt x="1059076" y="1695843"/>
                  </a:lnTo>
                  <a:lnTo>
                    <a:pt x="1070224" y="1674013"/>
                  </a:lnTo>
                  <a:lnTo>
                    <a:pt x="1081372" y="1652019"/>
                  </a:lnTo>
                  <a:lnTo>
                    <a:pt x="1092520" y="1629873"/>
                  </a:lnTo>
                  <a:lnTo>
                    <a:pt x="1103668" y="1607576"/>
                  </a:lnTo>
                  <a:lnTo>
                    <a:pt x="1114817" y="1585116"/>
                  </a:lnTo>
                  <a:lnTo>
                    <a:pt x="1125965" y="1562448"/>
                  </a:lnTo>
                  <a:lnTo>
                    <a:pt x="1137113" y="1539519"/>
                  </a:lnTo>
                  <a:lnTo>
                    <a:pt x="1148261" y="1516360"/>
                  </a:lnTo>
                  <a:lnTo>
                    <a:pt x="1159409" y="1492951"/>
                  </a:lnTo>
                  <a:lnTo>
                    <a:pt x="1170557" y="1469277"/>
                  </a:lnTo>
                  <a:lnTo>
                    <a:pt x="1181706" y="1445194"/>
                  </a:lnTo>
                  <a:lnTo>
                    <a:pt x="1192854" y="1420775"/>
                  </a:lnTo>
                  <a:lnTo>
                    <a:pt x="1204002" y="1396013"/>
                  </a:lnTo>
                  <a:lnTo>
                    <a:pt x="1215150" y="1370892"/>
                  </a:lnTo>
                  <a:lnTo>
                    <a:pt x="1226298" y="1345311"/>
                  </a:lnTo>
                  <a:lnTo>
                    <a:pt x="1237447" y="1319248"/>
                  </a:lnTo>
                  <a:lnTo>
                    <a:pt x="1248595" y="1292772"/>
                  </a:lnTo>
                  <a:lnTo>
                    <a:pt x="1259743" y="1265876"/>
                  </a:lnTo>
                  <a:lnTo>
                    <a:pt x="1270891" y="1238538"/>
                  </a:lnTo>
                  <a:lnTo>
                    <a:pt x="1282039" y="1210609"/>
                  </a:lnTo>
                  <a:lnTo>
                    <a:pt x="1293187" y="1182258"/>
                  </a:lnTo>
                  <a:lnTo>
                    <a:pt x="1304336" y="1153492"/>
                  </a:lnTo>
                  <a:lnTo>
                    <a:pt x="1315484" y="1124321"/>
                  </a:lnTo>
                  <a:lnTo>
                    <a:pt x="1326632" y="1094663"/>
                  </a:lnTo>
                  <a:lnTo>
                    <a:pt x="1337780" y="1064606"/>
                  </a:lnTo>
                  <a:lnTo>
                    <a:pt x="1348928" y="1034232"/>
                  </a:lnTo>
                  <a:lnTo>
                    <a:pt x="1360076" y="1003569"/>
                  </a:lnTo>
                  <a:lnTo>
                    <a:pt x="1371225" y="972631"/>
                  </a:lnTo>
                  <a:lnTo>
                    <a:pt x="1382373" y="941445"/>
                  </a:lnTo>
                  <a:lnTo>
                    <a:pt x="1393521" y="910137"/>
                  </a:lnTo>
                  <a:lnTo>
                    <a:pt x="1404669" y="878752"/>
                  </a:lnTo>
                  <a:lnTo>
                    <a:pt x="1415817" y="847339"/>
                  </a:lnTo>
                  <a:lnTo>
                    <a:pt x="1426965" y="815995"/>
                  </a:lnTo>
                  <a:lnTo>
                    <a:pt x="1438114" y="784809"/>
                  </a:lnTo>
                  <a:lnTo>
                    <a:pt x="1449262" y="753832"/>
                  </a:lnTo>
                  <a:lnTo>
                    <a:pt x="1460410" y="723124"/>
                  </a:lnTo>
                  <a:lnTo>
                    <a:pt x="1471558" y="692814"/>
                  </a:lnTo>
                  <a:lnTo>
                    <a:pt x="1482706" y="663062"/>
                  </a:lnTo>
                  <a:lnTo>
                    <a:pt x="1493854" y="633840"/>
                  </a:lnTo>
                  <a:lnTo>
                    <a:pt x="1505003" y="605207"/>
                  </a:lnTo>
                  <a:lnTo>
                    <a:pt x="1516151" y="577219"/>
                  </a:lnTo>
                  <a:lnTo>
                    <a:pt x="1527299" y="550264"/>
                  </a:lnTo>
                  <a:lnTo>
                    <a:pt x="1538447" y="524149"/>
                  </a:lnTo>
                  <a:lnTo>
                    <a:pt x="1549595" y="498911"/>
                  </a:lnTo>
                  <a:lnTo>
                    <a:pt x="1560743" y="474594"/>
                  </a:lnTo>
                  <a:lnTo>
                    <a:pt x="1571892" y="451474"/>
                  </a:lnTo>
                  <a:lnTo>
                    <a:pt x="1583040" y="429592"/>
                  </a:lnTo>
                  <a:lnTo>
                    <a:pt x="1594188" y="408789"/>
                  </a:lnTo>
                  <a:lnTo>
                    <a:pt x="1605336" y="389089"/>
                  </a:lnTo>
                  <a:lnTo>
                    <a:pt x="1616484" y="370565"/>
                  </a:lnTo>
                  <a:lnTo>
                    <a:pt x="1627633" y="353611"/>
                  </a:lnTo>
                  <a:lnTo>
                    <a:pt x="1638781" y="337812"/>
                  </a:lnTo>
                  <a:lnTo>
                    <a:pt x="1649929" y="323168"/>
                  </a:lnTo>
                  <a:lnTo>
                    <a:pt x="1661077" y="309672"/>
                  </a:lnTo>
                  <a:lnTo>
                    <a:pt x="1672225" y="297628"/>
                  </a:lnTo>
                  <a:lnTo>
                    <a:pt x="1683373" y="286825"/>
                  </a:lnTo>
                  <a:lnTo>
                    <a:pt x="1694522" y="277087"/>
                  </a:lnTo>
                  <a:lnTo>
                    <a:pt x="1705670" y="268383"/>
                  </a:lnTo>
                  <a:lnTo>
                    <a:pt x="1716818" y="260781"/>
                  </a:lnTo>
                  <a:lnTo>
                    <a:pt x="1727966" y="254384"/>
                  </a:lnTo>
                  <a:lnTo>
                    <a:pt x="1739114" y="248841"/>
                  </a:lnTo>
                  <a:lnTo>
                    <a:pt x="1750262" y="244101"/>
                  </a:lnTo>
                  <a:lnTo>
                    <a:pt x="1761411" y="240111"/>
                  </a:lnTo>
                  <a:lnTo>
                    <a:pt x="1772559" y="237014"/>
                  </a:lnTo>
                  <a:lnTo>
                    <a:pt x="1783707" y="234518"/>
                  </a:lnTo>
                  <a:lnTo>
                    <a:pt x="1794855" y="232518"/>
                  </a:lnTo>
                  <a:lnTo>
                    <a:pt x="1806003" y="230953"/>
                  </a:lnTo>
                  <a:lnTo>
                    <a:pt x="1817151" y="229804"/>
                  </a:lnTo>
                  <a:lnTo>
                    <a:pt x="1828300" y="228968"/>
                  </a:lnTo>
                  <a:lnTo>
                    <a:pt x="1839448" y="228297"/>
                  </a:lnTo>
                  <a:lnTo>
                    <a:pt x="1850596" y="227733"/>
                  </a:lnTo>
                  <a:lnTo>
                    <a:pt x="1861744" y="227217"/>
                  </a:lnTo>
                  <a:lnTo>
                    <a:pt x="1872892" y="226636"/>
                  </a:lnTo>
                  <a:lnTo>
                    <a:pt x="1884040" y="225918"/>
                  </a:lnTo>
                  <a:lnTo>
                    <a:pt x="1895189" y="225017"/>
                  </a:lnTo>
                  <a:lnTo>
                    <a:pt x="1906337" y="223886"/>
                  </a:lnTo>
                  <a:lnTo>
                    <a:pt x="1917485" y="222398"/>
                  </a:lnTo>
                  <a:lnTo>
                    <a:pt x="1928633" y="220491"/>
                  </a:lnTo>
                  <a:lnTo>
                    <a:pt x="1939781" y="218190"/>
                  </a:lnTo>
                  <a:lnTo>
                    <a:pt x="1950929" y="215465"/>
                  </a:lnTo>
                  <a:lnTo>
                    <a:pt x="1962078" y="212264"/>
                  </a:lnTo>
                  <a:lnTo>
                    <a:pt x="1973226" y="208409"/>
                  </a:lnTo>
                  <a:lnTo>
                    <a:pt x="1984374" y="204053"/>
                  </a:lnTo>
                  <a:lnTo>
                    <a:pt x="1995522" y="199190"/>
                  </a:lnTo>
                  <a:lnTo>
                    <a:pt x="2006670" y="193815"/>
                  </a:lnTo>
                  <a:lnTo>
                    <a:pt x="2017818" y="187784"/>
                  </a:lnTo>
                  <a:lnTo>
                    <a:pt x="2028967" y="181202"/>
                  </a:lnTo>
                  <a:lnTo>
                    <a:pt x="2040115" y="174146"/>
                  </a:lnTo>
                  <a:lnTo>
                    <a:pt x="2051263" y="166636"/>
                  </a:lnTo>
                  <a:lnTo>
                    <a:pt x="2062411" y="158646"/>
                  </a:lnTo>
                  <a:lnTo>
                    <a:pt x="2073559" y="150166"/>
                  </a:lnTo>
                  <a:lnTo>
                    <a:pt x="2084708" y="141359"/>
                  </a:lnTo>
                  <a:lnTo>
                    <a:pt x="2095856" y="132264"/>
                  </a:lnTo>
                  <a:lnTo>
                    <a:pt x="2107004" y="122920"/>
                  </a:lnTo>
                  <a:lnTo>
                    <a:pt x="2118152" y="113339"/>
                  </a:lnTo>
                  <a:lnTo>
                    <a:pt x="2129300" y="103662"/>
                  </a:lnTo>
                  <a:lnTo>
                    <a:pt x="2140448" y="93953"/>
                  </a:lnTo>
                  <a:lnTo>
                    <a:pt x="2151597" y="84267"/>
                  </a:lnTo>
                  <a:lnTo>
                    <a:pt x="2162745" y="74695"/>
                  </a:lnTo>
                  <a:lnTo>
                    <a:pt x="2173893" y="65365"/>
                  </a:lnTo>
                  <a:lnTo>
                    <a:pt x="2185041" y="56318"/>
                  </a:lnTo>
                  <a:lnTo>
                    <a:pt x="2196189" y="47612"/>
                  </a:lnTo>
                  <a:lnTo>
                    <a:pt x="2207337" y="39315"/>
                  </a:lnTo>
                  <a:lnTo>
                    <a:pt x="2218486" y="31732"/>
                  </a:lnTo>
                  <a:lnTo>
                    <a:pt x="2229634" y="24758"/>
                  </a:lnTo>
                  <a:lnTo>
                    <a:pt x="2240782" y="18450"/>
                  </a:lnTo>
                  <a:lnTo>
                    <a:pt x="2251930" y="12867"/>
                  </a:lnTo>
                  <a:lnTo>
                    <a:pt x="2263078" y="8281"/>
                  </a:lnTo>
                  <a:lnTo>
                    <a:pt x="2274226" y="4731"/>
                  </a:lnTo>
                  <a:lnTo>
                    <a:pt x="2285375" y="2126"/>
                  </a:lnTo>
                  <a:lnTo>
                    <a:pt x="2296523" y="510"/>
                  </a:lnTo>
                  <a:lnTo>
                    <a:pt x="2307671" y="0"/>
                  </a:lnTo>
                  <a:lnTo>
                    <a:pt x="2318819" y="953"/>
                  </a:lnTo>
                  <a:lnTo>
                    <a:pt x="2329967" y="3038"/>
                  </a:lnTo>
                  <a:lnTo>
                    <a:pt x="2341115" y="6277"/>
                  </a:lnTo>
                  <a:lnTo>
                    <a:pt x="2352264" y="10686"/>
                  </a:lnTo>
                  <a:lnTo>
                    <a:pt x="2363412" y="16646"/>
                  </a:lnTo>
                  <a:lnTo>
                    <a:pt x="2374560" y="23925"/>
                  </a:lnTo>
                  <a:lnTo>
                    <a:pt x="2385708" y="32390"/>
                  </a:lnTo>
                  <a:lnTo>
                    <a:pt x="2396856" y="42032"/>
                  </a:lnTo>
                  <a:lnTo>
                    <a:pt x="2408004" y="52987"/>
                  </a:lnTo>
                  <a:lnTo>
                    <a:pt x="2419153" y="65381"/>
                  </a:lnTo>
                  <a:lnTo>
                    <a:pt x="2430301" y="78854"/>
                  </a:lnTo>
                  <a:lnTo>
                    <a:pt x="2441449" y="93372"/>
                  </a:lnTo>
                  <a:lnTo>
                    <a:pt x="2452597" y="108896"/>
                  </a:lnTo>
                  <a:lnTo>
                    <a:pt x="2463745" y="125702"/>
                  </a:lnTo>
                  <a:lnTo>
                    <a:pt x="2474894" y="143396"/>
                  </a:lnTo>
                  <a:lnTo>
                    <a:pt x="2486042" y="161881"/>
                  </a:lnTo>
                  <a:lnTo>
                    <a:pt x="2497190" y="181101"/>
                  </a:lnTo>
                  <a:lnTo>
                    <a:pt x="2508338" y="201103"/>
                  </a:lnTo>
                  <a:lnTo>
                    <a:pt x="2519486" y="221771"/>
                  </a:lnTo>
                  <a:lnTo>
                    <a:pt x="2530634" y="242896"/>
                  </a:lnTo>
                  <a:lnTo>
                    <a:pt x="2541783" y="264409"/>
                  </a:lnTo>
                  <a:lnTo>
                    <a:pt x="2552931" y="286247"/>
                  </a:lnTo>
                  <a:lnTo>
                    <a:pt x="2564079" y="308367"/>
                  </a:lnTo>
                  <a:lnTo>
                    <a:pt x="2575227" y="330576"/>
                  </a:lnTo>
                  <a:lnTo>
                    <a:pt x="2586375" y="352805"/>
                  </a:lnTo>
                  <a:lnTo>
                    <a:pt x="2597523" y="374990"/>
                  </a:lnTo>
                  <a:lnTo>
                    <a:pt x="2608672" y="397001"/>
                  </a:lnTo>
                  <a:lnTo>
                    <a:pt x="2619820" y="418732"/>
                  </a:lnTo>
                  <a:lnTo>
                    <a:pt x="2630968" y="440147"/>
                  </a:lnTo>
                  <a:lnTo>
                    <a:pt x="2642116" y="461192"/>
                  </a:lnTo>
                  <a:lnTo>
                    <a:pt x="2653264" y="481772"/>
                  </a:lnTo>
                  <a:lnTo>
                    <a:pt x="2664412" y="501673"/>
                  </a:lnTo>
                  <a:lnTo>
                    <a:pt x="2675561" y="521000"/>
                  </a:lnTo>
                  <a:lnTo>
                    <a:pt x="2686709" y="539717"/>
                  </a:lnTo>
                  <a:lnTo>
                    <a:pt x="2697857" y="557793"/>
                  </a:lnTo>
                  <a:lnTo>
                    <a:pt x="2709005" y="574967"/>
                  </a:lnTo>
                  <a:lnTo>
                    <a:pt x="2720153" y="591359"/>
                  </a:lnTo>
                  <a:lnTo>
                    <a:pt x="2731301" y="607021"/>
                  </a:lnTo>
                  <a:lnTo>
                    <a:pt x="2742450" y="621945"/>
                  </a:lnTo>
                  <a:lnTo>
                    <a:pt x="2753598" y="636022"/>
                  </a:lnTo>
                  <a:lnTo>
                    <a:pt x="2764746" y="649167"/>
                  </a:lnTo>
                  <a:lnTo>
                    <a:pt x="2775894" y="661597"/>
                  </a:lnTo>
                  <a:lnTo>
                    <a:pt x="2787042" y="673328"/>
                  </a:lnTo>
                  <a:lnTo>
                    <a:pt x="2798190" y="684381"/>
                  </a:lnTo>
                  <a:lnTo>
                    <a:pt x="2809339" y="694559"/>
                  </a:lnTo>
                  <a:lnTo>
                    <a:pt x="2820487" y="704143"/>
                  </a:lnTo>
                  <a:lnTo>
                    <a:pt x="2831635" y="713193"/>
                  </a:lnTo>
                  <a:lnTo>
                    <a:pt x="2842783" y="721749"/>
                  </a:lnTo>
                  <a:lnTo>
                    <a:pt x="2853931" y="729784"/>
                  </a:lnTo>
                  <a:lnTo>
                    <a:pt x="2865080" y="737399"/>
                  </a:lnTo>
                  <a:lnTo>
                    <a:pt x="2876228" y="744737"/>
                  </a:lnTo>
                  <a:lnTo>
                    <a:pt x="2887376" y="751853"/>
                  </a:lnTo>
                  <a:lnTo>
                    <a:pt x="2898524" y="758800"/>
                  </a:lnTo>
                  <a:lnTo>
                    <a:pt x="2909672" y="765655"/>
                  </a:lnTo>
                  <a:lnTo>
                    <a:pt x="2920820" y="772538"/>
                  </a:lnTo>
                  <a:lnTo>
                    <a:pt x="2931969" y="779505"/>
                  </a:lnTo>
                  <a:lnTo>
                    <a:pt x="2943117" y="786614"/>
                  </a:lnTo>
                  <a:lnTo>
                    <a:pt x="2954265" y="794003"/>
                  </a:lnTo>
                  <a:lnTo>
                    <a:pt x="2965413" y="801748"/>
                  </a:lnTo>
                  <a:lnTo>
                    <a:pt x="2976561" y="809864"/>
                  </a:lnTo>
                  <a:lnTo>
                    <a:pt x="2987709" y="818398"/>
                  </a:lnTo>
                  <a:lnTo>
                    <a:pt x="2998858" y="827444"/>
                  </a:lnTo>
                  <a:lnTo>
                    <a:pt x="3010006" y="837196"/>
                  </a:lnTo>
                  <a:lnTo>
                    <a:pt x="3021154" y="847534"/>
                  </a:lnTo>
                  <a:lnTo>
                    <a:pt x="3032302" y="858485"/>
                  </a:lnTo>
                  <a:lnTo>
                    <a:pt x="3043450" y="870075"/>
                  </a:lnTo>
                  <a:lnTo>
                    <a:pt x="3054598" y="882557"/>
                  </a:lnTo>
                  <a:lnTo>
                    <a:pt x="3065747" y="895787"/>
                  </a:lnTo>
                  <a:lnTo>
                    <a:pt x="3076895" y="909716"/>
                  </a:lnTo>
                  <a:lnTo>
                    <a:pt x="3088043" y="924346"/>
                  </a:lnTo>
                  <a:lnTo>
                    <a:pt x="3099191" y="939785"/>
                  </a:lnTo>
                  <a:lnTo>
                    <a:pt x="3110339" y="956087"/>
                  </a:lnTo>
                  <a:lnTo>
                    <a:pt x="3121487" y="973055"/>
                  </a:lnTo>
                  <a:lnTo>
                    <a:pt x="3132636" y="990672"/>
                  </a:lnTo>
                  <a:lnTo>
                    <a:pt x="3143784" y="1008917"/>
                  </a:lnTo>
                  <a:lnTo>
                    <a:pt x="3154932" y="1027981"/>
                  </a:lnTo>
                  <a:lnTo>
                    <a:pt x="3166080" y="1047593"/>
                  </a:lnTo>
                  <a:lnTo>
                    <a:pt x="3177228" y="1067709"/>
                  </a:lnTo>
                  <a:lnTo>
                    <a:pt x="3188376" y="1088296"/>
                  </a:lnTo>
                  <a:lnTo>
                    <a:pt x="3199525" y="1109398"/>
                  </a:lnTo>
                  <a:lnTo>
                    <a:pt x="3210673" y="1130928"/>
                  </a:lnTo>
                  <a:lnTo>
                    <a:pt x="3221821" y="1152766"/>
                  </a:lnTo>
                  <a:lnTo>
                    <a:pt x="3232969" y="1174874"/>
                  </a:lnTo>
                  <a:lnTo>
                    <a:pt x="3244117" y="1197220"/>
                  </a:lnTo>
                  <a:lnTo>
                    <a:pt x="3255266" y="1219790"/>
                  </a:lnTo>
                  <a:lnTo>
                    <a:pt x="3266414" y="1242465"/>
                  </a:lnTo>
                  <a:lnTo>
                    <a:pt x="3277562" y="1265210"/>
                  </a:lnTo>
                  <a:lnTo>
                    <a:pt x="3288710" y="1287990"/>
                  </a:lnTo>
                  <a:lnTo>
                    <a:pt x="3299858" y="1310756"/>
                  </a:lnTo>
                  <a:lnTo>
                    <a:pt x="3311006" y="1333451"/>
                  </a:lnTo>
                  <a:lnTo>
                    <a:pt x="3322155" y="1356054"/>
                  </a:lnTo>
                  <a:lnTo>
                    <a:pt x="3333303" y="1378539"/>
                  </a:lnTo>
                  <a:lnTo>
                    <a:pt x="3344451" y="1400866"/>
                  </a:lnTo>
                  <a:lnTo>
                    <a:pt x="3355599" y="1422963"/>
                  </a:lnTo>
                  <a:lnTo>
                    <a:pt x="3366747" y="1444862"/>
                  </a:lnTo>
                  <a:lnTo>
                    <a:pt x="3377895" y="1466551"/>
                  </a:lnTo>
                  <a:lnTo>
                    <a:pt x="3389044" y="1488018"/>
                  </a:lnTo>
                  <a:lnTo>
                    <a:pt x="3400192" y="1509171"/>
                  </a:lnTo>
                  <a:lnTo>
                    <a:pt x="3411340" y="1530065"/>
                  </a:lnTo>
                  <a:lnTo>
                    <a:pt x="3422488" y="1550714"/>
                  </a:lnTo>
                  <a:lnTo>
                    <a:pt x="3433636" y="1571119"/>
                  </a:lnTo>
                  <a:lnTo>
                    <a:pt x="3444784" y="1591238"/>
                  </a:lnTo>
                  <a:lnTo>
                    <a:pt x="3455933" y="1611059"/>
                  </a:lnTo>
                  <a:lnTo>
                    <a:pt x="3467081" y="1630648"/>
                  </a:lnTo>
                  <a:lnTo>
                    <a:pt x="3478229" y="1650008"/>
                  </a:lnTo>
                  <a:lnTo>
                    <a:pt x="3489377" y="1669147"/>
                  </a:lnTo>
                  <a:lnTo>
                    <a:pt x="3500525" y="1687990"/>
                  </a:lnTo>
                  <a:lnTo>
                    <a:pt x="3511673" y="1706632"/>
                  </a:lnTo>
                  <a:lnTo>
                    <a:pt x="3522822" y="1725082"/>
                  </a:lnTo>
                  <a:lnTo>
                    <a:pt x="3533970" y="1743348"/>
                  </a:lnTo>
                  <a:lnTo>
                    <a:pt x="3545118" y="1761396"/>
                  </a:lnTo>
                  <a:lnTo>
                    <a:pt x="3556266" y="1779248"/>
                  </a:lnTo>
                  <a:lnTo>
                    <a:pt x="3567414" y="1796940"/>
                  </a:lnTo>
                  <a:lnTo>
                    <a:pt x="3578562" y="1814476"/>
                  </a:lnTo>
                  <a:lnTo>
                    <a:pt x="3589711" y="1831852"/>
                  </a:lnTo>
                  <a:lnTo>
                    <a:pt x="3600859" y="1849025"/>
                  </a:lnTo>
                  <a:lnTo>
                    <a:pt x="3612007" y="1866050"/>
                  </a:lnTo>
                  <a:lnTo>
                    <a:pt x="3623155" y="1882926"/>
                  </a:lnTo>
                  <a:lnTo>
                    <a:pt x="3634303" y="1899651"/>
                  </a:lnTo>
                  <a:lnTo>
                    <a:pt x="3645452" y="1916177"/>
                  </a:lnTo>
                  <a:lnTo>
                    <a:pt x="3656600" y="1932521"/>
                  </a:lnTo>
                  <a:lnTo>
                    <a:pt x="3667748" y="1948696"/>
                  </a:lnTo>
                  <a:lnTo>
                    <a:pt x="3678896" y="1964697"/>
                  </a:lnTo>
                  <a:lnTo>
                    <a:pt x="3690044" y="1980493"/>
                  </a:lnTo>
                  <a:lnTo>
                    <a:pt x="3701192" y="1996034"/>
                  </a:lnTo>
                  <a:lnTo>
                    <a:pt x="3712341" y="2011366"/>
                  </a:lnTo>
                  <a:lnTo>
                    <a:pt x="3723489" y="2026480"/>
                  </a:lnTo>
                  <a:lnTo>
                    <a:pt x="3734637" y="2041366"/>
                  </a:lnTo>
                  <a:lnTo>
                    <a:pt x="3745785" y="2055924"/>
                  </a:lnTo>
                  <a:lnTo>
                    <a:pt x="3756933" y="2070209"/>
                  </a:lnTo>
                  <a:lnTo>
                    <a:pt x="3768081" y="2084226"/>
                  </a:lnTo>
                  <a:lnTo>
                    <a:pt x="3779230" y="2097968"/>
                  </a:lnTo>
                  <a:lnTo>
                    <a:pt x="3790378" y="2111372"/>
                  </a:lnTo>
                  <a:lnTo>
                    <a:pt x="3801526" y="2124408"/>
                  </a:lnTo>
                  <a:lnTo>
                    <a:pt x="3812674" y="2137138"/>
                  </a:lnTo>
                  <a:lnTo>
                    <a:pt x="3823822" y="2149558"/>
                  </a:lnTo>
                  <a:lnTo>
                    <a:pt x="3834970" y="2161662"/>
                  </a:lnTo>
                  <a:lnTo>
                    <a:pt x="3846119" y="2173317"/>
                  </a:lnTo>
                  <a:lnTo>
                    <a:pt x="3857267" y="2184652"/>
                  </a:lnTo>
                  <a:lnTo>
                    <a:pt x="3868415" y="2195669"/>
                  </a:lnTo>
                  <a:lnTo>
                    <a:pt x="3879563" y="2206369"/>
                  </a:lnTo>
                  <a:lnTo>
                    <a:pt x="3890711" y="2216683"/>
                  </a:lnTo>
                  <a:lnTo>
                    <a:pt x="3901859" y="2226642"/>
                  </a:lnTo>
                  <a:lnTo>
                    <a:pt x="3913008" y="2236309"/>
                  </a:lnTo>
                  <a:lnTo>
                    <a:pt x="3924156" y="2245692"/>
                  </a:lnTo>
                  <a:lnTo>
                    <a:pt x="3935304" y="2254783"/>
                  </a:lnTo>
                  <a:lnTo>
                    <a:pt x="3946452" y="2263530"/>
                  </a:lnTo>
                  <a:lnTo>
                    <a:pt x="3957600" y="2272042"/>
                  </a:lnTo>
                  <a:lnTo>
                    <a:pt x="3968748" y="2280332"/>
                  </a:lnTo>
                  <a:lnTo>
                    <a:pt x="3979897" y="2288416"/>
                  </a:lnTo>
                  <a:lnTo>
                    <a:pt x="3991045" y="2296258"/>
                  </a:lnTo>
                  <a:lnTo>
                    <a:pt x="4002193" y="2303925"/>
                  </a:lnTo>
                  <a:lnTo>
                    <a:pt x="4013341" y="2311453"/>
                  </a:lnTo>
                  <a:lnTo>
                    <a:pt x="4024489" y="2318858"/>
                  </a:lnTo>
                  <a:lnTo>
                    <a:pt x="4035637" y="2326148"/>
                  </a:lnTo>
                  <a:lnTo>
                    <a:pt x="4046786" y="2333340"/>
                  </a:lnTo>
                  <a:lnTo>
                    <a:pt x="4057934" y="2340481"/>
                  </a:lnTo>
                  <a:lnTo>
                    <a:pt x="4069082" y="2347585"/>
                  </a:lnTo>
                  <a:lnTo>
                    <a:pt x="4080230" y="2354666"/>
                  </a:lnTo>
                  <a:lnTo>
                    <a:pt x="4091378" y="2361748"/>
                  </a:lnTo>
                  <a:lnTo>
                    <a:pt x="4102527" y="2368853"/>
                  </a:lnTo>
                  <a:lnTo>
                    <a:pt x="4113675" y="2375991"/>
                  </a:lnTo>
                  <a:lnTo>
                    <a:pt x="4124823" y="2383174"/>
                  </a:lnTo>
                  <a:lnTo>
                    <a:pt x="4135971" y="2390424"/>
                  </a:lnTo>
                  <a:lnTo>
                    <a:pt x="4147119" y="2397759"/>
                  </a:lnTo>
                  <a:lnTo>
                    <a:pt x="4158267" y="2405172"/>
                  </a:lnTo>
                  <a:lnTo>
                    <a:pt x="4169416" y="2412667"/>
                  </a:lnTo>
                  <a:lnTo>
                    <a:pt x="4180564" y="2420249"/>
                  </a:lnTo>
                  <a:lnTo>
                    <a:pt x="4191712" y="2427955"/>
                  </a:lnTo>
                  <a:lnTo>
                    <a:pt x="4202860" y="2435750"/>
                  </a:lnTo>
                  <a:lnTo>
                    <a:pt x="4214008" y="2443632"/>
                  </a:lnTo>
                  <a:lnTo>
                    <a:pt x="4225156" y="2451599"/>
                  </a:lnTo>
                  <a:lnTo>
                    <a:pt x="4236305" y="2459666"/>
                  </a:lnTo>
                  <a:lnTo>
                    <a:pt x="4247453" y="2467815"/>
                  </a:lnTo>
                  <a:lnTo>
                    <a:pt x="4258601" y="2476027"/>
                  </a:lnTo>
                  <a:lnTo>
                    <a:pt x="4269749" y="2484294"/>
                  </a:lnTo>
                  <a:lnTo>
                    <a:pt x="4280897" y="2492613"/>
                  </a:lnTo>
                  <a:lnTo>
                    <a:pt x="4292045" y="2500974"/>
                  </a:lnTo>
                  <a:lnTo>
                    <a:pt x="4303194" y="2509354"/>
                  </a:lnTo>
                  <a:lnTo>
                    <a:pt x="4314342" y="2517742"/>
                  </a:lnTo>
                  <a:lnTo>
                    <a:pt x="4325490" y="2526127"/>
                  </a:lnTo>
                  <a:lnTo>
                    <a:pt x="4336638" y="2534490"/>
                  </a:lnTo>
                  <a:lnTo>
                    <a:pt x="4347786" y="2542814"/>
                  </a:lnTo>
                  <a:lnTo>
                    <a:pt x="4358934" y="2551091"/>
                  </a:lnTo>
                  <a:lnTo>
                    <a:pt x="4370083" y="2559311"/>
                  </a:lnTo>
                  <a:lnTo>
                    <a:pt x="4381231" y="2567451"/>
                  </a:lnTo>
                  <a:lnTo>
                    <a:pt x="4392379" y="2575481"/>
                  </a:lnTo>
                  <a:lnTo>
                    <a:pt x="4403527" y="2583412"/>
                  </a:lnTo>
                  <a:lnTo>
                    <a:pt x="4414675" y="2591234"/>
                  </a:lnTo>
                  <a:lnTo>
                    <a:pt x="4425823" y="2598939"/>
                  </a:lnTo>
                  <a:lnTo>
                    <a:pt x="4436972" y="2606465"/>
                  </a:lnTo>
                  <a:lnTo>
                    <a:pt x="4448120" y="2613843"/>
                  </a:lnTo>
                  <a:lnTo>
                    <a:pt x="4459268" y="2621072"/>
                  </a:lnTo>
                  <a:lnTo>
                    <a:pt x="4470416" y="2628146"/>
                  </a:lnTo>
                  <a:lnTo>
                    <a:pt x="4481564" y="2635023"/>
                  </a:lnTo>
                  <a:lnTo>
                    <a:pt x="4492713" y="2641693"/>
                  </a:lnTo>
                  <a:lnTo>
                    <a:pt x="4503861" y="2648186"/>
                  </a:lnTo>
                  <a:lnTo>
                    <a:pt x="4515009" y="2654497"/>
                  </a:lnTo>
                  <a:lnTo>
                    <a:pt x="4526157" y="2660619"/>
                  </a:lnTo>
                  <a:lnTo>
                    <a:pt x="4537305" y="2666478"/>
                  </a:lnTo>
                  <a:lnTo>
                    <a:pt x="4548453" y="2672145"/>
                  </a:lnTo>
                  <a:lnTo>
                    <a:pt x="4559602" y="2677617"/>
                  </a:lnTo>
                  <a:lnTo>
                    <a:pt x="4570750" y="2682893"/>
                  </a:lnTo>
                  <a:lnTo>
                    <a:pt x="4581898" y="2687920"/>
                  </a:lnTo>
                  <a:lnTo>
                    <a:pt x="4593046" y="2692719"/>
                  </a:lnTo>
                  <a:lnTo>
                    <a:pt x="4604194" y="2697321"/>
                  </a:lnTo>
                  <a:lnTo>
                    <a:pt x="4615342" y="2701724"/>
                  </a:lnTo>
                  <a:lnTo>
                    <a:pt x="4626491" y="2705913"/>
                  </a:lnTo>
                  <a:lnTo>
                    <a:pt x="4637639" y="2709844"/>
                  </a:lnTo>
                  <a:lnTo>
                    <a:pt x="4648787" y="2713581"/>
                  </a:lnTo>
                  <a:lnTo>
                    <a:pt x="4659935" y="2717126"/>
                  </a:lnTo>
                  <a:lnTo>
                    <a:pt x="4671083" y="2720481"/>
                  </a:lnTo>
                  <a:lnTo>
                    <a:pt x="4682231" y="2723588"/>
                  </a:lnTo>
                  <a:lnTo>
                    <a:pt x="4693380" y="2726498"/>
                  </a:lnTo>
                  <a:lnTo>
                    <a:pt x="4704528" y="2729227"/>
                  </a:lnTo>
                  <a:lnTo>
                    <a:pt x="4715676" y="2731780"/>
                  </a:lnTo>
                  <a:lnTo>
                    <a:pt x="4726824" y="2734134"/>
                  </a:lnTo>
                  <a:lnTo>
                    <a:pt x="4737972" y="2736278"/>
                  </a:lnTo>
                  <a:lnTo>
                    <a:pt x="4749120" y="2738261"/>
                  </a:lnTo>
                  <a:lnTo>
                    <a:pt x="4760269" y="2740087"/>
                  </a:lnTo>
                  <a:lnTo>
                    <a:pt x="4771417" y="2741759"/>
                  </a:lnTo>
                  <a:lnTo>
                    <a:pt x="4782565" y="2743228"/>
                  </a:lnTo>
                  <a:lnTo>
                    <a:pt x="4793713" y="2744556"/>
                  </a:lnTo>
                  <a:lnTo>
                    <a:pt x="4804861" y="2745751"/>
                  </a:lnTo>
                  <a:lnTo>
                    <a:pt x="4816009" y="2746819"/>
                  </a:lnTo>
                  <a:lnTo>
                    <a:pt x="4827158" y="2747739"/>
                  </a:lnTo>
                  <a:lnTo>
                    <a:pt x="4838306" y="2748525"/>
                  </a:lnTo>
                  <a:lnTo>
                    <a:pt x="4849454" y="2749207"/>
                  </a:lnTo>
                  <a:lnTo>
                    <a:pt x="4860602" y="2749789"/>
                  </a:lnTo>
                  <a:lnTo>
                    <a:pt x="4871750" y="2750275"/>
                  </a:lnTo>
                  <a:lnTo>
                    <a:pt x="4882899" y="2750647"/>
                  </a:lnTo>
                  <a:lnTo>
                    <a:pt x="4894047" y="2750945"/>
                  </a:lnTo>
                  <a:lnTo>
                    <a:pt x="4905195" y="2751175"/>
                  </a:lnTo>
                  <a:lnTo>
                    <a:pt x="4916343" y="2751342"/>
                  </a:lnTo>
                  <a:lnTo>
                    <a:pt x="4927491" y="2751441"/>
                  </a:lnTo>
                  <a:lnTo>
                    <a:pt x="4938639" y="2751489"/>
                  </a:lnTo>
                  <a:lnTo>
                    <a:pt x="4949788" y="2751499"/>
                  </a:lnTo>
                  <a:lnTo>
                    <a:pt x="4960936" y="2751476"/>
                  </a:lnTo>
                  <a:lnTo>
                    <a:pt x="4972084" y="2751425"/>
                  </a:lnTo>
                  <a:lnTo>
                    <a:pt x="4983232" y="2751350"/>
                  </a:lnTo>
                  <a:lnTo>
                    <a:pt x="4994380" y="2751265"/>
                  </a:lnTo>
                  <a:lnTo>
                    <a:pt x="5005528" y="2751173"/>
                  </a:lnTo>
                  <a:lnTo>
                    <a:pt x="5016677" y="2751080"/>
                  </a:lnTo>
                  <a:lnTo>
                    <a:pt x="5027825" y="2750993"/>
                  </a:lnTo>
                  <a:lnTo>
                    <a:pt x="5038973" y="2750918"/>
                  </a:lnTo>
                  <a:lnTo>
                    <a:pt x="5050121" y="2750858"/>
                  </a:lnTo>
                  <a:lnTo>
                    <a:pt x="5061269" y="2750817"/>
                  </a:lnTo>
                  <a:lnTo>
                    <a:pt x="5072417" y="2750801"/>
                  </a:lnTo>
                  <a:lnTo>
                    <a:pt x="5083566" y="2750817"/>
                  </a:lnTo>
                  <a:lnTo>
                    <a:pt x="5094714" y="2750864"/>
                  </a:lnTo>
                  <a:lnTo>
                    <a:pt x="5105862" y="2750941"/>
                  </a:lnTo>
                  <a:lnTo>
                    <a:pt x="5117010" y="2751052"/>
                  </a:lnTo>
                  <a:lnTo>
                    <a:pt x="5128158" y="2751213"/>
                  </a:lnTo>
                  <a:lnTo>
                    <a:pt x="5139306" y="2751411"/>
                  </a:lnTo>
                  <a:lnTo>
                    <a:pt x="5150455" y="2751646"/>
                  </a:lnTo>
                  <a:lnTo>
                    <a:pt x="5161603" y="2751920"/>
                  </a:lnTo>
                  <a:lnTo>
                    <a:pt x="5172751" y="2752241"/>
                  </a:lnTo>
                  <a:lnTo>
                    <a:pt x="5183899" y="2752607"/>
                  </a:lnTo>
                  <a:lnTo>
                    <a:pt x="5195047" y="2753011"/>
                  </a:lnTo>
                  <a:lnTo>
                    <a:pt x="5206195" y="2753451"/>
                  </a:lnTo>
                  <a:lnTo>
                    <a:pt x="5217344" y="2753929"/>
                  </a:lnTo>
                  <a:lnTo>
                    <a:pt x="5228492" y="2754453"/>
                  </a:lnTo>
                  <a:lnTo>
                    <a:pt x="5239640" y="2755010"/>
                  </a:lnTo>
                  <a:lnTo>
                    <a:pt x="5250788" y="2755596"/>
                  </a:lnTo>
                  <a:lnTo>
                    <a:pt x="5261936" y="2756212"/>
                  </a:lnTo>
                  <a:lnTo>
                    <a:pt x="5273085" y="2756860"/>
                  </a:lnTo>
                  <a:lnTo>
                    <a:pt x="5284233" y="2757535"/>
                  </a:lnTo>
                  <a:lnTo>
                    <a:pt x="5295381" y="2758229"/>
                  </a:lnTo>
                  <a:lnTo>
                    <a:pt x="5306529" y="2758942"/>
                  </a:lnTo>
                  <a:lnTo>
                    <a:pt x="5317677" y="2759671"/>
                  </a:lnTo>
                  <a:lnTo>
                    <a:pt x="5328825" y="2760416"/>
                  </a:lnTo>
                  <a:lnTo>
                    <a:pt x="5339974" y="2761169"/>
                  </a:lnTo>
                  <a:lnTo>
                    <a:pt x="5351122" y="2761929"/>
                  </a:lnTo>
                  <a:lnTo>
                    <a:pt x="5362270" y="2762691"/>
                  </a:lnTo>
                  <a:lnTo>
                    <a:pt x="5373418" y="2763455"/>
                  </a:lnTo>
                  <a:lnTo>
                    <a:pt x="5384566" y="2764214"/>
                  </a:lnTo>
                  <a:lnTo>
                    <a:pt x="5395714" y="2764968"/>
                  </a:lnTo>
                  <a:lnTo>
                    <a:pt x="5406863" y="2765715"/>
                  </a:lnTo>
                  <a:lnTo>
                    <a:pt x="5418011" y="2766450"/>
                  </a:lnTo>
                  <a:lnTo>
                    <a:pt x="5429159" y="2767169"/>
                  </a:lnTo>
                  <a:lnTo>
                    <a:pt x="5440307" y="2767872"/>
                  </a:lnTo>
                  <a:lnTo>
                    <a:pt x="5451455" y="2768559"/>
                  </a:lnTo>
                  <a:lnTo>
                    <a:pt x="5462603" y="2769228"/>
                  </a:lnTo>
                  <a:lnTo>
                    <a:pt x="5473752" y="2769869"/>
                  </a:lnTo>
                  <a:lnTo>
                    <a:pt x="5484900" y="2770489"/>
                  </a:lnTo>
                  <a:lnTo>
                    <a:pt x="5496048" y="2771086"/>
                  </a:lnTo>
                  <a:lnTo>
                    <a:pt x="5507196" y="2771660"/>
                  </a:lnTo>
                  <a:lnTo>
                    <a:pt x="5518344" y="2772204"/>
                  </a:lnTo>
                  <a:lnTo>
                    <a:pt x="5529492" y="2772720"/>
                  </a:lnTo>
                  <a:lnTo>
                    <a:pt x="5540641" y="2773211"/>
                  </a:lnTo>
                  <a:lnTo>
                    <a:pt x="5551789" y="2773677"/>
                  </a:lnTo>
                  <a:lnTo>
                    <a:pt x="5562937" y="2774116"/>
                  </a:lnTo>
                  <a:lnTo>
                    <a:pt x="5574085" y="2774523"/>
                  </a:lnTo>
                  <a:lnTo>
                    <a:pt x="5585233" y="2774906"/>
                  </a:lnTo>
                  <a:lnTo>
                    <a:pt x="5596381" y="2775265"/>
                  </a:lnTo>
                  <a:lnTo>
                    <a:pt x="5607530" y="2775600"/>
                  </a:lnTo>
                  <a:lnTo>
                    <a:pt x="5618678" y="2775907"/>
                  </a:lnTo>
                  <a:lnTo>
                    <a:pt x="5629826" y="2776190"/>
                  </a:lnTo>
                  <a:lnTo>
                    <a:pt x="5640974" y="2776452"/>
                  </a:lnTo>
                  <a:lnTo>
                    <a:pt x="5652122" y="2776694"/>
                  </a:lnTo>
                  <a:lnTo>
                    <a:pt x="5663270" y="2776916"/>
                  </a:lnTo>
                  <a:lnTo>
                    <a:pt x="5674419" y="2777114"/>
                  </a:lnTo>
                  <a:lnTo>
                    <a:pt x="5685567" y="2777296"/>
                  </a:lnTo>
                  <a:lnTo>
                    <a:pt x="5696715" y="2777462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68891"/>
              <a:ext cx="5696715" cy="2777462"/>
            </a:xfrm>
            <a:custGeom>
              <a:avLst/>
              <a:pathLst>
                <a:path w="5696715" h="2777462">
                  <a:moveTo>
                    <a:pt x="0" y="2678996"/>
                  </a:moveTo>
                  <a:lnTo>
                    <a:pt x="11148" y="2673395"/>
                  </a:lnTo>
                  <a:lnTo>
                    <a:pt x="22296" y="2667606"/>
                  </a:lnTo>
                  <a:lnTo>
                    <a:pt x="33444" y="2661628"/>
                  </a:lnTo>
                  <a:lnTo>
                    <a:pt x="44592" y="2655408"/>
                  </a:lnTo>
                  <a:lnTo>
                    <a:pt x="55740" y="2648980"/>
                  </a:lnTo>
                  <a:lnTo>
                    <a:pt x="66889" y="2642369"/>
                  </a:lnTo>
                  <a:lnTo>
                    <a:pt x="78037" y="2635578"/>
                  </a:lnTo>
                  <a:lnTo>
                    <a:pt x="89185" y="2628592"/>
                  </a:lnTo>
                  <a:lnTo>
                    <a:pt x="100333" y="2621388"/>
                  </a:lnTo>
                  <a:lnTo>
                    <a:pt x="111481" y="2614026"/>
                  </a:lnTo>
                  <a:lnTo>
                    <a:pt x="122629" y="2606514"/>
                  </a:lnTo>
                  <a:lnTo>
                    <a:pt x="133778" y="2598859"/>
                  </a:lnTo>
                  <a:lnTo>
                    <a:pt x="144926" y="2591030"/>
                  </a:lnTo>
                  <a:lnTo>
                    <a:pt x="156074" y="2583082"/>
                  </a:lnTo>
                  <a:lnTo>
                    <a:pt x="167222" y="2575037"/>
                  </a:lnTo>
                  <a:lnTo>
                    <a:pt x="178370" y="2566905"/>
                  </a:lnTo>
                  <a:lnTo>
                    <a:pt x="189518" y="2558692"/>
                  </a:lnTo>
                  <a:lnTo>
                    <a:pt x="200667" y="2550422"/>
                  </a:lnTo>
                  <a:lnTo>
                    <a:pt x="211815" y="2542127"/>
                  </a:lnTo>
                  <a:lnTo>
                    <a:pt x="222963" y="2533822"/>
                  </a:lnTo>
                  <a:lnTo>
                    <a:pt x="234111" y="2525522"/>
                  </a:lnTo>
                  <a:lnTo>
                    <a:pt x="245259" y="2517268"/>
                  </a:lnTo>
                  <a:lnTo>
                    <a:pt x="256407" y="2509073"/>
                  </a:lnTo>
                  <a:lnTo>
                    <a:pt x="267556" y="2500951"/>
                  </a:lnTo>
                  <a:lnTo>
                    <a:pt x="278704" y="2492920"/>
                  </a:lnTo>
                  <a:lnTo>
                    <a:pt x="289852" y="2485025"/>
                  </a:lnTo>
                  <a:lnTo>
                    <a:pt x="301000" y="2477287"/>
                  </a:lnTo>
                  <a:lnTo>
                    <a:pt x="312148" y="2469699"/>
                  </a:lnTo>
                  <a:lnTo>
                    <a:pt x="323296" y="2462273"/>
                  </a:lnTo>
                  <a:lnTo>
                    <a:pt x="334445" y="2455031"/>
                  </a:lnTo>
                  <a:lnTo>
                    <a:pt x="345593" y="2448044"/>
                  </a:lnTo>
                  <a:lnTo>
                    <a:pt x="356741" y="2441255"/>
                  </a:lnTo>
                  <a:lnTo>
                    <a:pt x="367889" y="2434669"/>
                  </a:lnTo>
                  <a:lnTo>
                    <a:pt x="379037" y="2428289"/>
                  </a:lnTo>
                  <a:lnTo>
                    <a:pt x="390185" y="2422179"/>
                  </a:lnTo>
                  <a:lnTo>
                    <a:pt x="401334" y="2416296"/>
                  </a:lnTo>
                  <a:lnTo>
                    <a:pt x="412482" y="2410612"/>
                  </a:lnTo>
                  <a:lnTo>
                    <a:pt x="423630" y="2405120"/>
                  </a:lnTo>
                  <a:lnTo>
                    <a:pt x="434778" y="2399834"/>
                  </a:lnTo>
                  <a:lnTo>
                    <a:pt x="445926" y="2394758"/>
                  </a:lnTo>
                  <a:lnTo>
                    <a:pt x="457075" y="2389826"/>
                  </a:lnTo>
                  <a:lnTo>
                    <a:pt x="468223" y="2385020"/>
                  </a:lnTo>
                  <a:lnTo>
                    <a:pt x="479371" y="2380323"/>
                  </a:lnTo>
                  <a:lnTo>
                    <a:pt x="490519" y="2375733"/>
                  </a:lnTo>
                  <a:lnTo>
                    <a:pt x="501667" y="2371187"/>
                  </a:lnTo>
                  <a:lnTo>
                    <a:pt x="512815" y="2366656"/>
                  </a:lnTo>
                  <a:lnTo>
                    <a:pt x="523964" y="2362117"/>
                  </a:lnTo>
                  <a:lnTo>
                    <a:pt x="535112" y="2357528"/>
                  </a:lnTo>
                  <a:lnTo>
                    <a:pt x="546260" y="2352832"/>
                  </a:lnTo>
                  <a:lnTo>
                    <a:pt x="557408" y="2348012"/>
                  </a:lnTo>
                  <a:lnTo>
                    <a:pt x="568556" y="2343040"/>
                  </a:lnTo>
                  <a:lnTo>
                    <a:pt x="579704" y="2337886"/>
                  </a:lnTo>
                  <a:lnTo>
                    <a:pt x="590853" y="2332414"/>
                  </a:lnTo>
                  <a:lnTo>
                    <a:pt x="602001" y="2326671"/>
                  </a:lnTo>
                  <a:lnTo>
                    <a:pt x="613149" y="2320629"/>
                  </a:lnTo>
                  <a:lnTo>
                    <a:pt x="624297" y="2314265"/>
                  </a:lnTo>
                  <a:lnTo>
                    <a:pt x="635445" y="2307454"/>
                  </a:lnTo>
                  <a:lnTo>
                    <a:pt x="646593" y="2300182"/>
                  </a:lnTo>
                  <a:lnTo>
                    <a:pt x="657742" y="2292487"/>
                  </a:lnTo>
                  <a:lnTo>
                    <a:pt x="668890" y="2284351"/>
                  </a:lnTo>
                  <a:lnTo>
                    <a:pt x="680038" y="2275720"/>
                  </a:lnTo>
                  <a:lnTo>
                    <a:pt x="691186" y="2266437"/>
                  </a:lnTo>
                  <a:lnTo>
                    <a:pt x="702334" y="2256646"/>
                  </a:lnTo>
                  <a:lnTo>
                    <a:pt x="713482" y="2246340"/>
                  </a:lnTo>
                  <a:lnTo>
                    <a:pt x="724631" y="2235508"/>
                  </a:lnTo>
                  <a:lnTo>
                    <a:pt x="735779" y="2223977"/>
                  </a:lnTo>
                  <a:lnTo>
                    <a:pt x="746927" y="2211851"/>
                  </a:lnTo>
                  <a:lnTo>
                    <a:pt x="758075" y="2199187"/>
                  </a:lnTo>
                  <a:lnTo>
                    <a:pt x="769223" y="2185985"/>
                  </a:lnTo>
                  <a:lnTo>
                    <a:pt x="780371" y="2172179"/>
                  </a:lnTo>
                  <a:lnTo>
                    <a:pt x="791520" y="2157707"/>
                  </a:lnTo>
                  <a:lnTo>
                    <a:pt x="802668" y="2142726"/>
                  </a:lnTo>
                  <a:lnTo>
                    <a:pt x="813816" y="2127247"/>
                  </a:lnTo>
                  <a:lnTo>
                    <a:pt x="824964" y="2111283"/>
                  </a:lnTo>
                  <a:lnTo>
                    <a:pt x="836112" y="2094683"/>
                  </a:lnTo>
                  <a:lnTo>
                    <a:pt x="847261" y="2077630"/>
                  </a:lnTo>
                  <a:lnTo>
                    <a:pt x="858409" y="2060159"/>
                  </a:lnTo>
                  <a:lnTo>
                    <a:pt x="869557" y="2042288"/>
                  </a:lnTo>
                  <a:lnTo>
                    <a:pt x="880705" y="2023967"/>
                  </a:lnTo>
                  <a:lnTo>
                    <a:pt x="891853" y="2005229"/>
                  </a:lnTo>
                  <a:lnTo>
                    <a:pt x="903001" y="1986175"/>
                  </a:lnTo>
                  <a:lnTo>
                    <a:pt x="914150" y="1966823"/>
                  </a:lnTo>
                  <a:lnTo>
                    <a:pt x="925298" y="1947187"/>
                  </a:lnTo>
                  <a:lnTo>
                    <a:pt x="936446" y="1927210"/>
                  </a:lnTo>
                  <a:lnTo>
                    <a:pt x="947594" y="1907015"/>
                  </a:lnTo>
                  <a:lnTo>
                    <a:pt x="958742" y="1886620"/>
                  </a:lnTo>
                  <a:lnTo>
                    <a:pt x="969890" y="1866039"/>
                  </a:lnTo>
                  <a:lnTo>
                    <a:pt x="981039" y="1845250"/>
                  </a:lnTo>
                  <a:lnTo>
                    <a:pt x="992187" y="1824294"/>
                  </a:lnTo>
                  <a:lnTo>
                    <a:pt x="1003335" y="1803205"/>
                  </a:lnTo>
                  <a:lnTo>
                    <a:pt x="1014483" y="1781991"/>
                  </a:lnTo>
                  <a:lnTo>
                    <a:pt x="1025631" y="1760649"/>
                  </a:lnTo>
                  <a:lnTo>
                    <a:pt x="1036779" y="1739158"/>
                  </a:lnTo>
                  <a:lnTo>
                    <a:pt x="1047928" y="1717557"/>
                  </a:lnTo>
                  <a:lnTo>
                    <a:pt x="1059076" y="1695843"/>
                  </a:lnTo>
                  <a:lnTo>
                    <a:pt x="1070224" y="1674013"/>
                  </a:lnTo>
                  <a:lnTo>
                    <a:pt x="1081372" y="1652019"/>
                  </a:lnTo>
                  <a:lnTo>
                    <a:pt x="1092520" y="1629873"/>
                  </a:lnTo>
                  <a:lnTo>
                    <a:pt x="1103668" y="1607576"/>
                  </a:lnTo>
                  <a:lnTo>
                    <a:pt x="1114817" y="1585116"/>
                  </a:lnTo>
                  <a:lnTo>
                    <a:pt x="1125965" y="1562448"/>
                  </a:lnTo>
                  <a:lnTo>
                    <a:pt x="1137113" y="1539519"/>
                  </a:lnTo>
                  <a:lnTo>
                    <a:pt x="1148261" y="1516360"/>
                  </a:lnTo>
                  <a:lnTo>
                    <a:pt x="1159409" y="1492951"/>
                  </a:lnTo>
                  <a:lnTo>
                    <a:pt x="1170557" y="1469277"/>
                  </a:lnTo>
                  <a:lnTo>
                    <a:pt x="1181706" y="1445194"/>
                  </a:lnTo>
                  <a:lnTo>
                    <a:pt x="1192854" y="1420775"/>
                  </a:lnTo>
                  <a:lnTo>
                    <a:pt x="1204002" y="1396013"/>
                  </a:lnTo>
                  <a:lnTo>
                    <a:pt x="1215150" y="1370892"/>
                  </a:lnTo>
                  <a:lnTo>
                    <a:pt x="1226298" y="1345311"/>
                  </a:lnTo>
                  <a:lnTo>
                    <a:pt x="1237447" y="1319248"/>
                  </a:lnTo>
                  <a:lnTo>
                    <a:pt x="1248595" y="1292772"/>
                  </a:lnTo>
                  <a:lnTo>
                    <a:pt x="1259743" y="1265876"/>
                  </a:lnTo>
                  <a:lnTo>
                    <a:pt x="1270891" y="1238538"/>
                  </a:lnTo>
                  <a:lnTo>
                    <a:pt x="1282039" y="1210609"/>
                  </a:lnTo>
                  <a:lnTo>
                    <a:pt x="1293187" y="1182258"/>
                  </a:lnTo>
                  <a:lnTo>
                    <a:pt x="1304336" y="1153492"/>
                  </a:lnTo>
                  <a:lnTo>
                    <a:pt x="1315484" y="1124321"/>
                  </a:lnTo>
                  <a:lnTo>
                    <a:pt x="1326632" y="1094663"/>
                  </a:lnTo>
                  <a:lnTo>
                    <a:pt x="1337780" y="1064606"/>
                  </a:lnTo>
                  <a:lnTo>
                    <a:pt x="1348928" y="1034232"/>
                  </a:lnTo>
                  <a:lnTo>
                    <a:pt x="1360076" y="1003569"/>
                  </a:lnTo>
                  <a:lnTo>
                    <a:pt x="1371225" y="972631"/>
                  </a:lnTo>
                  <a:lnTo>
                    <a:pt x="1382373" y="941445"/>
                  </a:lnTo>
                  <a:lnTo>
                    <a:pt x="1393521" y="910137"/>
                  </a:lnTo>
                  <a:lnTo>
                    <a:pt x="1404669" y="878752"/>
                  </a:lnTo>
                  <a:lnTo>
                    <a:pt x="1415817" y="847339"/>
                  </a:lnTo>
                  <a:lnTo>
                    <a:pt x="1426965" y="815995"/>
                  </a:lnTo>
                  <a:lnTo>
                    <a:pt x="1438114" y="784809"/>
                  </a:lnTo>
                  <a:lnTo>
                    <a:pt x="1449262" y="753832"/>
                  </a:lnTo>
                  <a:lnTo>
                    <a:pt x="1460410" y="723124"/>
                  </a:lnTo>
                  <a:lnTo>
                    <a:pt x="1471558" y="692814"/>
                  </a:lnTo>
                  <a:lnTo>
                    <a:pt x="1482706" y="663062"/>
                  </a:lnTo>
                  <a:lnTo>
                    <a:pt x="1493854" y="633840"/>
                  </a:lnTo>
                  <a:lnTo>
                    <a:pt x="1505003" y="605207"/>
                  </a:lnTo>
                  <a:lnTo>
                    <a:pt x="1516151" y="577219"/>
                  </a:lnTo>
                  <a:lnTo>
                    <a:pt x="1527299" y="550264"/>
                  </a:lnTo>
                  <a:lnTo>
                    <a:pt x="1538447" y="524149"/>
                  </a:lnTo>
                  <a:lnTo>
                    <a:pt x="1549595" y="498911"/>
                  </a:lnTo>
                  <a:lnTo>
                    <a:pt x="1560743" y="474594"/>
                  </a:lnTo>
                  <a:lnTo>
                    <a:pt x="1571892" y="451474"/>
                  </a:lnTo>
                  <a:lnTo>
                    <a:pt x="1583040" y="429592"/>
                  </a:lnTo>
                  <a:lnTo>
                    <a:pt x="1594188" y="408789"/>
                  </a:lnTo>
                  <a:lnTo>
                    <a:pt x="1605336" y="389089"/>
                  </a:lnTo>
                  <a:lnTo>
                    <a:pt x="1616484" y="370565"/>
                  </a:lnTo>
                  <a:lnTo>
                    <a:pt x="1627633" y="353611"/>
                  </a:lnTo>
                  <a:lnTo>
                    <a:pt x="1638781" y="337812"/>
                  </a:lnTo>
                  <a:lnTo>
                    <a:pt x="1649929" y="323168"/>
                  </a:lnTo>
                  <a:lnTo>
                    <a:pt x="1661077" y="309672"/>
                  </a:lnTo>
                  <a:lnTo>
                    <a:pt x="1672225" y="297628"/>
                  </a:lnTo>
                  <a:lnTo>
                    <a:pt x="1683373" y="286825"/>
                  </a:lnTo>
                  <a:lnTo>
                    <a:pt x="1694522" y="277087"/>
                  </a:lnTo>
                  <a:lnTo>
                    <a:pt x="1705670" y="268383"/>
                  </a:lnTo>
                  <a:lnTo>
                    <a:pt x="1716818" y="260781"/>
                  </a:lnTo>
                  <a:lnTo>
                    <a:pt x="1727966" y="254384"/>
                  </a:lnTo>
                  <a:lnTo>
                    <a:pt x="1739114" y="248841"/>
                  </a:lnTo>
                  <a:lnTo>
                    <a:pt x="1750262" y="244101"/>
                  </a:lnTo>
                  <a:lnTo>
                    <a:pt x="1761411" y="240111"/>
                  </a:lnTo>
                  <a:lnTo>
                    <a:pt x="1772559" y="237014"/>
                  </a:lnTo>
                  <a:lnTo>
                    <a:pt x="1783707" y="234518"/>
                  </a:lnTo>
                  <a:lnTo>
                    <a:pt x="1794855" y="232518"/>
                  </a:lnTo>
                  <a:lnTo>
                    <a:pt x="1806003" y="230953"/>
                  </a:lnTo>
                  <a:lnTo>
                    <a:pt x="1817151" y="229804"/>
                  </a:lnTo>
                  <a:lnTo>
                    <a:pt x="1828300" y="228968"/>
                  </a:lnTo>
                  <a:lnTo>
                    <a:pt x="1839448" y="228297"/>
                  </a:lnTo>
                  <a:lnTo>
                    <a:pt x="1850596" y="227733"/>
                  </a:lnTo>
                  <a:lnTo>
                    <a:pt x="1861744" y="227217"/>
                  </a:lnTo>
                  <a:lnTo>
                    <a:pt x="1872892" y="226636"/>
                  </a:lnTo>
                  <a:lnTo>
                    <a:pt x="1884040" y="225918"/>
                  </a:lnTo>
                  <a:lnTo>
                    <a:pt x="1895189" y="225017"/>
                  </a:lnTo>
                  <a:lnTo>
                    <a:pt x="1906337" y="223886"/>
                  </a:lnTo>
                  <a:lnTo>
                    <a:pt x="1917485" y="222398"/>
                  </a:lnTo>
                  <a:lnTo>
                    <a:pt x="1928633" y="220491"/>
                  </a:lnTo>
                  <a:lnTo>
                    <a:pt x="1939781" y="218190"/>
                  </a:lnTo>
                  <a:lnTo>
                    <a:pt x="1950929" y="215465"/>
                  </a:lnTo>
                  <a:lnTo>
                    <a:pt x="1962078" y="212264"/>
                  </a:lnTo>
                  <a:lnTo>
                    <a:pt x="1973226" y="208409"/>
                  </a:lnTo>
                  <a:lnTo>
                    <a:pt x="1984374" y="204053"/>
                  </a:lnTo>
                  <a:lnTo>
                    <a:pt x="1995522" y="199190"/>
                  </a:lnTo>
                  <a:lnTo>
                    <a:pt x="2006670" y="193815"/>
                  </a:lnTo>
                  <a:lnTo>
                    <a:pt x="2017818" y="187784"/>
                  </a:lnTo>
                  <a:lnTo>
                    <a:pt x="2028967" y="181202"/>
                  </a:lnTo>
                  <a:lnTo>
                    <a:pt x="2040115" y="174146"/>
                  </a:lnTo>
                  <a:lnTo>
                    <a:pt x="2051263" y="166636"/>
                  </a:lnTo>
                  <a:lnTo>
                    <a:pt x="2062411" y="158646"/>
                  </a:lnTo>
                  <a:lnTo>
                    <a:pt x="2073559" y="150166"/>
                  </a:lnTo>
                  <a:lnTo>
                    <a:pt x="2084708" y="141359"/>
                  </a:lnTo>
                  <a:lnTo>
                    <a:pt x="2095856" y="132264"/>
                  </a:lnTo>
                  <a:lnTo>
                    <a:pt x="2107004" y="122920"/>
                  </a:lnTo>
                  <a:lnTo>
                    <a:pt x="2118152" y="113339"/>
                  </a:lnTo>
                  <a:lnTo>
                    <a:pt x="2129300" y="103662"/>
                  </a:lnTo>
                  <a:lnTo>
                    <a:pt x="2140448" y="93953"/>
                  </a:lnTo>
                  <a:lnTo>
                    <a:pt x="2151597" y="84267"/>
                  </a:lnTo>
                  <a:lnTo>
                    <a:pt x="2162745" y="74695"/>
                  </a:lnTo>
                  <a:lnTo>
                    <a:pt x="2173893" y="65365"/>
                  </a:lnTo>
                  <a:lnTo>
                    <a:pt x="2185041" y="56318"/>
                  </a:lnTo>
                  <a:lnTo>
                    <a:pt x="2196189" y="47612"/>
                  </a:lnTo>
                  <a:lnTo>
                    <a:pt x="2207337" y="39315"/>
                  </a:lnTo>
                  <a:lnTo>
                    <a:pt x="2218486" y="31732"/>
                  </a:lnTo>
                  <a:lnTo>
                    <a:pt x="2229634" y="24758"/>
                  </a:lnTo>
                  <a:lnTo>
                    <a:pt x="2240782" y="18450"/>
                  </a:lnTo>
                  <a:lnTo>
                    <a:pt x="2251930" y="12867"/>
                  </a:lnTo>
                  <a:lnTo>
                    <a:pt x="2263078" y="8281"/>
                  </a:lnTo>
                  <a:lnTo>
                    <a:pt x="2274226" y="4731"/>
                  </a:lnTo>
                  <a:lnTo>
                    <a:pt x="2285375" y="2126"/>
                  </a:lnTo>
                  <a:lnTo>
                    <a:pt x="2296523" y="510"/>
                  </a:lnTo>
                  <a:lnTo>
                    <a:pt x="2307671" y="0"/>
                  </a:lnTo>
                  <a:lnTo>
                    <a:pt x="2318819" y="953"/>
                  </a:lnTo>
                  <a:lnTo>
                    <a:pt x="2329967" y="3038"/>
                  </a:lnTo>
                  <a:lnTo>
                    <a:pt x="2341115" y="6277"/>
                  </a:lnTo>
                  <a:lnTo>
                    <a:pt x="2352264" y="10686"/>
                  </a:lnTo>
                  <a:lnTo>
                    <a:pt x="2363412" y="16646"/>
                  </a:lnTo>
                  <a:lnTo>
                    <a:pt x="2374560" y="23925"/>
                  </a:lnTo>
                  <a:lnTo>
                    <a:pt x="2385708" y="32390"/>
                  </a:lnTo>
                  <a:lnTo>
                    <a:pt x="2396856" y="42032"/>
                  </a:lnTo>
                  <a:lnTo>
                    <a:pt x="2408004" y="52987"/>
                  </a:lnTo>
                  <a:lnTo>
                    <a:pt x="2419153" y="65381"/>
                  </a:lnTo>
                  <a:lnTo>
                    <a:pt x="2430301" y="78854"/>
                  </a:lnTo>
                  <a:lnTo>
                    <a:pt x="2441449" y="93372"/>
                  </a:lnTo>
                  <a:lnTo>
                    <a:pt x="2452597" y="108896"/>
                  </a:lnTo>
                  <a:lnTo>
                    <a:pt x="2463745" y="125702"/>
                  </a:lnTo>
                  <a:lnTo>
                    <a:pt x="2474894" y="143396"/>
                  </a:lnTo>
                  <a:lnTo>
                    <a:pt x="2486042" y="161881"/>
                  </a:lnTo>
                  <a:lnTo>
                    <a:pt x="2497190" y="181101"/>
                  </a:lnTo>
                  <a:lnTo>
                    <a:pt x="2508338" y="201103"/>
                  </a:lnTo>
                  <a:lnTo>
                    <a:pt x="2519486" y="221771"/>
                  </a:lnTo>
                  <a:lnTo>
                    <a:pt x="2530634" y="242896"/>
                  </a:lnTo>
                  <a:lnTo>
                    <a:pt x="2541783" y="264409"/>
                  </a:lnTo>
                  <a:lnTo>
                    <a:pt x="2552931" y="286247"/>
                  </a:lnTo>
                  <a:lnTo>
                    <a:pt x="2564079" y="308367"/>
                  </a:lnTo>
                  <a:lnTo>
                    <a:pt x="2575227" y="330576"/>
                  </a:lnTo>
                  <a:lnTo>
                    <a:pt x="2586375" y="352805"/>
                  </a:lnTo>
                  <a:lnTo>
                    <a:pt x="2597523" y="374990"/>
                  </a:lnTo>
                  <a:lnTo>
                    <a:pt x="2608672" y="397001"/>
                  </a:lnTo>
                  <a:lnTo>
                    <a:pt x="2619820" y="418732"/>
                  </a:lnTo>
                  <a:lnTo>
                    <a:pt x="2630968" y="440147"/>
                  </a:lnTo>
                  <a:lnTo>
                    <a:pt x="2642116" y="461192"/>
                  </a:lnTo>
                  <a:lnTo>
                    <a:pt x="2653264" y="481772"/>
                  </a:lnTo>
                  <a:lnTo>
                    <a:pt x="2664412" y="501673"/>
                  </a:lnTo>
                  <a:lnTo>
                    <a:pt x="2675561" y="521000"/>
                  </a:lnTo>
                  <a:lnTo>
                    <a:pt x="2686709" y="539717"/>
                  </a:lnTo>
                  <a:lnTo>
                    <a:pt x="2697857" y="557793"/>
                  </a:lnTo>
                  <a:lnTo>
                    <a:pt x="2709005" y="574967"/>
                  </a:lnTo>
                  <a:lnTo>
                    <a:pt x="2720153" y="591359"/>
                  </a:lnTo>
                  <a:lnTo>
                    <a:pt x="2731301" y="607021"/>
                  </a:lnTo>
                  <a:lnTo>
                    <a:pt x="2742450" y="621945"/>
                  </a:lnTo>
                  <a:lnTo>
                    <a:pt x="2753598" y="636022"/>
                  </a:lnTo>
                  <a:lnTo>
                    <a:pt x="2764746" y="649167"/>
                  </a:lnTo>
                  <a:lnTo>
                    <a:pt x="2775894" y="661597"/>
                  </a:lnTo>
                  <a:lnTo>
                    <a:pt x="2787042" y="673328"/>
                  </a:lnTo>
                  <a:lnTo>
                    <a:pt x="2798190" y="684381"/>
                  </a:lnTo>
                  <a:lnTo>
                    <a:pt x="2809339" y="694559"/>
                  </a:lnTo>
                  <a:lnTo>
                    <a:pt x="2820487" y="704143"/>
                  </a:lnTo>
                  <a:lnTo>
                    <a:pt x="2831635" y="713193"/>
                  </a:lnTo>
                  <a:lnTo>
                    <a:pt x="2842783" y="721749"/>
                  </a:lnTo>
                  <a:lnTo>
                    <a:pt x="2853931" y="729784"/>
                  </a:lnTo>
                  <a:lnTo>
                    <a:pt x="2865080" y="737399"/>
                  </a:lnTo>
                  <a:lnTo>
                    <a:pt x="2876228" y="744737"/>
                  </a:lnTo>
                  <a:lnTo>
                    <a:pt x="2887376" y="751853"/>
                  </a:lnTo>
                  <a:lnTo>
                    <a:pt x="2898524" y="758800"/>
                  </a:lnTo>
                  <a:lnTo>
                    <a:pt x="2909672" y="765655"/>
                  </a:lnTo>
                  <a:lnTo>
                    <a:pt x="2920820" y="772538"/>
                  </a:lnTo>
                  <a:lnTo>
                    <a:pt x="2931969" y="779505"/>
                  </a:lnTo>
                  <a:lnTo>
                    <a:pt x="2943117" y="786614"/>
                  </a:lnTo>
                  <a:lnTo>
                    <a:pt x="2954265" y="794003"/>
                  </a:lnTo>
                  <a:lnTo>
                    <a:pt x="2965413" y="801748"/>
                  </a:lnTo>
                  <a:lnTo>
                    <a:pt x="2976561" y="809864"/>
                  </a:lnTo>
                  <a:lnTo>
                    <a:pt x="2987709" y="818398"/>
                  </a:lnTo>
                  <a:lnTo>
                    <a:pt x="2998858" y="827444"/>
                  </a:lnTo>
                  <a:lnTo>
                    <a:pt x="3010006" y="837196"/>
                  </a:lnTo>
                  <a:lnTo>
                    <a:pt x="3021154" y="847534"/>
                  </a:lnTo>
                  <a:lnTo>
                    <a:pt x="3032302" y="858485"/>
                  </a:lnTo>
                  <a:lnTo>
                    <a:pt x="3043450" y="870075"/>
                  </a:lnTo>
                  <a:lnTo>
                    <a:pt x="3054598" y="882557"/>
                  </a:lnTo>
                  <a:lnTo>
                    <a:pt x="3065747" y="895787"/>
                  </a:lnTo>
                  <a:lnTo>
                    <a:pt x="3076895" y="909716"/>
                  </a:lnTo>
                  <a:lnTo>
                    <a:pt x="3088043" y="924346"/>
                  </a:lnTo>
                  <a:lnTo>
                    <a:pt x="3099191" y="939785"/>
                  </a:lnTo>
                  <a:lnTo>
                    <a:pt x="3110339" y="956087"/>
                  </a:lnTo>
                  <a:lnTo>
                    <a:pt x="3121487" y="973055"/>
                  </a:lnTo>
                  <a:lnTo>
                    <a:pt x="3132636" y="990672"/>
                  </a:lnTo>
                  <a:lnTo>
                    <a:pt x="3143784" y="1008917"/>
                  </a:lnTo>
                  <a:lnTo>
                    <a:pt x="3154932" y="1027981"/>
                  </a:lnTo>
                  <a:lnTo>
                    <a:pt x="3166080" y="1047593"/>
                  </a:lnTo>
                  <a:lnTo>
                    <a:pt x="3177228" y="1067709"/>
                  </a:lnTo>
                  <a:lnTo>
                    <a:pt x="3188376" y="1088296"/>
                  </a:lnTo>
                  <a:lnTo>
                    <a:pt x="3199525" y="1109398"/>
                  </a:lnTo>
                  <a:lnTo>
                    <a:pt x="3210673" y="1130928"/>
                  </a:lnTo>
                  <a:lnTo>
                    <a:pt x="3221821" y="1152766"/>
                  </a:lnTo>
                  <a:lnTo>
                    <a:pt x="3232969" y="1174874"/>
                  </a:lnTo>
                  <a:lnTo>
                    <a:pt x="3244117" y="1197220"/>
                  </a:lnTo>
                  <a:lnTo>
                    <a:pt x="3255266" y="1219790"/>
                  </a:lnTo>
                  <a:lnTo>
                    <a:pt x="3266414" y="1242465"/>
                  </a:lnTo>
                  <a:lnTo>
                    <a:pt x="3277562" y="1265210"/>
                  </a:lnTo>
                  <a:lnTo>
                    <a:pt x="3288710" y="1287990"/>
                  </a:lnTo>
                  <a:lnTo>
                    <a:pt x="3299858" y="1310756"/>
                  </a:lnTo>
                  <a:lnTo>
                    <a:pt x="3311006" y="1333451"/>
                  </a:lnTo>
                  <a:lnTo>
                    <a:pt x="3322155" y="1356054"/>
                  </a:lnTo>
                  <a:lnTo>
                    <a:pt x="3333303" y="1378539"/>
                  </a:lnTo>
                  <a:lnTo>
                    <a:pt x="3344451" y="1400866"/>
                  </a:lnTo>
                  <a:lnTo>
                    <a:pt x="3355599" y="1422963"/>
                  </a:lnTo>
                  <a:lnTo>
                    <a:pt x="3366747" y="1444862"/>
                  </a:lnTo>
                  <a:lnTo>
                    <a:pt x="3377895" y="1466551"/>
                  </a:lnTo>
                  <a:lnTo>
                    <a:pt x="3389044" y="1488018"/>
                  </a:lnTo>
                  <a:lnTo>
                    <a:pt x="3400192" y="1509171"/>
                  </a:lnTo>
                  <a:lnTo>
                    <a:pt x="3411340" y="1530065"/>
                  </a:lnTo>
                  <a:lnTo>
                    <a:pt x="3422488" y="1550714"/>
                  </a:lnTo>
                  <a:lnTo>
                    <a:pt x="3433636" y="1571119"/>
                  </a:lnTo>
                  <a:lnTo>
                    <a:pt x="3444784" y="1591238"/>
                  </a:lnTo>
                  <a:lnTo>
                    <a:pt x="3455933" y="1611059"/>
                  </a:lnTo>
                  <a:lnTo>
                    <a:pt x="3467081" y="1630648"/>
                  </a:lnTo>
                  <a:lnTo>
                    <a:pt x="3478229" y="1650008"/>
                  </a:lnTo>
                  <a:lnTo>
                    <a:pt x="3489377" y="1669147"/>
                  </a:lnTo>
                  <a:lnTo>
                    <a:pt x="3500525" y="1687990"/>
                  </a:lnTo>
                  <a:lnTo>
                    <a:pt x="3511673" y="1706632"/>
                  </a:lnTo>
                  <a:lnTo>
                    <a:pt x="3522822" y="1725082"/>
                  </a:lnTo>
                  <a:lnTo>
                    <a:pt x="3533970" y="1743348"/>
                  </a:lnTo>
                  <a:lnTo>
                    <a:pt x="3545118" y="1761396"/>
                  </a:lnTo>
                  <a:lnTo>
                    <a:pt x="3556266" y="1779248"/>
                  </a:lnTo>
                  <a:lnTo>
                    <a:pt x="3567414" y="1796940"/>
                  </a:lnTo>
                  <a:lnTo>
                    <a:pt x="3578562" y="1814476"/>
                  </a:lnTo>
                  <a:lnTo>
                    <a:pt x="3589711" y="1831852"/>
                  </a:lnTo>
                  <a:lnTo>
                    <a:pt x="3600859" y="1849025"/>
                  </a:lnTo>
                  <a:lnTo>
                    <a:pt x="3612007" y="1866050"/>
                  </a:lnTo>
                  <a:lnTo>
                    <a:pt x="3623155" y="1882926"/>
                  </a:lnTo>
                  <a:lnTo>
                    <a:pt x="3634303" y="1899651"/>
                  </a:lnTo>
                  <a:lnTo>
                    <a:pt x="3645452" y="1916177"/>
                  </a:lnTo>
                  <a:lnTo>
                    <a:pt x="3656600" y="1932521"/>
                  </a:lnTo>
                  <a:lnTo>
                    <a:pt x="3667748" y="1948696"/>
                  </a:lnTo>
                  <a:lnTo>
                    <a:pt x="3678896" y="1964697"/>
                  </a:lnTo>
                  <a:lnTo>
                    <a:pt x="3690044" y="1980493"/>
                  </a:lnTo>
                  <a:lnTo>
                    <a:pt x="3701192" y="1996034"/>
                  </a:lnTo>
                  <a:lnTo>
                    <a:pt x="3712341" y="2011366"/>
                  </a:lnTo>
                  <a:lnTo>
                    <a:pt x="3723489" y="2026480"/>
                  </a:lnTo>
                  <a:lnTo>
                    <a:pt x="3734637" y="2041366"/>
                  </a:lnTo>
                  <a:lnTo>
                    <a:pt x="3745785" y="2055924"/>
                  </a:lnTo>
                  <a:lnTo>
                    <a:pt x="3756933" y="2070209"/>
                  </a:lnTo>
                  <a:lnTo>
                    <a:pt x="3768081" y="2084226"/>
                  </a:lnTo>
                  <a:lnTo>
                    <a:pt x="3779230" y="2097968"/>
                  </a:lnTo>
                  <a:lnTo>
                    <a:pt x="3790378" y="2111372"/>
                  </a:lnTo>
                  <a:lnTo>
                    <a:pt x="3801526" y="2124408"/>
                  </a:lnTo>
                  <a:lnTo>
                    <a:pt x="3812674" y="2137138"/>
                  </a:lnTo>
                  <a:lnTo>
                    <a:pt x="3823822" y="2149558"/>
                  </a:lnTo>
                  <a:lnTo>
                    <a:pt x="3834970" y="2161662"/>
                  </a:lnTo>
                  <a:lnTo>
                    <a:pt x="3846119" y="2173317"/>
                  </a:lnTo>
                  <a:lnTo>
                    <a:pt x="3857267" y="2184652"/>
                  </a:lnTo>
                  <a:lnTo>
                    <a:pt x="3868415" y="2195669"/>
                  </a:lnTo>
                  <a:lnTo>
                    <a:pt x="3879563" y="2206369"/>
                  </a:lnTo>
                  <a:lnTo>
                    <a:pt x="3890711" y="2216683"/>
                  </a:lnTo>
                  <a:lnTo>
                    <a:pt x="3901859" y="2226642"/>
                  </a:lnTo>
                  <a:lnTo>
                    <a:pt x="3913008" y="2236309"/>
                  </a:lnTo>
                  <a:lnTo>
                    <a:pt x="3924156" y="2245692"/>
                  </a:lnTo>
                  <a:lnTo>
                    <a:pt x="3935304" y="2254783"/>
                  </a:lnTo>
                  <a:lnTo>
                    <a:pt x="3946452" y="2263530"/>
                  </a:lnTo>
                  <a:lnTo>
                    <a:pt x="3957600" y="2272042"/>
                  </a:lnTo>
                  <a:lnTo>
                    <a:pt x="3968748" y="2280332"/>
                  </a:lnTo>
                  <a:lnTo>
                    <a:pt x="3979897" y="2288416"/>
                  </a:lnTo>
                  <a:lnTo>
                    <a:pt x="3991045" y="2296258"/>
                  </a:lnTo>
                  <a:lnTo>
                    <a:pt x="4002193" y="2303925"/>
                  </a:lnTo>
                  <a:lnTo>
                    <a:pt x="4013341" y="2311453"/>
                  </a:lnTo>
                  <a:lnTo>
                    <a:pt x="4024489" y="2318858"/>
                  </a:lnTo>
                  <a:lnTo>
                    <a:pt x="4035637" y="2326148"/>
                  </a:lnTo>
                  <a:lnTo>
                    <a:pt x="4046786" y="2333340"/>
                  </a:lnTo>
                  <a:lnTo>
                    <a:pt x="4057934" y="2340481"/>
                  </a:lnTo>
                  <a:lnTo>
                    <a:pt x="4069082" y="2347585"/>
                  </a:lnTo>
                  <a:lnTo>
                    <a:pt x="4080230" y="2354666"/>
                  </a:lnTo>
                  <a:lnTo>
                    <a:pt x="4091378" y="2361748"/>
                  </a:lnTo>
                  <a:lnTo>
                    <a:pt x="4102527" y="2368853"/>
                  </a:lnTo>
                  <a:lnTo>
                    <a:pt x="4113675" y="2375991"/>
                  </a:lnTo>
                  <a:lnTo>
                    <a:pt x="4124823" y="2383174"/>
                  </a:lnTo>
                  <a:lnTo>
                    <a:pt x="4135971" y="2390424"/>
                  </a:lnTo>
                  <a:lnTo>
                    <a:pt x="4147119" y="2397759"/>
                  </a:lnTo>
                  <a:lnTo>
                    <a:pt x="4158267" y="2405172"/>
                  </a:lnTo>
                  <a:lnTo>
                    <a:pt x="4169416" y="2412667"/>
                  </a:lnTo>
                  <a:lnTo>
                    <a:pt x="4180564" y="2420249"/>
                  </a:lnTo>
                  <a:lnTo>
                    <a:pt x="4191712" y="2427955"/>
                  </a:lnTo>
                  <a:lnTo>
                    <a:pt x="4202860" y="2435750"/>
                  </a:lnTo>
                  <a:lnTo>
                    <a:pt x="4214008" y="2443632"/>
                  </a:lnTo>
                  <a:lnTo>
                    <a:pt x="4225156" y="2451599"/>
                  </a:lnTo>
                  <a:lnTo>
                    <a:pt x="4236305" y="2459666"/>
                  </a:lnTo>
                  <a:lnTo>
                    <a:pt x="4247453" y="2467815"/>
                  </a:lnTo>
                  <a:lnTo>
                    <a:pt x="4258601" y="2476027"/>
                  </a:lnTo>
                  <a:lnTo>
                    <a:pt x="4269749" y="2484294"/>
                  </a:lnTo>
                  <a:lnTo>
                    <a:pt x="4280897" y="2492613"/>
                  </a:lnTo>
                  <a:lnTo>
                    <a:pt x="4292045" y="2500974"/>
                  </a:lnTo>
                  <a:lnTo>
                    <a:pt x="4303194" y="2509354"/>
                  </a:lnTo>
                  <a:lnTo>
                    <a:pt x="4314342" y="2517742"/>
                  </a:lnTo>
                  <a:lnTo>
                    <a:pt x="4325490" y="2526127"/>
                  </a:lnTo>
                  <a:lnTo>
                    <a:pt x="4336638" y="2534490"/>
                  </a:lnTo>
                  <a:lnTo>
                    <a:pt x="4347786" y="2542814"/>
                  </a:lnTo>
                  <a:lnTo>
                    <a:pt x="4358934" y="2551091"/>
                  </a:lnTo>
                  <a:lnTo>
                    <a:pt x="4370083" y="2559311"/>
                  </a:lnTo>
                  <a:lnTo>
                    <a:pt x="4381231" y="2567451"/>
                  </a:lnTo>
                  <a:lnTo>
                    <a:pt x="4392379" y="2575481"/>
                  </a:lnTo>
                  <a:lnTo>
                    <a:pt x="4403527" y="2583412"/>
                  </a:lnTo>
                  <a:lnTo>
                    <a:pt x="4414675" y="2591234"/>
                  </a:lnTo>
                  <a:lnTo>
                    <a:pt x="4425823" y="2598939"/>
                  </a:lnTo>
                  <a:lnTo>
                    <a:pt x="4436972" y="2606465"/>
                  </a:lnTo>
                  <a:lnTo>
                    <a:pt x="4448120" y="2613843"/>
                  </a:lnTo>
                  <a:lnTo>
                    <a:pt x="4459268" y="2621072"/>
                  </a:lnTo>
                  <a:lnTo>
                    <a:pt x="4470416" y="2628146"/>
                  </a:lnTo>
                  <a:lnTo>
                    <a:pt x="4481564" y="2635023"/>
                  </a:lnTo>
                  <a:lnTo>
                    <a:pt x="4492713" y="2641693"/>
                  </a:lnTo>
                  <a:lnTo>
                    <a:pt x="4503861" y="2648186"/>
                  </a:lnTo>
                  <a:lnTo>
                    <a:pt x="4515009" y="2654497"/>
                  </a:lnTo>
                  <a:lnTo>
                    <a:pt x="4526157" y="2660619"/>
                  </a:lnTo>
                  <a:lnTo>
                    <a:pt x="4537305" y="2666478"/>
                  </a:lnTo>
                  <a:lnTo>
                    <a:pt x="4548453" y="2672145"/>
                  </a:lnTo>
                  <a:lnTo>
                    <a:pt x="4559602" y="2677617"/>
                  </a:lnTo>
                  <a:lnTo>
                    <a:pt x="4570750" y="2682893"/>
                  </a:lnTo>
                  <a:lnTo>
                    <a:pt x="4581898" y="2687920"/>
                  </a:lnTo>
                  <a:lnTo>
                    <a:pt x="4593046" y="2692719"/>
                  </a:lnTo>
                  <a:lnTo>
                    <a:pt x="4604194" y="2697321"/>
                  </a:lnTo>
                  <a:lnTo>
                    <a:pt x="4615342" y="2701724"/>
                  </a:lnTo>
                  <a:lnTo>
                    <a:pt x="4626491" y="2705913"/>
                  </a:lnTo>
                  <a:lnTo>
                    <a:pt x="4637639" y="2709844"/>
                  </a:lnTo>
                  <a:lnTo>
                    <a:pt x="4648787" y="2713581"/>
                  </a:lnTo>
                  <a:lnTo>
                    <a:pt x="4659935" y="2717126"/>
                  </a:lnTo>
                  <a:lnTo>
                    <a:pt x="4671083" y="2720481"/>
                  </a:lnTo>
                  <a:lnTo>
                    <a:pt x="4682231" y="2723588"/>
                  </a:lnTo>
                  <a:lnTo>
                    <a:pt x="4693380" y="2726498"/>
                  </a:lnTo>
                  <a:lnTo>
                    <a:pt x="4704528" y="2729227"/>
                  </a:lnTo>
                  <a:lnTo>
                    <a:pt x="4715676" y="2731780"/>
                  </a:lnTo>
                  <a:lnTo>
                    <a:pt x="4726824" y="2734134"/>
                  </a:lnTo>
                  <a:lnTo>
                    <a:pt x="4737972" y="2736278"/>
                  </a:lnTo>
                  <a:lnTo>
                    <a:pt x="4749120" y="2738261"/>
                  </a:lnTo>
                  <a:lnTo>
                    <a:pt x="4760269" y="2740087"/>
                  </a:lnTo>
                  <a:lnTo>
                    <a:pt x="4771417" y="2741759"/>
                  </a:lnTo>
                  <a:lnTo>
                    <a:pt x="4782565" y="2743228"/>
                  </a:lnTo>
                  <a:lnTo>
                    <a:pt x="4793713" y="2744556"/>
                  </a:lnTo>
                  <a:lnTo>
                    <a:pt x="4804861" y="2745751"/>
                  </a:lnTo>
                  <a:lnTo>
                    <a:pt x="4816009" y="2746819"/>
                  </a:lnTo>
                  <a:lnTo>
                    <a:pt x="4827158" y="2747739"/>
                  </a:lnTo>
                  <a:lnTo>
                    <a:pt x="4838306" y="2748525"/>
                  </a:lnTo>
                  <a:lnTo>
                    <a:pt x="4849454" y="2749207"/>
                  </a:lnTo>
                  <a:lnTo>
                    <a:pt x="4860602" y="2749789"/>
                  </a:lnTo>
                  <a:lnTo>
                    <a:pt x="4871750" y="2750275"/>
                  </a:lnTo>
                  <a:lnTo>
                    <a:pt x="4882899" y="2750647"/>
                  </a:lnTo>
                  <a:lnTo>
                    <a:pt x="4894047" y="2750945"/>
                  </a:lnTo>
                  <a:lnTo>
                    <a:pt x="4905195" y="2751175"/>
                  </a:lnTo>
                  <a:lnTo>
                    <a:pt x="4916343" y="2751342"/>
                  </a:lnTo>
                  <a:lnTo>
                    <a:pt x="4927491" y="2751441"/>
                  </a:lnTo>
                  <a:lnTo>
                    <a:pt x="4938639" y="2751489"/>
                  </a:lnTo>
                  <a:lnTo>
                    <a:pt x="4949788" y="2751499"/>
                  </a:lnTo>
                  <a:lnTo>
                    <a:pt x="4960936" y="2751476"/>
                  </a:lnTo>
                  <a:lnTo>
                    <a:pt x="4972084" y="2751425"/>
                  </a:lnTo>
                  <a:lnTo>
                    <a:pt x="4983232" y="2751350"/>
                  </a:lnTo>
                  <a:lnTo>
                    <a:pt x="4994380" y="2751265"/>
                  </a:lnTo>
                  <a:lnTo>
                    <a:pt x="5005528" y="2751173"/>
                  </a:lnTo>
                  <a:lnTo>
                    <a:pt x="5016677" y="2751080"/>
                  </a:lnTo>
                  <a:lnTo>
                    <a:pt x="5027825" y="2750993"/>
                  </a:lnTo>
                  <a:lnTo>
                    <a:pt x="5038973" y="2750918"/>
                  </a:lnTo>
                  <a:lnTo>
                    <a:pt x="5050121" y="2750858"/>
                  </a:lnTo>
                  <a:lnTo>
                    <a:pt x="5061269" y="2750817"/>
                  </a:lnTo>
                  <a:lnTo>
                    <a:pt x="5072417" y="2750801"/>
                  </a:lnTo>
                  <a:lnTo>
                    <a:pt x="5083566" y="2750817"/>
                  </a:lnTo>
                  <a:lnTo>
                    <a:pt x="5094714" y="2750864"/>
                  </a:lnTo>
                  <a:lnTo>
                    <a:pt x="5105862" y="2750941"/>
                  </a:lnTo>
                  <a:lnTo>
                    <a:pt x="5117010" y="2751052"/>
                  </a:lnTo>
                  <a:lnTo>
                    <a:pt x="5128158" y="2751213"/>
                  </a:lnTo>
                  <a:lnTo>
                    <a:pt x="5139306" y="2751411"/>
                  </a:lnTo>
                  <a:lnTo>
                    <a:pt x="5150455" y="2751646"/>
                  </a:lnTo>
                  <a:lnTo>
                    <a:pt x="5161603" y="2751920"/>
                  </a:lnTo>
                  <a:lnTo>
                    <a:pt x="5172751" y="2752241"/>
                  </a:lnTo>
                  <a:lnTo>
                    <a:pt x="5183899" y="2752607"/>
                  </a:lnTo>
                  <a:lnTo>
                    <a:pt x="5195047" y="2753011"/>
                  </a:lnTo>
                  <a:lnTo>
                    <a:pt x="5206195" y="2753451"/>
                  </a:lnTo>
                  <a:lnTo>
                    <a:pt x="5217344" y="2753929"/>
                  </a:lnTo>
                  <a:lnTo>
                    <a:pt x="5228492" y="2754453"/>
                  </a:lnTo>
                  <a:lnTo>
                    <a:pt x="5239640" y="2755010"/>
                  </a:lnTo>
                  <a:lnTo>
                    <a:pt x="5250788" y="2755596"/>
                  </a:lnTo>
                  <a:lnTo>
                    <a:pt x="5261936" y="2756212"/>
                  </a:lnTo>
                  <a:lnTo>
                    <a:pt x="5273085" y="2756860"/>
                  </a:lnTo>
                  <a:lnTo>
                    <a:pt x="5284233" y="2757535"/>
                  </a:lnTo>
                  <a:lnTo>
                    <a:pt x="5295381" y="2758229"/>
                  </a:lnTo>
                  <a:lnTo>
                    <a:pt x="5306529" y="2758942"/>
                  </a:lnTo>
                  <a:lnTo>
                    <a:pt x="5317677" y="2759671"/>
                  </a:lnTo>
                  <a:lnTo>
                    <a:pt x="5328825" y="2760416"/>
                  </a:lnTo>
                  <a:lnTo>
                    <a:pt x="5339974" y="2761169"/>
                  </a:lnTo>
                  <a:lnTo>
                    <a:pt x="5351122" y="2761929"/>
                  </a:lnTo>
                  <a:lnTo>
                    <a:pt x="5362270" y="2762691"/>
                  </a:lnTo>
                  <a:lnTo>
                    <a:pt x="5373418" y="2763455"/>
                  </a:lnTo>
                  <a:lnTo>
                    <a:pt x="5384566" y="2764214"/>
                  </a:lnTo>
                  <a:lnTo>
                    <a:pt x="5395714" y="2764968"/>
                  </a:lnTo>
                  <a:lnTo>
                    <a:pt x="5406863" y="2765715"/>
                  </a:lnTo>
                  <a:lnTo>
                    <a:pt x="5418011" y="2766450"/>
                  </a:lnTo>
                  <a:lnTo>
                    <a:pt x="5429159" y="2767169"/>
                  </a:lnTo>
                  <a:lnTo>
                    <a:pt x="5440307" y="2767872"/>
                  </a:lnTo>
                  <a:lnTo>
                    <a:pt x="5451455" y="2768559"/>
                  </a:lnTo>
                  <a:lnTo>
                    <a:pt x="5462603" y="2769228"/>
                  </a:lnTo>
                  <a:lnTo>
                    <a:pt x="5473752" y="2769869"/>
                  </a:lnTo>
                  <a:lnTo>
                    <a:pt x="5484900" y="2770489"/>
                  </a:lnTo>
                  <a:lnTo>
                    <a:pt x="5496048" y="2771086"/>
                  </a:lnTo>
                  <a:lnTo>
                    <a:pt x="5507196" y="2771660"/>
                  </a:lnTo>
                  <a:lnTo>
                    <a:pt x="5518344" y="2772204"/>
                  </a:lnTo>
                  <a:lnTo>
                    <a:pt x="5529492" y="2772720"/>
                  </a:lnTo>
                  <a:lnTo>
                    <a:pt x="5540641" y="2773211"/>
                  </a:lnTo>
                  <a:lnTo>
                    <a:pt x="5551789" y="2773677"/>
                  </a:lnTo>
                  <a:lnTo>
                    <a:pt x="5562937" y="2774116"/>
                  </a:lnTo>
                  <a:lnTo>
                    <a:pt x="5574085" y="2774523"/>
                  </a:lnTo>
                  <a:lnTo>
                    <a:pt x="5585233" y="2774906"/>
                  </a:lnTo>
                  <a:lnTo>
                    <a:pt x="5596381" y="2775265"/>
                  </a:lnTo>
                  <a:lnTo>
                    <a:pt x="5607530" y="2775600"/>
                  </a:lnTo>
                  <a:lnTo>
                    <a:pt x="5618678" y="2775907"/>
                  </a:lnTo>
                  <a:lnTo>
                    <a:pt x="5629826" y="2776190"/>
                  </a:lnTo>
                  <a:lnTo>
                    <a:pt x="5640974" y="2776452"/>
                  </a:lnTo>
                  <a:lnTo>
                    <a:pt x="5652122" y="2776694"/>
                  </a:lnTo>
                  <a:lnTo>
                    <a:pt x="5663270" y="2776916"/>
                  </a:lnTo>
                  <a:lnTo>
                    <a:pt x="5674419" y="2777114"/>
                  </a:lnTo>
                  <a:lnTo>
                    <a:pt x="5685567" y="2777296"/>
                  </a:lnTo>
                  <a:lnTo>
                    <a:pt x="5696715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66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8249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8720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7049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5378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637079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8567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1.10   |   Age &lt; 75: N = 768, median = 0.98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2026-07-07T08:46:17Z</dcterms:modified>
  <cp:category/>
</cp:coreProperties>
</file>