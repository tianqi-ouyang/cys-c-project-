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6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60"/>
                  </a:lnTo>
                  <a:lnTo>
                    <a:pt x="120463" y="2723717"/>
                  </a:lnTo>
                  <a:lnTo>
                    <a:pt x="133848" y="2723335"/>
                  </a:lnTo>
                  <a:lnTo>
                    <a:pt x="147233" y="2722920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4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4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4"/>
                  </a:lnTo>
                  <a:lnTo>
                    <a:pt x="535393" y="2685493"/>
                  </a:lnTo>
                  <a:lnTo>
                    <a:pt x="548778" y="2682998"/>
                  </a:lnTo>
                  <a:lnTo>
                    <a:pt x="562162" y="2680375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8"/>
                  </a:lnTo>
                  <a:lnTo>
                    <a:pt x="843244" y="2604925"/>
                  </a:lnTo>
                  <a:lnTo>
                    <a:pt x="856629" y="2600399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90"/>
                  </a:lnTo>
                  <a:lnTo>
                    <a:pt x="910168" y="2581397"/>
                  </a:lnTo>
                  <a:lnTo>
                    <a:pt x="923553" y="2576417"/>
                  </a:lnTo>
                  <a:lnTo>
                    <a:pt x="936938" y="2571287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10"/>
                  </a:lnTo>
                  <a:lnTo>
                    <a:pt x="1017247" y="2537900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9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2"/>
                  </a:lnTo>
                  <a:lnTo>
                    <a:pt x="1137710" y="2474932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8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8"/>
                  </a:lnTo>
                  <a:lnTo>
                    <a:pt x="1338483" y="2310548"/>
                  </a:lnTo>
                  <a:lnTo>
                    <a:pt x="1351868" y="2296161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7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6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4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5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2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9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4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4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1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4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6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90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6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1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3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4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40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6"/>
                  </a:lnTo>
                  <a:lnTo>
                    <a:pt x="5983020" y="2498935"/>
                  </a:lnTo>
                  <a:lnTo>
                    <a:pt x="5996405" y="2502646"/>
                  </a:lnTo>
                  <a:lnTo>
                    <a:pt x="6009790" y="2506272"/>
                  </a:lnTo>
                  <a:lnTo>
                    <a:pt x="6023174" y="2509780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3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7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2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7"/>
                  </a:lnTo>
                  <a:lnTo>
                    <a:pt x="6290871" y="2572501"/>
                  </a:lnTo>
                  <a:lnTo>
                    <a:pt x="6304256" y="2575488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9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4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3"/>
                  </a:lnTo>
                  <a:lnTo>
                    <a:pt x="6665646" y="2640882"/>
                  </a:lnTo>
                  <a:lnTo>
                    <a:pt x="6679031" y="2642541"/>
                  </a:lnTo>
                  <a:lnTo>
                    <a:pt x="6692416" y="2644157"/>
                  </a:lnTo>
                  <a:lnTo>
                    <a:pt x="6705801" y="2645738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6"/>
                  </a:lnTo>
                  <a:lnTo>
                    <a:pt x="6759340" y="2651707"/>
                  </a:lnTo>
                  <a:lnTo>
                    <a:pt x="6772725" y="2653128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2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4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6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4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8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3"/>
                  </a:lnTo>
                  <a:lnTo>
                    <a:pt x="1298328" y="1652019"/>
                  </a:lnTo>
                  <a:lnTo>
                    <a:pt x="1311713" y="1629873"/>
                  </a:lnTo>
                  <a:lnTo>
                    <a:pt x="1325098" y="1607576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1"/>
                  </a:lnTo>
                  <a:lnTo>
                    <a:pt x="1405407" y="1469277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8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09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5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4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5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6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8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2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7"/>
                  </a:lnTo>
                  <a:lnTo>
                    <a:pt x="3078511" y="308367"/>
                  </a:lnTo>
                  <a:lnTo>
                    <a:pt x="3091896" y="330576"/>
                  </a:lnTo>
                  <a:lnTo>
                    <a:pt x="3105281" y="352805"/>
                  </a:lnTo>
                  <a:lnTo>
                    <a:pt x="3118666" y="374990"/>
                  </a:lnTo>
                  <a:lnTo>
                    <a:pt x="3132050" y="397001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2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7"/>
                  </a:lnTo>
                  <a:lnTo>
                    <a:pt x="3239129" y="557793"/>
                  </a:lnTo>
                  <a:lnTo>
                    <a:pt x="3252514" y="574967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5"/>
                  </a:lnTo>
                  <a:lnTo>
                    <a:pt x="3306053" y="636022"/>
                  </a:lnTo>
                  <a:lnTo>
                    <a:pt x="3319438" y="649167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1"/>
                  </a:lnTo>
                  <a:lnTo>
                    <a:pt x="3372977" y="694559"/>
                  </a:lnTo>
                  <a:lnTo>
                    <a:pt x="3386362" y="704143"/>
                  </a:lnTo>
                  <a:lnTo>
                    <a:pt x="3399747" y="713193"/>
                  </a:lnTo>
                  <a:lnTo>
                    <a:pt x="3413132" y="721749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3"/>
                  </a:lnTo>
                  <a:lnTo>
                    <a:pt x="3560365" y="801748"/>
                  </a:lnTo>
                  <a:lnTo>
                    <a:pt x="3573750" y="809864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7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09"/>
                  </a:lnTo>
                  <a:lnTo>
                    <a:pt x="3828062" y="1088296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59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6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2026-07-17T12:43:12Z</dcterms:modified>
  <cp:category/>
</cp:coreProperties>
</file>