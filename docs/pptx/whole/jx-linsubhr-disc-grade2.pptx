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155882"/>
              <a:ext cx="7090630" cy="1907538"/>
            </a:xfrm>
            <a:custGeom>
              <a:avLst/>
              <a:pathLst>
                <a:path w="7090630" h="1907538">
                  <a:moveTo>
                    <a:pt x="0" y="0"/>
                  </a:moveTo>
                  <a:lnTo>
                    <a:pt x="71622" y="38058"/>
                  </a:lnTo>
                  <a:lnTo>
                    <a:pt x="143245" y="75514"/>
                  </a:lnTo>
                  <a:lnTo>
                    <a:pt x="214867" y="112376"/>
                  </a:lnTo>
                  <a:lnTo>
                    <a:pt x="286490" y="148654"/>
                  </a:lnTo>
                  <a:lnTo>
                    <a:pt x="358112" y="184357"/>
                  </a:lnTo>
                  <a:lnTo>
                    <a:pt x="429735" y="219494"/>
                  </a:lnTo>
                  <a:lnTo>
                    <a:pt x="501357" y="254075"/>
                  </a:lnTo>
                  <a:lnTo>
                    <a:pt x="572980" y="288107"/>
                  </a:lnTo>
                  <a:lnTo>
                    <a:pt x="644602" y="321599"/>
                  </a:lnTo>
                  <a:lnTo>
                    <a:pt x="716225" y="354561"/>
                  </a:lnTo>
                  <a:lnTo>
                    <a:pt x="787847" y="387001"/>
                  </a:lnTo>
                  <a:lnTo>
                    <a:pt x="859470" y="418926"/>
                  </a:lnTo>
                  <a:lnTo>
                    <a:pt x="931092" y="450346"/>
                  </a:lnTo>
                  <a:lnTo>
                    <a:pt x="1002715" y="481267"/>
                  </a:lnTo>
                  <a:lnTo>
                    <a:pt x="1074337" y="511699"/>
                  </a:lnTo>
                  <a:lnTo>
                    <a:pt x="1145960" y="541648"/>
                  </a:lnTo>
                  <a:lnTo>
                    <a:pt x="1217582" y="571122"/>
                  </a:lnTo>
                  <a:lnTo>
                    <a:pt x="1289205" y="600130"/>
                  </a:lnTo>
                  <a:lnTo>
                    <a:pt x="1360827" y="628677"/>
                  </a:lnTo>
                  <a:lnTo>
                    <a:pt x="1432450" y="656772"/>
                  </a:lnTo>
                  <a:lnTo>
                    <a:pt x="1504073" y="684422"/>
                  </a:lnTo>
                  <a:lnTo>
                    <a:pt x="1575695" y="711634"/>
                  </a:lnTo>
                  <a:lnTo>
                    <a:pt x="1647318" y="738414"/>
                  </a:lnTo>
                  <a:lnTo>
                    <a:pt x="1718940" y="764770"/>
                  </a:lnTo>
                  <a:lnTo>
                    <a:pt x="1790563" y="790708"/>
                  </a:lnTo>
                  <a:lnTo>
                    <a:pt x="1862185" y="816235"/>
                  </a:lnTo>
                  <a:lnTo>
                    <a:pt x="1933808" y="841358"/>
                  </a:lnTo>
                  <a:lnTo>
                    <a:pt x="2005430" y="866082"/>
                  </a:lnTo>
                  <a:lnTo>
                    <a:pt x="2077053" y="890415"/>
                  </a:lnTo>
                  <a:lnTo>
                    <a:pt x="2148675" y="914362"/>
                  </a:lnTo>
                  <a:lnTo>
                    <a:pt x="2220298" y="937929"/>
                  </a:lnTo>
                  <a:lnTo>
                    <a:pt x="2291920" y="961123"/>
                  </a:lnTo>
                  <a:lnTo>
                    <a:pt x="2363543" y="983949"/>
                  </a:lnTo>
                  <a:lnTo>
                    <a:pt x="2435165" y="1006414"/>
                  </a:lnTo>
                  <a:lnTo>
                    <a:pt x="2506788" y="1028522"/>
                  </a:lnTo>
                  <a:lnTo>
                    <a:pt x="2578410" y="1050280"/>
                  </a:lnTo>
                  <a:lnTo>
                    <a:pt x="2650033" y="1071693"/>
                  </a:lnTo>
                  <a:lnTo>
                    <a:pt x="2721655" y="1092767"/>
                  </a:lnTo>
                  <a:lnTo>
                    <a:pt x="2793278" y="1113507"/>
                  </a:lnTo>
                  <a:lnTo>
                    <a:pt x="2864901" y="1133918"/>
                  </a:lnTo>
                  <a:lnTo>
                    <a:pt x="2936523" y="1154006"/>
                  </a:lnTo>
                  <a:lnTo>
                    <a:pt x="3008146" y="1173775"/>
                  </a:lnTo>
                  <a:lnTo>
                    <a:pt x="3079768" y="1193231"/>
                  </a:lnTo>
                  <a:lnTo>
                    <a:pt x="3151391" y="1212378"/>
                  </a:lnTo>
                  <a:lnTo>
                    <a:pt x="3223013" y="1231223"/>
                  </a:lnTo>
                  <a:lnTo>
                    <a:pt x="3294636" y="1249768"/>
                  </a:lnTo>
                  <a:lnTo>
                    <a:pt x="3366258" y="1268020"/>
                  </a:lnTo>
                  <a:lnTo>
                    <a:pt x="3437881" y="1285982"/>
                  </a:lnTo>
                  <a:lnTo>
                    <a:pt x="3509503" y="1303659"/>
                  </a:lnTo>
                  <a:lnTo>
                    <a:pt x="3581126" y="1321057"/>
                  </a:lnTo>
                  <a:lnTo>
                    <a:pt x="3652748" y="1338179"/>
                  </a:lnTo>
                  <a:lnTo>
                    <a:pt x="3724371" y="1355029"/>
                  </a:lnTo>
                  <a:lnTo>
                    <a:pt x="3795993" y="1371612"/>
                  </a:lnTo>
                  <a:lnTo>
                    <a:pt x="3867616" y="1387933"/>
                  </a:lnTo>
                  <a:lnTo>
                    <a:pt x="3939238" y="1403994"/>
                  </a:lnTo>
                  <a:lnTo>
                    <a:pt x="4010861" y="1419802"/>
                  </a:lnTo>
                  <a:lnTo>
                    <a:pt x="4082483" y="1435358"/>
                  </a:lnTo>
                  <a:lnTo>
                    <a:pt x="4154106" y="1450668"/>
                  </a:lnTo>
                  <a:lnTo>
                    <a:pt x="4225729" y="1465736"/>
                  </a:lnTo>
                  <a:lnTo>
                    <a:pt x="4297351" y="1480565"/>
                  </a:lnTo>
                  <a:lnTo>
                    <a:pt x="4368974" y="1495158"/>
                  </a:lnTo>
                  <a:lnTo>
                    <a:pt x="4440596" y="1509521"/>
                  </a:lnTo>
                  <a:lnTo>
                    <a:pt x="4512219" y="1523655"/>
                  </a:lnTo>
                  <a:lnTo>
                    <a:pt x="4583841" y="1537566"/>
                  </a:lnTo>
                  <a:lnTo>
                    <a:pt x="4655464" y="1551256"/>
                  </a:lnTo>
                  <a:lnTo>
                    <a:pt x="4727086" y="1564730"/>
                  </a:lnTo>
                  <a:lnTo>
                    <a:pt x="4798709" y="1574147"/>
                  </a:lnTo>
                  <a:lnTo>
                    <a:pt x="4870331" y="1578992"/>
                  </a:lnTo>
                  <a:lnTo>
                    <a:pt x="4941954" y="1583809"/>
                  </a:lnTo>
                  <a:lnTo>
                    <a:pt x="5013576" y="1588598"/>
                  </a:lnTo>
                  <a:lnTo>
                    <a:pt x="5085199" y="1593359"/>
                  </a:lnTo>
                  <a:lnTo>
                    <a:pt x="5156821" y="1598092"/>
                  </a:lnTo>
                  <a:lnTo>
                    <a:pt x="5228444" y="1602797"/>
                  </a:lnTo>
                  <a:lnTo>
                    <a:pt x="5300066" y="1607475"/>
                  </a:lnTo>
                  <a:lnTo>
                    <a:pt x="5371689" y="1612125"/>
                  </a:lnTo>
                  <a:lnTo>
                    <a:pt x="5443311" y="1616748"/>
                  </a:lnTo>
                  <a:lnTo>
                    <a:pt x="5514934" y="1621344"/>
                  </a:lnTo>
                  <a:lnTo>
                    <a:pt x="5586557" y="1625913"/>
                  </a:lnTo>
                  <a:lnTo>
                    <a:pt x="5658179" y="1630455"/>
                  </a:lnTo>
                  <a:lnTo>
                    <a:pt x="5729802" y="1634971"/>
                  </a:lnTo>
                  <a:lnTo>
                    <a:pt x="5801424" y="1639460"/>
                  </a:lnTo>
                  <a:lnTo>
                    <a:pt x="5873047" y="1643923"/>
                  </a:lnTo>
                  <a:lnTo>
                    <a:pt x="5944669" y="1648360"/>
                  </a:lnTo>
                  <a:lnTo>
                    <a:pt x="6016292" y="1652771"/>
                  </a:lnTo>
                  <a:lnTo>
                    <a:pt x="6087914" y="1657156"/>
                  </a:lnTo>
                  <a:lnTo>
                    <a:pt x="6159537" y="1661515"/>
                  </a:lnTo>
                  <a:lnTo>
                    <a:pt x="6231159" y="1665849"/>
                  </a:lnTo>
                  <a:lnTo>
                    <a:pt x="6302782" y="1670157"/>
                  </a:lnTo>
                  <a:lnTo>
                    <a:pt x="6374404" y="1674440"/>
                  </a:lnTo>
                  <a:lnTo>
                    <a:pt x="6446027" y="1678698"/>
                  </a:lnTo>
                  <a:lnTo>
                    <a:pt x="6517649" y="1682931"/>
                  </a:lnTo>
                  <a:lnTo>
                    <a:pt x="6589272" y="1687139"/>
                  </a:lnTo>
                  <a:lnTo>
                    <a:pt x="6660894" y="1691323"/>
                  </a:lnTo>
                  <a:lnTo>
                    <a:pt x="6732517" y="1695482"/>
                  </a:lnTo>
                  <a:lnTo>
                    <a:pt x="6804139" y="1699617"/>
                  </a:lnTo>
                  <a:lnTo>
                    <a:pt x="6875762" y="1703728"/>
                  </a:lnTo>
                  <a:lnTo>
                    <a:pt x="6947385" y="1707814"/>
                  </a:lnTo>
                  <a:lnTo>
                    <a:pt x="7019007" y="1711877"/>
                  </a:lnTo>
                  <a:lnTo>
                    <a:pt x="7090630" y="1715915"/>
                  </a:lnTo>
                  <a:lnTo>
                    <a:pt x="7090630" y="1907538"/>
                  </a:lnTo>
                  <a:lnTo>
                    <a:pt x="7019007" y="1899585"/>
                  </a:lnTo>
                  <a:lnTo>
                    <a:pt x="6947385" y="1891505"/>
                  </a:lnTo>
                  <a:lnTo>
                    <a:pt x="6875762" y="1883294"/>
                  </a:lnTo>
                  <a:lnTo>
                    <a:pt x="6804139" y="1874951"/>
                  </a:lnTo>
                  <a:lnTo>
                    <a:pt x="6732517" y="1866473"/>
                  </a:lnTo>
                  <a:lnTo>
                    <a:pt x="6660894" y="1857859"/>
                  </a:lnTo>
                  <a:lnTo>
                    <a:pt x="6589272" y="1849107"/>
                  </a:lnTo>
                  <a:lnTo>
                    <a:pt x="6517649" y="1840213"/>
                  </a:lnTo>
                  <a:lnTo>
                    <a:pt x="6446027" y="1831176"/>
                  </a:lnTo>
                  <a:lnTo>
                    <a:pt x="6374404" y="1821994"/>
                  </a:lnTo>
                  <a:lnTo>
                    <a:pt x="6302782" y="1812663"/>
                  </a:lnTo>
                  <a:lnTo>
                    <a:pt x="6231159" y="1803183"/>
                  </a:lnTo>
                  <a:lnTo>
                    <a:pt x="6159537" y="1793550"/>
                  </a:lnTo>
                  <a:lnTo>
                    <a:pt x="6087914" y="1783761"/>
                  </a:lnTo>
                  <a:lnTo>
                    <a:pt x="6016292" y="1773815"/>
                  </a:lnTo>
                  <a:lnTo>
                    <a:pt x="5944669" y="1763709"/>
                  </a:lnTo>
                  <a:lnTo>
                    <a:pt x="5873047" y="1753440"/>
                  </a:lnTo>
                  <a:lnTo>
                    <a:pt x="5801424" y="1743006"/>
                  </a:lnTo>
                  <a:lnTo>
                    <a:pt x="5729802" y="1732404"/>
                  </a:lnTo>
                  <a:lnTo>
                    <a:pt x="5658179" y="1721631"/>
                  </a:lnTo>
                  <a:lnTo>
                    <a:pt x="5586557" y="1710684"/>
                  </a:lnTo>
                  <a:lnTo>
                    <a:pt x="5514934" y="1699561"/>
                  </a:lnTo>
                  <a:lnTo>
                    <a:pt x="5443311" y="1688259"/>
                  </a:lnTo>
                  <a:lnTo>
                    <a:pt x="5371689" y="1676775"/>
                  </a:lnTo>
                  <a:lnTo>
                    <a:pt x="5300066" y="1665106"/>
                  </a:lnTo>
                  <a:lnTo>
                    <a:pt x="5228444" y="1653250"/>
                  </a:lnTo>
                  <a:lnTo>
                    <a:pt x="5156821" y="1641202"/>
                  </a:lnTo>
                  <a:lnTo>
                    <a:pt x="5085199" y="1628960"/>
                  </a:lnTo>
                  <a:lnTo>
                    <a:pt x="5013576" y="1616521"/>
                  </a:lnTo>
                  <a:lnTo>
                    <a:pt x="4941954" y="1603882"/>
                  </a:lnTo>
                  <a:lnTo>
                    <a:pt x="4870331" y="1591039"/>
                  </a:lnTo>
                  <a:lnTo>
                    <a:pt x="4798709" y="1577990"/>
                  </a:lnTo>
                  <a:lnTo>
                    <a:pt x="4727086" y="1569273"/>
                  </a:lnTo>
                  <a:lnTo>
                    <a:pt x="4655464" y="1564370"/>
                  </a:lnTo>
                  <a:lnTo>
                    <a:pt x="4583841" y="1559438"/>
                  </a:lnTo>
                  <a:lnTo>
                    <a:pt x="4512219" y="1554478"/>
                  </a:lnTo>
                  <a:lnTo>
                    <a:pt x="4440596" y="1549488"/>
                  </a:lnTo>
                  <a:lnTo>
                    <a:pt x="4368974" y="1544468"/>
                  </a:lnTo>
                  <a:lnTo>
                    <a:pt x="4297351" y="1539419"/>
                  </a:lnTo>
                  <a:lnTo>
                    <a:pt x="4225729" y="1534341"/>
                  </a:lnTo>
                  <a:lnTo>
                    <a:pt x="4154106" y="1529232"/>
                  </a:lnTo>
                  <a:lnTo>
                    <a:pt x="4082483" y="1524094"/>
                  </a:lnTo>
                  <a:lnTo>
                    <a:pt x="4010861" y="1518925"/>
                  </a:lnTo>
                  <a:lnTo>
                    <a:pt x="3939238" y="1513725"/>
                  </a:lnTo>
                  <a:lnTo>
                    <a:pt x="3867616" y="1508495"/>
                  </a:lnTo>
                  <a:lnTo>
                    <a:pt x="3795993" y="1503234"/>
                  </a:lnTo>
                  <a:lnTo>
                    <a:pt x="3724371" y="1497942"/>
                  </a:lnTo>
                  <a:lnTo>
                    <a:pt x="3652748" y="1492619"/>
                  </a:lnTo>
                  <a:lnTo>
                    <a:pt x="3581126" y="1487265"/>
                  </a:lnTo>
                  <a:lnTo>
                    <a:pt x="3509503" y="1481879"/>
                  </a:lnTo>
                  <a:lnTo>
                    <a:pt x="3437881" y="1476461"/>
                  </a:lnTo>
                  <a:lnTo>
                    <a:pt x="3366258" y="1471012"/>
                  </a:lnTo>
                  <a:lnTo>
                    <a:pt x="3294636" y="1465530"/>
                  </a:lnTo>
                  <a:lnTo>
                    <a:pt x="3223013" y="1460016"/>
                  </a:lnTo>
                  <a:lnTo>
                    <a:pt x="3151391" y="1454470"/>
                  </a:lnTo>
                  <a:lnTo>
                    <a:pt x="3079768" y="1448890"/>
                  </a:lnTo>
                  <a:lnTo>
                    <a:pt x="3008146" y="1443278"/>
                  </a:lnTo>
                  <a:lnTo>
                    <a:pt x="2936523" y="1437633"/>
                  </a:lnTo>
                  <a:lnTo>
                    <a:pt x="2864901" y="1431955"/>
                  </a:lnTo>
                  <a:lnTo>
                    <a:pt x="2793278" y="1426243"/>
                  </a:lnTo>
                  <a:lnTo>
                    <a:pt x="2721655" y="1420497"/>
                  </a:lnTo>
                  <a:lnTo>
                    <a:pt x="2650033" y="1414718"/>
                  </a:lnTo>
                  <a:lnTo>
                    <a:pt x="2578410" y="1408905"/>
                  </a:lnTo>
                  <a:lnTo>
                    <a:pt x="2506788" y="1403057"/>
                  </a:lnTo>
                  <a:lnTo>
                    <a:pt x="2435165" y="1397175"/>
                  </a:lnTo>
                  <a:lnTo>
                    <a:pt x="2363543" y="1391258"/>
                  </a:lnTo>
                  <a:lnTo>
                    <a:pt x="2291920" y="1385307"/>
                  </a:lnTo>
                  <a:lnTo>
                    <a:pt x="2220298" y="1379320"/>
                  </a:lnTo>
                  <a:lnTo>
                    <a:pt x="2148675" y="1373298"/>
                  </a:lnTo>
                  <a:lnTo>
                    <a:pt x="2077053" y="1367240"/>
                  </a:lnTo>
                  <a:lnTo>
                    <a:pt x="2005430" y="1361147"/>
                  </a:lnTo>
                  <a:lnTo>
                    <a:pt x="1933808" y="1355018"/>
                  </a:lnTo>
                  <a:lnTo>
                    <a:pt x="1862185" y="1348853"/>
                  </a:lnTo>
                  <a:lnTo>
                    <a:pt x="1790563" y="1342652"/>
                  </a:lnTo>
                  <a:lnTo>
                    <a:pt x="1718940" y="1336414"/>
                  </a:lnTo>
                  <a:lnTo>
                    <a:pt x="1647318" y="1330139"/>
                  </a:lnTo>
                  <a:lnTo>
                    <a:pt x="1575695" y="1323827"/>
                  </a:lnTo>
                  <a:lnTo>
                    <a:pt x="1504073" y="1317478"/>
                  </a:lnTo>
                  <a:lnTo>
                    <a:pt x="1432450" y="1311092"/>
                  </a:lnTo>
                  <a:lnTo>
                    <a:pt x="1360827" y="1304668"/>
                  </a:lnTo>
                  <a:lnTo>
                    <a:pt x="1289205" y="1298206"/>
                  </a:lnTo>
                  <a:lnTo>
                    <a:pt x="1217582" y="1291706"/>
                  </a:lnTo>
                  <a:lnTo>
                    <a:pt x="1145960" y="1285168"/>
                  </a:lnTo>
                  <a:lnTo>
                    <a:pt x="1074337" y="1278591"/>
                  </a:lnTo>
                  <a:lnTo>
                    <a:pt x="1002715" y="1271976"/>
                  </a:lnTo>
                  <a:lnTo>
                    <a:pt x="931092" y="1265321"/>
                  </a:lnTo>
                  <a:lnTo>
                    <a:pt x="859470" y="1258628"/>
                  </a:lnTo>
                  <a:lnTo>
                    <a:pt x="787847" y="1251894"/>
                  </a:lnTo>
                  <a:lnTo>
                    <a:pt x="716225" y="1245122"/>
                  </a:lnTo>
                  <a:lnTo>
                    <a:pt x="644602" y="1238309"/>
                  </a:lnTo>
                  <a:lnTo>
                    <a:pt x="572980" y="1231456"/>
                  </a:lnTo>
                  <a:lnTo>
                    <a:pt x="501357" y="1224563"/>
                  </a:lnTo>
                  <a:lnTo>
                    <a:pt x="429735" y="1217629"/>
                  </a:lnTo>
                  <a:lnTo>
                    <a:pt x="358112" y="1210655"/>
                  </a:lnTo>
                  <a:lnTo>
                    <a:pt x="286490" y="1203639"/>
                  </a:lnTo>
                  <a:lnTo>
                    <a:pt x="214867" y="1196582"/>
                  </a:lnTo>
                  <a:lnTo>
                    <a:pt x="143245" y="1189483"/>
                  </a:lnTo>
                  <a:lnTo>
                    <a:pt x="71622" y="1182342"/>
                  </a:lnTo>
                  <a:lnTo>
                    <a:pt x="0" y="117516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155882"/>
              <a:ext cx="7090630" cy="1715915"/>
            </a:xfrm>
            <a:custGeom>
              <a:avLst/>
              <a:pathLst>
                <a:path w="7090630" h="1715915">
                  <a:moveTo>
                    <a:pt x="0" y="0"/>
                  </a:moveTo>
                  <a:lnTo>
                    <a:pt x="71622" y="38058"/>
                  </a:lnTo>
                  <a:lnTo>
                    <a:pt x="143245" y="75514"/>
                  </a:lnTo>
                  <a:lnTo>
                    <a:pt x="214867" y="112376"/>
                  </a:lnTo>
                  <a:lnTo>
                    <a:pt x="286490" y="148654"/>
                  </a:lnTo>
                  <a:lnTo>
                    <a:pt x="358112" y="184357"/>
                  </a:lnTo>
                  <a:lnTo>
                    <a:pt x="429735" y="219494"/>
                  </a:lnTo>
                  <a:lnTo>
                    <a:pt x="501357" y="254075"/>
                  </a:lnTo>
                  <a:lnTo>
                    <a:pt x="572980" y="288107"/>
                  </a:lnTo>
                  <a:lnTo>
                    <a:pt x="644602" y="321599"/>
                  </a:lnTo>
                  <a:lnTo>
                    <a:pt x="716225" y="354561"/>
                  </a:lnTo>
                  <a:lnTo>
                    <a:pt x="787847" y="387001"/>
                  </a:lnTo>
                  <a:lnTo>
                    <a:pt x="859470" y="418926"/>
                  </a:lnTo>
                  <a:lnTo>
                    <a:pt x="931092" y="450346"/>
                  </a:lnTo>
                  <a:lnTo>
                    <a:pt x="1002715" y="481267"/>
                  </a:lnTo>
                  <a:lnTo>
                    <a:pt x="1074337" y="511699"/>
                  </a:lnTo>
                  <a:lnTo>
                    <a:pt x="1145960" y="541648"/>
                  </a:lnTo>
                  <a:lnTo>
                    <a:pt x="1217582" y="571122"/>
                  </a:lnTo>
                  <a:lnTo>
                    <a:pt x="1289205" y="600130"/>
                  </a:lnTo>
                  <a:lnTo>
                    <a:pt x="1360827" y="628677"/>
                  </a:lnTo>
                  <a:lnTo>
                    <a:pt x="1432450" y="656772"/>
                  </a:lnTo>
                  <a:lnTo>
                    <a:pt x="1504073" y="684422"/>
                  </a:lnTo>
                  <a:lnTo>
                    <a:pt x="1575695" y="711634"/>
                  </a:lnTo>
                  <a:lnTo>
                    <a:pt x="1647318" y="738414"/>
                  </a:lnTo>
                  <a:lnTo>
                    <a:pt x="1718940" y="764770"/>
                  </a:lnTo>
                  <a:lnTo>
                    <a:pt x="1790563" y="790708"/>
                  </a:lnTo>
                  <a:lnTo>
                    <a:pt x="1862185" y="816235"/>
                  </a:lnTo>
                  <a:lnTo>
                    <a:pt x="1933808" y="841358"/>
                  </a:lnTo>
                  <a:lnTo>
                    <a:pt x="2005430" y="866082"/>
                  </a:lnTo>
                  <a:lnTo>
                    <a:pt x="2077053" y="890415"/>
                  </a:lnTo>
                  <a:lnTo>
                    <a:pt x="2148675" y="914362"/>
                  </a:lnTo>
                  <a:lnTo>
                    <a:pt x="2220298" y="937929"/>
                  </a:lnTo>
                  <a:lnTo>
                    <a:pt x="2291920" y="961123"/>
                  </a:lnTo>
                  <a:lnTo>
                    <a:pt x="2363543" y="983949"/>
                  </a:lnTo>
                  <a:lnTo>
                    <a:pt x="2435165" y="1006414"/>
                  </a:lnTo>
                  <a:lnTo>
                    <a:pt x="2506788" y="1028522"/>
                  </a:lnTo>
                  <a:lnTo>
                    <a:pt x="2578410" y="1050280"/>
                  </a:lnTo>
                  <a:lnTo>
                    <a:pt x="2650033" y="1071693"/>
                  </a:lnTo>
                  <a:lnTo>
                    <a:pt x="2721655" y="1092767"/>
                  </a:lnTo>
                  <a:lnTo>
                    <a:pt x="2793278" y="1113507"/>
                  </a:lnTo>
                  <a:lnTo>
                    <a:pt x="2864901" y="1133918"/>
                  </a:lnTo>
                  <a:lnTo>
                    <a:pt x="2936523" y="1154006"/>
                  </a:lnTo>
                  <a:lnTo>
                    <a:pt x="3008146" y="1173775"/>
                  </a:lnTo>
                  <a:lnTo>
                    <a:pt x="3079768" y="1193231"/>
                  </a:lnTo>
                  <a:lnTo>
                    <a:pt x="3151391" y="1212378"/>
                  </a:lnTo>
                  <a:lnTo>
                    <a:pt x="3223013" y="1231223"/>
                  </a:lnTo>
                  <a:lnTo>
                    <a:pt x="3294636" y="1249768"/>
                  </a:lnTo>
                  <a:lnTo>
                    <a:pt x="3366258" y="1268020"/>
                  </a:lnTo>
                  <a:lnTo>
                    <a:pt x="3437881" y="1285982"/>
                  </a:lnTo>
                  <a:lnTo>
                    <a:pt x="3509503" y="1303659"/>
                  </a:lnTo>
                  <a:lnTo>
                    <a:pt x="3581126" y="1321057"/>
                  </a:lnTo>
                  <a:lnTo>
                    <a:pt x="3652748" y="1338179"/>
                  </a:lnTo>
                  <a:lnTo>
                    <a:pt x="3724371" y="1355029"/>
                  </a:lnTo>
                  <a:lnTo>
                    <a:pt x="3795993" y="1371612"/>
                  </a:lnTo>
                  <a:lnTo>
                    <a:pt x="3867616" y="1387933"/>
                  </a:lnTo>
                  <a:lnTo>
                    <a:pt x="3939238" y="1403994"/>
                  </a:lnTo>
                  <a:lnTo>
                    <a:pt x="4010861" y="1419802"/>
                  </a:lnTo>
                  <a:lnTo>
                    <a:pt x="4082483" y="1435358"/>
                  </a:lnTo>
                  <a:lnTo>
                    <a:pt x="4154106" y="1450668"/>
                  </a:lnTo>
                  <a:lnTo>
                    <a:pt x="4225729" y="1465736"/>
                  </a:lnTo>
                  <a:lnTo>
                    <a:pt x="4297351" y="1480565"/>
                  </a:lnTo>
                  <a:lnTo>
                    <a:pt x="4368974" y="1495158"/>
                  </a:lnTo>
                  <a:lnTo>
                    <a:pt x="4440596" y="1509521"/>
                  </a:lnTo>
                  <a:lnTo>
                    <a:pt x="4512219" y="1523655"/>
                  </a:lnTo>
                  <a:lnTo>
                    <a:pt x="4583841" y="1537566"/>
                  </a:lnTo>
                  <a:lnTo>
                    <a:pt x="4655464" y="1551256"/>
                  </a:lnTo>
                  <a:lnTo>
                    <a:pt x="4727086" y="1564730"/>
                  </a:lnTo>
                  <a:lnTo>
                    <a:pt x="4798709" y="1574147"/>
                  </a:lnTo>
                  <a:lnTo>
                    <a:pt x="4870331" y="1578992"/>
                  </a:lnTo>
                  <a:lnTo>
                    <a:pt x="4941954" y="1583809"/>
                  </a:lnTo>
                  <a:lnTo>
                    <a:pt x="5013576" y="1588598"/>
                  </a:lnTo>
                  <a:lnTo>
                    <a:pt x="5085199" y="1593359"/>
                  </a:lnTo>
                  <a:lnTo>
                    <a:pt x="5156821" y="1598092"/>
                  </a:lnTo>
                  <a:lnTo>
                    <a:pt x="5228444" y="1602797"/>
                  </a:lnTo>
                  <a:lnTo>
                    <a:pt x="5300066" y="1607475"/>
                  </a:lnTo>
                  <a:lnTo>
                    <a:pt x="5371689" y="1612125"/>
                  </a:lnTo>
                  <a:lnTo>
                    <a:pt x="5443311" y="1616748"/>
                  </a:lnTo>
                  <a:lnTo>
                    <a:pt x="5514934" y="1621344"/>
                  </a:lnTo>
                  <a:lnTo>
                    <a:pt x="5586557" y="1625913"/>
                  </a:lnTo>
                  <a:lnTo>
                    <a:pt x="5658179" y="1630455"/>
                  </a:lnTo>
                  <a:lnTo>
                    <a:pt x="5729802" y="1634971"/>
                  </a:lnTo>
                  <a:lnTo>
                    <a:pt x="5801424" y="1639460"/>
                  </a:lnTo>
                  <a:lnTo>
                    <a:pt x="5873047" y="1643923"/>
                  </a:lnTo>
                  <a:lnTo>
                    <a:pt x="5944669" y="1648360"/>
                  </a:lnTo>
                  <a:lnTo>
                    <a:pt x="6016292" y="1652771"/>
                  </a:lnTo>
                  <a:lnTo>
                    <a:pt x="6087914" y="1657156"/>
                  </a:lnTo>
                  <a:lnTo>
                    <a:pt x="6159537" y="1661515"/>
                  </a:lnTo>
                  <a:lnTo>
                    <a:pt x="6231159" y="1665849"/>
                  </a:lnTo>
                  <a:lnTo>
                    <a:pt x="6302782" y="1670157"/>
                  </a:lnTo>
                  <a:lnTo>
                    <a:pt x="6374404" y="1674440"/>
                  </a:lnTo>
                  <a:lnTo>
                    <a:pt x="6446027" y="1678698"/>
                  </a:lnTo>
                  <a:lnTo>
                    <a:pt x="6517649" y="1682931"/>
                  </a:lnTo>
                  <a:lnTo>
                    <a:pt x="6589272" y="1687139"/>
                  </a:lnTo>
                  <a:lnTo>
                    <a:pt x="6660894" y="1691323"/>
                  </a:lnTo>
                  <a:lnTo>
                    <a:pt x="6732517" y="1695482"/>
                  </a:lnTo>
                  <a:lnTo>
                    <a:pt x="6804139" y="1699617"/>
                  </a:lnTo>
                  <a:lnTo>
                    <a:pt x="6875762" y="1703728"/>
                  </a:lnTo>
                  <a:lnTo>
                    <a:pt x="6947385" y="1707814"/>
                  </a:lnTo>
                  <a:lnTo>
                    <a:pt x="7019007" y="1711877"/>
                  </a:lnTo>
                  <a:lnTo>
                    <a:pt x="7090630" y="1715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31042"/>
              <a:ext cx="7090630" cy="732378"/>
            </a:xfrm>
            <a:custGeom>
              <a:avLst/>
              <a:pathLst>
                <a:path w="7090630" h="732378">
                  <a:moveTo>
                    <a:pt x="7090630" y="732378"/>
                  </a:moveTo>
                  <a:lnTo>
                    <a:pt x="7019007" y="724425"/>
                  </a:lnTo>
                  <a:lnTo>
                    <a:pt x="6947385" y="716344"/>
                  </a:lnTo>
                  <a:lnTo>
                    <a:pt x="6875762" y="708133"/>
                  </a:lnTo>
                  <a:lnTo>
                    <a:pt x="6804139" y="699790"/>
                  </a:lnTo>
                  <a:lnTo>
                    <a:pt x="6732517" y="691313"/>
                  </a:lnTo>
                  <a:lnTo>
                    <a:pt x="6660894" y="682699"/>
                  </a:lnTo>
                  <a:lnTo>
                    <a:pt x="6589272" y="673946"/>
                  </a:lnTo>
                  <a:lnTo>
                    <a:pt x="6517649" y="665053"/>
                  </a:lnTo>
                  <a:lnTo>
                    <a:pt x="6446027" y="656016"/>
                  </a:lnTo>
                  <a:lnTo>
                    <a:pt x="6374404" y="646833"/>
                  </a:lnTo>
                  <a:lnTo>
                    <a:pt x="6302782" y="637503"/>
                  </a:lnTo>
                  <a:lnTo>
                    <a:pt x="6231159" y="628022"/>
                  </a:lnTo>
                  <a:lnTo>
                    <a:pt x="6159537" y="618389"/>
                  </a:lnTo>
                  <a:lnTo>
                    <a:pt x="6087914" y="608601"/>
                  </a:lnTo>
                  <a:lnTo>
                    <a:pt x="6016292" y="598655"/>
                  </a:lnTo>
                  <a:lnTo>
                    <a:pt x="5944669" y="588549"/>
                  </a:lnTo>
                  <a:lnTo>
                    <a:pt x="5873047" y="578280"/>
                  </a:lnTo>
                  <a:lnTo>
                    <a:pt x="5801424" y="567846"/>
                  </a:lnTo>
                  <a:lnTo>
                    <a:pt x="5729802" y="557243"/>
                  </a:lnTo>
                  <a:lnTo>
                    <a:pt x="5658179" y="546470"/>
                  </a:lnTo>
                  <a:lnTo>
                    <a:pt x="5586557" y="535524"/>
                  </a:lnTo>
                  <a:lnTo>
                    <a:pt x="5514934" y="524401"/>
                  </a:lnTo>
                  <a:lnTo>
                    <a:pt x="5443311" y="513099"/>
                  </a:lnTo>
                  <a:lnTo>
                    <a:pt x="5371689" y="501615"/>
                  </a:lnTo>
                  <a:lnTo>
                    <a:pt x="5300066" y="489946"/>
                  </a:lnTo>
                  <a:lnTo>
                    <a:pt x="5228444" y="478089"/>
                  </a:lnTo>
                  <a:lnTo>
                    <a:pt x="5156821" y="466041"/>
                  </a:lnTo>
                  <a:lnTo>
                    <a:pt x="5085199" y="453800"/>
                  </a:lnTo>
                  <a:lnTo>
                    <a:pt x="5013576" y="441361"/>
                  </a:lnTo>
                  <a:lnTo>
                    <a:pt x="4941954" y="428722"/>
                  </a:lnTo>
                  <a:lnTo>
                    <a:pt x="4870331" y="415879"/>
                  </a:lnTo>
                  <a:lnTo>
                    <a:pt x="4798709" y="402829"/>
                  </a:lnTo>
                  <a:lnTo>
                    <a:pt x="4727086" y="394112"/>
                  </a:lnTo>
                  <a:lnTo>
                    <a:pt x="4655464" y="389210"/>
                  </a:lnTo>
                  <a:lnTo>
                    <a:pt x="4583841" y="384278"/>
                  </a:lnTo>
                  <a:lnTo>
                    <a:pt x="4512219" y="379317"/>
                  </a:lnTo>
                  <a:lnTo>
                    <a:pt x="4440596" y="374327"/>
                  </a:lnTo>
                  <a:lnTo>
                    <a:pt x="4368974" y="369308"/>
                  </a:lnTo>
                  <a:lnTo>
                    <a:pt x="4297351" y="364259"/>
                  </a:lnTo>
                  <a:lnTo>
                    <a:pt x="4225729" y="359180"/>
                  </a:lnTo>
                  <a:lnTo>
                    <a:pt x="4154106" y="354072"/>
                  </a:lnTo>
                  <a:lnTo>
                    <a:pt x="4082483" y="348933"/>
                  </a:lnTo>
                  <a:lnTo>
                    <a:pt x="4010861" y="343764"/>
                  </a:lnTo>
                  <a:lnTo>
                    <a:pt x="3939238" y="338565"/>
                  </a:lnTo>
                  <a:lnTo>
                    <a:pt x="3867616" y="333335"/>
                  </a:lnTo>
                  <a:lnTo>
                    <a:pt x="3795993" y="328074"/>
                  </a:lnTo>
                  <a:lnTo>
                    <a:pt x="3724371" y="322782"/>
                  </a:lnTo>
                  <a:lnTo>
                    <a:pt x="3652748" y="317459"/>
                  </a:lnTo>
                  <a:lnTo>
                    <a:pt x="3581126" y="312105"/>
                  </a:lnTo>
                  <a:lnTo>
                    <a:pt x="3509503" y="306719"/>
                  </a:lnTo>
                  <a:lnTo>
                    <a:pt x="3437881" y="301301"/>
                  </a:lnTo>
                  <a:lnTo>
                    <a:pt x="3366258" y="295851"/>
                  </a:lnTo>
                  <a:lnTo>
                    <a:pt x="3294636" y="290370"/>
                  </a:lnTo>
                  <a:lnTo>
                    <a:pt x="3223013" y="284856"/>
                  </a:lnTo>
                  <a:lnTo>
                    <a:pt x="3151391" y="279309"/>
                  </a:lnTo>
                  <a:lnTo>
                    <a:pt x="3079768" y="273730"/>
                  </a:lnTo>
                  <a:lnTo>
                    <a:pt x="3008146" y="268118"/>
                  </a:lnTo>
                  <a:lnTo>
                    <a:pt x="2936523" y="262473"/>
                  </a:lnTo>
                  <a:lnTo>
                    <a:pt x="2864901" y="256794"/>
                  </a:lnTo>
                  <a:lnTo>
                    <a:pt x="2793278" y="251083"/>
                  </a:lnTo>
                  <a:lnTo>
                    <a:pt x="2721655" y="245337"/>
                  </a:lnTo>
                  <a:lnTo>
                    <a:pt x="2650033" y="239558"/>
                  </a:lnTo>
                  <a:lnTo>
                    <a:pt x="2578410" y="233744"/>
                  </a:lnTo>
                  <a:lnTo>
                    <a:pt x="2506788" y="227897"/>
                  </a:lnTo>
                  <a:lnTo>
                    <a:pt x="2435165" y="222014"/>
                  </a:lnTo>
                  <a:lnTo>
                    <a:pt x="2363543" y="216098"/>
                  </a:lnTo>
                  <a:lnTo>
                    <a:pt x="2291920" y="210146"/>
                  </a:lnTo>
                  <a:lnTo>
                    <a:pt x="2220298" y="204159"/>
                  </a:lnTo>
                  <a:lnTo>
                    <a:pt x="2148675" y="198137"/>
                  </a:lnTo>
                  <a:lnTo>
                    <a:pt x="2077053" y="192080"/>
                  </a:lnTo>
                  <a:lnTo>
                    <a:pt x="2005430" y="185987"/>
                  </a:lnTo>
                  <a:lnTo>
                    <a:pt x="1933808" y="179858"/>
                  </a:lnTo>
                  <a:lnTo>
                    <a:pt x="1862185" y="173693"/>
                  </a:lnTo>
                  <a:lnTo>
                    <a:pt x="1790563" y="167491"/>
                  </a:lnTo>
                  <a:lnTo>
                    <a:pt x="1718940" y="161253"/>
                  </a:lnTo>
                  <a:lnTo>
                    <a:pt x="1647318" y="154978"/>
                  </a:lnTo>
                  <a:lnTo>
                    <a:pt x="1575695" y="148667"/>
                  </a:lnTo>
                  <a:lnTo>
                    <a:pt x="1504073" y="142318"/>
                  </a:lnTo>
                  <a:lnTo>
                    <a:pt x="1432450" y="135931"/>
                  </a:lnTo>
                  <a:lnTo>
                    <a:pt x="1360827" y="129507"/>
                  </a:lnTo>
                  <a:lnTo>
                    <a:pt x="1289205" y="123046"/>
                  </a:lnTo>
                  <a:lnTo>
                    <a:pt x="1217582" y="116546"/>
                  </a:lnTo>
                  <a:lnTo>
                    <a:pt x="1145960" y="110007"/>
                  </a:lnTo>
                  <a:lnTo>
                    <a:pt x="1074337" y="103431"/>
                  </a:lnTo>
                  <a:lnTo>
                    <a:pt x="1002715" y="96815"/>
                  </a:lnTo>
                  <a:lnTo>
                    <a:pt x="931092" y="90161"/>
                  </a:lnTo>
                  <a:lnTo>
                    <a:pt x="859470" y="83467"/>
                  </a:lnTo>
                  <a:lnTo>
                    <a:pt x="787847" y="76734"/>
                  </a:lnTo>
                  <a:lnTo>
                    <a:pt x="716225" y="69961"/>
                  </a:lnTo>
                  <a:lnTo>
                    <a:pt x="644602" y="63149"/>
                  </a:lnTo>
                  <a:lnTo>
                    <a:pt x="572980" y="56296"/>
                  </a:lnTo>
                  <a:lnTo>
                    <a:pt x="501357" y="49403"/>
                  </a:lnTo>
                  <a:lnTo>
                    <a:pt x="429735" y="42469"/>
                  </a:lnTo>
                  <a:lnTo>
                    <a:pt x="358112" y="35494"/>
                  </a:lnTo>
                  <a:lnTo>
                    <a:pt x="286490" y="28478"/>
                  </a:lnTo>
                  <a:lnTo>
                    <a:pt x="214867" y="21421"/>
                  </a:lnTo>
                  <a:lnTo>
                    <a:pt x="143245" y="14323"/>
                  </a:lnTo>
                  <a:lnTo>
                    <a:pt x="71622" y="718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41273"/>
              <a:ext cx="7090630" cy="1134172"/>
            </a:xfrm>
            <a:custGeom>
              <a:avLst/>
              <a:pathLst>
                <a:path w="7090630" h="1134172">
                  <a:moveTo>
                    <a:pt x="0" y="0"/>
                  </a:moveTo>
                  <a:lnTo>
                    <a:pt x="71622" y="18645"/>
                  </a:lnTo>
                  <a:lnTo>
                    <a:pt x="143245" y="37088"/>
                  </a:lnTo>
                  <a:lnTo>
                    <a:pt x="214867" y="55330"/>
                  </a:lnTo>
                  <a:lnTo>
                    <a:pt x="286490" y="73375"/>
                  </a:lnTo>
                  <a:lnTo>
                    <a:pt x="358112" y="91223"/>
                  </a:lnTo>
                  <a:lnTo>
                    <a:pt x="429735" y="108877"/>
                  </a:lnTo>
                  <a:lnTo>
                    <a:pt x="501357" y="126340"/>
                  </a:lnTo>
                  <a:lnTo>
                    <a:pt x="572980" y="143612"/>
                  </a:lnTo>
                  <a:lnTo>
                    <a:pt x="644602" y="160697"/>
                  </a:lnTo>
                  <a:lnTo>
                    <a:pt x="716225" y="177597"/>
                  </a:lnTo>
                  <a:lnTo>
                    <a:pt x="787847" y="194312"/>
                  </a:lnTo>
                  <a:lnTo>
                    <a:pt x="859470" y="210847"/>
                  </a:lnTo>
                  <a:lnTo>
                    <a:pt x="931092" y="227201"/>
                  </a:lnTo>
                  <a:lnTo>
                    <a:pt x="1002715" y="243378"/>
                  </a:lnTo>
                  <a:lnTo>
                    <a:pt x="1074337" y="259379"/>
                  </a:lnTo>
                  <a:lnTo>
                    <a:pt x="1145960" y="275206"/>
                  </a:lnTo>
                  <a:lnTo>
                    <a:pt x="1217582" y="290861"/>
                  </a:lnTo>
                  <a:lnTo>
                    <a:pt x="1289205" y="306346"/>
                  </a:lnTo>
                  <a:lnTo>
                    <a:pt x="1360827" y="321663"/>
                  </a:lnTo>
                  <a:lnTo>
                    <a:pt x="1432450" y="336813"/>
                  </a:lnTo>
                  <a:lnTo>
                    <a:pt x="1504073" y="351799"/>
                  </a:lnTo>
                  <a:lnTo>
                    <a:pt x="1575695" y="366622"/>
                  </a:lnTo>
                  <a:lnTo>
                    <a:pt x="1647318" y="381284"/>
                  </a:lnTo>
                  <a:lnTo>
                    <a:pt x="1718940" y="395786"/>
                  </a:lnTo>
                  <a:lnTo>
                    <a:pt x="1790563" y="410131"/>
                  </a:lnTo>
                  <a:lnTo>
                    <a:pt x="1862185" y="424320"/>
                  </a:lnTo>
                  <a:lnTo>
                    <a:pt x="1933808" y="438355"/>
                  </a:lnTo>
                  <a:lnTo>
                    <a:pt x="2005430" y="452238"/>
                  </a:lnTo>
                  <a:lnTo>
                    <a:pt x="2077053" y="465969"/>
                  </a:lnTo>
                  <a:lnTo>
                    <a:pt x="2148675" y="479552"/>
                  </a:lnTo>
                  <a:lnTo>
                    <a:pt x="2220298" y="492986"/>
                  </a:lnTo>
                  <a:lnTo>
                    <a:pt x="2291920" y="506275"/>
                  </a:lnTo>
                  <a:lnTo>
                    <a:pt x="2363543" y="519420"/>
                  </a:lnTo>
                  <a:lnTo>
                    <a:pt x="2435165" y="532421"/>
                  </a:lnTo>
                  <a:lnTo>
                    <a:pt x="2506788" y="545281"/>
                  </a:lnTo>
                  <a:lnTo>
                    <a:pt x="2578410" y="558002"/>
                  </a:lnTo>
                  <a:lnTo>
                    <a:pt x="2650033" y="570584"/>
                  </a:lnTo>
                  <a:lnTo>
                    <a:pt x="2721655" y="583030"/>
                  </a:lnTo>
                  <a:lnTo>
                    <a:pt x="2793278" y="595340"/>
                  </a:lnTo>
                  <a:lnTo>
                    <a:pt x="2864901" y="607517"/>
                  </a:lnTo>
                  <a:lnTo>
                    <a:pt x="2936523" y="619561"/>
                  </a:lnTo>
                  <a:lnTo>
                    <a:pt x="3008146" y="631475"/>
                  </a:lnTo>
                  <a:lnTo>
                    <a:pt x="3079768" y="643259"/>
                  </a:lnTo>
                  <a:lnTo>
                    <a:pt x="3151391" y="654915"/>
                  </a:lnTo>
                  <a:lnTo>
                    <a:pt x="3223013" y="666444"/>
                  </a:lnTo>
                  <a:lnTo>
                    <a:pt x="3294636" y="677848"/>
                  </a:lnTo>
                  <a:lnTo>
                    <a:pt x="3366258" y="689128"/>
                  </a:lnTo>
                  <a:lnTo>
                    <a:pt x="3437881" y="700286"/>
                  </a:lnTo>
                  <a:lnTo>
                    <a:pt x="3509503" y="711322"/>
                  </a:lnTo>
                  <a:lnTo>
                    <a:pt x="3581126" y="722238"/>
                  </a:lnTo>
                  <a:lnTo>
                    <a:pt x="3652748" y="733036"/>
                  </a:lnTo>
                  <a:lnTo>
                    <a:pt x="3724371" y="743717"/>
                  </a:lnTo>
                  <a:lnTo>
                    <a:pt x="3795993" y="754281"/>
                  </a:lnTo>
                  <a:lnTo>
                    <a:pt x="3867616" y="764731"/>
                  </a:lnTo>
                  <a:lnTo>
                    <a:pt x="3939238" y="775067"/>
                  </a:lnTo>
                  <a:lnTo>
                    <a:pt x="4010861" y="785290"/>
                  </a:lnTo>
                  <a:lnTo>
                    <a:pt x="4082483" y="795403"/>
                  </a:lnTo>
                  <a:lnTo>
                    <a:pt x="4154106" y="805406"/>
                  </a:lnTo>
                  <a:lnTo>
                    <a:pt x="4225729" y="815300"/>
                  </a:lnTo>
                  <a:lnTo>
                    <a:pt x="4297351" y="825087"/>
                  </a:lnTo>
                  <a:lnTo>
                    <a:pt x="4368974" y="834767"/>
                  </a:lnTo>
                  <a:lnTo>
                    <a:pt x="4440596" y="844342"/>
                  </a:lnTo>
                  <a:lnTo>
                    <a:pt x="4512219" y="853813"/>
                  </a:lnTo>
                  <a:lnTo>
                    <a:pt x="4583841" y="863181"/>
                  </a:lnTo>
                  <a:lnTo>
                    <a:pt x="4655464" y="872447"/>
                  </a:lnTo>
                  <a:lnTo>
                    <a:pt x="4727086" y="881613"/>
                  </a:lnTo>
                  <a:lnTo>
                    <a:pt x="4798709" y="890679"/>
                  </a:lnTo>
                  <a:lnTo>
                    <a:pt x="4870331" y="899646"/>
                  </a:lnTo>
                  <a:lnTo>
                    <a:pt x="4941954" y="908517"/>
                  </a:lnTo>
                  <a:lnTo>
                    <a:pt x="5013576" y="917290"/>
                  </a:lnTo>
                  <a:lnTo>
                    <a:pt x="5085199" y="925969"/>
                  </a:lnTo>
                  <a:lnTo>
                    <a:pt x="5156821" y="934553"/>
                  </a:lnTo>
                  <a:lnTo>
                    <a:pt x="5228444" y="943044"/>
                  </a:lnTo>
                  <a:lnTo>
                    <a:pt x="5300066" y="951442"/>
                  </a:lnTo>
                  <a:lnTo>
                    <a:pt x="5371689" y="959749"/>
                  </a:lnTo>
                  <a:lnTo>
                    <a:pt x="5443311" y="967966"/>
                  </a:lnTo>
                  <a:lnTo>
                    <a:pt x="5514934" y="976094"/>
                  </a:lnTo>
                  <a:lnTo>
                    <a:pt x="5586557" y="984134"/>
                  </a:lnTo>
                  <a:lnTo>
                    <a:pt x="5658179" y="992086"/>
                  </a:lnTo>
                  <a:lnTo>
                    <a:pt x="5729802" y="999951"/>
                  </a:lnTo>
                  <a:lnTo>
                    <a:pt x="5801424" y="1007731"/>
                  </a:lnTo>
                  <a:lnTo>
                    <a:pt x="5873047" y="1015427"/>
                  </a:lnTo>
                  <a:lnTo>
                    <a:pt x="5944669" y="1023039"/>
                  </a:lnTo>
                  <a:lnTo>
                    <a:pt x="6016292" y="1030569"/>
                  </a:lnTo>
                  <a:lnTo>
                    <a:pt x="6087914" y="1038016"/>
                  </a:lnTo>
                  <a:lnTo>
                    <a:pt x="6159537" y="1045383"/>
                  </a:lnTo>
                  <a:lnTo>
                    <a:pt x="6231159" y="1052669"/>
                  </a:lnTo>
                  <a:lnTo>
                    <a:pt x="6302782" y="1059877"/>
                  </a:lnTo>
                  <a:lnTo>
                    <a:pt x="6374404" y="1067006"/>
                  </a:lnTo>
                  <a:lnTo>
                    <a:pt x="6446027" y="1074057"/>
                  </a:lnTo>
                  <a:lnTo>
                    <a:pt x="6517649" y="1081032"/>
                  </a:lnTo>
                  <a:lnTo>
                    <a:pt x="6589272" y="1087931"/>
                  </a:lnTo>
                  <a:lnTo>
                    <a:pt x="6660894" y="1094756"/>
                  </a:lnTo>
                  <a:lnTo>
                    <a:pt x="6732517" y="1101506"/>
                  </a:lnTo>
                  <a:lnTo>
                    <a:pt x="6804139" y="1108182"/>
                  </a:lnTo>
                  <a:lnTo>
                    <a:pt x="6875762" y="1114787"/>
                  </a:lnTo>
                  <a:lnTo>
                    <a:pt x="6947385" y="1121319"/>
                  </a:lnTo>
                  <a:lnTo>
                    <a:pt x="7019007" y="1127780"/>
                  </a:lnTo>
                  <a:lnTo>
                    <a:pt x="7090630" y="113417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585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1.14 (1.07-1.21), p_Bonf = &lt;0.001 (n = 6)  |  per IQR decline (Δ = 23.3): 1.36 (1.18-1.57)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2026-09-28T17:35:30Z</dcterms:modified>
  <cp:category/>
</cp:coreProperties>
</file>