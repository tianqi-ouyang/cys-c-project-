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59691"/>
            </a:xfrm>
            <a:custGeom>
              <a:avLst/>
              <a:pathLst>
                <a:path w="7090630" h="3359691">
                  <a:moveTo>
                    <a:pt x="640840" y="0"/>
                  </a:moveTo>
                  <a:lnTo>
                    <a:pt x="644602" y="6891"/>
                  </a:lnTo>
                  <a:lnTo>
                    <a:pt x="716225" y="133301"/>
                  </a:lnTo>
                  <a:lnTo>
                    <a:pt x="787847" y="255115"/>
                  </a:lnTo>
                  <a:lnTo>
                    <a:pt x="859470" y="372500"/>
                  </a:lnTo>
                  <a:lnTo>
                    <a:pt x="931092" y="485618"/>
                  </a:lnTo>
                  <a:lnTo>
                    <a:pt x="1002715" y="594623"/>
                  </a:lnTo>
                  <a:lnTo>
                    <a:pt x="1074337" y="699664"/>
                  </a:lnTo>
                  <a:lnTo>
                    <a:pt x="1145960" y="800887"/>
                  </a:lnTo>
                  <a:lnTo>
                    <a:pt x="1217582" y="898429"/>
                  </a:lnTo>
                  <a:lnTo>
                    <a:pt x="1289205" y="992425"/>
                  </a:lnTo>
                  <a:lnTo>
                    <a:pt x="1360827" y="1083004"/>
                  </a:lnTo>
                  <a:lnTo>
                    <a:pt x="1432450" y="1170289"/>
                  </a:lnTo>
                  <a:lnTo>
                    <a:pt x="1504073" y="1254401"/>
                  </a:lnTo>
                  <a:lnTo>
                    <a:pt x="1575695" y="1335455"/>
                  </a:lnTo>
                  <a:lnTo>
                    <a:pt x="1647318" y="1413561"/>
                  </a:lnTo>
                  <a:lnTo>
                    <a:pt x="1718940" y="1488828"/>
                  </a:lnTo>
                  <a:lnTo>
                    <a:pt x="1790563" y="1561359"/>
                  </a:lnTo>
                  <a:lnTo>
                    <a:pt x="1862185" y="1631252"/>
                  </a:lnTo>
                  <a:lnTo>
                    <a:pt x="1933808" y="1698605"/>
                  </a:lnTo>
                  <a:lnTo>
                    <a:pt x="2005430" y="1763508"/>
                  </a:lnTo>
                  <a:lnTo>
                    <a:pt x="2077053" y="1826052"/>
                  </a:lnTo>
                  <a:lnTo>
                    <a:pt x="2148675" y="1886322"/>
                  </a:lnTo>
                  <a:lnTo>
                    <a:pt x="2220298" y="1944400"/>
                  </a:lnTo>
                  <a:lnTo>
                    <a:pt x="2291920" y="2000367"/>
                  </a:lnTo>
                  <a:lnTo>
                    <a:pt x="2363543" y="2054299"/>
                  </a:lnTo>
                  <a:lnTo>
                    <a:pt x="2435165" y="2106271"/>
                  </a:lnTo>
                  <a:lnTo>
                    <a:pt x="2506788" y="2156352"/>
                  </a:lnTo>
                  <a:lnTo>
                    <a:pt x="2578410" y="2204613"/>
                  </a:lnTo>
                  <a:lnTo>
                    <a:pt x="2650033" y="2251120"/>
                  </a:lnTo>
                  <a:lnTo>
                    <a:pt x="2721655" y="2295935"/>
                  </a:lnTo>
                  <a:lnTo>
                    <a:pt x="2793278" y="2339121"/>
                  </a:lnTo>
                  <a:lnTo>
                    <a:pt x="2864901" y="2380737"/>
                  </a:lnTo>
                  <a:lnTo>
                    <a:pt x="2936523" y="2420840"/>
                  </a:lnTo>
                  <a:lnTo>
                    <a:pt x="3008146" y="2459484"/>
                  </a:lnTo>
                  <a:lnTo>
                    <a:pt x="3079768" y="2496724"/>
                  </a:lnTo>
                  <a:lnTo>
                    <a:pt x="3151391" y="2532610"/>
                  </a:lnTo>
                  <a:lnTo>
                    <a:pt x="3223013" y="2567191"/>
                  </a:lnTo>
                  <a:lnTo>
                    <a:pt x="3294636" y="2600515"/>
                  </a:lnTo>
                  <a:lnTo>
                    <a:pt x="3366258" y="2632627"/>
                  </a:lnTo>
                  <a:lnTo>
                    <a:pt x="3437881" y="2657590"/>
                  </a:lnTo>
                  <a:lnTo>
                    <a:pt x="3509503" y="2668372"/>
                  </a:lnTo>
                  <a:lnTo>
                    <a:pt x="3581126" y="2679013"/>
                  </a:lnTo>
                  <a:lnTo>
                    <a:pt x="3652748" y="2689516"/>
                  </a:lnTo>
                  <a:lnTo>
                    <a:pt x="3724371" y="2699881"/>
                  </a:lnTo>
                  <a:lnTo>
                    <a:pt x="3795993" y="2710111"/>
                  </a:lnTo>
                  <a:lnTo>
                    <a:pt x="3867616" y="2720208"/>
                  </a:lnTo>
                  <a:lnTo>
                    <a:pt x="3939238" y="2730173"/>
                  </a:lnTo>
                  <a:lnTo>
                    <a:pt x="4010861" y="2740008"/>
                  </a:lnTo>
                  <a:lnTo>
                    <a:pt x="4082483" y="2749714"/>
                  </a:lnTo>
                  <a:lnTo>
                    <a:pt x="4154106" y="2759294"/>
                  </a:lnTo>
                  <a:lnTo>
                    <a:pt x="4225729" y="2768749"/>
                  </a:lnTo>
                  <a:lnTo>
                    <a:pt x="4297351" y="2778080"/>
                  </a:lnTo>
                  <a:lnTo>
                    <a:pt x="4368974" y="2787290"/>
                  </a:lnTo>
                  <a:lnTo>
                    <a:pt x="4440596" y="2796379"/>
                  </a:lnTo>
                  <a:lnTo>
                    <a:pt x="4512219" y="2805350"/>
                  </a:lnTo>
                  <a:lnTo>
                    <a:pt x="4583841" y="2814204"/>
                  </a:lnTo>
                  <a:lnTo>
                    <a:pt x="4655464" y="2822942"/>
                  </a:lnTo>
                  <a:lnTo>
                    <a:pt x="4727086" y="2831566"/>
                  </a:lnTo>
                  <a:lnTo>
                    <a:pt x="4798709" y="2840078"/>
                  </a:lnTo>
                  <a:lnTo>
                    <a:pt x="4870331" y="2848478"/>
                  </a:lnTo>
                  <a:lnTo>
                    <a:pt x="4941954" y="2856769"/>
                  </a:lnTo>
                  <a:lnTo>
                    <a:pt x="5013576" y="2864952"/>
                  </a:lnTo>
                  <a:lnTo>
                    <a:pt x="5085199" y="2873028"/>
                  </a:lnTo>
                  <a:lnTo>
                    <a:pt x="5156821" y="2880998"/>
                  </a:lnTo>
                  <a:lnTo>
                    <a:pt x="5228444" y="2888865"/>
                  </a:lnTo>
                  <a:lnTo>
                    <a:pt x="5300066" y="2896628"/>
                  </a:lnTo>
                  <a:lnTo>
                    <a:pt x="5371689" y="2904291"/>
                  </a:lnTo>
                  <a:lnTo>
                    <a:pt x="5443311" y="2911853"/>
                  </a:lnTo>
                  <a:lnTo>
                    <a:pt x="5514934" y="2919317"/>
                  </a:lnTo>
                  <a:lnTo>
                    <a:pt x="5586557" y="2926683"/>
                  </a:lnTo>
                  <a:lnTo>
                    <a:pt x="5658179" y="2933954"/>
                  </a:lnTo>
                  <a:lnTo>
                    <a:pt x="5729802" y="2941129"/>
                  </a:lnTo>
                  <a:lnTo>
                    <a:pt x="5801424" y="2948211"/>
                  </a:lnTo>
                  <a:lnTo>
                    <a:pt x="5873047" y="2955200"/>
                  </a:lnTo>
                  <a:lnTo>
                    <a:pt x="5944669" y="2962098"/>
                  </a:lnTo>
                  <a:lnTo>
                    <a:pt x="6016292" y="2968906"/>
                  </a:lnTo>
                  <a:lnTo>
                    <a:pt x="6087914" y="2975625"/>
                  </a:lnTo>
                  <a:lnTo>
                    <a:pt x="6159537" y="2982257"/>
                  </a:lnTo>
                  <a:lnTo>
                    <a:pt x="6231159" y="2988802"/>
                  </a:lnTo>
                  <a:lnTo>
                    <a:pt x="6302782" y="2995261"/>
                  </a:lnTo>
                  <a:lnTo>
                    <a:pt x="6374404" y="3001636"/>
                  </a:lnTo>
                  <a:lnTo>
                    <a:pt x="6446027" y="3007928"/>
                  </a:lnTo>
                  <a:lnTo>
                    <a:pt x="6517649" y="3014138"/>
                  </a:lnTo>
                  <a:lnTo>
                    <a:pt x="6589272" y="3020267"/>
                  </a:lnTo>
                  <a:lnTo>
                    <a:pt x="6660894" y="3026316"/>
                  </a:lnTo>
                  <a:lnTo>
                    <a:pt x="6732517" y="3032286"/>
                  </a:lnTo>
                  <a:lnTo>
                    <a:pt x="6804139" y="3038178"/>
                  </a:lnTo>
                  <a:lnTo>
                    <a:pt x="6875762" y="3043993"/>
                  </a:lnTo>
                  <a:lnTo>
                    <a:pt x="6947385" y="3049732"/>
                  </a:lnTo>
                  <a:lnTo>
                    <a:pt x="7019007" y="3055396"/>
                  </a:lnTo>
                  <a:lnTo>
                    <a:pt x="7090630" y="3060987"/>
                  </a:lnTo>
                  <a:lnTo>
                    <a:pt x="7090630" y="3359691"/>
                  </a:lnTo>
                  <a:lnTo>
                    <a:pt x="7019007" y="3355010"/>
                  </a:lnTo>
                  <a:lnTo>
                    <a:pt x="6947385" y="3350153"/>
                  </a:lnTo>
                  <a:lnTo>
                    <a:pt x="6875762" y="3345113"/>
                  </a:lnTo>
                  <a:lnTo>
                    <a:pt x="6804139" y="3339882"/>
                  </a:lnTo>
                  <a:lnTo>
                    <a:pt x="6732517" y="3334454"/>
                  </a:lnTo>
                  <a:lnTo>
                    <a:pt x="6660894" y="3328821"/>
                  </a:lnTo>
                  <a:lnTo>
                    <a:pt x="6589272" y="3322976"/>
                  </a:lnTo>
                  <a:lnTo>
                    <a:pt x="6517649" y="3316910"/>
                  </a:lnTo>
                  <a:lnTo>
                    <a:pt x="6446027" y="3310616"/>
                  </a:lnTo>
                  <a:lnTo>
                    <a:pt x="6374404" y="3304084"/>
                  </a:lnTo>
                  <a:lnTo>
                    <a:pt x="6302782" y="3297305"/>
                  </a:lnTo>
                  <a:lnTo>
                    <a:pt x="6231159" y="3290271"/>
                  </a:lnTo>
                  <a:lnTo>
                    <a:pt x="6159537" y="3282971"/>
                  </a:lnTo>
                  <a:lnTo>
                    <a:pt x="6087914" y="3275396"/>
                  </a:lnTo>
                  <a:lnTo>
                    <a:pt x="6016292" y="3267535"/>
                  </a:lnTo>
                  <a:lnTo>
                    <a:pt x="5944669" y="3259378"/>
                  </a:lnTo>
                  <a:lnTo>
                    <a:pt x="5873047" y="3250912"/>
                  </a:lnTo>
                  <a:lnTo>
                    <a:pt x="5801424" y="3242128"/>
                  </a:lnTo>
                  <a:lnTo>
                    <a:pt x="5729802" y="3233011"/>
                  </a:lnTo>
                  <a:lnTo>
                    <a:pt x="5658179" y="3223551"/>
                  </a:lnTo>
                  <a:lnTo>
                    <a:pt x="5586557" y="3213734"/>
                  </a:lnTo>
                  <a:lnTo>
                    <a:pt x="5514934" y="3203547"/>
                  </a:lnTo>
                  <a:lnTo>
                    <a:pt x="5443311" y="3192975"/>
                  </a:lnTo>
                  <a:lnTo>
                    <a:pt x="5371689" y="3182005"/>
                  </a:lnTo>
                  <a:lnTo>
                    <a:pt x="5300066" y="3170620"/>
                  </a:lnTo>
                  <a:lnTo>
                    <a:pt x="5228444" y="3158806"/>
                  </a:lnTo>
                  <a:lnTo>
                    <a:pt x="5156821" y="3146546"/>
                  </a:lnTo>
                  <a:lnTo>
                    <a:pt x="5085199" y="3133824"/>
                  </a:lnTo>
                  <a:lnTo>
                    <a:pt x="5013576" y="3120621"/>
                  </a:lnTo>
                  <a:lnTo>
                    <a:pt x="4941954" y="3106921"/>
                  </a:lnTo>
                  <a:lnTo>
                    <a:pt x="4870331" y="3092704"/>
                  </a:lnTo>
                  <a:lnTo>
                    <a:pt x="4798709" y="3077950"/>
                  </a:lnTo>
                  <a:lnTo>
                    <a:pt x="4727086" y="3062639"/>
                  </a:lnTo>
                  <a:lnTo>
                    <a:pt x="4655464" y="3046751"/>
                  </a:lnTo>
                  <a:lnTo>
                    <a:pt x="4583841" y="3030264"/>
                  </a:lnTo>
                  <a:lnTo>
                    <a:pt x="4512219" y="3013154"/>
                  </a:lnTo>
                  <a:lnTo>
                    <a:pt x="4440596" y="2995399"/>
                  </a:lnTo>
                  <a:lnTo>
                    <a:pt x="4368974" y="2976974"/>
                  </a:lnTo>
                  <a:lnTo>
                    <a:pt x="4297351" y="2957854"/>
                  </a:lnTo>
                  <a:lnTo>
                    <a:pt x="4225729" y="2938012"/>
                  </a:lnTo>
                  <a:lnTo>
                    <a:pt x="4154106" y="2917422"/>
                  </a:lnTo>
                  <a:lnTo>
                    <a:pt x="4082483" y="2896055"/>
                  </a:lnTo>
                  <a:lnTo>
                    <a:pt x="4010861" y="2873882"/>
                  </a:lnTo>
                  <a:lnTo>
                    <a:pt x="3939238" y="2850872"/>
                  </a:lnTo>
                  <a:lnTo>
                    <a:pt x="3867616" y="2826994"/>
                  </a:lnTo>
                  <a:lnTo>
                    <a:pt x="3795993" y="2802215"/>
                  </a:lnTo>
                  <a:lnTo>
                    <a:pt x="3724371" y="2776501"/>
                  </a:lnTo>
                  <a:lnTo>
                    <a:pt x="3652748" y="2749817"/>
                  </a:lnTo>
                  <a:lnTo>
                    <a:pt x="3581126" y="2722127"/>
                  </a:lnTo>
                  <a:lnTo>
                    <a:pt x="3509503" y="2693391"/>
                  </a:lnTo>
                  <a:lnTo>
                    <a:pt x="3437881" y="2663572"/>
                  </a:lnTo>
                  <a:lnTo>
                    <a:pt x="3366258" y="2646665"/>
                  </a:lnTo>
                  <a:lnTo>
                    <a:pt x="3294636" y="2635596"/>
                  </a:lnTo>
                  <a:lnTo>
                    <a:pt x="3223013" y="2624380"/>
                  </a:lnTo>
                  <a:lnTo>
                    <a:pt x="3151391" y="2613016"/>
                  </a:lnTo>
                  <a:lnTo>
                    <a:pt x="3079768" y="2601502"/>
                  </a:lnTo>
                  <a:lnTo>
                    <a:pt x="3008146" y="2589836"/>
                  </a:lnTo>
                  <a:lnTo>
                    <a:pt x="2936523" y="2578015"/>
                  </a:lnTo>
                  <a:lnTo>
                    <a:pt x="2864901" y="2566038"/>
                  </a:lnTo>
                  <a:lnTo>
                    <a:pt x="2793278" y="2553903"/>
                  </a:lnTo>
                  <a:lnTo>
                    <a:pt x="2721655" y="2541607"/>
                  </a:lnTo>
                  <a:lnTo>
                    <a:pt x="2650033" y="2529149"/>
                  </a:lnTo>
                  <a:lnTo>
                    <a:pt x="2578410" y="2516525"/>
                  </a:lnTo>
                  <a:lnTo>
                    <a:pt x="2506788" y="2503735"/>
                  </a:lnTo>
                  <a:lnTo>
                    <a:pt x="2435165" y="2490776"/>
                  </a:lnTo>
                  <a:lnTo>
                    <a:pt x="2363543" y="2477645"/>
                  </a:lnTo>
                  <a:lnTo>
                    <a:pt x="2291920" y="2464341"/>
                  </a:lnTo>
                  <a:lnTo>
                    <a:pt x="2220298" y="2450861"/>
                  </a:lnTo>
                  <a:lnTo>
                    <a:pt x="2148675" y="2437203"/>
                  </a:lnTo>
                  <a:lnTo>
                    <a:pt x="2077053" y="2423364"/>
                  </a:lnTo>
                  <a:lnTo>
                    <a:pt x="2005430" y="2409342"/>
                  </a:lnTo>
                  <a:lnTo>
                    <a:pt x="1933808" y="2395134"/>
                  </a:lnTo>
                  <a:lnTo>
                    <a:pt x="1862185" y="2380739"/>
                  </a:lnTo>
                  <a:lnTo>
                    <a:pt x="1790563" y="2366153"/>
                  </a:lnTo>
                  <a:lnTo>
                    <a:pt x="1718940" y="2351375"/>
                  </a:lnTo>
                  <a:lnTo>
                    <a:pt x="1647318" y="2336401"/>
                  </a:lnTo>
                  <a:lnTo>
                    <a:pt x="1575695" y="2321229"/>
                  </a:lnTo>
                  <a:lnTo>
                    <a:pt x="1504073" y="2305856"/>
                  </a:lnTo>
                  <a:lnTo>
                    <a:pt x="1432450" y="2290280"/>
                  </a:lnTo>
                  <a:lnTo>
                    <a:pt x="1360827" y="2274498"/>
                  </a:lnTo>
                  <a:lnTo>
                    <a:pt x="1289205" y="2258508"/>
                  </a:lnTo>
                  <a:lnTo>
                    <a:pt x="1217582" y="2242306"/>
                  </a:lnTo>
                  <a:lnTo>
                    <a:pt x="1145960" y="2225890"/>
                  </a:lnTo>
                  <a:lnTo>
                    <a:pt x="1074337" y="2209256"/>
                  </a:lnTo>
                  <a:lnTo>
                    <a:pt x="1002715" y="2192403"/>
                  </a:lnTo>
                  <a:lnTo>
                    <a:pt x="931092" y="2175327"/>
                  </a:lnTo>
                  <a:lnTo>
                    <a:pt x="859470" y="2158025"/>
                  </a:lnTo>
                  <a:lnTo>
                    <a:pt x="787847" y="2140494"/>
                  </a:lnTo>
                  <a:lnTo>
                    <a:pt x="716225" y="2122732"/>
                  </a:lnTo>
                  <a:lnTo>
                    <a:pt x="644602" y="2104734"/>
                  </a:lnTo>
                  <a:lnTo>
                    <a:pt x="572980" y="2086499"/>
                  </a:lnTo>
                  <a:lnTo>
                    <a:pt x="501357" y="2068022"/>
                  </a:lnTo>
                  <a:lnTo>
                    <a:pt x="429735" y="2049301"/>
                  </a:lnTo>
                  <a:lnTo>
                    <a:pt x="358112" y="2030333"/>
                  </a:lnTo>
                  <a:lnTo>
                    <a:pt x="286490" y="2011114"/>
                  </a:lnTo>
                  <a:lnTo>
                    <a:pt x="214867" y="1991640"/>
                  </a:lnTo>
                  <a:lnTo>
                    <a:pt x="143245" y="1971909"/>
                  </a:lnTo>
                  <a:lnTo>
                    <a:pt x="71622" y="1951917"/>
                  </a:lnTo>
                  <a:lnTo>
                    <a:pt x="0" y="193166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12889" y="2073503"/>
              <a:ext cx="6449789" cy="3060987"/>
            </a:xfrm>
            <a:custGeom>
              <a:avLst/>
              <a:pathLst>
                <a:path w="6449789" h="3060987">
                  <a:moveTo>
                    <a:pt x="0" y="0"/>
                  </a:moveTo>
                  <a:lnTo>
                    <a:pt x="3762" y="6891"/>
                  </a:lnTo>
                  <a:lnTo>
                    <a:pt x="75385" y="133301"/>
                  </a:lnTo>
                  <a:lnTo>
                    <a:pt x="147007" y="255115"/>
                  </a:lnTo>
                  <a:lnTo>
                    <a:pt x="218630" y="372500"/>
                  </a:lnTo>
                  <a:lnTo>
                    <a:pt x="290252" y="485618"/>
                  </a:lnTo>
                  <a:lnTo>
                    <a:pt x="361875" y="594623"/>
                  </a:lnTo>
                  <a:lnTo>
                    <a:pt x="433497" y="699664"/>
                  </a:lnTo>
                  <a:lnTo>
                    <a:pt x="505120" y="800887"/>
                  </a:lnTo>
                  <a:lnTo>
                    <a:pt x="576742" y="898429"/>
                  </a:lnTo>
                  <a:lnTo>
                    <a:pt x="648365" y="992425"/>
                  </a:lnTo>
                  <a:lnTo>
                    <a:pt x="719987" y="1083004"/>
                  </a:lnTo>
                  <a:lnTo>
                    <a:pt x="791610" y="1170289"/>
                  </a:lnTo>
                  <a:lnTo>
                    <a:pt x="863232" y="1254401"/>
                  </a:lnTo>
                  <a:lnTo>
                    <a:pt x="934855" y="1335455"/>
                  </a:lnTo>
                  <a:lnTo>
                    <a:pt x="1006477" y="1413561"/>
                  </a:lnTo>
                  <a:lnTo>
                    <a:pt x="1078100" y="1488828"/>
                  </a:lnTo>
                  <a:lnTo>
                    <a:pt x="1149722" y="1561359"/>
                  </a:lnTo>
                  <a:lnTo>
                    <a:pt x="1221345" y="1631252"/>
                  </a:lnTo>
                  <a:lnTo>
                    <a:pt x="1292967" y="1698605"/>
                  </a:lnTo>
                  <a:lnTo>
                    <a:pt x="1364590" y="1763508"/>
                  </a:lnTo>
                  <a:lnTo>
                    <a:pt x="1436213" y="1826052"/>
                  </a:lnTo>
                  <a:lnTo>
                    <a:pt x="1507835" y="1886322"/>
                  </a:lnTo>
                  <a:lnTo>
                    <a:pt x="1579458" y="1944400"/>
                  </a:lnTo>
                  <a:lnTo>
                    <a:pt x="1651080" y="2000367"/>
                  </a:lnTo>
                  <a:lnTo>
                    <a:pt x="1722703" y="2054299"/>
                  </a:lnTo>
                  <a:lnTo>
                    <a:pt x="1794325" y="2106271"/>
                  </a:lnTo>
                  <a:lnTo>
                    <a:pt x="1865948" y="2156352"/>
                  </a:lnTo>
                  <a:lnTo>
                    <a:pt x="1937570" y="2204613"/>
                  </a:lnTo>
                  <a:lnTo>
                    <a:pt x="2009193" y="2251120"/>
                  </a:lnTo>
                  <a:lnTo>
                    <a:pt x="2080815" y="2295935"/>
                  </a:lnTo>
                  <a:lnTo>
                    <a:pt x="2152438" y="2339121"/>
                  </a:lnTo>
                  <a:lnTo>
                    <a:pt x="2224060" y="2380737"/>
                  </a:lnTo>
                  <a:lnTo>
                    <a:pt x="2295683" y="2420840"/>
                  </a:lnTo>
                  <a:lnTo>
                    <a:pt x="2367305" y="2459484"/>
                  </a:lnTo>
                  <a:lnTo>
                    <a:pt x="2438928" y="2496724"/>
                  </a:lnTo>
                  <a:lnTo>
                    <a:pt x="2510550" y="2532610"/>
                  </a:lnTo>
                  <a:lnTo>
                    <a:pt x="2582173" y="2567191"/>
                  </a:lnTo>
                  <a:lnTo>
                    <a:pt x="2653795" y="2600515"/>
                  </a:lnTo>
                  <a:lnTo>
                    <a:pt x="2725418" y="2632627"/>
                  </a:lnTo>
                  <a:lnTo>
                    <a:pt x="2797041" y="2657590"/>
                  </a:lnTo>
                  <a:lnTo>
                    <a:pt x="2868663" y="2668372"/>
                  </a:lnTo>
                  <a:lnTo>
                    <a:pt x="2940286" y="2679013"/>
                  </a:lnTo>
                  <a:lnTo>
                    <a:pt x="3011908" y="2689516"/>
                  </a:lnTo>
                  <a:lnTo>
                    <a:pt x="3083531" y="2699881"/>
                  </a:lnTo>
                  <a:lnTo>
                    <a:pt x="3155153" y="2710111"/>
                  </a:lnTo>
                  <a:lnTo>
                    <a:pt x="3226776" y="2720208"/>
                  </a:lnTo>
                  <a:lnTo>
                    <a:pt x="3298398" y="2730173"/>
                  </a:lnTo>
                  <a:lnTo>
                    <a:pt x="3370021" y="2740008"/>
                  </a:lnTo>
                  <a:lnTo>
                    <a:pt x="3441643" y="2749714"/>
                  </a:lnTo>
                  <a:lnTo>
                    <a:pt x="3513266" y="2759294"/>
                  </a:lnTo>
                  <a:lnTo>
                    <a:pt x="3584888" y="2768749"/>
                  </a:lnTo>
                  <a:lnTo>
                    <a:pt x="3656511" y="2778080"/>
                  </a:lnTo>
                  <a:lnTo>
                    <a:pt x="3728133" y="2787290"/>
                  </a:lnTo>
                  <a:lnTo>
                    <a:pt x="3799756" y="2796379"/>
                  </a:lnTo>
                  <a:lnTo>
                    <a:pt x="3871378" y="2805350"/>
                  </a:lnTo>
                  <a:lnTo>
                    <a:pt x="3943001" y="2814204"/>
                  </a:lnTo>
                  <a:lnTo>
                    <a:pt x="4014623" y="2822942"/>
                  </a:lnTo>
                  <a:lnTo>
                    <a:pt x="4086246" y="2831566"/>
                  </a:lnTo>
                  <a:lnTo>
                    <a:pt x="4157869" y="2840078"/>
                  </a:lnTo>
                  <a:lnTo>
                    <a:pt x="4229491" y="2848478"/>
                  </a:lnTo>
                  <a:lnTo>
                    <a:pt x="4301114" y="2856769"/>
                  </a:lnTo>
                  <a:lnTo>
                    <a:pt x="4372736" y="2864952"/>
                  </a:lnTo>
                  <a:lnTo>
                    <a:pt x="4444359" y="2873028"/>
                  </a:lnTo>
                  <a:lnTo>
                    <a:pt x="4515981" y="2880998"/>
                  </a:lnTo>
                  <a:lnTo>
                    <a:pt x="4587604" y="2888865"/>
                  </a:lnTo>
                  <a:lnTo>
                    <a:pt x="4659226" y="2896628"/>
                  </a:lnTo>
                  <a:lnTo>
                    <a:pt x="4730849" y="2904291"/>
                  </a:lnTo>
                  <a:lnTo>
                    <a:pt x="4802471" y="2911853"/>
                  </a:lnTo>
                  <a:lnTo>
                    <a:pt x="4874094" y="2919317"/>
                  </a:lnTo>
                  <a:lnTo>
                    <a:pt x="4945716" y="2926683"/>
                  </a:lnTo>
                  <a:lnTo>
                    <a:pt x="5017339" y="2933954"/>
                  </a:lnTo>
                  <a:lnTo>
                    <a:pt x="5088961" y="2941129"/>
                  </a:lnTo>
                  <a:lnTo>
                    <a:pt x="5160584" y="2948211"/>
                  </a:lnTo>
                  <a:lnTo>
                    <a:pt x="5232206" y="2955200"/>
                  </a:lnTo>
                  <a:lnTo>
                    <a:pt x="5303829" y="2962098"/>
                  </a:lnTo>
                  <a:lnTo>
                    <a:pt x="5375451" y="2968906"/>
                  </a:lnTo>
                  <a:lnTo>
                    <a:pt x="5447074" y="2975625"/>
                  </a:lnTo>
                  <a:lnTo>
                    <a:pt x="5518697" y="2982257"/>
                  </a:lnTo>
                  <a:lnTo>
                    <a:pt x="5590319" y="2988802"/>
                  </a:lnTo>
                  <a:lnTo>
                    <a:pt x="5661942" y="2995261"/>
                  </a:lnTo>
                  <a:lnTo>
                    <a:pt x="5733564" y="3001636"/>
                  </a:lnTo>
                  <a:lnTo>
                    <a:pt x="5805187" y="3007928"/>
                  </a:lnTo>
                  <a:lnTo>
                    <a:pt x="5876809" y="3014138"/>
                  </a:lnTo>
                  <a:lnTo>
                    <a:pt x="5948432" y="3020267"/>
                  </a:lnTo>
                  <a:lnTo>
                    <a:pt x="6020054" y="3026316"/>
                  </a:lnTo>
                  <a:lnTo>
                    <a:pt x="6091677" y="3032286"/>
                  </a:lnTo>
                  <a:lnTo>
                    <a:pt x="6163299" y="3038178"/>
                  </a:lnTo>
                  <a:lnTo>
                    <a:pt x="6234922" y="3043993"/>
                  </a:lnTo>
                  <a:lnTo>
                    <a:pt x="6306544" y="3049732"/>
                  </a:lnTo>
                  <a:lnTo>
                    <a:pt x="6378167" y="3055396"/>
                  </a:lnTo>
                  <a:lnTo>
                    <a:pt x="6449789" y="30609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05164"/>
              <a:ext cx="7090630" cy="1428029"/>
            </a:xfrm>
            <a:custGeom>
              <a:avLst/>
              <a:pathLst>
                <a:path w="7090630" h="1428029">
                  <a:moveTo>
                    <a:pt x="7090630" y="1428029"/>
                  </a:moveTo>
                  <a:lnTo>
                    <a:pt x="7019007" y="1423348"/>
                  </a:lnTo>
                  <a:lnTo>
                    <a:pt x="6947385" y="1418491"/>
                  </a:lnTo>
                  <a:lnTo>
                    <a:pt x="6875762" y="1413451"/>
                  </a:lnTo>
                  <a:lnTo>
                    <a:pt x="6804139" y="1408220"/>
                  </a:lnTo>
                  <a:lnTo>
                    <a:pt x="6732517" y="1402792"/>
                  </a:lnTo>
                  <a:lnTo>
                    <a:pt x="6660894" y="1397160"/>
                  </a:lnTo>
                  <a:lnTo>
                    <a:pt x="6589272" y="1391314"/>
                  </a:lnTo>
                  <a:lnTo>
                    <a:pt x="6517649" y="1385249"/>
                  </a:lnTo>
                  <a:lnTo>
                    <a:pt x="6446027" y="1378954"/>
                  </a:lnTo>
                  <a:lnTo>
                    <a:pt x="6374404" y="1372422"/>
                  </a:lnTo>
                  <a:lnTo>
                    <a:pt x="6302782" y="1365643"/>
                  </a:lnTo>
                  <a:lnTo>
                    <a:pt x="6231159" y="1358609"/>
                  </a:lnTo>
                  <a:lnTo>
                    <a:pt x="6159537" y="1351309"/>
                  </a:lnTo>
                  <a:lnTo>
                    <a:pt x="6087914" y="1343734"/>
                  </a:lnTo>
                  <a:lnTo>
                    <a:pt x="6016292" y="1335873"/>
                  </a:lnTo>
                  <a:lnTo>
                    <a:pt x="5944669" y="1327716"/>
                  </a:lnTo>
                  <a:lnTo>
                    <a:pt x="5873047" y="1319250"/>
                  </a:lnTo>
                  <a:lnTo>
                    <a:pt x="5801424" y="1310466"/>
                  </a:lnTo>
                  <a:lnTo>
                    <a:pt x="5729802" y="1301350"/>
                  </a:lnTo>
                  <a:lnTo>
                    <a:pt x="5658179" y="1291890"/>
                  </a:lnTo>
                  <a:lnTo>
                    <a:pt x="5586557" y="1282073"/>
                  </a:lnTo>
                  <a:lnTo>
                    <a:pt x="5514934" y="1271885"/>
                  </a:lnTo>
                  <a:lnTo>
                    <a:pt x="5443311" y="1261313"/>
                  </a:lnTo>
                  <a:lnTo>
                    <a:pt x="5371689" y="1250343"/>
                  </a:lnTo>
                  <a:lnTo>
                    <a:pt x="5300066" y="1238958"/>
                  </a:lnTo>
                  <a:lnTo>
                    <a:pt x="5228444" y="1227144"/>
                  </a:lnTo>
                  <a:lnTo>
                    <a:pt x="5156821" y="1214884"/>
                  </a:lnTo>
                  <a:lnTo>
                    <a:pt x="5085199" y="1202162"/>
                  </a:lnTo>
                  <a:lnTo>
                    <a:pt x="5013576" y="1188960"/>
                  </a:lnTo>
                  <a:lnTo>
                    <a:pt x="4941954" y="1175259"/>
                  </a:lnTo>
                  <a:lnTo>
                    <a:pt x="4870331" y="1161042"/>
                  </a:lnTo>
                  <a:lnTo>
                    <a:pt x="4798709" y="1146288"/>
                  </a:lnTo>
                  <a:lnTo>
                    <a:pt x="4727086" y="1130978"/>
                  </a:lnTo>
                  <a:lnTo>
                    <a:pt x="4655464" y="1115090"/>
                  </a:lnTo>
                  <a:lnTo>
                    <a:pt x="4583841" y="1098602"/>
                  </a:lnTo>
                  <a:lnTo>
                    <a:pt x="4512219" y="1081492"/>
                  </a:lnTo>
                  <a:lnTo>
                    <a:pt x="4440596" y="1063737"/>
                  </a:lnTo>
                  <a:lnTo>
                    <a:pt x="4368974" y="1045312"/>
                  </a:lnTo>
                  <a:lnTo>
                    <a:pt x="4297351" y="1026192"/>
                  </a:lnTo>
                  <a:lnTo>
                    <a:pt x="4225729" y="1006350"/>
                  </a:lnTo>
                  <a:lnTo>
                    <a:pt x="4154106" y="985760"/>
                  </a:lnTo>
                  <a:lnTo>
                    <a:pt x="4082483" y="964393"/>
                  </a:lnTo>
                  <a:lnTo>
                    <a:pt x="4010861" y="942220"/>
                  </a:lnTo>
                  <a:lnTo>
                    <a:pt x="3939238" y="919210"/>
                  </a:lnTo>
                  <a:lnTo>
                    <a:pt x="3867616" y="895332"/>
                  </a:lnTo>
                  <a:lnTo>
                    <a:pt x="3795993" y="870553"/>
                  </a:lnTo>
                  <a:lnTo>
                    <a:pt x="3724371" y="844839"/>
                  </a:lnTo>
                  <a:lnTo>
                    <a:pt x="3652748" y="818156"/>
                  </a:lnTo>
                  <a:lnTo>
                    <a:pt x="3581126" y="790465"/>
                  </a:lnTo>
                  <a:lnTo>
                    <a:pt x="3509503" y="761729"/>
                  </a:lnTo>
                  <a:lnTo>
                    <a:pt x="3437881" y="731910"/>
                  </a:lnTo>
                  <a:lnTo>
                    <a:pt x="3366258" y="715003"/>
                  </a:lnTo>
                  <a:lnTo>
                    <a:pt x="3294636" y="703934"/>
                  </a:lnTo>
                  <a:lnTo>
                    <a:pt x="3223013" y="692718"/>
                  </a:lnTo>
                  <a:lnTo>
                    <a:pt x="3151391" y="681355"/>
                  </a:lnTo>
                  <a:lnTo>
                    <a:pt x="3079768" y="669840"/>
                  </a:lnTo>
                  <a:lnTo>
                    <a:pt x="3008146" y="658174"/>
                  </a:lnTo>
                  <a:lnTo>
                    <a:pt x="2936523" y="646353"/>
                  </a:lnTo>
                  <a:lnTo>
                    <a:pt x="2864901" y="634376"/>
                  </a:lnTo>
                  <a:lnTo>
                    <a:pt x="2793278" y="622241"/>
                  </a:lnTo>
                  <a:lnTo>
                    <a:pt x="2721655" y="609945"/>
                  </a:lnTo>
                  <a:lnTo>
                    <a:pt x="2650033" y="597487"/>
                  </a:lnTo>
                  <a:lnTo>
                    <a:pt x="2578410" y="584864"/>
                  </a:lnTo>
                  <a:lnTo>
                    <a:pt x="2506788" y="572074"/>
                  </a:lnTo>
                  <a:lnTo>
                    <a:pt x="2435165" y="559114"/>
                  </a:lnTo>
                  <a:lnTo>
                    <a:pt x="2363543" y="545984"/>
                  </a:lnTo>
                  <a:lnTo>
                    <a:pt x="2291920" y="532680"/>
                  </a:lnTo>
                  <a:lnTo>
                    <a:pt x="2220298" y="519199"/>
                  </a:lnTo>
                  <a:lnTo>
                    <a:pt x="2148675" y="505541"/>
                  </a:lnTo>
                  <a:lnTo>
                    <a:pt x="2077053" y="491702"/>
                  </a:lnTo>
                  <a:lnTo>
                    <a:pt x="2005430" y="477680"/>
                  </a:lnTo>
                  <a:lnTo>
                    <a:pt x="1933808" y="463473"/>
                  </a:lnTo>
                  <a:lnTo>
                    <a:pt x="1862185" y="449077"/>
                  </a:lnTo>
                  <a:lnTo>
                    <a:pt x="1790563" y="434492"/>
                  </a:lnTo>
                  <a:lnTo>
                    <a:pt x="1718940" y="419713"/>
                  </a:lnTo>
                  <a:lnTo>
                    <a:pt x="1647318" y="404739"/>
                  </a:lnTo>
                  <a:lnTo>
                    <a:pt x="1575695" y="389567"/>
                  </a:lnTo>
                  <a:lnTo>
                    <a:pt x="1504073" y="374194"/>
                  </a:lnTo>
                  <a:lnTo>
                    <a:pt x="1432450" y="358619"/>
                  </a:lnTo>
                  <a:lnTo>
                    <a:pt x="1360827" y="342837"/>
                  </a:lnTo>
                  <a:lnTo>
                    <a:pt x="1289205" y="326846"/>
                  </a:lnTo>
                  <a:lnTo>
                    <a:pt x="1217582" y="310644"/>
                  </a:lnTo>
                  <a:lnTo>
                    <a:pt x="1145960" y="294228"/>
                  </a:lnTo>
                  <a:lnTo>
                    <a:pt x="1074337" y="277595"/>
                  </a:lnTo>
                  <a:lnTo>
                    <a:pt x="1002715" y="260741"/>
                  </a:lnTo>
                  <a:lnTo>
                    <a:pt x="931092" y="243665"/>
                  </a:lnTo>
                  <a:lnTo>
                    <a:pt x="859470" y="226363"/>
                  </a:lnTo>
                  <a:lnTo>
                    <a:pt x="787847" y="208833"/>
                  </a:lnTo>
                  <a:lnTo>
                    <a:pt x="716225" y="191070"/>
                  </a:lnTo>
                  <a:lnTo>
                    <a:pt x="644602" y="173073"/>
                  </a:lnTo>
                  <a:lnTo>
                    <a:pt x="572980" y="154837"/>
                  </a:lnTo>
                  <a:lnTo>
                    <a:pt x="501357" y="136361"/>
                  </a:lnTo>
                  <a:lnTo>
                    <a:pt x="429735" y="117640"/>
                  </a:lnTo>
                  <a:lnTo>
                    <a:pt x="358112" y="98671"/>
                  </a:lnTo>
                  <a:lnTo>
                    <a:pt x="286490" y="79452"/>
                  </a:lnTo>
                  <a:lnTo>
                    <a:pt x="214867" y="59978"/>
                  </a:lnTo>
                  <a:lnTo>
                    <a:pt x="143245" y="40248"/>
                  </a:lnTo>
                  <a:lnTo>
                    <a:pt x="71622" y="2025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812962"/>
              <a:ext cx="7090630" cy="2515277"/>
            </a:xfrm>
            <a:custGeom>
              <a:avLst/>
              <a:pathLst>
                <a:path w="7090630" h="2515277">
                  <a:moveTo>
                    <a:pt x="0" y="0"/>
                  </a:moveTo>
                  <a:lnTo>
                    <a:pt x="71622" y="67986"/>
                  </a:lnTo>
                  <a:lnTo>
                    <a:pt x="143245" y="134289"/>
                  </a:lnTo>
                  <a:lnTo>
                    <a:pt x="214867" y="198949"/>
                  </a:lnTo>
                  <a:lnTo>
                    <a:pt x="286490" y="262007"/>
                  </a:lnTo>
                  <a:lnTo>
                    <a:pt x="358112" y="323502"/>
                  </a:lnTo>
                  <a:lnTo>
                    <a:pt x="429735" y="383475"/>
                  </a:lnTo>
                  <a:lnTo>
                    <a:pt x="501357" y="441961"/>
                  </a:lnTo>
                  <a:lnTo>
                    <a:pt x="572980" y="498999"/>
                  </a:lnTo>
                  <a:lnTo>
                    <a:pt x="644602" y="554623"/>
                  </a:lnTo>
                  <a:lnTo>
                    <a:pt x="716225" y="608870"/>
                  </a:lnTo>
                  <a:lnTo>
                    <a:pt x="787847" y="661773"/>
                  </a:lnTo>
                  <a:lnTo>
                    <a:pt x="859470" y="713365"/>
                  </a:lnTo>
                  <a:lnTo>
                    <a:pt x="931092" y="763679"/>
                  </a:lnTo>
                  <a:lnTo>
                    <a:pt x="1002715" y="812746"/>
                  </a:lnTo>
                  <a:lnTo>
                    <a:pt x="1074337" y="860598"/>
                  </a:lnTo>
                  <a:lnTo>
                    <a:pt x="1145960" y="907264"/>
                  </a:lnTo>
                  <a:lnTo>
                    <a:pt x="1217582" y="952774"/>
                  </a:lnTo>
                  <a:lnTo>
                    <a:pt x="1289205" y="997157"/>
                  </a:lnTo>
                  <a:lnTo>
                    <a:pt x="1360827" y="1040440"/>
                  </a:lnTo>
                  <a:lnTo>
                    <a:pt x="1432450" y="1082651"/>
                  </a:lnTo>
                  <a:lnTo>
                    <a:pt x="1504073" y="1123817"/>
                  </a:lnTo>
                  <a:lnTo>
                    <a:pt x="1575695" y="1163962"/>
                  </a:lnTo>
                  <a:lnTo>
                    <a:pt x="1647318" y="1203113"/>
                  </a:lnTo>
                  <a:lnTo>
                    <a:pt x="1718940" y="1241294"/>
                  </a:lnTo>
                  <a:lnTo>
                    <a:pt x="1790563" y="1278529"/>
                  </a:lnTo>
                  <a:lnTo>
                    <a:pt x="1862185" y="1314841"/>
                  </a:lnTo>
                  <a:lnTo>
                    <a:pt x="1933808" y="1350254"/>
                  </a:lnTo>
                  <a:lnTo>
                    <a:pt x="2005430" y="1384790"/>
                  </a:lnTo>
                  <a:lnTo>
                    <a:pt x="2077053" y="1418470"/>
                  </a:lnTo>
                  <a:lnTo>
                    <a:pt x="2148675" y="1451316"/>
                  </a:lnTo>
                  <a:lnTo>
                    <a:pt x="2220298" y="1483348"/>
                  </a:lnTo>
                  <a:lnTo>
                    <a:pt x="2291920" y="1514586"/>
                  </a:lnTo>
                  <a:lnTo>
                    <a:pt x="2363543" y="1545051"/>
                  </a:lnTo>
                  <a:lnTo>
                    <a:pt x="2435165" y="1574760"/>
                  </a:lnTo>
                  <a:lnTo>
                    <a:pt x="2506788" y="1603734"/>
                  </a:lnTo>
                  <a:lnTo>
                    <a:pt x="2578410" y="1631990"/>
                  </a:lnTo>
                  <a:lnTo>
                    <a:pt x="2650033" y="1659546"/>
                  </a:lnTo>
                  <a:lnTo>
                    <a:pt x="2721655" y="1686419"/>
                  </a:lnTo>
                  <a:lnTo>
                    <a:pt x="2793278" y="1712627"/>
                  </a:lnTo>
                  <a:lnTo>
                    <a:pt x="2864901" y="1738185"/>
                  </a:lnTo>
                  <a:lnTo>
                    <a:pt x="2936523" y="1763110"/>
                  </a:lnTo>
                  <a:lnTo>
                    <a:pt x="3008146" y="1787418"/>
                  </a:lnTo>
                  <a:lnTo>
                    <a:pt x="3079768" y="1811123"/>
                  </a:lnTo>
                  <a:lnTo>
                    <a:pt x="3151391" y="1834241"/>
                  </a:lnTo>
                  <a:lnTo>
                    <a:pt x="3223013" y="1856787"/>
                  </a:lnTo>
                  <a:lnTo>
                    <a:pt x="3294636" y="1878773"/>
                  </a:lnTo>
                  <a:lnTo>
                    <a:pt x="3366258" y="1900216"/>
                  </a:lnTo>
                  <a:lnTo>
                    <a:pt x="3437881" y="1921127"/>
                  </a:lnTo>
                  <a:lnTo>
                    <a:pt x="3509503" y="1941519"/>
                  </a:lnTo>
                  <a:lnTo>
                    <a:pt x="3581126" y="1961407"/>
                  </a:lnTo>
                  <a:lnTo>
                    <a:pt x="3652748" y="1980802"/>
                  </a:lnTo>
                  <a:lnTo>
                    <a:pt x="3724371" y="1999717"/>
                  </a:lnTo>
                  <a:lnTo>
                    <a:pt x="3795993" y="2018163"/>
                  </a:lnTo>
                  <a:lnTo>
                    <a:pt x="3867616" y="2036152"/>
                  </a:lnTo>
                  <a:lnTo>
                    <a:pt x="3939238" y="2053695"/>
                  </a:lnTo>
                  <a:lnTo>
                    <a:pt x="4010861" y="2070804"/>
                  </a:lnTo>
                  <a:lnTo>
                    <a:pt x="4082483" y="2087488"/>
                  </a:lnTo>
                  <a:lnTo>
                    <a:pt x="4154106" y="2103760"/>
                  </a:lnTo>
                  <a:lnTo>
                    <a:pt x="4225729" y="2119628"/>
                  </a:lnTo>
                  <a:lnTo>
                    <a:pt x="4297351" y="2135103"/>
                  </a:lnTo>
                  <a:lnTo>
                    <a:pt x="4368974" y="2150195"/>
                  </a:lnTo>
                  <a:lnTo>
                    <a:pt x="4440596" y="2164913"/>
                  </a:lnTo>
                  <a:lnTo>
                    <a:pt x="4512219" y="2179267"/>
                  </a:lnTo>
                  <a:lnTo>
                    <a:pt x="4583841" y="2193264"/>
                  </a:lnTo>
                  <a:lnTo>
                    <a:pt x="4655464" y="2206915"/>
                  </a:lnTo>
                  <a:lnTo>
                    <a:pt x="4727086" y="2220228"/>
                  </a:lnTo>
                  <a:lnTo>
                    <a:pt x="4798709" y="2233211"/>
                  </a:lnTo>
                  <a:lnTo>
                    <a:pt x="4870331" y="2245872"/>
                  </a:lnTo>
                  <a:lnTo>
                    <a:pt x="4941954" y="2258220"/>
                  </a:lnTo>
                  <a:lnTo>
                    <a:pt x="5013576" y="2270262"/>
                  </a:lnTo>
                  <a:lnTo>
                    <a:pt x="5085199" y="2282005"/>
                  </a:lnTo>
                  <a:lnTo>
                    <a:pt x="5156821" y="2293458"/>
                  </a:lnTo>
                  <a:lnTo>
                    <a:pt x="5228444" y="2304627"/>
                  </a:lnTo>
                  <a:lnTo>
                    <a:pt x="5300066" y="2315519"/>
                  </a:lnTo>
                  <a:lnTo>
                    <a:pt x="5371689" y="2326141"/>
                  </a:lnTo>
                  <a:lnTo>
                    <a:pt x="5443311" y="2336500"/>
                  </a:lnTo>
                  <a:lnTo>
                    <a:pt x="5514934" y="2346603"/>
                  </a:lnTo>
                  <a:lnTo>
                    <a:pt x="5586557" y="2356455"/>
                  </a:lnTo>
                  <a:lnTo>
                    <a:pt x="5658179" y="2366063"/>
                  </a:lnTo>
                  <a:lnTo>
                    <a:pt x="5729802" y="2375433"/>
                  </a:lnTo>
                  <a:lnTo>
                    <a:pt x="5801424" y="2384571"/>
                  </a:lnTo>
                  <a:lnTo>
                    <a:pt x="5873047" y="2393483"/>
                  </a:lnTo>
                  <a:lnTo>
                    <a:pt x="5944669" y="2402173"/>
                  </a:lnTo>
                  <a:lnTo>
                    <a:pt x="6016292" y="2410649"/>
                  </a:lnTo>
                  <a:lnTo>
                    <a:pt x="6087914" y="2418914"/>
                  </a:lnTo>
                  <a:lnTo>
                    <a:pt x="6159537" y="2426975"/>
                  </a:lnTo>
                  <a:lnTo>
                    <a:pt x="6231159" y="2434836"/>
                  </a:lnTo>
                  <a:lnTo>
                    <a:pt x="6302782" y="2442503"/>
                  </a:lnTo>
                  <a:lnTo>
                    <a:pt x="6374404" y="2449979"/>
                  </a:lnTo>
                  <a:lnTo>
                    <a:pt x="6446027" y="2457270"/>
                  </a:lnTo>
                  <a:lnTo>
                    <a:pt x="6517649" y="2464381"/>
                  </a:lnTo>
                  <a:lnTo>
                    <a:pt x="6589272" y="2471315"/>
                  </a:lnTo>
                  <a:lnTo>
                    <a:pt x="6660894" y="2478078"/>
                  </a:lnTo>
                  <a:lnTo>
                    <a:pt x="6732517" y="2484673"/>
                  </a:lnTo>
                  <a:lnTo>
                    <a:pt x="6804139" y="2491104"/>
                  </a:lnTo>
                  <a:lnTo>
                    <a:pt x="6875762" y="2497377"/>
                  </a:lnTo>
                  <a:lnTo>
                    <a:pt x="6947385" y="2503494"/>
                  </a:lnTo>
                  <a:lnTo>
                    <a:pt x="7019007" y="2509459"/>
                  </a:lnTo>
                  <a:lnTo>
                    <a:pt x="7090630" y="251527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1.35 (1.17-1.56), p_Bonf = &lt;0.001 (n = 6)  |  per IQR decline (Δ = 29.3 %): 2.42 (1.59-3.68)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2026-09-28T17:35:26Z</dcterms:modified>
  <cp:category/>
</cp:coreProperties>
</file>