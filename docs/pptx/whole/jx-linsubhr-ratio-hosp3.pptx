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1896563"/>
              <a:ext cx="7207992" cy="3646536"/>
            </a:xfrm>
            <a:custGeom>
              <a:avLst/>
              <a:pathLst>
                <a:path w="7207992" h="3646536">
                  <a:moveTo>
                    <a:pt x="2329065" y="0"/>
                  </a:moveTo>
                  <a:lnTo>
                    <a:pt x="2339831" y="53311"/>
                  </a:lnTo>
                  <a:lnTo>
                    <a:pt x="2413591" y="384909"/>
                  </a:lnTo>
                  <a:lnTo>
                    <a:pt x="2487351" y="685957"/>
                  </a:lnTo>
                  <a:lnTo>
                    <a:pt x="2561111" y="959271"/>
                  </a:lnTo>
                  <a:lnTo>
                    <a:pt x="2634871" y="1207405"/>
                  </a:lnTo>
                  <a:lnTo>
                    <a:pt x="2708631" y="1432679"/>
                  </a:lnTo>
                  <a:lnTo>
                    <a:pt x="2782391" y="1637199"/>
                  </a:lnTo>
                  <a:lnTo>
                    <a:pt x="2856151" y="1822877"/>
                  </a:lnTo>
                  <a:lnTo>
                    <a:pt x="2929911" y="1991449"/>
                  </a:lnTo>
                  <a:lnTo>
                    <a:pt x="3003671" y="2144491"/>
                  </a:lnTo>
                  <a:lnTo>
                    <a:pt x="3077431" y="2283433"/>
                  </a:lnTo>
                  <a:lnTo>
                    <a:pt x="3151191" y="2409575"/>
                  </a:lnTo>
                  <a:lnTo>
                    <a:pt x="3224951" y="2524096"/>
                  </a:lnTo>
                  <a:lnTo>
                    <a:pt x="3298711" y="2628066"/>
                  </a:lnTo>
                  <a:lnTo>
                    <a:pt x="3372471" y="2722458"/>
                  </a:lnTo>
                  <a:lnTo>
                    <a:pt x="3446231" y="2791103"/>
                  </a:lnTo>
                  <a:lnTo>
                    <a:pt x="3519991" y="2817330"/>
                  </a:lnTo>
                  <a:lnTo>
                    <a:pt x="3593751" y="2842758"/>
                  </a:lnTo>
                  <a:lnTo>
                    <a:pt x="3667511" y="2867412"/>
                  </a:lnTo>
                  <a:lnTo>
                    <a:pt x="3741271" y="2891316"/>
                  </a:lnTo>
                  <a:lnTo>
                    <a:pt x="3815031" y="2914492"/>
                  </a:lnTo>
                  <a:lnTo>
                    <a:pt x="3888791" y="2936962"/>
                  </a:lnTo>
                  <a:lnTo>
                    <a:pt x="3962551" y="2958748"/>
                  </a:lnTo>
                  <a:lnTo>
                    <a:pt x="4036311" y="2979871"/>
                  </a:lnTo>
                  <a:lnTo>
                    <a:pt x="4110071" y="3000352"/>
                  </a:lnTo>
                  <a:lnTo>
                    <a:pt x="4183831" y="3020208"/>
                  </a:lnTo>
                  <a:lnTo>
                    <a:pt x="4257591" y="3039461"/>
                  </a:lnTo>
                  <a:lnTo>
                    <a:pt x="4331351" y="3058127"/>
                  </a:lnTo>
                  <a:lnTo>
                    <a:pt x="4405111" y="3076225"/>
                  </a:lnTo>
                  <a:lnTo>
                    <a:pt x="4478872" y="3093772"/>
                  </a:lnTo>
                  <a:lnTo>
                    <a:pt x="4552632" y="3110785"/>
                  </a:lnTo>
                  <a:lnTo>
                    <a:pt x="4626392" y="3127279"/>
                  </a:lnTo>
                  <a:lnTo>
                    <a:pt x="4700152" y="3143272"/>
                  </a:lnTo>
                  <a:lnTo>
                    <a:pt x="4773912" y="3158778"/>
                  </a:lnTo>
                  <a:lnTo>
                    <a:pt x="4847672" y="3173812"/>
                  </a:lnTo>
                  <a:lnTo>
                    <a:pt x="4921432" y="3188389"/>
                  </a:lnTo>
                  <a:lnTo>
                    <a:pt x="4995192" y="3202521"/>
                  </a:lnTo>
                  <a:lnTo>
                    <a:pt x="5068952" y="3216224"/>
                  </a:lnTo>
                  <a:lnTo>
                    <a:pt x="5142712" y="3229509"/>
                  </a:lnTo>
                  <a:lnTo>
                    <a:pt x="5216472" y="3242390"/>
                  </a:lnTo>
                  <a:lnTo>
                    <a:pt x="5290232" y="3254878"/>
                  </a:lnTo>
                  <a:lnTo>
                    <a:pt x="5363992" y="3266987"/>
                  </a:lnTo>
                  <a:lnTo>
                    <a:pt x="5437752" y="3278727"/>
                  </a:lnTo>
                  <a:lnTo>
                    <a:pt x="5511512" y="3290109"/>
                  </a:lnTo>
                  <a:lnTo>
                    <a:pt x="5585272" y="3301145"/>
                  </a:lnTo>
                  <a:lnTo>
                    <a:pt x="5659032" y="3311846"/>
                  </a:lnTo>
                  <a:lnTo>
                    <a:pt x="5732792" y="3322220"/>
                  </a:lnTo>
                  <a:lnTo>
                    <a:pt x="5806552" y="3332278"/>
                  </a:lnTo>
                  <a:lnTo>
                    <a:pt x="5880312" y="3342031"/>
                  </a:lnTo>
                  <a:lnTo>
                    <a:pt x="5954072" y="3351486"/>
                  </a:lnTo>
                  <a:lnTo>
                    <a:pt x="6027832" y="3360654"/>
                  </a:lnTo>
                  <a:lnTo>
                    <a:pt x="6101592" y="3369543"/>
                  </a:lnTo>
                  <a:lnTo>
                    <a:pt x="6175352" y="3378161"/>
                  </a:lnTo>
                  <a:lnTo>
                    <a:pt x="6249112" y="3386516"/>
                  </a:lnTo>
                  <a:lnTo>
                    <a:pt x="6322872" y="3394617"/>
                  </a:lnTo>
                  <a:lnTo>
                    <a:pt x="6396632" y="3402472"/>
                  </a:lnTo>
                  <a:lnTo>
                    <a:pt x="6470392" y="3410088"/>
                  </a:lnTo>
                  <a:lnTo>
                    <a:pt x="6544152" y="3417471"/>
                  </a:lnTo>
                  <a:lnTo>
                    <a:pt x="6617912" y="3424630"/>
                  </a:lnTo>
                  <a:lnTo>
                    <a:pt x="6691672" y="3431571"/>
                  </a:lnTo>
                  <a:lnTo>
                    <a:pt x="6765432" y="3438301"/>
                  </a:lnTo>
                  <a:lnTo>
                    <a:pt x="6839192" y="3444826"/>
                  </a:lnTo>
                  <a:lnTo>
                    <a:pt x="6912952" y="3451152"/>
                  </a:lnTo>
                  <a:lnTo>
                    <a:pt x="6986712" y="3457286"/>
                  </a:lnTo>
                  <a:lnTo>
                    <a:pt x="7060472" y="3463233"/>
                  </a:lnTo>
                  <a:lnTo>
                    <a:pt x="7134232" y="3468999"/>
                  </a:lnTo>
                  <a:lnTo>
                    <a:pt x="7207992" y="3474589"/>
                  </a:lnTo>
                  <a:lnTo>
                    <a:pt x="7207992" y="3646536"/>
                  </a:lnTo>
                  <a:lnTo>
                    <a:pt x="7134232" y="3645916"/>
                  </a:lnTo>
                  <a:lnTo>
                    <a:pt x="7060472" y="3645233"/>
                  </a:lnTo>
                  <a:lnTo>
                    <a:pt x="6986712" y="3644482"/>
                  </a:lnTo>
                  <a:lnTo>
                    <a:pt x="6912952" y="3643653"/>
                  </a:lnTo>
                  <a:lnTo>
                    <a:pt x="6839192" y="3642741"/>
                  </a:lnTo>
                  <a:lnTo>
                    <a:pt x="6765432" y="3641736"/>
                  </a:lnTo>
                  <a:lnTo>
                    <a:pt x="6691672" y="3640629"/>
                  </a:lnTo>
                  <a:lnTo>
                    <a:pt x="6617912" y="3639410"/>
                  </a:lnTo>
                  <a:lnTo>
                    <a:pt x="6544152" y="3638067"/>
                  </a:lnTo>
                  <a:lnTo>
                    <a:pt x="6470392" y="3636588"/>
                  </a:lnTo>
                  <a:lnTo>
                    <a:pt x="6396632" y="3634959"/>
                  </a:lnTo>
                  <a:lnTo>
                    <a:pt x="6322872" y="3633165"/>
                  </a:lnTo>
                  <a:lnTo>
                    <a:pt x="6249112" y="3631188"/>
                  </a:lnTo>
                  <a:lnTo>
                    <a:pt x="6175352" y="3629011"/>
                  </a:lnTo>
                  <a:lnTo>
                    <a:pt x="6101592" y="3626612"/>
                  </a:lnTo>
                  <a:lnTo>
                    <a:pt x="6027832" y="3623971"/>
                  </a:lnTo>
                  <a:lnTo>
                    <a:pt x="5954072" y="3621061"/>
                  </a:lnTo>
                  <a:lnTo>
                    <a:pt x="5880312" y="3617857"/>
                  </a:lnTo>
                  <a:lnTo>
                    <a:pt x="5806552" y="3614327"/>
                  </a:lnTo>
                  <a:lnTo>
                    <a:pt x="5732792" y="3610438"/>
                  </a:lnTo>
                  <a:lnTo>
                    <a:pt x="5659032" y="3606156"/>
                  </a:lnTo>
                  <a:lnTo>
                    <a:pt x="5585272" y="3601438"/>
                  </a:lnTo>
                  <a:lnTo>
                    <a:pt x="5511512" y="3596242"/>
                  </a:lnTo>
                  <a:lnTo>
                    <a:pt x="5437752" y="3590519"/>
                  </a:lnTo>
                  <a:lnTo>
                    <a:pt x="5363992" y="3584214"/>
                  </a:lnTo>
                  <a:lnTo>
                    <a:pt x="5290232" y="3577270"/>
                  </a:lnTo>
                  <a:lnTo>
                    <a:pt x="5216472" y="3569622"/>
                  </a:lnTo>
                  <a:lnTo>
                    <a:pt x="5142712" y="3561197"/>
                  </a:lnTo>
                  <a:lnTo>
                    <a:pt x="5068952" y="3551918"/>
                  </a:lnTo>
                  <a:lnTo>
                    <a:pt x="4995192" y="3541696"/>
                  </a:lnTo>
                  <a:lnTo>
                    <a:pt x="4921432" y="3530438"/>
                  </a:lnTo>
                  <a:lnTo>
                    <a:pt x="4847672" y="3518037"/>
                  </a:lnTo>
                  <a:lnTo>
                    <a:pt x="4773912" y="3504378"/>
                  </a:lnTo>
                  <a:lnTo>
                    <a:pt x="4700152" y="3489332"/>
                  </a:lnTo>
                  <a:lnTo>
                    <a:pt x="4626392" y="3472760"/>
                  </a:lnTo>
                  <a:lnTo>
                    <a:pt x="4552632" y="3454506"/>
                  </a:lnTo>
                  <a:lnTo>
                    <a:pt x="4478872" y="3434400"/>
                  </a:lnTo>
                  <a:lnTo>
                    <a:pt x="4405111" y="3412253"/>
                  </a:lnTo>
                  <a:lnTo>
                    <a:pt x="4331351" y="3387859"/>
                  </a:lnTo>
                  <a:lnTo>
                    <a:pt x="4257591" y="3360990"/>
                  </a:lnTo>
                  <a:lnTo>
                    <a:pt x="4183831" y="3331394"/>
                  </a:lnTo>
                  <a:lnTo>
                    <a:pt x="4110071" y="3298795"/>
                  </a:lnTo>
                  <a:lnTo>
                    <a:pt x="4036311" y="3262887"/>
                  </a:lnTo>
                  <a:lnTo>
                    <a:pt x="3962551" y="3223336"/>
                  </a:lnTo>
                  <a:lnTo>
                    <a:pt x="3888791" y="3179772"/>
                  </a:lnTo>
                  <a:lnTo>
                    <a:pt x="3815031" y="3131787"/>
                  </a:lnTo>
                  <a:lnTo>
                    <a:pt x="3741271" y="3078932"/>
                  </a:lnTo>
                  <a:lnTo>
                    <a:pt x="3667511" y="3020714"/>
                  </a:lnTo>
                  <a:lnTo>
                    <a:pt x="3593751" y="2956588"/>
                  </a:lnTo>
                  <a:lnTo>
                    <a:pt x="3519991" y="2885955"/>
                  </a:lnTo>
                  <a:lnTo>
                    <a:pt x="3446231" y="2808154"/>
                  </a:lnTo>
                  <a:lnTo>
                    <a:pt x="3372471" y="2764053"/>
                  </a:lnTo>
                  <a:lnTo>
                    <a:pt x="3298711" y="2736154"/>
                  </a:lnTo>
                  <a:lnTo>
                    <a:pt x="3224951" y="2707379"/>
                  </a:lnTo>
                  <a:lnTo>
                    <a:pt x="3151191" y="2677700"/>
                  </a:lnTo>
                  <a:lnTo>
                    <a:pt x="3077431" y="2647090"/>
                  </a:lnTo>
                  <a:lnTo>
                    <a:pt x="3003671" y="2615518"/>
                  </a:lnTo>
                  <a:lnTo>
                    <a:pt x="2929911" y="2582955"/>
                  </a:lnTo>
                  <a:lnTo>
                    <a:pt x="2856151" y="2549370"/>
                  </a:lnTo>
                  <a:lnTo>
                    <a:pt x="2782391" y="2514730"/>
                  </a:lnTo>
                  <a:lnTo>
                    <a:pt x="2708631" y="2479003"/>
                  </a:lnTo>
                  <a:lnTo>
                    <a:pt x="2634871" y="2442154"/>
                  </a:lnTo>
                  <a:lnTo>
                    <a:pt x="2561111" y="2404148"/>
                  </a:lnTo>
                  <a:lnTo>
                    <a:pt x="2487351" y="2364949"/>
                  </a:lnTo>
                  <a:lnTo>
                    <a:pt x="2413591" y="2324519"/>
                  </a:lnTo>
                  <a:lnTo>
                    <a:pt x="2339831" y="2282819"/>
                  </a:lnTo>
                  <a:lnTo>
                    <a:pt x="2266071" y="2239810"/>
                  </a:lnTo>
                  <a:lnTo>
                    <a:pt x="2192311" y="2195451"/>
                  </a:lnTo>
                  <a:lnTo>
                    <a:pt x="2118551" y="2149700"/>
                  </a:lnTo>
                  <a:lnTo>
                    <a:pt x="2044791" y="2102511"/>
                  </a:lnTo>
                  <a:lnTo>
                    <a:pt x="1971031" y="2053842"/>
                  </a:lnTo>
                  <a:lnTo>
                    <a:pt x="1897271" y="2003644"/>
                  </a:lnTo>
                  <a:lnTo>
                    <a:pt x="1823511" y="1951870"/>
                  </a:lnTo>
                  <a:lnTo>
                    <a:pt x="1749751" y="1898470"/>
                  </a:lnTo>
                  <a:lnTo>
                    <a:pt x="1675991" y="1843394"/>
                  </a:lnTo>
                  <a:lnTo>
                    <a:pt x="1602231" y="1786589"/>
                  </a:lnTo>
                  <a:lnTo>
                    <a:pt x="1528471" y="1728000"/>
                  </a:lnTo>
                  <a:lnTo>
                    <a:pt x="1454710" y="1667571"/>
                  </a:lnTo>
                  <a:lnTo>
                    <a:pt x="1380950" y="1605245"/>
                  </a:lnTo>
                  <a:lnTo>
                    <a:pt x="1307190" y="1540963"/>
                  </a:lnTo>
                  <a:lnTo>
                    <a:pt x="1233430" y="1474662"/>
                  </a:lnTo>
                  <a:lnTo>
                    <a:pt x="1159670" y="1406279"/>
                  </a:lnTo>
                  <a:lnTo>
                    <a:pt x="1085910" y="1335750"/>
                  </a:lnTo>
                  <a:lnTo>
                    <a:pt x="1012150" y="1263006"/>
                  </a:lnTo>
                  <a:lnTo>
                    <a:pt x="938390" y="1187978"/>
                  </a:lnTo>
                  <a:lnTo>
                    <a:pt x="864630" y="1110594"/>
                  </a:lnTo>
                  <a:lnTo>
                    <a:pt x="790870" y="1030781"/>
                  </a:lnTo>
                  <a:lnTo>
                    <a:pt x="717110" y="948462"/>
                  </a:lnTo>
                  <a:lnTo>
                    <a:pt x="643350" y="863558"/>
                  </a:lnTo>
                  <a:lnTo>
                    <a:pt x="569590" y="775988"/>
                  </a:lnTo>
                  <a:lnTo>
                    <a:pt x="495830" y="685669"/>
                  </a:lnTo>
                  <a:lnTo>
                    <a:pt x="422070" y="592515"/>
                  </a:lnTo>
                  <a:lnTo>
                    <a:pt x="348310" y="496435"/>
                  </a:lnTo>
                  <a:lnTo>
                    <a:pt x="274550" y="397339"/>
                  </a:lnTo>
                  <a:lnTo>
                    <a:pt x="200790" y="295131"/>
                  </a:lnTo>
                  <a:lnTo>
                    <a:pt x="127030" y="189715"/>
                  </a:lnTo>
                  <a:lnTo>
                    <a:pt x="53270" y="809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1896563"/>
              <a:ext cx="4878927" cy="3474589"/>
            </a:xfrm>
            <a:custGeom>
              <a:avLst/>
              <a:pathLst>
                <a:path w="4878927" h="3474589">
                  <a:moveTo>
                    <a:pt x="0" y="0"/>
                  </a:moveTo>
                  <a:lnTo>
                    <a:pt x="10766" y="53311"/>
                  </a:lnTo>
                  <a:lnTo>
                    <a:pt x="84526" y="384909"/>
                  </a:lnTo>
                  <a:lnTo>
                    <a:pt x="158286" y="685957"/>
                  </a:lnTo>
                  <a:lnTo>
                    <a:pt x="232046" y="959271"/>
                  </a:lnTo>
                  <a:lnTo>
                    <a:pt x="305806" y="1207405"/>
                  </a:lnTo>
                  <a:lnTo>
                    <a:pt x="379566" y="1432679"/>
                  </a:lnTo>
                  <a:lnTo>
                    <a:pt x="453326" y="1637199"/>
                  </a:lnTo>
                  <a:lnTo>
                    <a:pt x="527086" y="1822877"/>
                  </a:lnTo>
                  <a:lnTo>
                    <a:pt x="600846" y="1991449"/>
                  </a:lnTo>
                  <a:lnTo>
                    <a:pt x="674606" y="2144491"/>
                  </a:lnTo>
                  <a:lnTo>
                    <a:pt x="748366" y="2283433"/>
                  </a:lnTo>
                  <a:lnTo>
                    <a:pt x="822126" y="2409575"/>
                  </a:lnTo>
                  <a:lnTo>
                    <a:pt x="895886" y="2524096"/>
                  </a:lnTo>
                  <a:lnTo>
                    <a:pt x="969646" y="2628066"/>
                  </a:lnTo>
                  <a:lnTo>
                    <a:pt x="1043406" y="2722458"/>
                  </a:lnTo>
                  <a:lnTo>
                    <a:pt x="1117166" y="2791103"/>
                  </a:lnTo>
                  <a:lnTo>
                    <a:pt x="1190926" y="2817330"/>
                  </a:lnTo>
                  <a:lnTo>
                    <a:pt x="1264686" y="2842758"/>
                  </a:lnTo>
                  <a:lnTo>
                    <a:pt x="1338446" y="2867412"/>
                  </a:lnTo>
                  <a:lnTo>
                    <a:pt x="1412206" y="2891316"/>
                  </a:lnTo>
                  <a:lnTo>
                    <a:pt x="1485966" y="2914492"/>
                  </a:lnTo>
                  <a:lnTo>
                    <a:pt x="1559726" y="2936962"/>
                  </a:lnTo>
                  <a:lnTo>
                    <a:pt x="1633486" y="2958748"/>
                  </a:lnTo>
                  <a:lnTo>
                    <a:pt x="1707246" y="2979871"/>
                  </a:lnTo>
                  <a:lnTo>
                    <a:pt x="1781006" y="3000352"/>
                  </a:lnTo>
                  <a:lnTo>
                    <a:pt x="1854766" y="3020208"/>
                  </a:lnTo>
                  <a:lnTo>
                    <a:pt x="1928526" y="3039461"/>
                  </a:lnTo>
                  <a:lnTo>
                    <a:pt x="2002286" y="3058127"/>
                  </a:lnTo>
                  <a:lnTo>
                    <a:pt x="2076046" y="3076225"/>
                  </a:lnTo>
                  <a:lnTo>
                    <a:pt x="2149806" y="3093772"/>
                  </a:lnTo>
                  <a:lnTo>
                    <a:pt x="2223566" y="3110785"/>
                  </a:lnTo>
                  <a:lnTo>
                    <a:pt x="2297326" y="3127279"/>
                  </a:lnTo>
                  <a:lnTo>
                    <a:pt x="2371086" y="3143272"/>
                  </a:lnTo>
                  <a:lnTo>
                    <a:pt x="2444846" y="3158778"/>
                  </a:lnTo>
                  <a:lnTo>
                    <a:pt x="2518606" y="3173812"/>
                  </a:lnTo>
                  <a:lnTo>
                    <a:pt x="2592366" y="3188389"/>
                  </a:lnTo>
                  <a:lnTo>
                    <a:pt x="2666126" y="3202521"/>
                  </a:lnTo>
                  <a:lnTo>
                    <a:pt x="2739887" y="3216224"/>
                  </a:lnTo>
                  <a:lnTo>
                    <a:pt x="2813647" y="3229509"/>
                  </a:lnTo>
                  <a:lnTo>
                    <a:pt x="2887407" y="3242390"/>
                  </a:lnTo>
                  <a:lnTo>
                    <a:pt x="2961167" y="3254878"/>
                  </a:lnTo>
                  <a:lnTo>
                    <a:pt x="3034927" y="3266987"/>
                  </a:lnTo>
                  <a:lnTo>
                    <a:pt x="3108687" y="3278727"/>
                  </a:lnTo>
                  <a:lnTo>
                    <a:pt x="3182447" y="3290109"/>
                  </a:lnTo>
                  <a:lnTo>
                    <a:pt x="3256207" y="3301145"/>
                  </a:lnTo>
                  <a:lnTo>
                    <a:pt x="3329967" y="3311846"/>
                  </a:lnTo>
                  <a:lnTo>
                    <a:pt x="3403727" y="3322220"/>
                  </a:lnTo>
                  <a:lnTo>
                    <a:pt x="3477487" y="3332278"/>
                  </a:lnTo>
                  <a:lnTo>
                    <a:pt x="3551247" y="3342031"/>
                  </a:lnTo>
                  <a:lnTo>
                    <a:pt x="3625007" y="3351486"/>
                  </a:lnTo>
                  <a:lnTo>
                    <a:pt x="3698767" y="3360654"/>
                  </a:lnTo>
                  <a:lnTo>
                    <a:pt x="3772527" y="3369543"/>
                  </a:lnTo>
                  <a:lnTo>
                    <a:pt x="3846287" y="3378161"/>
                  </a:lnTo>
                  <a:lnTo>
                    <a:pt x="3920047" y="3386516"/>
                  </a:lnTo>
                  <a:lnTo>
                    <a:pt x="3993807" y="3394617"/>
                  </a:lnTo>
                  <a:lnTo>
                    <a:pt x="4067567" y="3402472"/>
                  </a:lnTo>
                  <a:lnTo>
                    <a:pt x="4141327" y="3410088"/>
                  </a:lnTo>
                  <a:lnTo>
                    <a:pt x="4215087" y="3417471"/>
                  </a:lnTo>
                  <a:lnTo>
                    <a:pt x="4288847" y="3424630"/>
                  </a:lnTo>
                  <a:lnTo>
                    <a:pt x="4362607" y="3431571"/>
                  </a:lnTo>
                  <a:lnTo>
                    <a:pt x="4436367" y="3438301"/>
                  </a:lnTo>
                  <a:lnTo>
                    <a:pt x="4510127" y="3444826"/>
                  </a:lnTo>
                  <a:lnTo>
                    <a:pt x="4583887" y="3451152"/>
                  </a:lnTo>
                  <a:lnTo>
                    <a:pt x="4657647" y="3457286"/>
                  </a:lnTo>
                  <a:lnTo>
                    <a:pt x="4731407" y="3463233"/>
                  </a:lnTo>
                  <a:lnTo>
                    <a:pt x="4805167" y="3468999"/>
                  </a:lnTo>
                  <a:lnTo>
                    <a:pt x="4878927" y="3474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1896563"/>
              <a:ext cx="7207992" cy="3646536"/>
            </a:xfrm>
            <a:custGeom>
              <a:avLst/>
              <a:pathLst>
                <a:path w="7207992" h="3646536">
                  <a:moveTo>
                    <a:pt x="7207992" y="3646536"/>
                  </a:moveTo>
                  <a:lnTo>
                    <a:pt x="7134232" y="3645916"/>
                  </a:lnTo>
                  <a:lnTo>
                    <a:pt x="7060472" y="3645233"/>
                  </a:lnTo>
                  <a:lnTo>
                    <a:pt x="6986712" y="3644482"/>
                  </a:lnTo>
                  <a:lnTo>
                    <a:pt x="6912952" y="3643653"/>
                  </a:lnTo>
                  <a:lnTo>
                    <a:pt x="6839192" y="3642741"/>
                  </a:lnTo>
                  <a:lnTo>
                    <a:pt x="6765432" y="3641736"/>
                  </a:lnTo>
                  <a:lnTo>
                    <a:pt x="6691672" y="3640629"/>
                  </a:lnTo>
                  <a:lnTo>
                    <a:pt x="6617912" y="3639410"/>
                  </a:lnTo>
                  <a:lnTo>
                    <a:pt x="6544152" y="3638067"/>
                  </a:lnTo>
                  <a:lnTo>
                    <a:pt x="6470392" y="3636588"/>
                  </a:lnTo>
                  <a:lnTo>
                    <a:pt x="6396632" y="3634959"/>
                  </a:lnTo>
                  <a:lnTo>
                    <a:pt x="6322872" y="3633165"/>
                  </a:lnTo>
                  <a:lnTo>
                    <a:pt x="6249112" y="3631188"/>
                  </a:lnTo>
                  <a:lnTo>
                    <a:pt x="6175352" y="3629011"/>
                  </a:lnTo>
                  <a:lnTo>
                    <a:pt x="6101592" y="3626612"/>
                  </a:lnTo>
                  <a:lnTo>
                    <a:pt x="6027832" y="3623971"/>
                  </a:lnTo>
                  <a:lnTo>
                    <a:pt x="5954072" y="3621061"/>
                  </a:lnTo>
                  <a:lnTo>
                    <a:pt x="5880312" y="3617857"/>
                  </a:lnTo>
                  <a:lnTo>
                    <a:pt x="5806552" y="3614327"/>
                  </a:lnTo>
                  <a:lnTo>
                    <a:pt x="5732792" y="3610438"/>
                  </a:lnTo>
                  <a:lnTo>
                    <a:pt x="5659032" y="3606156"/>
                  </a:lnTo>
                  <a:lnTo>
                    <a:pt x="5585272" y="3601438"/>
                  </a:lnTo>
                  <a:lnTo>
                    <a:pt x="5511512" y="3596242"/>
                  </a:lnTo>
                  <a:lnTo>
                    <a:pt x="5437752" y="3590519"/>
                  </a:lnTo>
                  <a:lnTo>
                    <a:pt x="5363992" y="3584214"/>
                  </a:lnTo>
                  <a:lnTo>
                    <a:pt x="5290232" y="3577270"/>
                  </a:lnTo>
                  <a:lnTo>
                    <a:pt x="5216472" y="3569622"/>
                  </a:lnTo>
                  <a:lnTo>
                    <a:pt x="5142712" y="3561197"/>
                  </a:lnTo>
                  <a:lnTo>
                    <a:pt x="5068952" y="3551918"/>
                  </a:lnTo>
                  <a:lnTo>
                    <a:pt x="4995192" y="3541696"/>
                  </a:lnTo>
                  <a:lnTo>
                    <a:pt x="4921432" y="3530438"/>
                  </a:lnTo>
                  <a:lnTo>
                    <a:pt x="4847672" y="3518037"/>
                  </a:lnTo>
                  <a:lnTo>
                    <a:pt x="4773912" y="3504378"/>
                  </a:lnTo>
                  <a:lnTo>
                    <a:pt x="4700152" y="3489332"/>
                  </a:lnTo>
                  <a:lnTo>
                    <a:pt x="4626392" y="3472760"/>
                  </a:lnTo>
                  <a:lnTo>
                    <a:pt x="4552632" y="3454506"/>
                  </a:lnTo>
                  <a:lnTo>
                    <a:pt x="4478872" y="3434400"/>
                  </a:lnTo>
                  <a:lnTo>
                    <a:pt x="4405111" y="3412253"/>
                  </a:lnTo>
                  <a:lnTo>
                    <a:pt x="4331351" y="3387859"/>
                  </a:lnTo>
                  <a:lnTo>
                    <a:pt x="4257591" y="3360990"/>
                  </a:lnTo>
                  <a:lnTo>
                    <a:pt x="4183831" y="3331394"/>
                  </a:lnTo>
                  <a:lnTo>
                    <a:pt x="4110071" y="3298795"/>
                  </a:lnTo>
                  <a:lnTo>
                    <a:pt x="4036311" y="3262887"/>
                  </a:lnTo>
                  <a:lnTo>
                    <a:pt x="3962551" y="3223336"/>
                  </a:lnTo>
                  <a:lnTo>
                    <a:pt x="3888791" y="3179772"/>
                  </a:lnTo>
                  <a:lnTo>
                    <a:pt x="3815031" y="3131787"/>
                  </a:lnTo>
                  <a:lnTo>
                    <a:pt x="3741271" y="3078932"/>
                  </a:lnTo>
                  <a:lnTo>
                    <a:pt x="3667511" y="3020714"/>
                  </a:lnTo>
                  <a:lnTo>
                    <a:pt x="3593751" y="2956588"/>
                  </a:lnTo>
                  <a:lnTo>
                    <a:pt x="3519991" y="2885955"/>
                  </a:lnTo>
                  <a:lnTo>
                    <a:pt x="3446231" y="2808154"/>
                  </a:lnTo>
                  <a:lnTo>
                    <a:pt x="3372471" y="2764053"/>
                  </a:lnTo>
                  <a:lnTo>
                    <a:pt x="3298711" y="2736154"/>
                  </a:lnTo>
                  <a:lnTo>
                    <a:pt x="3224951" y="2707379"/>
                  </a:lnTo>
                  <a:lnTo>
                    <a:pt x="3151191" y="2677700"/>
                  </a:lnTo>
                  <a:lnTo>
                    <a:pt x="3077431" y="2647090"/>
                  </a:lnTo>
                  <a:lnTo>
                    <a:pt x="3003671" y="2615518"/>
                  </a:lnTo>
                  <a:lnTo>
                    <a:pt x="2929911" y="2582955"/>
                  </a:lnTo>
                  <a:lnTo>
                    <a:pt x="2856151" y="2549370"/>
                  </a:lnTo>
                  <a:lnTo>
                    <a:pt x="2782391" y="2514730"/>
                  </a:lnTo>
                  <a:lnTo>
                    <a:pt x="2708631" y="2479003"/>
                  </a:lnTo>
                  <a:lnTo>
                    <a:pt x="2634871" y="2442154"/>
                  </a:lnTo>
                  <a:lnTo>
                    <a:pt x="2561111" y="2404148"/>
                  </a:lnTo>
                  <a:lnTo>
                    <a:pt x="2487351" y="2364949"/>
                  </a:lnTo>
                  <a:lnTo>
                    <a:pt x="2413591" y="2324519"/>
                  </a:lnTo>
                  <a:lnTo>
                    <a:pt x="2339831" y="2282819"/>
                  </a:lnTo>
                  <a:lnTo>
                    <a:pt x="2266071" y="2239810"/>
                  </a:lnTo>
                  <a:lnTo>
                    <a:pt x="2192311" y="2195451"/>
                  </a:lnTo>
                  <a:lnTo>
                    <a:pt x="2118551" y="2149700"/>
                  </a:lnTo>
                  <a:lnTo>
                    <a:pt x="2044791" y="2102511"/>
                  </a:lnTo>
                  <a:lnTo>
                    <a:pt x="1971031" y="2053842"/>
                  </a:lnTo>
                  <a:lnTo>
                    <a:pt x="1897271" y="2003644"/>
                  </a:lnTo>
                  <a:lnTo>
                    <a:pt x="1823511" y="1951870"/>
                  </a:lnTo>
                  <a:lnTo>
                    <a:pt x="1749751" y="1898470"/>
                  </a:lnTo>
                  <a:lnTo>
                    <a:pt x="1675991" y="1843394"/>
                  </a:lnTo>
                  <a:lnTo>
                    <a:pt x="1602231" y="1786589"/>
                  </a:lnTo>
                  <a:lnTo>
                    <a:pt x="1528471" y="1728000"/>
                  </a:lnTo>
                  <a:lnTo>
                    <a:pt x="1454710" y="1667571"/>
                  </a:lnTo>
                  <a:lnTo>
                    <a:pt x="1380950" y="1605245"/>
                  </a:lnTo>
                  <a:lnTo>
                    <a:pt x="1307190" y="1540963"/>
                  </a:lnTo>
                  <a:lnTo>
                    <a:pt x="1233430" y="1474662"/>
                  </a:lnTo>
                  <a:lnTo>
                    <a:pt x="1159670" y="1406279"/>
                  </a:lnTo>
                  <a:lnTo>
                    <a:pt x="1085910" y="1335750"/>
                  </a:lnTo>
                  <a:lnTo>
                    <a:pt x="1012150" y="1263006"/>
                  </a:lnTo>
                  <a:lnTo>
                    <a:pt x="938390" y="1187978"/>
                  </a:lnTo>
                  <a:lnTo>
                    <a:pt x="864630" y="1110594"/>
                  </a:lnTo>
                  <a:lnTo>
                    <a:pt x="790870" y="1030781"/>
                  </a:lnTo>
                  <a:lnTo>
                    <a:pt x="717110" y="948462"/>
                  </a:lnTo>
                  <a:lnTo>
                    <a:pt x="643350" y="863558"/>
                  </a:lnTo>
                  <a:lnTo>
                    <a:pt x="569590" y="775988"/>
                  </a:lnTo>
                  <a:lnTo>
                    <a:pt x="495830" y="685669"/>
                  </a:lnTo>
                  <a:lnTo>
                    <a:pt x="422070" y="592515"/>
                  </a:lnTo>
                  <a:lnTo>
                    <a:pt x="348310" y="496435"/>
                  </a:lnTo>
                  <a:lnTo>
                    <a:pt x="274550" y="397339"/>
                  </a:lnTo>
                  <a:lnTo>
                    <a:pt x="200790" y="295131"/>
                  </a:lnTo>
                  <a:lnTo>
                    <a:pt x="127030" y="189715"/>
                  </a:lnTo>
                  <a:lnTo>
                    <a:pt x="53270" y="809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1896563"/>
              <a:ext cx="5443381" cy="3619667"/>
            </a:xfrm>
            <a:custGeom>
              <a:avLst/>
              <a:pathLst>
                <a:path w="5443381" h="3619667">
                  <a:moveTo>
                    <a:pt x="0" y="0"/>
                  </a:moveTo>
                  <a:lnTo>
                    <a:pt x="58899" y="182501"/>
                  </a:lnTo>
                  <a:lnTo>
                    <a:pt x="132659" y="396925"/>
                  </a:lnTo>
                  <a:lnTo>
                    <a:pt x="206419" y="598101"/>
                  </a:lnTo>
                  <a:lnTo>
                    <a:pt x="280179" y="786845"/>
                  </a:lnTo>
                  <a:lnTo>
                    <a:pt x="353939" y="963926"/>
                  </a:lnTo>
                  <a:lnTo>
                    <a:pt x="427699" y="1130066"/>
                  </a:lnTo>
                  <a:lnTo>
                    <a:pt x="501459" y="1285939"/>
                  </a:lnTo>
                  <a:lnTo>
                    <a:pt x="575219" y="1432181"/>
                  </a:lnTo>
                  <a:lnTo>
                    <a:pt x="648979" y="1569387"/>
                  </a:lnTo>
                  <a:lnTo>
                    <a:pt x="722739" y="1698114"/>
                  </a:lnTo>
                  <a:lnTo>
                    <a:pt x="796499" y="1818887"/>
                  </a:lnTo>
                  <a:lnTo>
                    <a:pt x="870259" y="1932197"/>
                  </a:lnTo>
                  <a:lnTo>
                    <a:pt x="944019" y="2038506"/>
                  </a:lnTo>
                  <a:lnTo>
                    <a:pt x="1017779" y="2138246"/>
                  </a:lnTo>
                  <a:lnTo>
                    <a:pt x="1091539" y="2231822"/>
                  </a:lnTo>
                  <a:lnTo>
                    <a:pt x="1165299" y="2319617"/>
                  </a:lnTo>
                  <a:lnTo>
                    <a:pt x="1239059" y="2401986"/>
                  </a:lnTo>
                  <a:lnTo>
                    <a:pt x="1312819" y="2479266"/>
                  </a:lnTo>
                  <a:lnTo>
                    <a:pt x="1386579" y="2551771"/>
                  </a:lnTo>
                  <a:lnTo>
                    <a:pt x="1460339" y="2619795"/>
                  </a:lnTo>
                  <a:lnTo>
                    <a:pt x="1534099" y="2683616"/>
                  </a:lnTo>
                  <a:lnTo>
                    <a:pt x="1607859" y="2743494"/>
                  </a:lnTo>
                  <a:lnTo>
                    <a:pt x="1681619" y="2799671"/>
                  </a:lnTo>
                  <a:lnTo>
                    <a:pt x="1755379" y="2852377"/>
                  </a:lnTo>
                  <a:lnTo>
                    <a:pt x="1829139" y="2901827"/>
                  </a:lnTo>
                  <a:lnTo>
                    <a:pt x="1902900" y="2948221"/>
                  </a:lnTo>
                  <a:lnTo>
                    <a:pt x="1976660" y="2991748"/>
                  </a:lnTo>
                  <a:lnTo>
                    <a:pt x="2050420" y="3032586"/>
                  </a:lnTo>
                  <a:lnTo>
                    <a:pt x="2124180" y="3070900"/>
                  </a:lnTo>
                  <a:lnTo>
                    <a:pt x="2197940" y="3106847"/>
                  </a:lnTo>
                  <a:lnTo>
                    <a:pt x="2271700" y="3140572"/>
                  </a:lnTo>
                  <a:lnTo>
                    <a:pt x="2345460" y="3172214"/>
                  </a:lnTo>
                  <a:lnTo>
                    <a:pt x="2419220" y="3201900"/>
                  </a:lnTo>
                  <a:lnTo>
                    <a:pt x="2492980" y="3229752"/>
                  </a:lnTo>
                  <a:lnTo>
                    <a:pt x="2566740" y="3255883"/>
                  </a:lnTo>
                  <a:lnTo>
                    <a:pt x="2640500" y="3280400"/>
                  </a:lnTo>
                  <a:lnTo>
                    <a:pt x="2714260" y="3303401"/>
                  </a:lnTo>
                  <a:lnTo>
                    <a:pt x="2788020" y="3324981"/>
                  </a:lnTo>
                  <a:lnTo>
                    <a:pt x="2861780" y="3345228"/>
                  </a:lnTo>
                  <a:lnTo>
                    <a:pt x="2935540" y="3364223"/>
                  </a:lnTo>
                  <a:lnTo>
                    <a:pt x="3009300" y="3382045"/>
                  </a:lnTo>
                  <a:lnTo>
                    <a:pt x="3083060" y="3398766"/>
                  </a:lnTo>
                  <a:lnTo>
                    <a:pt x="3156820" y="3414453"/>
                  </a:lnTo>
                  <a:lnTo>
                    <a:pt x="3230580" y="3429171"/>
                  </a:lnTo>
                  <a:lnTo>
                    <a:pt x="3304340" y="3442980"/>
                  </a:lnTo>
                  <a:lnTo>
                    <a:pt x="3378100" y="3455935"/>
                  </a:lnTo>
                  <a:lnTo>
                    <a:pt x="3451860" y="3468090"/>
                  </a:lnTo>
                  <a:lnTo>
                    <a:pt x="3525620" y="3479494"/>
                  </a:lnTo>
                  <a:lnTo>
                    <a:pt x="3599380" y="3490193"/>
                  </a:lnTo>
                  <a:lnTo>
                    <a:pt x="3673140" y="3500231"/>
                  </a:lnTo>
                  <a:lnTo>
                    <a:pt x="3746900" y="3509649"/>
                  </a:lnTo>
                  <a:lnTo>
                    <a:pt x="3820660" y="3518485"/>
                  </a:lnTo>
                  <a:lnTo>
                    <a:pt x="3894420" y="3526775"/>
                  </a:lnTo>
                  <a:lnTo>
                    <a:pt x="3968180" y="3534552"/>
                  </a:lnTo>
                  <a:lnTo>
                    <a:pt x="4041940" y="3541849"/>
                  </a:lnTo>
                  <a:lnTo>
                    <a:pt x="4115700" y="3548695"/>
                  </a:lnTo>
                  <a:lnTo>
                    <a:pt x="4189460" y="3555118"/>
                  </a:lnTo>
                  <a:lnTo>
                    <a:pt x="4263220" y="3561145"/>
                  </a:lnTo>
                  <a:lnTo>
                    <a:pt x="4336980" y="3566798"/>
                  </a:lnTo>
                  <a:lnTo>
                    <a:pt x="4410740" y="3572103"/>
                  </a:lnTo>
                  <a:lnTo>
                    <a:pt x="4484500" y="3577080"/>
                  </a:lnTo>
                  <a:lnTo>
                    <a:pt x="4558260" y="3581749"/>
                  </a:lnTo>
                  <a:lnTo>
                    <a:pt x="4632020" y="3586129"/>
                  </a:lnTo>
                  <a:lnTo>
                    <a:pt x="4705780" y="3590239"/>
                  </a:lnTo>
                  <a:lnTo>
                    <a:pt x="4779541" y="3594095"/>
                  </a:lnTo>
                  <a:lnTo>
                    <a:pt x="4853301" y="3597713"/>
                  </a:lnTo>
                  <a:lnTo>
                    <a:pt x="4927061" y="3601107"/>
                  </a:lnTo>
                  <a:lnTo>
                    <a:pt x="5000821" y="3604292"/>
                  </a:lnTo>
                  <a:lnTo>
                    <a:pt x="5074581" y="3607280"/>
                  </a:lnTo>
                  <a:lnTo>
                    <a:pt x="5148341" y="3610083"/>
                  </a:lnTo>
                  <a:lnTo>
                    <a:pt x="5222101" y="3612713"/>
                  </a:lnTo>
                  <a:lnTo>
                    <a:pt x="5295861" y="3615180"/>
                  </a:lnTo>
                  <a:lnTo>
                    <a:pt x="5369621" y="3617495"/>
                  </a:lnTo>
                  <a:lnTo>
                    <a:pt x="5443381" y="36196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2026-05-21T09:01:16Z</dcterms:modified>
  <cp:category/>
</cp:coreProperties>
</file>