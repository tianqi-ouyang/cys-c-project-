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3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817517" y="5142518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817517" y="4313054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817517" y="3483591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817517" y="2654127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1365633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3517243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5668852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7820461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817517" y="555724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817517" y="3898322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817517" y="306885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817517" y="2239395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2441438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4593047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6744657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g20"/>
            <p:cNvSpPr/>
            <p:nvPr/>
          </p:nvSpPr>
          <p:spPr>
            <a:xfrm>
              <a:off x="1263567" y="2073503"/>
              <a:ext cx="6999111" cy="3477921"/>
            </a:xfrm>
            <a:custGeom>
              <a:avLst/>
              <a:pathLst>
                <a:path w="6999111" h="3477921">
                  <a:moveTo>
                    <a:pt x="2261571" y="0"/>
                  </a:moveTo>
                  <a:lnTo>
                    <a:pt x="2272025" y="50846"/>
                  </a:lnTo>
                  <a:lnTo>
                    <a:pt x="2343647" y="367111"/>
                  </a:lnTo>
                  <a:lnTo>
                    <a:pt x="2415270" y="654239"/>
                  </a:lnTo>
                  <a:lnTo>
                    <a:pt x="2486892" y="914915"/>
                  </a:lnTo>
                  <a:lnTo>
                    <a:pt x="2558515" y="1151575"/>
                  </a:lnTo>
                  <a:lnTo>
                    <a:pt x="2630137" y="1366432"/>
                  </a:lnTo>
                  <a:lnTo>
                    <a:pt x="2701760" y="1561495"/>
                  </a:lnTo>
                  <a:lnTo>
                    <a:pt x="2773382" y="1738588"/>
                  </a:lnTo>
                  <a:lnTo>
                    <a:pt x="2845005" y="1899365"/>
                  </a:lnTo>
                  <a:lnTo>
                    <a:pt x="2916627" y="2045330"/>
                  </a:lnTo>
                  <a:lnTo>
                    <a:pt x="2988250" y="2177848"/>
                  </a:lnTo>
                  <a:lnTo>
                    <a:pt x="3059872" y="2298157"/>
                  </a:lnTo>
                  <a:lnTo>
                    <a:pt x="3131495" y="2407383"/>
                  </a:lnTo>
                  <a:lnTo>
                    <a:pt x="3203117" y="2506546"/>
                  </a:lnTo>
                  <a:lnTo>
                    <a:pt x="3274740" y="2596573"/>
                  </a:lnTo>
                  <a:lnTo>
                    <a:pt x="3346362" y="2662044"/>
                  </a:lnTo>
                  <a:lnTo>
                    <a:pt x="3417985" y="2687057"/>
                  </a:lnTo>
                  <a:lnTo>
                    <a:pt x="3489608" y="2711310"/>
                  </a:lnTo>
                  <a:lnTo>
                    <a:pt x="3561230" y="2734824"/>
                  </a:lnTo>
                  <a:lnTo>
                    <a:pt x="3632853" y="2757622"/>
                  </a:lnTo>
                  <a:lnTo>
                    <a:pt x="3704475" y="2779726"/>
                  </a:lnTo>
                  <a:lnTo>
                    <a:pt x="3776098" y="2801158"/>
                  </a:lnTo>
                  <a:lnTo>
                    <a:pt x="3847720" y="2821937"/>
                  </a:lnTo>
                  <a:lnTo>
                    <a:pt x="3919343" y="2842083"/>
                  </a:lnTo>
                  <a:lnTo>
                    <a:pt x="3990965" y="2861616"/>
                  </a:lnTo>
                  <a:lnTo>
                    <a:pt x="4062588" y="2880555"/>
                  </a:lnTo>
                  <a:lnTo>
                    <a:pt x="4134210" y="2898917"/>
                  </a:lnTo>
                  <a:lnTo>
                    <a:pt x="4205833" y="2916720"/>
                  </a:lnTo>
                  <a:lnTo>
                    <a:pt x="4277455" y="2933981"/>
                  </a:lnTo>
                  <a:lnTo>
                    <a:pt x="4349078" y="2950717"/>
                  </a:lnTo>
                  <a:lnTo>
                    <a:pt x="4420700" y="2966943"/>
                  </a:lnTo>
                  <a:lnTo>
                    <a:pt x="4492323" y="2982675"/>
                  </a:lnTo>
                  <a:lnTo>
                    <a:pt x="4563945" y="2997929"/>
                  </a:lnTo>
                  <a:lnTo>
                    <a:pt x="4635568" y="3012718"/>
                  </a:lnTo>
                  <a:lnTo>
                    <a:pt x="4707190" y="3027056"/>
                  </a:lnTo>
                  <a:lnTo>
                    <a:pt x="4778813" y="3040959"/>
                  </a:lnTo>
                  <a:lnTo>
                    <a:pt x="4850436" y="3054438"/>
                  </a:lnTo>
                  <a:lnTo>
                    <a:pt x="4922058" y="3067507"/>
                  </a:lnTo>
                  <a:lnTo>
                    <a:pt x="4993681" y="3080177"/>
                  </a:lnTo>
                  <a:lnTo>
                    <a:pt x="5065303" y="3092463"/>
                  </a:lnTo>
                  <a:lnTo>
                    <a:pt x="5136926" y="3104374"/>
                  </a:lnTo>
                  <a:lnTo>
                    <a:pt x="5208548" y="3115923"/>
                  </a:lnTo>
                  <a:lnTo>
                    <a:pt x="5280171" y="3127120"/>
                  </a:lnTo>
                  <a:lnTo>
                    <a:pt x="5351793" y="3137976"/>
                  </a:lnTo>
                  <a:lnTo>
                    <a:pt x="5423416" y="3148502"/>
                  </a:lnTo>
                  <a:lnTo>
                    <a:pt x="5495038" y="3158707"/>
                  </a:lnTo>
                  <a:lnTo>
                    <a:pt x="5566661" y="3168602"/>
                  </a:lnTo>
                  <a:lnTo>
                    <a:pt x="5638283" y="3178195"/>
                  </a:lnTo>
                  <a:lnTo>
                    <a:pt x="5709906" y="3187497"/>
                  </a:lnTo>
                  <a:lnTo>
                    <a:pt x="5781528" y="3196515"/>
                  </a:lnTo>
                  <a:lnTo>
                    <a:pt x="5853151" y="3205259"/>
                  </a:lnTo>
                  <a:lnTo>
                    <a:pt x="5924773" y="3213736"/>
                  </a:lnTo>
                  <a:lnTo>
                    <a:pt x="5996396" y="3221956"/>
                  </a:lnTo>
                  <a:lnTo>
                    <a:pt x="6068018" y="3229925"/>
                  </a:lnTo>
                  <a:lnTo>
                    <a:pt x="6139641" y="3237652"/>
                  </a:lnTo>
                  <a:lnTo>
                    <a:pt x="6211264" y="3245143"/>
                  </a:lnTo>
                  <a:lnTo>
                    <a:pt x="6282886" y="3252407"/>
                  </a:lnTo>
                  <a:lnTo>
                    <a:pt x="6354509" y="3259449"/>
                  </a:lnTo>
                  <a:lnTo>
                    <a:pt x="6426131" y="3266277"/>
                  </a:lnTo>
                  <a:lnTo>
                    <a:pt x="6497754" y="3272897"/>
                  </a:lnTo>
                  <a:lnTo>
                    <a:pt x="6569376" y="3279315"/>
                  </a:lnTo>
                  <a:lnTo>
                    <a:pt x="6640999" y="3285539"/>
                  </a:lnTo>
                  <a:lnTo>
                    <a:pt x="6712621" y="3291572"/>
                  </a:lnTo>
                  <a:lnTo>
                    <a:pt x="6784244" y="3297422"/>
                  </a:lnTo>
                  <a:lnTo>
                    <a:pt x="6855866" y="3303094"/>
                  </a:lnTo>
                  <a:lnTo>
                    <a:pt x="6927489" y="3308594"/>
                  </a:lnTo>
                  <a:lnTo>
                    <a:pt x="6999111" y="3313926"/>
                  </a:lnTo>
                  <a:lnTo>
                    <a:pt x="6999111" y="3477921"/>
                  </a:lnTo>
                  <a:lnTo>
                    <a:pt x="6927489" y="3477330"/>
                  </a:lnTo>
                  <a:lnTo>
                    <a:pt x="6855866" y="3476679"/>
                  </a:lnTo>
                  <a:lnTo>
                    <a:pt x="6784244" y="3475962"/>
                  </a:lnTo>
                  <a:lnTo>
                    <a:pt x="6712621" y="3475172"/>
                  </a:lnTo>
                  <a:lnTo>
                    <a:pt x="6640999" y="3474302"/>
                  </a:lnTo>
                  <a:lnTo>
                    <a:pt x="6569376" y="3473344"/>
                  </a:lnTo>
                  <a:lnTo>
                    <a:pt x="6497754" y="3472288"/>
                  </a:lnTo>
                  <a:lnTo>
                    <a:pt x="6426131" y="3471125"/>
                  </a:lnTo>
                  <a:lnTo>
                    <a:pt x="6354509" y="3469844"/>
                  </a:lnTo>
                  <a:lnTo>
                    <a:pt x="6282886" y="3468434"/>
                  </a:lnTo>
                  <a:lnTo>
                    <a:pt x="6211264" y="3466880"/>
                  </a:lnTo>
                  <a:lnTo>
                    <a:pt x="6139641" y="3465168"/>
                  </a:lnTo>
                  <a:lnTo>
                    <a:pt x="6068018" y="3463283"/>
                  </a:lnTo>
                  <a:lnTo>
                    <a:pt x="5996396" y="3461207"/>
                  </a:lnTo>
                  <a:lnTo>
                    <a:pt x="5924773" y="3458919"/>
                  </a:lnTo>
                  <a:lnTo>
                    <a:pt x="5853151" y="3456400"/>
                  </a:lnTo>
                  <a:lnTo>
                    <a:pt x="5781528" y="3453625"/>
                  </a:lnTo>
                  <a:lnTo>
                    <a:pt x="5709906" y="3450568"/>
                  </a:lnTo>
                  <a:lnTo>
                    <a:pt x="5638283" y="3447201"/>
                  </a:lnTo>
                  <a:lnTo>
                    <a:pt x="5566661" y="3443493"/>
                  </a:lnTo>
                  <a:lnTo>
                    <a:pt x="5495038" y="3439408"/>
                  </a:lnTo>
                  <a:lnTo>
                    <a:pt x="5423416" y="3434909"/>
                  </a:lnTo>
                  <a:lnTo>
                    <a:pt x="5351793" y="3429953"/>
                  </a:lnTo>
                  <a:lnTo>
                    <a:pt x="5280171" y="3424494"/>
                  </a:lnTo>
                  <a:lnTo>
                    <a:pt x="5208548" y="3418482"/>
                  </a:lnTo>
                  <a:lnTo>
                    <a:pt x="5136926" y="3411859"/>
                  </a:lnTo>
                  <a:lnTo>
                    <a:pt x="5065303" y="3404564"/>
                  </a:lnTo>
                  <a:lnTo>
                    <a:pt x="4993681" y="3396529"/>
                  </a:lnTo>
                  <a:lnTo>
                    <a:pt x="4922058" y="3387678"/>
                  </a:lnTo>
                  <a:lnTo>
                    <a:pt x="4850436" y="3377930"/>
                  </a:lnTo>
                  <a:lnTo>
                    <a:pt x="4778813" y="3367192"/>
                  </a:lnTo>
                  <a:lnTo>
                    <a:pt x="4707190" y="3355364"/>
                  </a:lnTo>
                  <a:lnTo>
                    <a:pt x="4635568" y="3342336"/>
                  </a:lnTo>
                  <a:lnTo>
                    <a:pt x="4563945" y="3327987"/>
                  </a:lnTo>
                  <a:lnTo>
                    <a:pt x="4492323" y="3312181"/>
                  </a:lnTo>
                  <a:lnTo>
                    <a:pt x="4420700" y="3294771"/>
                  </a:lnTo>
                  <a:lnTo>
                    <a:pt x="4349078" y="3275594"/>
                  </a:lnTo>
                  <a:lnTo>
                    <a:pt x="4277455" y="3254472"/>
                  </a:lnTo>
                  <a:lnTo>
                    <a:pt x="4205833" y="3231206"/>
                  </a:lnTo>
                  <a:lnTo>
                    <a:pt x="4134210" y="3205579"/>
                  </a:lnTo>
                  <a:lnTo>
                    <a:pt x="4062588" y="3177351"/>
                  </a:lnTo>
                  <a:lnTo>
                    <a:pt x="3990965" y="3146260"/>
                  </a:lnTo>
                  <a:lnTo>
                    <a:pt x="3919343" y="3112013"/>
                  </a:lnTo>
                  <a:lnTo>
                    <a:pt x="3847720" y="3074290"/>
                  </a:lnTo>
                  <a:lnTo>
                    <a:pt x="3776098" y="3032740"/>
                  </a:lnTo>
                  <a:lnTo>
                    <a:pt x="3704475" y="2986974"/>
                  </a:lnTo>
                  <a:lnTo>
                    <a:pt x="3632853" y="2936563"/>
                  </a:lnTo>
                  <a:lnTo>
                    <a:pt x="3561230" y="2881037"/>
                  </a:lnTo>
                  <a:lnTo>
                    <a:pt x="3489608" y="2819876"/>
                  </a:lnTo>
                  <a:lnTo>
                    <a:pt x="3417985" y="2752509"/>
                  </a:lnTo>
                  <a:lnTo>
                    <a:pt x="3346362" y="2678306"/>
                  </a:lnTo>
                  <a:lnTo>
                    <a:pt x="3274740" y="2636244"/>
                  </a:lnTo>
                  <a:lnTo>
                    <a:pt x="3203117" y="2609635"/>
                  </a:lnTo>
                  <a:lnTo>
                    <a:pt x="3131495" y="2582191"/>
                  </a:lnTo>
                  <a:lnTo>
                    <a:pt x="3059872" y="2553884"/>
                  </a:lnTo>
                  <a:lnTo>
                    <a:pt x="2988250" y="2524689"/>
                  </a:lnTo>
                  <a:lnTo>
                    <a:pt x="2916627" y="2494577"/>
                  </a:lnTo>
                  <a:lnTo>
                    <a:pt x="2845005" y="2463520"/>
                  </a:lnTo>
                  <a:lnTo>
                    <a:pt x="2773382" y="2431488"/>
                  </a:lnTo>
                  <a:lnTo>
                    <a:pt x="2701760" y="2398450"/>
                  </a:lnTo>
                  <a:lnTo>
                    <a:pt x="2630137" y="2364375"/>
                  </a:lnTo>
                  <a:lnTo>
                    <a:pt x="2558515" y="2329230"/>
                  </a:lnTo>
                  <a:lnTo>
                    <a:pt x="2486892" y="2292981"/>
                  </a:lnTo>
                  <a:lnTo>
                    <a:pt x="2415270" y="2255594"/>
                  </a:lnTo>
                  <a:lnTo>
                    <a:pt x="2343647" y="2217034"/>
                  </a:lnTo>
                  <a:lnTo>
                    <a:pt x="2272025" y="2177262"/>
                  </a:lnTo>
                  <a:lnTo>
                    <a:pt x="2200402" y="2136242"/>
                  </a:lnTo>
                  <a:lnTo>
                    <a:pt x="2128780" y="2093935"/>
                  </a:lnTo>
                  <a:lnTo>
                    <a:pt x="2057157" y="2050298"/>
                  </a:lnTo>
                  <a:lnTo>
                    <a:pt x="1985534" y="2005292"/>
                  </a:lnTo>
                  <a:lnTo>
                    <a:pt x="1913912" y="1958873"/>
                  </a:lnTo>
                  <a:lnTo>
                    <a:pt x="1842289" y="1910996"/>
                  </a:lnTo>
                  <a:lnTo>
                    <a:pt x="1770667" y="1861616"/>
                  </a:lnTo>
                  <a:lnTo>
                    <a:pt x="1699044" y="1810686"/>
                  </a:lnTo>
                  <a:lnTo>
                    <a:pt x="1627422" y="1758156"/>
                  </a:lnTo>
                  <a:lnTo>
                    <a:pt x="1555799" y="1703977"/>
                  </a:lnTo>
                  <a:lnTo>
                    <a:pt x="1484177" y="1648098"/>
                  </a:lnTo>
                  <a:lnTo>
                    <a:pt x="1412554" y="1590463"/>
                  </a:lnTo>
                  <a:lnTo>
                    <a:pt x="1340932" y="1531019"/>
                  </a:lnTo>
                  <a:lnTo>
                    <a:pt x="1269309" y="1469709"/>
                  </a:lnTo>
                  <a:lnTo>
                    <a:pt x="1197687" y="1406474"/>
                  </a:lnTo>
                  <a:lnTo>
                    <a:pt x="1126064" y="1341253"/>
                  </a:lnTo>
                  <a:lnTo>
                    <a:pt x="1054442" y="1273985"/>
                  </a:lnTo>
                  <a:lnTo>
                    <a:pt x="982819" y="1204605"/>
                  </a:lnTo>
                  <a:lnTo>
                    <a:pt x="911197" y="1133046"/>
                  </a:lnTo>
                  <a:lnTo>
                    <a:pt x="839574" y="1059241"/>
                  </a:lnTo>
                  <a:lnTo>
                    <a:pt x="767952" y="983118"/>
                  </a:lnTo>
                  <a:lnTo>
                    <a:pt x="696329" y="904605"/>
                  </a:lnTo>
                  <a:lnTo>
                    <a:pt x="624706" y="823627"/>
                  </a:lnTo>
                  <a:lnTo>
                    <a:pt x="553084" y="740107"/>
                  </a:lnTo>
                  <a:lnTo>
                    <a:pt x="481461" y="653964"/>
                  </a:lnTo>
                  <a:lnTo>
                    <a:pt x="409839" y="565117"/>
                  </a:lnTo>
                  <a:lnTo>
                    <a:pt x="338216" y="473480"/>
                  </a:lnTo>
                  <a:lnTo>
                    <a:pt x="266594" y="378966"/>
                  </a:lnTo>
                  <a:lnTo>
                    <a:pt x="194971" y="281485"/>
                  </a:lnTo>
                  <a:lnTo>
                    <a:pt x="123349" y="180943"/>
                  </a:lnTo>
                  <a:lnTo>
                    <a:pt x="51726" y="7724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8C00">
                <a:alpha val="20000"/>
              </a:srgbClr>
            </a:solidFill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3525138" y="2073503"/>
              <a:ext cx="4737540" cy="3313926"/>
            </a:xfrm>
            <a:custGeom>
              <a:avLst/>
              <a:pathLst>
                <a:path w="4737540" h="3313926">
                  <a:moveTo>
                    <a:pt x="0" y="0"/>
                  </a:moveTo>
                  <a:lnTo>
                    <a:pt x="10454" y="50846"/>
                  </a:lnTo>
                  <a:lnTo>
                    <a:pt x="82076" y="367111"/>
                  </a:lnTo>
                  <a:lnTo>
                    <a:pt x="153699" y="654239"/>
                  </a:lnTo>
                  <a:lnTo>
                    <a:pt x="225321" y="914915"/>
                  </a:lnTo>
                  <a:lnTo>
                    <a:pt x="296944" y="1151575"/>
                  </a:lnTo>
                  <a:lnTo>
                    <a:pt x="368566" y="1366432"/>
                  </a:lnTo>
                  <a:lnTo>
                    <a:pt x="440189" y="1561495"/>
                  </a:lnTo>
                  <a:lnTo>
                    <a:pt x="511811" y="1738588"/>
                  </a:lnTo>
                  <a:lnTo>
                    <a:pt x="583434" y="1899365"/>
                  </a:lnTo>
                  <a:lnTo>
                    <a:pt x="655056" y="2045330"/>
                  </a:lnTo>
                  <a:lnTo>
                    <a:pt x="726679" y="2177848"/>
                  </a:lnTo>
                  <a:lnTo>
                    <a:pt x="798301" y="2298157"/>
                  </a:lnTo>
                  <a:lnTo>
                    <a:pt x="869924" y="2407383"/>
                  </a:lnTo>
                  <a:lnTo>
                    <a:pt x="941546" y="2506546"/>
                  </a:lnTo>
                  <a:lnTo>
                    <a:pt x="1013169" y="2596573"/>
                  </a:lnTo>
                  <a:lnTo>
                    <a:pt x="1084791" y="2662044"/>
                  </a:lnTo>
                  <a:lnTo>
                    <a:pt x="1156414" y="2687057"/>
                  </a:lnTo>
                  <a:lnTo>
                    <a:pt x="1228037" y="2711310"/>
                  </a:lnTo>
                  <a:lnTo>
                    <a:pt x="1299659" y="2734824"/>
                  </a:lnTo>
                  <a:lnTo>
                    <a:pt x="1371282" y="2757622"/>
                  </a:lnTo>
                  <a:lnTo>
                    <a:pt x="1442904" y="2779726"/>
                  </a:lnTo>
                  <a:lnTo>
                    <a:pt x="1514527" y="2801158"/>
                  </a:lnTo>
                  <a:lnTo>
                    <a:pt x="1586149" y="2821937"/>
                  </a:lnTo>
                  <a:lnTo>
                    <a:pt x="1657772" y="2842083"/>
                  </a:lnTo>
                  <a:lnTo>
                    <a:pt x="1729394" y="2861616"/>
                  </a:lnTo>
                  <a:lnTo>
                    <a:pt x="1801017" y="2880555"/>
                  </a:lnTo>
                  <a:lnTo>
                    <a:pt x="1872639" y="2898917"/>
                  </a:lnTo>
                  <a:lnTo>
                    <a:pt x="1944262" y="2916720"/>
                  </a:lnTo>
                  <a:lnTo>
                    <a:pt x="2015884" y="2933981"/>
                  </a:lnTo>
                  <a:lnTo>
                    <a:pt x="2087507" y="2950717"/>
                  </a:lnTo>
                  <a:lnTo>
                    <a:pt x="2159129" y="2966943"/>
                  </a:lnTo>
                  <a:lnTo>
                    <a:pt x="2230752" y="2982675"/>
                  </a:lnTo>
                  <a:lnTo>
                    <a:pt x="2302374" y="2997929"/>
                  </a:lnTo>
                  <a:lnTo>
                    <a:pt x="2373997" y="3012718"/>
                  </a:lnTo>
                  <a:lnTo>
                    <a:pt x="2445619" y="3027056"/>
                  </a:lnTo>
                  <a:lnTo>
                    <a:pt x="2517242" y="3040959"/>
                  </a:lnTo>
                  <a:lnTo>
                    <a:pt x="2588865" y="3054438"/>
                  </a:lnTo>
                  <a:lnTo>
                    <a:pt x="2660487" y="3067507"/>
                  </a:lnTo>
                  <a:lnTo>
                    <a:pt x="2732110" y="3080177"/>
                  </a:lnTo>
                  <a:lnTo>
                    <a:pt x="2803732" y="3092463"/>
                  </a:lnTo>
                  <a:lnTo>
                    <a:pt x="2875355" y="3104374"/>
                  </a:lnTo>
                  <a:lnTo>
                    <a:pt x="2946977" y="3115923"/>
                  </a:lnTo>
                  <a:lnTo>
                    <a:pt x="3018600" y="3127120"/>
                  </a:lnTo>
                  <a:lnTo>
                    <a:pt x="3090222" y="3137976"/>
                  </a:lnTo>
                  <a:lnTo>
                    <a:pt x="3161845" y="3148502"/>
                  </a:lnTo>
                  <a:lnTo>
                    <a:pt x="3233467" y="3158707"/>
                  </a:lnTo>
                  <a:lnTo>
                    <a:pt x="3305090" y="3168602"/>
                  </a:lnTo>
                  <a:lnTo>
                    <a:pt x="3376712" y="3178195"/>
                  </a:lnTo>
                  <a:lnTo>
                    <a:pt x="3448335" y="3187497"/>
                  </a:lnTo>
                  <a:lnTo>
                    <a:pt x="3519957" y="3196515"/>
                  </a:lnTo>
                  <a:lnTo>
                    <a:pt x="3591580" y="3205259"/>
                  </a:lnTo>
                  <a:lnTo>
                    <a:pt x="3663202" y="3213736"/>
                  </a:lnTo>
                  <a:lnTo>
                    <a:pt x="3734825" y="3221956"/>
                  </a:lnTo>
                  <a:lnTo>
                    <a:pt x="3806447" y="3229925"/>
                  </a:lnTo>
                  <a:lnTo>
                    <a:pt x="3878070" y="3237652"/>
                  </a:lnTo>
                  <a:lnTo>
                    <a:pt x="3949693" y="3245143"/>
                  </a:lnTo>
                  <a:lnTo>
                    <a:pt x="4021315" y="3252407"/>
                  </a:lnTo>
                  <a:lnTo>
                    <a:pt x="4092938" y="3259449"/>
                  </a:lnTo>
                  <a:lnTo>
                    <a:pt x="4164560" y="3266277"/>
                  </a:lnTo>
                  <a:lnTo>
                    <a:pt x="4236183" y="3272897"/>
                  </a:lnTo>
                  <a:lnTo>
                    <a:pt x="4307805" y="3279315"/>
                  </a:lnTo>
                  <a:lnTo>
                    <a:pt x="4379428" y="3285539"/>
                  </a:lnTo>
                  <a:lnTo>
                    <a:pt x="4451050" y="3291572"/>
                  </a:lnTo>
                  <a:lnTo>
                    <a:pt x="4522673" y="3297422"/>
                  </a:lnTo>
                  <a:lnTo>
                    <a:pt x="4594295" y="3303094"/>
                  </a:lnTo>
                  <a:lnTo>
                    <a:pt x="4665918" y="3308594"/>
                  </a:lnTo>
                  <a:lnTo>
                    <a:pt x="4737540" y="3313926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1263567" y="2073503"/>
              <a:ext cx="6999111" cy="3477921"/>
            </a:xfrm>
            <a:custGeom>
              <a:avLst/>
              <a:pathLst>
                <a:path w="6999111" h="3477921">
                  <a:moveTo>
                    <a:pt x="6999111" y="3477921"/>
                  </a:moveTo>
                  <a:lnTo>
                    <a:pt x="6927489" y="3477330"/>
                  </a:lnTo>
                  <a:lnTo>
                    <a:pt x="6855866" y="3476679"/>
                  </a:lnTo>
                  <a:lnTo>
                    <a:pt x="6784244" y="3475962"/>
                  </a:lnTo>
                  <a:lnTo>
                    <a:pt x="6712621" y="3475172"/>
                  </a:lnTo>
                  <a:lnTo>
                    <a:pt x="6640999" y="3474302"/>
                  </a:lnTo>
                  <a:lnTo>
                    <a:pt x="6569376" y="3473344"/>
                  </a:lnTo>
                  <a:lnTo>
                    <a:pt x="6497754" y="3472288"/>
                  </a:lnTo>
                  <a:lnTo>
                    <a:pt x="6426131" y="3471125"/>
                  </a:lnTo>
                  <a:lnTo>
                    <a:pt x="6354509" y="3469844"/>
                  </a:lnTo>
                  <a:lnTo>
                    <a:pt x="6282886" y="3468434"/>
                  </a:lnTo>
                  <a:lnTo>
                    <a:pt x="6211264" y="3466880"/>
                  </a:lnTo>
                  <a:lnTo>
                    <a:pt x="6139641" y="3465168"/>
                  </a:lnTo>
                  <a:lnTo>
                    <a:pt x="6068018" y="3463283"/>
                  </a:lnTo>
                  <a:lnTo>
                    <a:pt x="5996396" y="3461207"/>
                  </a:lnTo>
                  <a:lnTo>
                    <a:pt x="5924773" y="3458919"/>
                  </a:lnTo>
                  <a:lnTo>
                    <a:pt x="5853151" y="3456400"/>
                  </a:lnTo>
                  <a:lnTo>
                    <a:pt x="5781528" y="3453625"/>
                  </a:lnTo>
                  <a:lnTo>
                    <a:pt x="5709906" y="3450568"/>
                  </a:lnTo>
                  <a:lnTo>
                    <a:pt x="5638283" y="3447201"/>
                  </a:lnTo>
                  <a:lnTo>
                    <a:pt x="5566661" y="3443493"/>
                  </a:lnTo>
                  <a:lnTo>
                    <a:pt x="5495038" y="3439408"/>
                  </a:lnTo>
                  <a:lnTo>
                    <a:pt x="5423416" y="3434909"/>
                  </a:lnTo>
                  <a:lnTo>
                    <a:pt x="5351793" y="3429953"/>
                  </a:lnTo>
                  <a:lnTo>
                    <a:pt x="5280171" y="3424494"/>
                  </a:lnTo>
                  <a:lnTo>
                    <a:pt x="5208548" y="3418482"/>
                  </a:lnTo>
                  <a:lnTo>
                    <a:pt x="5136926" y="3411859"/>
                  </a:lnTo>
                  <a:lnTo>
                    <a:pt x="5065303" y="3404564"/>
                  </a:lnTo>
                  <a:lnTo>
                    <a:pt x="4993681" y="3396529"/>
                  </a:lnTo>
                  <a:lnTo>
                    <a:pt x="4922058" y="3387678"/>
                  </a:lnTo>
                  <a:lnTo>
                    <a:pt x="4850436" y="3377930"/>
                  </a:lnTo>
                  <a:lnTo>
                    <a:pt x="4778813" y="3367192"/>
                  </a:lnTo>
                  <a:lnTo>
                    <a:pt x="4707190" y="3355364"/>
                  </a:lnTo>
                  <a:lnTo>
                    <a:pt x="4635568" y="3342336"/>
                  </a:lnTo>
                  <a:lnTo>
                    <a:pt x="4563945" y="3327987"/>
                  </a:lnTo>
                  <a:lnTo>
                    <a:pt x="4492323" y="3312181"/>
                  </a:lnTo>
                  <a:lnTo>
                    <a:pt x="4420700" y="3294771"/>
                  </a:lnTo>
                  <a:lnTo>
                    <a:pt x="4349078" y="3275594"/>
                  </a:lnTo>
                  <a:lnTo>
                    <a:pt x="4277455" y="3254472"/>
                  </a:lnTo>
                  <a:lnTo>
                    <a:pt x="4205833" y="3231206"/>
                  </a:lnTo>
                  <a:lnTo>
                    <a:pt x="4134210" y="3205579"/>
                  </a:lnTo>
                  <a:lnTo>
                    <a:pt x="4062588" y="3177351"/>
                  </a:lnTo>
                  <a:lnTo>
                    <a:pt x="3990965" y="3146260"/>
                  </a:lnTo>
                  <a:lnTo>
                    <a:pt x="3919343" y="3112013"/>
                  </a:lnTo>
                  <a:lnTo>
                    <a:pt x="3847720" y="3074290"/>
                  </a:lnTo>
                  <a:lnTo>
                    <a:pt x="3776098" y="3032740"/>
                  </a:lnTo>
                  <a:lnTo>
                    <a:pt x="3704475" y="2986974"/>
                  </a:lnTo>
                  <a:lnTo>
                    <a:pt x="3632853" y="2936563"/>
                  </a:lnTo>
                  <a:lnTo>
                    <a:pt x="3561230" y="2881037"/>
                  </a:lnTo>
                  <a:lnTo>
                    <a:pt x="3489608" y="2819876"/>
                  </a:lnTo>
                  <a:lnTo>
                    <a:pt x="3417985" y="2752509"/>
                  </a:lnTo>
                  <a:lnTo>
                    <a:pt x="3346362" y="2678306"/>
                  </a:lnTo>
                  <a:lnTo>
                    <a:pt x="3274740" y="2636244"/>
                  </a:lnTo>
                  <a:lnTo>
                    <a:pt x="3203117" y="2609635"/>
                  </a:lnTo>
                  <a:lnTo>
                    <a:pt x="3131495" y="2582191"/>
                  </a:lnTo>
                  <a:lnTo>
                    <a:pt x="3059872" y="2553884"/>
                  </a:lnTo>
                  <a:lnTo>
                    <a:pt x="2988250" y="2524689"/>
                  </a:lnTo>
                  <a:lnTo>
                    <a:pt x="2916627" y="2494577"/>
                  </a:lnTo>
                  <a:lnTo>
                    <a:pt x="2845005" y="2463520"/>
                  </a:lnTo>
                  <a:lnTo>
                    <a:pt x="2773382" y="2431488"/>
                  </a:lnTo>
                  <a:lnTo>
                    <a:pt x="2701760" y="2398450"/>
                  </a:lnTo>
                  <a:lnTo>
                    <a:pt x="2630137" y="2364375"/>
                  </a:lnTo>
                  <a:lnTo>
                    <a:pt x="2558515" y="2329230"/>
                  </a:lnTo>
                  <a:lnTo>
                    <a:pt x="2486892" y="2292981"/>
                  </a:lnTo>
                  <a:lnTo>
                    <a:pt x="2415270" y="2255594"/>
                  </a:lnTo>
                  <a:lnTo>
                    <a:pt x="2343647" y="2217034"/>
                  </a:lnTo>
                  <a:lnTo>
                    <a:pt x="2272025" y="2177262"/>
                  </a:lnTo>
                  <a:lnTo>
                    <a:pt x="2200402" y="2136242"/>
                  </a:lnTo>
                  <a:lnTo>
                    <a:pt x="2128780" y="2093935"/>
                  </a:lnTo>
                  <a:lnTo>
                    <a:pt x="2057157" y="2050298"/>
                  </a:lnTo>
                  <a:lnTo>
                    <a:pt x="1985534" y="2005292"/>
                  </a:lnTo>
                  <a:lnTo>
                    <a:pt x="1913912" y="1958873"/>
                  </a:lnTo>
                  <a:lnTo>
                    <a:pt x="1842289" y="1910996"/>
                  </a:lnTo>
                  <a:lnTo>
                    <a:pt x="1770667" y="1861616"/>
                  </a:lnTo>
                  <a:lnTo>
                    <a:pt x="1699044" y="1810686"/>
                  </a:lnTo>
                  <a:lnTo>
                    <a:pt x="1627422" y="1758156"/>
                  </a:lnTo>
                  <a:lnTo>
                    <a:pt x="1555799" y="1703977"/>
                  </a:lnTo>
                  <a:lnTo>
                    <a:pt x="1484177" y="1648098"/>
                  </a:lnTo>
                  <a:lnTo>
                    <a:pt x="1412554" y="1590463"/>
                  </a:lnTo>
                  <a:lnTo>
                    <a:pt x="1340932" y="1531019"/>
                  </a:lnTo>
                  <a:lnTo>
                    <a:pt x="1269309" y="1469709"/>
                  </a:lnTo>
                  <a:lnTo>
                    <a:pt x="1197687" y="1406474"/>
                  </a:lnTo>
                  <a:lnTo>
                    <a:pt x="1126064" y="1341253"/>
                  </a:lnTo>
                  <a:lnTo>
                    <a:pt x="1054442" y="1273985"/>
                  </a:lnTo>
                  <a:lnTo>
                    <a:pt x="982819" y="1204605"/>
                  </a:lnTo>
                  <a:lnTo>
                    <a:pt x="911197" y="1133046"/>
                  </a:lnTo>
                  <a:lnTo>
                    <a:pt x="839574" y="1059241"/>
                  </a:lnTo>
                  <a:lnTo>
                    <a:pt x="767952" y="983118"/>
                  </a:lnTo>
                  <a:lnTo>
                    <a:pt x="696329" y="904605"/>
                  </a:lnTo>
                  <a:lnTo>
                    <a:pt x="624706" y="823627"/>
                  </a:lnTo>
                  <a:lnTo>
                    <a:pt x="553084" y="740107"/>
                  </a:lnTo>
                  <a:lnTo>
                    <a:pt x="481461" y="653964"/>
                  </a:lnTo>
                  <a:lnTo>
                    <a:pt x="409839" y="565117"/>
                  </a:lnTo>
                  <a:lnTo>
                    <a:pt x="338216" y="473480"/>
                  </a:lnTo>
                  <a:lnTo>
                    <a:pt x="266594" y="378966"/>
                  </a:lnTo>
                  <a:lnTo>
                    <a:pt x="194971" y="281485"/>
                  </a:lnTo>
                  <a:lnTo>
                    <a:pt x="123349" y="180943"/>
                  </a:lnTo>
                  <a:lnTo>
                    <a:pt x="51726" y="77244"/>
                  </a:lnTo>
                  <a:lnTo>
                    <a:pt x="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2977042" y="2073503"/>
              <a:ext cx="5285636" cy="3452295"/>
            </a:xfrm>
            <a:custGeom>
              <a:avLst/>
              <a:pathLst>
                <a:path w="5285636" h="3452295">
                  <a:moveTo>
                    <a:pt x="0" y="0"/>
                  </a:moveTo>
                  <a:lnTo>
                    <a:pt x="57192" y="174062"/>
                  </a:lnTo>
                  <a:lnTo>
                    <a:pt x="128815" y="378572"/>
                  </a:lnTo>
                  <a:lnTo>
                    <a:pt x="200437" y="570445"/>
                  </a:lnTo>
                  <a:lnTo>
                    <a:pt x="272060" y="750461"/>
                  </a:lnTo>
                  <a:lnTo>
                    <a:pt x="343682" y="919355"/>
                  </a:lnTo>
                  <a:lnTo>
                    <a:pt x="415305" y="1077812"/>
                  </a:lnTo>
                  <a:lnTo>
                    <a:pt x="486927" y="1226478"/>
                  </a:lnTo>
                  <a:lnTo>
                    <a:pt x="558550" y="1365958"/>
                  </a:lnTo>
                  <a:lnTo>
                    <a:pt x="630172" y="1496819"/>
                  </a:lnTo>
                  <a:lnTo>
                    <a:pt x="701795" y="1619594"/>
                  </a:lnTo>
                  <a:lnTo>
                    <a:pt x="773417" y="1734782"/>
                  </a:lnTo>
                  <a:lnTo>
                    <a:pt x="845040" y="1842853"/>
                  </a:lnTo>
                  <a:lnTo>
                    <a:pt x="916662" y="1944246"/>
                  </a:lnTo>
                  <a:lnTo>
                    <a:pt x="988285" y="2039374"/>
                  </a:lnTo>
                  <a:lnTo>
                    <a:pt x="1059907" y="2128624"/>
                  </a:lnTo>
                  <a:lnTo>
                    <a:pt x="1131530" y="2212358"/>
                  </a:lnTo>
                  <a:lnTo>
                    <a:pt x="1203152" y="2290919"/>
                  </a:lnTo>
                  <a:lnTo>
                    <a:pt x="1274775" y="2364626"/>
                  </a:lnTo>
                  <a:lnTo>
                    <a:pt x="1346398" y="2433778"/>
                  </a:lnTo>
                  <a:lnTo>
                    <a:pt x="1418020" y="2498657"/>
                  </a:lnTo>
                  <a:lnTo>
                    <a:pt x="1489643" y="2559527"/>
                  </a:lnTo>
                  <a:lnTo>
                    <a:pt x="1561265" y="2616635"/>
                  </a:lnTo>
                  <a:lnTo>
                    <a:pt x="1632888" y="2670215"/>
                  </a:lnTo>
                  <a:lnTo>
                    <a:pt x="1704510" y="2720485"/>
                  </a:lnTo>
                  <a:lnTo>
                    <a:pt x="1776133" y="2767648"/>
                  </a:lnTo>
                  <a:lnTo>
                    <a:pt x="1847755" y="2811896"/>
                  </a:lnTo>
                  <a:lnTo>
                    <a:pt x="1919378" y="2853411"/>
                  </a:lnTo>
                  <a:lnTo>
                    <a:pt x="1991000" y="2892360"/>
                  </a:lnTo>
                  <a:lnTo>
                    <a:pt x="2062623" y="2928903"/>
                  </a:lnTo>
                  <a:lnTo>
                    <a:pt x="2134245" y="2963187"/>
                  </a:lnTo>
                  <a:lnTo>
                    <a:pt x="2205868" y="2995353"/>
                  </a:lnTo>
                  <a:lnTo>
                    <a:pt x="2277490" y="3025532"/>
                  </a:lnTo>
                  <a:lnTo>
                    <a:pt x="2349113" y="3053845"/>
                  </a:lnTo>
                  <a:lnTo>
                    <a:pt x="2420735" y="3080410"/>
                  </a:lnTo>
                  <a:lnTo>
                    <a:pt x="2492358" y="3105332"/>
                  </a:lnTo>
                  <a:lnTo>
                    <a:pt x="2563980" y="3128715"/>
                  </a:lnTo>
                  <a:lnTo>
                    <a:pt x="2635603" y="3150653"/>
                  </a:lnTo>
                  <a:lnTo>
                    <a:pt x="2707226" y="3171235"/>
                  </a:lnTo>
                  <a:lnTo>
                    <a:pt x="2778848" y="3190546"/>
                  </a:lnTo>
                  <a:lnTo>
                    <a:pt x="2850471" y="3208663"/>
                  </a:lnTo>
                  <a:lnTo>
                    <a:pt x="2922093" y="3225661"/>
                  </a:lnTo>
                  <a:lnTo>
                    <a:pt x="2993716" y="3241608"/>
                  </a:lnTo>
                  <a:lnTo>
                    <a:pt x="3065338" y="3256570"/>
                  </a:lnTo>
                  <a:lnTo>
                    <a:pt x="3136961" y="3270608"/>
                  </a:lnTo>
                  <a:lnTo>
                    <a:pt x="3208583" y="3283778"/>
                  </a:lnTo>
                  <a:lnTo>
                    <a:pt x="3280206" y="3296134"/>
                  </a:lnTo>
                  <a:lnTo>
                    <a:pt x="3351828" y="3307727"/>
                  </a:lnTo>
                  <a:lnTo>
                    <a:pt x="3423451" y="3318604"/>
                  </a:lnTo>
                  <a:lnTo>
                    <a:pt x="3495073" y="3328808"/>
                  </a:lnTo>
                  <a:lnTo>
                    <a:pt x="3566696" y="3338382"/>
                  </a:lnTo>
                  <a:lnTo>
                    <a:pt x="3638318" y="3347364"/>
                  </a:lnTo>
                  <a:lnTo>
                    <a:pt x="3709941" y="3355791"/>
                  </a:lnTo>
                  <a:lnTo>
                    <a:pt x="3781563" y="3363698"/>
                  </a:lnTo>
                  <a:lnTo>
                    <a:pt x="3853186" y="3371116"/>
                  </a:lnTo>
                  <a:lnTo>
                    <a:pt x="3924808" y="3378075"/>
                  </a:lnTo>
                  <a:lnTo>
                    <a:pt x="3996431" y="3384605"/>
                  </a:lnTo>
                  <a:lnTo>
                    <a:pt x="4068053" y="3390731"/>
                  </a:lnTo>
                  <a:lnTo>
                    <a:pt x="4139676" y="3396479"/>
                  </a:lnTo>
                  <a:lnTo>
                    <a:pt x="4211299" y="3401871"/>
                  </a:lnTo>
                  <a:lnTo>
                    <a:pt x="4282921" y="3406930"/>
                  </a:lnTo>
                  <a:lnTo>
                    <a:pt x="4354544" y="3411677"/>
                  </a:lnTo>
                  <a:lnTo>
                    <a:pt x="4426166" y="3416130"/>
                  </a:lnTo>
                  <a:lnTo>
                    <a:pt x="4497789" y="3420308"/>
                  </a:lnTo>
                  <a:lnTo>
                    <a:pt x="4569411" y="3424228"/>
                  </a:lnTo>
                  <a:lnTo>
                    <a:pt x="4641034" y="3427906"/>
                  </a:lnTo>
                  <a:lnTo>
                    <a:pt x="4712656" y="3431356"/>
                  </a:lnTo>
                  <a:lnTo>
                    <a:pt x="4784279" y="3434594"/>
                  </a:lnTo>
                  <a:lnTo>
                    <a:pt x="4855901" y="3437631"/>
                  </a:lnTo>
                  <a:lnTo>
                    <a:pt x="4927524" y="3440480"/>
                  </a:lnTo>
                  <a:lnTo>
                    <a:pt x="4999146" y="3443154"/>
                  </a:lnTo>
                  <a:lnTo>
                    <a:pt x="5070769" y="3445662"/>
                  </a:lnTo>
                  <a:lnTo>
                    <a:pt x="5142391" y="3448015"/>
                  </a:lnTo>
                  <a:lnTo>
                    <a:pt x="5214014" y="3450223"/>
                  </a:lnTo>
                  <a:lnTo>
                    <a:pt x="5285636" y="3452295"/>
                  </a:lnTo>
                </a:path>
              </a:pathLst>
            </a:custGeom>
            <a:ln w="27101" cap="flat">
              <a:solidFill>
                <a:srgbClr val="FF8C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7F7F7F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4588151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666666">
                  <a:alpha val="100000"/>
                </a:srgbClr>
              </a:solidFill>
              <a:prstDash val="dot"/>
              <a:round/>
            </a:ln>
          </p:spPr>
          <p:txBody>
            <a:bodyPr/>
            <a:lstStyle/>
            <a:p/>
          </p:txBody>
        </p:sp>
        <p:sp>
          <p:nvSpPr>
            <p:cNvPr id="26" name="tx26"/>
            <p:cNvSpPr/>
            <p:nvPr/>
          </p:nvSpPr>
          <p:spPr>
            <a:xfrm>
              <a:off x="692708" y="5517199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27" name="tx27"/>
            <p:cNvSpPr/>
            <p:nvPr/>
          </p:nvSpPr>
          <p:spPr>
            <a:xfrm>
              <a:off x="692708" y="468773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</a:t>
              </a:r>
            </a:p>
          </p:txBody>
        </p:sp>
        <p:sp>
          <p:nvSpPr>
            <p:cNvPr id="28" name="tx28"/>
            <p:cNvSpPr/>
            <p:nvPr/>
          </p:nvSpPr>
          <p:spPr>
            <a:xfrm>
              <a:off x="692708" y="38582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</a:t>
              </a:r>
            </a:p>
          </p:txBody>
        </p:sp>
        <p:sp>
          <p:nvSpPr>
            <p:cNvPr id="29" name="tx29"/>
            <p:cNvSpPr/>
            <p:nvPr/>
          </p:nvSpPr>
          <p:spPr>
            <a:xfrm>
              <a:off x="692708" y="3028808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</a:t>
              </a:r>
            </a:p>
          </p:txBody>
        </p:sp>
        <p:sp>
          <p:nvSpPr>
            <p:cNvPr id="30" name="tx30"/>
            <p:cNvSpPr/>
            <p:nvPr/>
          </p:nvSpPr>
          <p:spPr>
            <a:xfrm>
              <a:off x="692708" y="219934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</a:t>
              </a:r>
            </a:p>
          </p:txBody>
        </p:sp>
        <p:sp>
          <p:nvSpPr>
            <p:cNvPr id="31" name="tx31"/>
            <p:cNvSpPr/>
            <p:nvPr/>
          </p:nvSpPr>
          <p:spPr>
            <a:xfrm>
              <a:off x="2360651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-25</a:t>
              </a:r>
            </a:p>
          </p:txBody>
        </p:sp>
        <p:sp>
          <p:nvSpPr>
            <p:cNvPr id="32" name="tx32"/>
            <p:cNvSpPr/>
            <p:nvPr/>
          </p:nvSpPr>
          <p:spPr>
            <a:xfrm>
              <a:off x="4561958" y="57857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33" name="tx33"/>
            <p:cNvSpPr/>
            <p:nvPr/>
          </p:nvSpPr>
          <p:spPr>
            <a:xfrm>
              <a:off x="6682478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25</a:t>
              </a:r>
            </a:p>
          </p:txBody>
        </p:sp>
        <p:sp>
          <p:nvSpPr>
            <p:cNvPr id="34" name="tx34"/>
            <p:cNvSpPr/>
            <p:nvPr/>
          </p:nvSpPr>
          <p:spPr>
            <a:xfrm>
              <a:off x="2928340" y="5925448"/>
              <a:ext cx="3578047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eGFR difference (%): 100 × (CKD-EPI Cr-Cys − CG) / CG</a:t>
              </a:r>
            </a:p>
          </p:txBody>
        </p:sp>
        <p:sp>
          <p:nvSpPr>
            <p:cNvPr id="35" name="tx35"/>
            <p:cNvSpPr/>
            <p:nvPr/>
          </p:nvSpPr>
          <p:spPr>
            <a:xfrm rot="-5400000">
              <a:off x="68446" y="3848213"/>
              <a:ext cx="101690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subHR (95% CI)</a:t>
              </a:r>
            </a:p>
          </p:txBody>
        </p:sp>
        <p:sp>
          <p:nvSpPr>
            <p:cNvPr id="36" name="tx36"/>
            <p:cNvSpPr/>
            <p:nvPr/>
          </p:nvSpPr>
          <p:spPr>
            <a:xfrm>
              <a:off x="817517" y="1896563"/>
              <a:ext cx="6451914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subHR per 10 % decline: 2.15 (1.45-3.19), p = &lt;0.001  |  per IQR decline (Δ = 29.3 %): 9.43 (2.97-29.95)  |  IQR: [-14.6, 14.7] %</a:t>
              </a:r>
            </a:p>
          </p:txBody>
        </p:sp>
        <p:sp>
          <p:nvSpPr>
            <p:cNvPr id="37" name="tx37"/>
            <p:cNvSpPr/>
            <p:nvPr/>
          </p:nvSpPr>
          <p:spPr>
            <a:xfrm>
              <a:off x="817517" y="1669789"/>
              <a:ext cx="270022" cy="12015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AKI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to909</cp:lastModifiedBy>
  <cp:revision>3</cp:revision>
  <dcterms:created xsi:type="dcterms:W3CDTF">2017-02-13T16:18:36Z</dcterms:created>
  <dcterms:modified xsi:type="dcterms:W3CDTF">2026-09-28T15:19:50Z</dcterms:modified>
  <cp:category/>
</cp:coreProperties>
</file>