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25197" y="2143092"/>
              <a:ext cx="6874219" cy="1255100"/>
            </a:xfrm>
            <a:custGeom>
              <a:avLst/>
              <a:pathLst>
                <a:path w="6874219" h="1255100">
                  <a:moveTo>
                    <a:pt x="2221215" y="0"/>
                  </a:moveTo>
                  <a:lnTo>
                    <a:pt x="2231482" y="18349"/>
                  </a:lnTo>
                  <a:lnTo>
                    <a:pt x="2301827" y="132481"/>
                  </a:lnTo>
                  <a:lnTo>
                    <a:pt x="2372171" y="236099"/>
                  </a:lnTo>
                  <a:lnTo>
                    <a:pt x="2442516" y="330171"/>
                  </a:lnTo>
                  <a:lnTo>
                    <a:pt x="2512860" y="415576"/>
                  </a:lnTo>
                  <a:lnTo>
                    <a:pt x="2583205" y="493113"/>
                  </a:lnTo>
                  <a:lnTo>
                    <a:pt x="2653549" y="563507"/>
                  </a:lnTo>
                  <a:lnTo>
                    <a:pt x="2723894" y="627415"/>
                  </a:lnTo>
                  <a:lnTo>
                    <a:pt x="2794238" y="685436"/>
                  </a:lnTo>
                  <a:lnTo>
                    <a:pt x="2864583" y="738111"/>
                  </a:lnTo>
                  <a:lnTo>
                    <a:pt x="2934927" y="785934"/>
                  </a:lnTo>
                  <a:lnTo>
                    <a:pt x="3005272" y="829351"/>
                  </a:lnTo>
                  <a:lnTo>
                    <a:pt x="3075616" y="868767"/>
                  </a:lnTo>
                  <a:lnTo>
                    <a:pt x="3145961" y="904553"/>
                  </a:lnTo>
                  <a:lnTo>
                    <a:pt x="3216305" y="937042"/>
                  </a:lnTo>
                  <a:lnTo>
                    <a:pt x="3286650" y="960669"/>
                  </a:lnTo>
                  <a:lnTo>
                    <a:pt x="3356994" y="969696"/>
                  </a:lnTo>
                  <a:lnTo>
                    <a:pt x="3427339" y="978448"/>
                  </a:lnTo>
                  <a:lnTo>
                    <a:pt x="3497683" y="986933"/>
                  </a:lnTo>
                  <a:lnTo>
                    <a:pt x="3568028" y="995161"/>
                  </a:lnTo>
                  <a:lnTo>
                    <a:pt x="3638372" y="1003138"/>
                  </a:lnTo>
                  <a:lnTo>
                    <a:pt x="3708717" y="1010872"/>
                  </a:lnTo>
                  <a:lnTo>
                    <a:pt x="3779061" y="1018370"/>
                  </a:lnTo>
                  <a:lnTo>
                    <a:pt x="3849406" y="1025641"/>
                  </a:lnTo>
                  <a:lnTo>
                    <a:pt x="3919750" y="1032690"/>
                  </a:lnTo>
                  <a:lnTo>
                    <a:pt x="3990095" y="1039524"/>
                  </a:lnTo>
                  <a:lnTo>
                    <a:pt x="4060439" y="1046151"/>
                  </a:lnTo>
                  <a:lnTo>
                    <a:pt x="4130784" y="1052575"/>
                  </a:lnTo>
                  <a:lnTo>
                    <a:pt x="4201128" y="1058804"/>
                  </a:lnTo>
                  <a:lnTo>
                    <a:pt x="4271473" y="1064844"/>
                  </a:lnTo>
                  <a:lnTo>
                    <a:pt x="4341817" y="1070700"/>
                  </a:lnTo>
                  <a:lnTo>
                    <a:pt x="4412162" y="1076377"/>
                  </a:lnTo>
                  <a:lnTo>
                    <a:pt x="4482506" y="1081882"/>
                  </a:lnTo>
                  <a:lnTo>
                    <a:pt x="4552851" y="1087219"/>
                  </a:lnTo>
                  <a:lnTo>
                    <a:pt x="4623195" y="1092393"/>
                  </a:lnTo>
                  <a:lnTo>
                    <a:pt x="4693540" y="1097410"/>
                  </a:lnTo>
                  <a:lnTo>
                    <a:pt x="4763884" y="1102274"/>
                  </a:lnTo>
                  <a:lnTo>
                    <a:pt x="4834229" y="1106991"/>
                  </a:lnTo>
                  <a:lnTo>
                    <a:pt x="4904573" y="1111563"/>
                  </a:lnTo>
                  <a:lnTo>
                    <a:pt x="4974918" y="1115997"/>
                  </a:lnTo>
                  <a:lnTo>
                    <a:pt x="5045262" y="1120295"/>
                  </a:lnTo>
                  <a:lnTo>
                    <a:pt x="5115607" y="1124463"/>
                  </a:lnTo>
                  <a:lnTo>
                    <a:pt x="5185951" y="1128504"/>
                  </a:lnTo>
                  <a:lnTo>
                    <a:pt x="5256296" y="1132421"/>
                  </a:lnTo>
                  <a:lnTo>
                    <a:pt x="5326640" y="1136220"/>
                  </a:lnTo>
                  <a:lnTo>
                    <a:pt x="5396985" y="1139903"/>
                  </a:lnTo>
                  <a:lnTo>
                    <a:pt x="5467329" y="1143473"/>
                  </a:lnTo>
                  <a:lnTo>
                    <a:pt x="5537674" y="1146936"/>
                  </a:lnTo>
                  <a:lnTo>
                    <a:pt x="5608018" y="1150292"/>
                  </a:lnTo>
                  <a:lnTo>
                    <a:pt x="5678363" y="1153547"/>
                  </a:lnTo>
                  <a:lnTo>
                    <a:pt x="5748707" y="1156702"/>
                  </a:lnTo>
                  <a:lnTo>
                    <a:pt x="5819051" y="1159761"/>
                  </a:lnTo>
                  <a:lnTo>
                    <a:pt x="5889396" y="1162728"/>
                  </a:lnTo>
                  <a:lnTo>
                    <a:pt x="5959740" y="1165604"/>
                  </a:lnTo>
                  <a:lnTo>
                    <a:pt x="6030085" y="1168392"/>
                  </a:lnTo>
                  <a:lnTo>
                    <a:pt x="6100429" y="1171095"/>
                  </a:lnTo>
                  <a:lnTo>
                    <a:pt x="6170774" y="1173717"/>
                  </a:lnTo>
                  <a:lnTo>
                    <a:pt x="6241118" y="1176258"/>
                  </a:lnTo>
                  <a:lnTo>
                    <a:pt x="6311463" y="1178722"/>
                  </a:lnTo>
                  <a:lnTo>
                    <a:pt x="6381807" y="1181111"/>
                  </a:lnTo>
                  <a:lnTo>
                    <a:pt x="6452152" y="1183427"/>
                  </a:lnTo>
                  <a:lnTo>
                    <a:pt x="6522496" y="1185673"/>
                  </a:lnTo>
                  <a:lnTo>
                    <a:pt x="6592841" y="1187851"/>
                  </a:lnTo>
                  <a:lnTo>
                    <a:pt x="6663185" y="1189962"/>
                  </a:lnTo>
                  <a:lnTo>
                    <a:pt x="6733530" y="1192009"/>
                  </a:lnTo>
                  <a:lnTo>
                    <a:pt x="6803874" y="1193993"/>
                  </a:lnTo>
                  <a:lnTo>
                    <a:pt x="6874219" y="1195917"/>
                  </a:lnTo>
                  <a:lnTo>
                    <a:pt x="6874219" y="1255100"/>
                  </a:lnTo>
                  <a:lnTo>
                    <a:pt x="6803874" y="1254886"/>
                  </a:lnTo>
                  <a:lnTo>
                    <a:pt x="6733530" y="1254651"/>
                  </a:lnTo>
                  <a:lnTo>
                    <a:pt x="6663185" y="1254393"/>
                  </a:lnTo>
                  <a:lnTo>
                    <a:pt x="6592841" y="1254108"/>
                  </a:lnTo>
                  <a:lnTo>
                    <a:pt x="6522496" y="1253794"/>
                  </a:lnTo>
                  <a:lnTo>
                    <a:pt x="6452152" y="1253448"/>
                  </a:lnTo>
                  <a:lnTo>
                    <a:pt x="6381807" y="1253067"/>
                  </a:lnTo>
                  <a:lnTo>
                    <a:pt x="6311463" y="1252647"/>
                  </a:lnTo>
                  <a:lnTo>
                    <a:pt x="6241118" y="1252185"/>
                  </a:lnTo>
                  <a:lnTo>
                    <a:pt x="6170774" y="1251676"/>
                  </a:lnTo>
                  <a:lnTo>
                    <a:pt x="6100429" y="1251115"/>
                  </a:lnTo>
                  <a:lnTo>
                    <a:pt x="6030085" y="1250497"/>
                  </a:lnTo>
                  <a:lnTo>
                    <a:pt x="5959740" y="1249817"/>
                  </a:lnTo>
                  <a:lnTo>
                    <a:pt x="5889396" y="1249068"/>
                  </a:lnTo>
                  <a:lnTo>
                    <a:pt x="5819051" y="1248242"/>
                  </a:lnTo>
                  <a:lnTo>
                    <a:pt x="5748707" y="1247333"/>
                  </a:lnTo>
                  <a:lnTo>
                    <a:pt x="5678363" y="1246332"/>
                  </a:lnTo>
                  <a:lnTo>
                    <a:pt x="5608018" y="1245229"/>
                  </a:lnTo>
                  <a:lnTo>
                    <a:pt x="5537674" y="1244014"/>
                  </a:lnTo>
                  <a:lnTo>
                    <a:pt x="5467329" y="1242675"/>
                  </a:lnTo>
                  <a:lnTo>
                    <a:pt x="5396985" y="1241201"/>
                  </a:lnTo>
                  <a:lnTo>
                    <a:pt x="5326640" y="1239578"/>
                  </a:lnTo>
                  <a:lnTo>
                    <a:pt x="5256296" y="1237789"/>
                  </a:lnTo>
                  <a:lnTo>
                    <a:pt x="5185951" y="1235819"/>
                  </a:lnTo>
                  <a:lnTo>
                    <a:pt x="5115607" y="1233649"/>
                  </a:lnTo>
                  <a:lnTo>
                    <a:pt x="5045262" y="1231259"/>
                  </a:lnTo>
                  <a:lnTo>
                    <a:pt x="4974918" y="1228627"/>
                  </a:lnTo>
                  <a:lnTo>
                    <a:pt x="4904573" y="1225727"/>
                  </a:lnTo>
                  <a:lnTo>
                    <a:pt x="4834229" y="1222533"/>
                  </a:lnTo>
                  <a:lnTo>
                    <a:pt x="4763884" y="1219015"/>
                  </a:lnTo>
                  <a:lnTo>
                    <a:pt x="4693540" y="1215140"/>
                  </a:lnTo>
                  <a:lnTo>
                    <a:pt x="4623195" y="1210872"/>
                  </a:lnTo>
                  <a:lnTo>
                    <a:pt x="4552851" y="1206170"/>
                  </a:lnTo>
                  <a:lnTo>
                    <a:pt x="4482506" y="1200992"/>
                  </a:lnTo>
                  <a:lnTo>
                    <a:pt x="4412162" y="1195288"/>
                  </a:lnTo>
                  <a:lnTo>
                    <a:pt x="4341817" y="1189005"/>
                  </a:lnTo>
                  <a:lnTo>
                    <a:pt x="4271473" y="1182085"/>
                  </a:lnTo>
                  <a:lnTo>
                    <a:pt x="4201128" y="1174462"/>
                  </a:lnTo>
                  <a:lnTo>
                    <a:pt x="4130784" y="1166066"/>
                  </a:lnTo>
                  <a:lnTo>
                    <a:pt x="4060439" y="1156818"/>
                  </a:lnTo>
                  <a:lnTo>
                    <a:pt x="3990095" y="1146631"/>
                  </a:lnTo>
                  <a:lnTo>
                    <a:pt x="3919750" y="1135411"/>
                  </a:lnTo>
                  <a:lnTo>
                    <a:pt x="3849406" y="1123052"/>
                  </a:lnTo>
                  <a:lnTo>
                    <a:pt x="3779061" y="1109439"/>
                  </a:lnTo>
                  <a:lnTo>
                    <a:pt x="3708717" y="1094444"/>
                  </a:lnTo>
                  <a:lnTo>
                    <a:pt x="3638372" y="1077928"/>
                  </a:lnTo>
                  <a:lnTo>
                    <a:pt x="3568028" y="1059736"/>
                  </a:lnTo>
                  <a:lnTo>
                    <a:pt x="3497683" y="1039698"/>
                  </a:lnTo>
                  <a:lnTo>
                    <a:pt x="3427339" y="1017627"/>
                  </a:lnTo>
                  <a:lnTo>
                    <a:pt x="3356994" y="993315"/>
                  </a:lnTo>
                  <a:lnTo>
                    <a:pt x="3286650" y="966537"/>
                  </a:lnTo>
                  <a:lnTo>
                    <a:pt x="3216305" y="951358"/>
                  </a:lnTo>
                  <a:lnTo>
                    <a:pt x="3145961" y="941756"/>
                  </a:lnTo>
                  <a:lnTo>
                    <a:pt x="3075616" y="931852"/>
                  </a:lnTo>
                  <a:lnTo>
                    <a:pt x="3005272" y="921636"/>
                  </a:lnTo>
                  <a:lnTo>
                    <a:pt x="2934927" y="911101"/>
                  </a:lnTo>
                  <a:lnTo>
                    <a:pt x="2864583" y="900234"/>
                  </a:lnTo>
                  <a:lnTo>
                    <a:pt x="2794238" y="889026"/>
                  </a:lnTo>
                  <a:lnTo>
                    <a:pt x="2723894" y="877467"/>
                  </a:lnTo>
                  <a:lnTo>
                    <a:pt x="2653549" y="865544"/>
                  </a:lnTo>
                  <a:lnTo>
                    <a:pt x="2583205" y="853247"/>
                  </a:lnTo>
                  <a:lnTo>
                    <a:pt x="2512860" y="840564"/>
                  </a:lnTo>
                  <a:lnTo>
                    <a:pt x="2442516" y="827483"/>
                  </a:lnTo>
                  <a:lnTo>
                    <a:pt x="2372171" y="813991"/>
                  </a:lnTo>
                  <a:lnTo>
                    <a:pt x="2301827" y="800075"/>
                  </a:lnTo>
                  <a:lnTo>
                    <a:pt x="2231482" y="785722"/>
                  </a:lnTo>
                  <a:lnTo>
                    <a:pt x="2161138" y="770919"/>
                  </a:lnTo>
                  <a:lnTo>
                    <a:pt x="2090793" y="755651"/>
                  </a:lnTo>
                  <a:lnTo>
                    <a:pt x="2020449" y="739904"/>
                  </a:lnTo>
                  <a:lnTo>
                    <a:pt x="1950105" y="723662"/>
                  </a:lnTo>
                  <a:lnTo>
                    <a:pt x="1879760" y="706911"/>
                  </a:lnTo>
                  <a:lnTo>
                    <a:pt x="1809416" y="689633"/>
                  </a:lnTo>
                  <a:lnTo>
                    <a:pt x="1739071" y="671813"/>
                  </a:lnTo>
                  <a:lnTo>
                    <a:pt x="1668727" y="653433"/>
                  </a:lnTo>
                  <a:lnTo>
                    <a:pt x="1598382" y="634477"/>
                  </a:lnTo>
                  <a:lnTo>
                    <a:pt x="1528038" y="614925"/>
                  </a:lnTo>
                  <a:lnTo>
                    <a:pt x="1457693" y="594759"/>
                  </a:lnTo>
                  <a:lnTo>
                    <a:pt x="1387349" y="573960"/>
                  </a:lnTo>
                  <a:lnTo>
                    <a:pt x="1317004" y="552509"/>
                  </a:lnTo>
                  <a:lnTo>
                    <a:pt x="1246660" y="530383"/>
                  </a:lnTo>
                  <a:lnTo>
                    <a:pt x="1176315" y="507563"/>
                  </a:lnTo>
                  <a:lnTo>
                    <a:pt x="1105971" y="484027"/>
                  </a:lnTo>
                  <a:lnTo>
                    <a:pt x="1035626" y="459751"/>
                  </a:lnTo>
                  <a:lnTo>
                    <a:pt x="965282" y="434713"/>
                  </a:lnTo>
                  <a:lnTo>
                    <a:pt x="894937" y="408889"/>
                  </a:lnTo>
                  <a:lnTo>
                    <a:pt x="824593" y="382255"/>
                  </a:lnTo>
                  <a:lnTo>
                    <a:pt x="754248" y="354784"/>
                  </a:lnTo>
                  <a:lnTo>
                    <a:pt x="683904" y="326450"/>
                  </a:lnTo>
                  <a:lnTo>
                    <a:pt x="613559" y="297227"/>
                  </a:lnTo>
                  <a:lnTo>
                    <a:pt x="543215" y="267087"/>
                  </a:lnTo>
                  <a:lnTo>
                    <a:pt x="472870" y="236000"/>
                  </a:lnTo>
                  <a:lnTo>
                    <a:pt x="402526" y="203937"/>
                  </a:lnTo>
                  <a:lnTo>
                    <a:pt x="332181" y="170868"/>
                  </a:lnTo>
                  <a:lnTo>
                    <a:pt x="261837" y="136760"/>
                  </a:lnTo>
                  <a:lnTo>
                    <a:pt x="191492" y="101581"/>
                  </a:lnTo>
                  <a:lnTo>
                    <a:pt x="121148" y="65298"/>
                  </a:lnTo>
                  <a:lnTo>
                    <a:pt x="50803" y="27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46412" y="2143092"/>
              <a:ext cx="4653003" cy="1195917"/>
            </a:xfrm>
            <a:custGeom>
              <a:avLst/>
              <a:pathLst>
                <a:path w="4653003" h="1195917">
                  <a:moveTo>
                    <a:pt x="0" y="0"/>
                  </a:moveTo>
                  <a:lnTo>
                    <a:pt x="10267" y="18349"/>
                  </a:lnTo>
                  <a:lnTo>
                    <a:pt x="80612" y="132481"/>
                  </a:lnTo>
                  <a:lnTo>
                    <a:pt x="150956" y="236099"/>
                  </a:lnTo>
                  <a:lnTo>
                    <a:pt x="221301" y="330171"/>
                  </a:lnTo>
                  <a:lnTo>
                    <a:pt x="291645" y="415576"/>
                  </a:lnTo>
                  <a:lnTo>
                    <a:pt x="361989" y="493113"/>
                  </a:lnTo>
                  <a:lnTo>
                    <a:pt x="432334" y="563507"/>
                  </a:lnTo>
                  <a:lnTo>
                    <a:pt x="502678" y="627415"/>
                  </a:lnTo>
                  <a:lnTo>
                    <a:pt x="573023" y="685436"/>
                  </a:lnTo>
                  <a:lnTo>
                    <a:pt x="643367" y="738111"/>
                  </a:lnTo>
                  <a:lnTo>
                    <a:pt x="713712" y="785934"/>
                  </a:lnTo>
                  <a:lnTo>
                    <a:pt x="784056" y="829351"/>
                  </a:lnTo>
                  <a:lnTo>
                    <a:pt x="854401" y="868767"/>
                  </a:lnTo>
                  <a:lnTo>
                    <a:pt x="924745" y="904553"/>
                  </a:lnTo>
                  <a:lnTo>
                    <a:pt x="995090" y="937042"/>
                  </a:lnTo>
                  <a:lnTo>
                    <a:pt x="1065434" y="960669"/>
                  </a:lnTo>
                  <a:lnTo>
                    <a:pt x="1135779" y="969696"/>
                  </a:lnTo>
                  <a:lnTo>
                    <a:pt x="1206123" y="978448"/>
                  </a:lnTo>
                  <a:lnTo>
                    <a:pt x="1276468" y="986933"/>
                  </a:lnTo>
                  <a:lnTo>
                    <a:pt x="1346812" y="995161"/>
                  </a:lnTo>
                  <a:lnTo>
                    <a:pt x="1417157" y="1003138"/>
                  </a:lnTo>
                  <a:lnTo>
                    <a:pt x="1487501" y="1010872"/>
                  </a:lnTo>
                  <a:lnTo>
                    <a:pt x="1557846" y="1018370"/>
                  </a:lnTo>
                  <a:lnTo>
                    <a:pt x="1628190" y="1025641"/>
                  </a:lnTo>
                  <a:lnTo>
                    <a:pt x="1698535" y="1032690"/>
                  </a:lnTo>
                  <a:lnTo>
                    <a:pt x="1768879" y="1039524"/>
                  </a:lnTo>
                  <a:lnTo>
                    <a:pt x="1839224" y="1046151"/>
                  </a:lnTo>
                  <a:lnTo>
                    <a:pt x="1909568" y="1052575"/>
                  </a:lnTo>
                  <a:lnTo>
                    <a:pt x="1979913" y="1058804"/>
                  </a:lnTo>
                  <a:lnTo>
                    <a:pt x="2050257" y="1064844"/>
                  </a:lnTo>
                  <a:lnTo>
                    <a:pt x="2120602" y="1070700"/>
                  </a:lnTo>
                  <a:lnTo>
                    <a:pt x="2190946" y="1076377"/>
                  </a:lnTo>
                  <a:lnTo>
                    <a:pt x="2261291" y="1081882"/>
                  </a:lnTo>
                  <a:lnTo>
                    <a:pt x="2331635" y="1087219"/>
                  </a:lnTo>
                  <a:lnTo>
                    <a:pt x="2401980" y="1092393"/>
                  </a:lnTo>
                  <a:lnTo>
                    <a:pt x="2472324" y="1097410"/>
                  </a:lnTo>
                  <a:lnTo>
                    <a:pt x="2542669" y="1102274"/>
                  </a:lnTo>
                  <a:lnTo>
                    <a:pt x="2613013" y="1106991"/>
                  </a:lnTo>
                  <a:lnTo>
                    <a:pt x="2683358" y="1111563"/>
                  </a:lnTo>
                  <a:lnTo>
                    <a:pt x="2753702" y="1115997"/>
                  </a:lnTo>
                  <a:lnTo>
                    <a:pt x="2824047" y="1120295"/>
                  </a:lnTo>
                  <a:lnTo>
                    <a:pt x="2894391" y="1124463"/>
                  </a:lnTo>
                  <a:lnTo>
                    <a:pt x="2964736" y="1128504"/>
                  </a:lnTo>
                  <a:lnTo>
                    <a:pt x="3035080" y="1132421"/>
                  </a:lnTo>
                  <a:lnTo>
                    <a:pt x="3105425" y="1136220"/>
                  </a:lnTo>
                  <a:lnTo>
                    <a:pt x="3175769" y="1139903"/>
                  </a:lnTo>
                  <a:lnTo>
                    <a:pt x="3246114" y="1143473"/>
                  </a:lnTo>
                  <a:lnTo>
                    <a:pt x="3316458" y="1146936"/>
                  </a:lnTo>
                  <a:lnTo>
                    <a:pt x="3386803" y="1150292"/>
                  </a:lnTo>
                  <a:lnTo>
                    <a:pt x="3457147" y="1153547"/>
                  </a:lnTo>
                  <a:lnTo>
                    <a:pt x="3527492" y="1156702"/>
                  </a:lnTo>
                  <a:lnTo>
                    <a:pt x="3597836" y="1159761"/>
                  </a:lnTo>
                  <a:lnTo>
                    <a:pt x="3668181" y="1162728"/>
                  </a:lnTo>
                  <a:lnTo>
                    <a:pt x="3738525" y="1165604"/>
                  </a:lnTo>
                  <a:lnTo>
                    <a:pt x="3808870" y="1168392"/>
                  </a:lnTo>
                  <a:lnTo>
                    <a:pt x="3879214" y="1171095"/>
                  </a:lnTo>
                  <a:lnTo>
                    <a:pt x="3949559" y="1173717"/>
                  </a:lnTo>
                  <a:lnTo>
                    <a:pt x="4019903" y="1176258"/>
                  </a:lnTo>
                  <a:lnTo>
                    <a:pt x="4090247" y="1178722"/>
                  </a:lnTo>
                  <a:lnTo>
                    <a:pt x="4160592" y="1181111"/>
                  </a:lnTo>
                  <a:lnTo>
                    <a:pt x="4230936" y="1183427"/>
                  </a:lnTo>
                  <a:lnTo>
                    <a:pt x="4301281" y="1185673"/>
                  </a:lnTo>
                  <a:lnTo>
                    <a:pt x="4371625" y="1187851"/>
                  </a:lnTo>
                  <a:lnTo>
                    <a:pt x="4441970" y="1189962"/>
                  </a:lnTo>
                  <a:lnTo>
                    <a:pt x="4512314" y="1192009"/>
                  </a:lnTo>
                  <a:lnTo>
                    <a:pt x="4582659" y="1193993"/>
                  </a:lnTo>
                  <a:lnTo>
                    <a:pt x="4653003" y="1195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5197" y="2143092"/>
              <a:ext cx="6874219" cy="1255100"/>
            </a:xfrm>
            <a:custGeom>
              <a:avLst/>
              <a:pathLst>
                <a:path w="6874219" h="1255100">
                  <a:moveTo>
                    <a:pt x="6874219" y="1255100"/>
                  </a:moveTo>
                  <a:lnTo>
                    <a:pt x="6803874" y="1254886"/>
                  </a:lnTo>
                  <a:lnTo>
                    <a:pt x="6733530" y="1254651"/>
                  </a:lnTo>
                  <a:lnTo>
                    <a:pt x="6663185" y="1254393"/>
                  </a:lnTo>
                  <a:lnTo>
                    <a:pt x="6592841" y="1254108"/>
                  </a:lnTo>
                  <a:lnTo>
                    <a:pt x="6522496" y="1253794"/>
                  </a:lnTo>
                  <a:lnTo>
                    <a:pt x="6452152" y="1253448"/>
                  </a:lnTo>
                  <a:lnTo>
                    <a:pt x="6381807" y="1253067"/>
                  </a:lnTo>
                  <a:lnTo>
                    <a:pt x="6311463" y="1252647"/>
                  </a:lnTo>
                  <a:lnTo>
                    <a:pt x="6241118" y="1252185"/>
                  </a:lnTo>
                  <a:lnTo>
                    <a:pt x="6170774" y="1251676"/>
                  </a:lnTo>
                  <a:lnTo>
                    <a:pt x="6100429" y="1251115"/>
                  </a:lnTo>
                  <a:lnTo>
                    <a:pt x="6030085" y="1250497"/>
                  </a:lnTo>
                  <a:lnTo>
                    <a:pt x="5959740" y="1249817"/>
                  </a:lnTo>
                  <a:lnTo>
                    <a:pt x="5889396" y="1249068"/>
                  </a:lnTo>
                  <a:lnTo>
                    <a:pt x="5819051" y="1248242"/>
                  </a:lnTo>
                  <a:lnTo>
                    <a:pt x="5748707" y="1247333"/>
                  </a:lnTo>
                  <a:lnTo>
                    <a:pt x="5678363" y="1246332"/>
                  </a:lnTo>
                  <a:lnTo>
                    <a:pt x="5608018" y="1245229"/>
                  </a:lnTo>
                  <a:lnTo>
                    <a:pt x="5537674" y="1244014"/>
                  </a:lnTo>
                  <a:lnTo>
                    <a:pt x="5467329" y="1242675"/>
                  </a:lnTo>
                  <a:lnTo>
                    <a:pt x="5396985" y="1241201"/>
                  </a:lnTo>
                  <a:lnTo>
                    <a:pt x="5326640" y="1239578"/>
                  </a:lnTo>
                  <a:lnTo>
                    <a:pt x="5256296" y="1237789"/>
                  </a:lnTo>
                  <a:lnTo>
                    <a:pt x="5185951" y="1235819"/>
                  </a:lnTo>
                  <a:lnTo>
                    <a:pt x="5115607" y="1233649"/>
                  </a:lnTo>
                  <a:lnTo>
                    <a:pt x="5045262" y="1231259"/>
                  </a:lnTo>
                  <a:lnTo>
                    <a:pt x="4974918" y="1228627"/>
                  </a:lnTo>
                  <a:lnTo>
                    <a:pt x="4904573" y="1225727"/>
                  </a:lnTo>
                  <a:lnTo>
                    <a:pt x="4834229" y="1222533"/>
                  </a:lnTo>
                  <a:lnTo>
                    <a:pt x="4763884" y="1219015"/>
                  </a:lnTo>
                  <a:lnTo>
                    <a:pt x="4693540" y="1215140"/>
                  </a:lnTo>
                  <a:lnTo>
                    <a:pt x="4623195" y="1210872"/>
                  </a:lnTo>
                  <a:lnTo>
                    <a:pt x="4552851" y="1206170"/>
                  </a:lnTo>
                  <a:lnTo>
                    <a:pt x="4482506" y="1200992"/>
                  </a:lnTo>
                  <a:lnTo>
                    <a:pt x="4412162" y="1195288"/>
                  </a:lnTo>
                  <a:lnTo>
                    <a:pt x="4341817" y="1189005"/>
                  </a:lnTo>
                  <a:lnTo>
                    <a:pt x="4271473" y="1182085"/>
                  </a:lnTo>
                  <a:lnTo>
                    <a:pt x="4201128" y="1174462"/>
                  </a:lnTo>
                  <a:lnTo>
                    <a:pt x="4130784" y="1166066"/>
                  </a:lnTo>
                  <a:lnTo>
                    <a:pt x="4060439" y="1156818"/>
                  </a:lnTo>
                  <a:lnTo>
                    <a:pt x="3990095" y="1146631"/>
                  </a:lnTo>
                  <a:lnTo>
                    <a:pt x="3919750" y="1135411"/>
                  </a:lnTo>
                  <a:lnTo>
                    <a:pt x="3849406" y="1123052"/>
                  </a:lnTo>
                  <a:lnTo>
                    <a:pt x="3779061" y="1109439"/>
                  </a:lnTo>
                  <a:lnTo>
                    <a:pt x="3708717" y="1094444"/>
                  </a:lnTo>
                  <a:lnTo>
                    <a:pt x="3638372" y="1077928"/>
                  </a:lnTo>
                  <a:lnTo>
                    <a:pt x="3568028" y="1059736"/>
                  </a:lnTo>
                  <a:lnTo>
                    <a:pt x="3497683" y="1039698"/>
                  </a:lnTo>
                  <a:lnTo>
                    <a:pt x="3427339" y="1017627"/>
                  </a:lnTo>
                  <a:lnTo>
                    <a:pt x="3356994" y="993315"/>
                  </a:lnTo>
                  <a:lnTo>
                    <a:pt x="3286650" y="966537"/>
                  </a:lnTo>
                  <a:lnTo>
                    <a:pt x="3216305" y="951358"/>
                  </a:lnTo>
                  <a:lnTo>
                    <a:pt x="3145961" y="941756"/>
                  </a:lnTo>
                  <a:lnTo>
                    <a:pt x="3075616" y="931852"/>
                  </a:lnTo>
                  <a:lnTo>
                    <a:pt x="3005272" y="921636"/>
                  </a:lnTo>
                  <a:lnTo>
                    <a:pt x="2934927" y="911101"/>
                  </a:lnTo>
                  <a:lnTo>
                    <a:pt x="2864583" y="900234"/>
                  </a:lnTo>
                  <a:lnTo>
                    <a:pt x="2794238" y="889026"/>
                  </a:lnTo>
                  <a:lnTo>
                    <a:pt x="2723894" y="877467"/>
                  </a:lnTo>
                  <a:lnTo>
                    <a:pt x="2653549" y="865544"/>
                  </a:lnTo>
                  <a:lnTo>
                    <a:pt x="2583205" y="853247"/>
                  </a:lnTo>
                  <a:lnTo>
                    <a:pt x="2512860" y="840564"/>
                  </a:lnTo>
                  <a:lnTo>
                    <a:pt x="2442516" y="827483"/>
                  </a:lnTo>
                  <a:lnTo>
                    <a:pt x="2372171" y="813991"/>
                  </a:lnTo>
                  <a:lnTo>
                    <a:pt x="2301827" y="800075"/>
                  </a:lnTo>
                  <a:lnTo>
                    <a:pt x="2231482" y="785722"/>
                  </a:lnTo>
                  <a:lnTo>
                    <a:pt x="2161138" y="770919"/>
                  </a:lnTo>
                  <a:lnTo>
                    <a:pt x="2090793" y="755651"/>
                  </a:lnTo>
                  <a:lnTo>
                    <a:pt x="2020449" y="739904"/>
                  </a:lnTo>
                  <a:lnTo>
                    <a:pt x="1950105" y="723662"/>
                  </a:lnTo>
                  <a:lnTo>
                    <a:pt x="1879760" y="706911"/>
                  </a:lnTo>
                  <a:lnTo>
                    <a:pt x="1809416" y="689633"/>
                  </a:lnTo>
                  <a:lnTo>
                    <a:pt x="1739071" y="671813"/>
                  </a:lnTo>
                  <a:lnTo>
                    <a:pt x="1668727" y="653433"/>
                  </a:lnTo>
                  <a:lnTo>
                    <a:pt x="1598382" y="634477"/>
                  </a:lnTo>
                  <a:lnTo>
                    <a:pt x="1528038" y="614925"/>
                  </a:lnTo>
                  <a:lnTo>
                    <a:pt x="1457693" y="594759"/>
                  </a:lnTo>
                  <a:lnTo>
                    <a:pt x="1387349" y="573960"/>
                  </a:lnTo>
                  <a:lnTo>
                    <a:pt x="1317004" y="552509"/>
                  </a:lnTo>
                  <a:lnTo>
                    <a:pt x="1246660" y="530383"/>
                  </a:lnTo>
                  <a:lnTo>
                    <a:pt x="1176315" y="507563"/>
                  </a:lnTo>
                  <a:lnTo>
                    <a:pt x="1105971" y="484027"/>
                  </a:lnTo>
                  <a:lnTo>
                    <a:pt x="1035626" y="459751"/>
                  </a:lnTo>
                  <a:lnTo>
                    <a:pt x="965282" y="434713"/>
                  </a:lnTo>
                  <a:lnTo>
                    <a:pt x="894937" y="408889"/>
                  </a:lnTo>
                  <a:lnTo>
                    <a:pt x="824593" y="382255"/>
                  </a:lnTo>
                  <a:lnTo>
                    <a:pt x="754248" y="354784"/>
                  </a:lnTo>
                  <a:lnTo>
                    <a:pt x="683904" y="326450"/>
                  </a:lnTo>
                  <a:lnTo>
                    <a:pt x="613559" y="297227"/>
                  </a:lnTo>
                  <a:lnTo>
                    <a:pt x="543215" y="267087"/>
                  </a:lnTo>
                  <a:lnTo>
                    <a:pt x="472870" y="236000"/>
                  </a:lnTo>
                  <a:lnTo>
                    <a:pt x="402526" y="203937"/>
                  </a:lnTo>
                  <a:lnTo>
                    <a:pt x="332181" y="170868"/>
                  </a:lnTo>
                  <a:lnTo>
                    <a:pt x="261837" y="136760"/>
                  </a:lnTo>
                  <a:lnTo>
                    <a:pt x="191492" y="101581"/>
                  </a:lnTo>
                  <a:lnTo>
                    <a:pt x="121148" y="65298"/>
                  </a:lnTo>
                  <a:lnTo>
                    <a:pt x="50803" y="278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08096" y="2143092"/>
              <a:ext cx="5191319" cy="1245852"/>
            </a:xfrm>
            <a:custGeom>
              <a:avLst/>
              <a:pathLst>
                <a:path w="5191319" h="1245852">
                  <a:moveTo>
                    <a:pt x="0" y="0"/>
                  </a:moveTo>
                  <a:lnTo>
                    <a:pt x="56171" y="62814"/>
                  </a:lnTo>
                  <a:lnTo>
                    <a:pt x="126516" y="136617"/>
                  </a:lnTo>
                  <a:lnTo>
                    <a:pt x="196860" y="205860"/>
                  </a:lnTo>
                  <a:lnTo>
                    <a:pt x="267205" y="270824"/>
                  </a:lnTo>
                  <a:lnTo>
                    <a:pt x="337549" y="331773"/>
                  </a:lnTo>
                  <a:lnTo>
                    <a:pt x="407894" y="388957"/>
                  </a:lnTo>
                  <a:lnTo>
                    <a:pt x="478238" y="442607"/>
                  </a:lnTo>
                  <a:lnTo>
                    <a:pt x="548583" y="492942"/>
                  </a:lnTo>
                  <a:lnTo>
                    <a:pt x="618927" y="540166"/>
                  </a:lnTo>
                  <a:lnTo>
                    <a:pt x="689272" y="584473"/>
                  </a:lnTo>
                  <a:lnTo>
                    <a:pt x="759616" y="626042"/>
                  </a:lnTo>
                  <a:lnTo>
                    <a:pt x="829961" y="665042"/>
                  </a:lnTo>
                  <a:lnTo>
                    <a:pt x="900305" y="701632"/>
                  </a:lnTo>
                  <a:lnTo>
                    <a:pt x="970650" y="735962"/>
                  </a:lnTo>
                  <a:lnTo>
                    <a:pt x="1040994" y="768170"/>
                  </a:lnTo>
                  <a:lnTo>
                    <a:pt x="1111339" y="798388"/>
                  </a:lnTo>
                  <a:lnTo>
                    <a:pt x="1181683" y="826739"/>
                  </a:lnTo>
                  <a:lnTo>
                    <a:pt x="1252028" y="853337"/>
                  </a:lnTo>
                  <a:lnTo>
                    <a:pt x="1322372" y="878293"/>
                  </a:lnTo>
                  <a:lnTo>
                    <a:pt x="1392717" y="901706"/>
                  </a:lnTo>
                  <a:lnTo>
                    <a:pt x="1463061" y="923673"/>
                  </a:lnTo>
                  <a:lnTo>
                    <a:pt x="1533406" y="944282"/>
                  </a:lnTo>
                  <a:lnTo>
                    <a:pt x="1603750" y="963618"/>
                  </a:lnTo>
                  <a:lnTo>
                    <a:pt x="1674095" y="981759"/>
                  </a:lnTo>
                  <a:lnTo>
                    <a:pt x="1744439" y="998779"/>
                  </a:lnTo>
                  <a:lnTo>
                    <a:pt x="1814784" y="1014747"/>
                  </a:lnTo>
                  <a:lnTo>
                    <a:pt x="1885128" y="1029729"/>
                  </a:lnTo>
                  <a:lnTo>
                    <a:pt x="1955473" y="1043784"/>
                  </a:lnTo>
                  <a:lnTo>
                    <a:pt x="2025817" y="1056972"/>
                  </a:lnTo>
                  <a:lnTo>
                    <a:pt x="2096162" y="1069344"/>
                  </a:lnTo>
                  <a:lnTo>
                    <a:pt x="2166506" y="1080952"/>
                  </a:lnTo>
                  <a:lnTo>
                    <a:pt x="2236851" y="1091843"/>
                  </a:lnTo>
                  <a:lnTo>
                    <a:pt x="2307195" y="1102061"/>
                  </a:lnTo>
                  <a:lnTo>
                    <a:pt x="2377540" y="1111647"/>
                  </a:lnTo>
                  <a:lnTo>
                    <a:pt x="2447884" y="1120641"/>
                  </a:lnTo>
                  <a:lnTo>
                    <a:pt x="2518229" y="1129079"/>
                  </a:lnTo>
                  <a:lnTo>
                    <a:pt x="2588573" y="1136996"/>
                  </a:lnTo>
                  <a:lnTo>
                    <a:pt x="2658918" y="1144424"/>
                  </a:lnTo>
                  <a:lnTo>
                    <a:pt x="2729262" y="1151393"/>
                  </a:lnTo>
                  <a:lnTo>
                    <a:pt x="2799607" y="1157931"/>
                  </a:lnTo>
                  <a:lnTo>
                    <a:pt x="2869951" y="1164065"/>
                  </a:lnTo>
                  <a:lnTo>
                    <a:pt x="2940296" y="1169820"/>
                  </a:lnTo>
                  <a:lnTo>
                    <a:pt x="3010640" y="1175219"/>
                  </a:lnTo>
                  <a:lnTo>
                    <a:pt x="3080985" y="1180285"/>
                  </a:lnTo>
                  <a:lnTo>
                    <a:pt x="3151329" y="1185038"/>
                  </a:lnTo>
                  <a:lnTo>
                    <a:pt x="3221674" y="1189497"/>
                  </a:lnTo>
                  <a:lnTo>
                    <a:pt x="3292018" y="1193681"/>
                  </a:lnTo>
                  <a:lnTo>
                    <a:pt x="3362363" y="1197606"/>
                  </a:lnTo>
                  <a:lnTo>
                    <a:pt x="3432707" y="1201288"/>
                  </a:lnTo>
                  <a:lnTo>
                    <a:pt x="3503052" y="1204743"/>
                  </a:lnTo>
                  <a:lnTo>
                    <a:pt x="3573396" y="1207985"/>
                  </a:lnTo>
                  <a:lnTo>
                    <a:pt x="3643741" y="1211026"/>
                  </a:lnTo>
                  <a:lnTo>
                    <a:pt x="3714085" y="1213879"/>
                  </a:lnTo>
                  <a:lnTo>
                    <a:pt x="3784429" y="1216556"/>
                  </a:lnTo>
                  <a:lnTo>
                    <a:pt x="3854774" y="1219068"/>
                  </a:lnTo>
                  <a:lnTo>
                    <a:pt x="3925118" y="1221424"/>
                  </a:lnTo>
                  <a:lnTo>
                    <a:pt x="3995463" y="1223635"/>
                  </a:lnTo>
                  <a:lnTo>
                    <a:pt x="4065807" y="1225709"/>
                  </a:lnTo>
                  <a:lnTo>
                    <a:pt x="4136152" y="1227655"/>
                  </a:lnTo>
                  <a:lnTo>
                    <a:pt x="4206496" y="1229481"/>
                  </a:lnTo>
                  <a:lnTo>
                    <a:pt x="4276841" y="1231194"/>
                  </a:lnTo>
                  <a:lnTo>
                    <a:pt x="4347185" y="1232801"/>
                  </a:lnTo>
                  <a:lnTo>
                    <a:pt x="4417530" y="1234308"/>
                  </a:lnTo>
                  <a:lnTo>
                    <a:pt x="4487874" y="1235723"/>
                  </a:lnTo>
                  <a:lnTo>
                    <a:pt x="4558219" y="1237050"/>
                  </a:lnTo>
                  <a:lnTo>
                    <a:pt x="4628563" y="1238295"/>
                  </a:lnTo>
                  <a:lnTo>
                    <a:pt x="4698908" y="1239464"/>
                  </a:lnTo>
                  <a:lnTo>
                    <a:pt x="4769252" y="1240560"/>
                  </a:lnTo>
                  <a:lnTo>
                    <a:pt x="4839597" y="1241588"/>
                  </a:lnTo>
                  <a:lnTo>
                    <a:pt x="4909941" y="1242553"/>
                  </a:lnTo>
                  <a:lnTo>
                    <a:pt x="4980286" y="1243458"/>
                  </a:lnTo>
                  <a:lnTo>
                    <a:pt x="5050630" y="1244307"/>
                  </a:lnTo>
                  <a:lnTo>
                    <a:pt x="5120975" y="1245104"/>
                  </a:lnTo>
                  <a:lnTo>
                    <a:pt x="5191319" y="12458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325197" y="4336484"/>
              <a:ext cx="6874219" cy="1255100"/>
            </a:xfrm>
            <a:custGeom>
              <a:avLst/>
              <a:pathLst>
                <a:path w="6874219" h="1255100">
                  <a:moveTo>
                    <a:pt x="2221215" y="0"/>
                  </a:moveTo>
                  <a:lnTo>
                    <a:pt x="2231482" y="18349"/>
                  </a:lnTo>
                  <a:lnTo>
                    <a:pt x="2301827" y="132481"/>
                  </a:lnTo>
                  <a:lnTo>
                    <a:pt x="2372171" y="236099"/>
                  </a:lnTo>
                  <a:lnTo>
                    <a:pt x="2442516" y="330171"/>
                  </a:lnTo>
                  <a:lnTo>
                    <a:pt x="2512860" y="415576"/>
                  </a:lnTo>
                  <a:lnTo>
                    <a:pt x="2583205" y="493113"/>
                  </a:lnTo>
                  <a:lnTo>
                    <a:pt x="2653549" y="563507"/>
                  </a:lnTo>
                  <a:lnTo>
                    <a:pt x="2723894" y="627415"/>
                  </a:lnTo>
                  <a:lnTo>
                    <a:pt x="2794238" y="685436"/>
                  </a:lnTo>
                  <a:lnTo>
                    <a:pt x="2864583" y="738111"/>
                  </a:lnTo>
                  <a:lnTo>
                    <a:pt x="2934927" y="785934"/>
                  </a:lnTo>
                  <a:lnTo>
                    <a:pt x="3005272" y="829351"/>
                  </a:lnTo>
                  <a:lnTo>
                    <a:pt x="3075616" y="868767"/>
                  </a:lnTo>
                  <a:lnTo>
                    <a:pt x="3145961" y="904553"/>
                  </a:lnTo>
                  <a:lnTo>
                    <a:pt x="3216305" y="937042"/>
                  </a:lnTo>
                  <a:lnTo>
                    <a:pt x="3286650" y="960669"/>
                  </a:lnTo>
                  <a:lnTo>
                    <a:pt x="3356994" y="969696"/>
                  </a:lnTo>
                  <a:lnTo>
                    <a:pt x="3427339" y="978448"/>
                  </a:lnTo>
                  <a:lnTo>
                    <a:pt x="3497683" y="986933"/>
                  </a:lnTo>
                  <a:lnTo>
                    <a:pt x="3568028" y="995161"/>
                  </a:lnTo>
                  <a:lnTo>
                    <a:pt x="3638372" y="1003138"/>
                  </a:lnTo>
                  <a:lnTo>
                    <a:pt x="3708717" y="1010872"/>
                  </a:lnTo>
                  <a:lnTo>
                    <a:pt x="3779061" y="1018370"/>
                  </a:lnTo>
                  <a:lnTo>
                    <a:pt x="3849406" y="1025641"/>
                  </a:lnTo>
                  <a:lnTo>
                    <a:pt x="3919750" y="1032690"/>
                  </a:lnTo>
                  <a:lnTo>
                    <a:pt x="3990095" y="1039524"/>
                  </a:lnTo>
                  <a:lnTo>
                    <a:pt x="4060439" y="1046151"/>
                  </a:lnTo>
                  <a:lnTo>
                    <a:pt x="4130784" y="1052575"/>
                  </a:lnTo>
                  <a:lnTo>
                    <a:pt x="4201128" y="1058804"/>
                  </a:lnTo>
                  <a:lnTo>
                    <a:pt x="4271473" y="1064844"/>
                  </a:lnTo>
                  <a:lnTo>
                    <a:pt x="4341817" y="1070700"/>
                  </a:lnTo>
                  <a:lnTo>
                    <a:pt x="4412162" y="1076377"/>
                  </a:lnTo>
                  <a:lnTo>
                    <a:pt x="4482506" y="1081882"/>
                  </a:lnTo>
                  <a:lnTo>
                    <a:pt x="4552851" y="1087219"/>
                  </a:lnTo>
                  <a:lnTo>
                    <a:pt x="4623195" y="1092393"/>
                  </a:lnTo>
                  <a:lnTo>
                    <a:pt x="4693540" y="1097410"/>
                  </a:lnTo>
                  <a:lnTo>
                    <a:pt x="4763884" y="1102274"/>
                  </a:lnTo>
                  <a:lnTo>
                    <a:pt x="4834229" y="1106991"/>
                  </a:lnTo>
                  <a:lnTo>
                    <a:pt x="4904573" y="1111563"/>
                  </a:lnTo>
                  <a:lnTo>
                    <a:pt x="4974918" y="1115997"/>
                  </a:lnTo>
                  <a:lnTo>
                    <a:pt x="5045262" y="1120295"/>
                  </a:lnTo>
                  <a:lnTo>
                    <a:pt x="5115607" y="1124463"/>
                  </a:lnTo>
                  <a:lnTo>
                    <a:pt x="5185951" y="1128504"/>
                  </a:lnTo>
                  <a:lnTo>
                    <a:pt x="5256296" y="1132421"/>
                  </a:lnTo>
                  <a:lnTo>
                    <a:pt x="5326640" y="1136220"/>
                  </a:lnTo>
                  <a:lnTo>
                    <a:pt x="5396985" y="1139903"/>
                  </a:lnTo>
                  <a:lnTo>
                    <a:pt x="5467329" y="1143473"/>
                  </a:lnTo>
                  <a:lnTo>
                    <a:pt x="5537674" y="1146936"/>
                  </a:lnTo>
                  <a:lnTo>
                    <a:pt x="5608018" y="1150292"/>
                  </a:lnTo>
                  <a:lnTo>
                    <a:pt x="5678363" y="1153547"/>
                  </a:lnTo>
                  <a:lnTo>
                    <a:pt x="5748707" y="1156702"/>
                  </a:lnTo>
                  <a:lnTo>
                    <a:pt x="5819051" y="1159761"/>
                  </a:lnTo>
                  <a:lnTo>
                    <a:pt x="5889396" y="1162728"/>
                  </a:lnTo>
                  <a:lnTo>
                    <a:pt x="5959740" y="1165604"/>
                  </a:lnTo>
                  <a:lnTo>
                    <a:pt x="6030085" y="1168392"/>
                  </a:lnTo>
                  <a:lnTo>
                    <a:pt x="6100429" y="1171095"/>
                  </a:lnTo>
                  <a:lnTo>
                    <a:pt x="6170774" y="1173717"/>
                  </a:lnTo>
                  <a:lnTo>
                    <a:pt x="6241118" y="1176258"/>
                  </a:lnTo>
                  <a:lnTo>
                    <a:pt x="6311463" y="1178722"/>
                  </a:lnTo>
                  <a:lnTo>
                    <a:pt x="6381807" y="1181111"/>
                  </a:lnTo>
                  <a:lnTo>
                    <a:pt x="6452152" y="1183427"/>
                  </a:lnTo>
                  <a:lnTo>
                    <a:pt x="6522496" y="1185673"/>
                  </a:lnTo>
                  <a:lnTo>
                    <a:pt x="6592841" y="1187851"/>
                  </a:lnTo>
                  <a:lnTo>
                    <a:pt x="6663185" y="1189962"/>
                  </a:lnTo>
                  <a:lnTo>
                    <a:pt x="6733530" y="1192009"/>
                  </a:lnTo>
                  <a:lnTo>
                    <a:pt x="6803874" y="1193993"/>
                  </a:lnTo>
                  <a:lnTo>
                    <a:pt x="6874219" y="1195917"/>
                  </a:lnTo>
                  <a:lnTo>
                    <a:pt x="6874219" y="1255100"/>
                  </a:lnTo>
                  <a:lnTo>
                    <a:pt x="6803874" y="1254886"/>
                  </a:lnTo>
                  <a:lnTo>
                    <a:pt x="6733530" y="1254651"/>
                  </a:lnTo>
                  <a:lnTo>
                    <a:pt x="6663185" y="1254393"/>
                  </a:lnTo>
                  <a:lnTo>
                    <a:pt x="6592841" y="1254108"/>
                  </a:lnTo>
                  <a:lnTo>
                    <a:pt x="6522496" y="1253794"/>
                  </a:lnTo>
                  <a:lnTo>
                    <a:pt x="6452152" y="1253448"/>
                  </a:lnTo>
                  <a:lnTo>
                    <a:pt x="6381807" y="1253067"/>
                  </a:lnTo>
                  <a:lnTo>
                    <a:pt x="6311463" y="1252647"/>
                  </a:lnTo>
                  <a:lnTo>
                    <a:pt x="6241118" y="1252185"/>
                  </a:lnTo>
                  <a:lnTo>
                    <a:pt x="6170774" y="1251676"/>
                  </a:lnTo>
                  <a:lnTo>
                    <a:pt x="6100429" y="1251115"/>
                  </a:lnTo>
                  <a:lnTo>
                    <a:pt x="6030085" y="1250497"/>
                  </a:lnTo>
                  <a:lnTo>
                    <a:pt x="5959740" y="1249817"/>
                  </a:lnTo>
                  <a:lnTo>
                    <a:pt x="5889396" y="1249068"/>
                  </a:lnTo>
                  <a:lnTo>
                    <a:pt x="5819051" y="1248242"/>
                  </a:lnTo>
                  <a:lnTo>
                    <a:pt x="5748707" y="1247333"/>
                  </a:lnTo>
                  <a:lnTo>
                    <a:pt x="5678363" y="1246332"/>
                  </a:lnTo>
                  <a:lnTo>
                    <a:pt x="5608018" y="1245229"/>
                  </a:lnTo>
                  <a:lnTo>
                    <a:pt x="5537674" y="1244014"/>
                  </a:lnTo>
                  <a:lnTo>
                    <a:pt x="5467329" y="1242675"/>
                  </a:lnTo>
                  <a:lnTo>
                    <a:pt x="5396985" y="1241201"/>
                  </a:lnTo>
                  <a:lnTo>
                    <a:pt x="5326640" y="1239578"/>
                  </a:lnTo>
                  <a:lnTo>
                    <a:pt x="5256296" y="1237789"/>
                  </a:lnTo>
                  <a:lnTo>
                    <a:pt x="5185951" y="1235819"/>
                  </a:lnTo>
                  <a:lnTo>
                    <a:pt x="5115607" y="1233649"/>
                  </a:lnTo>
                  <a:lnTo>
                    <a:pt x="5045262" y="1231259"/>
                  </a:lnTo>
                  <a:lnTo>
                    <a:pt x="4974918" y="1228627"/>
                  </a:lnTo>
                  <a:lnTo>
                    <a:pt x="4904573" y="1225727"/>
                  </a:lnTo>
                  <a:lnTo>
                    <a:pt x="4834229" y="1222533"/>
                  </a:lnTo>
                  <a:lnTo>
                    <a:pt x="4763884" y="1219015"/>
                  </a:lnTo>
                  <a:lnTo>
                    <a:pt x="4693540" y="1215140"/>
                  </a:lnTo>
                  <a:lnTo>
                    <a:pt x="4623195" y="1210872"/>
                  </a:lnTo>
                  <a:lnTo>
                    <a:pt x="4552851" y="1206170"/>
                  </a:lnTo>
                  <a:lnTo>
                    <a:pt x="4482506" y="1200992"/>
                  </a:lnTo>
                  <a:lnTo>
                    <a:pt x="4412162" y="1195288"/>
                  </a:lnTo>
                  <a:lnTo>
                    <a:pt x="4341817" y="1189005"/>
                  </a:lnTo>
                  <a:lnTo>
                    <a:pt x="4271473" y="1182085"/>
                  </a:lnTo>
                  <a:lnTo>
                    <a:pt x="4201128" y="1174462"/>
                  </a:lnTo>
                  <a:lnTo>
                    <a:pt x="4130784" y="1166066"/>
                  </a:lnTo>
                  <a:lnTo>
                    <a:pt x="4060439" y="1156818"/>
                  </a:lnTo>
                  <a:lnTo>
                    <a:pt x="3990095" y="1146631"/>
                  </a:lnTo>
                  <a:lnTo>
                    <a:pt x="3919750" y="1135411"/>
                  </a:lnTo>
                  <a:lnTo>
                    <a:pt x="3849406" y="1123052"/>
                  </a:lnTo>
                  <a:lnTo>
                    <a:pt x="3779061" y="1109439"/>
                  </a:lnTo>
                  <a:lnTo>
                    <a:pt x="3708717" y="1094444"/>
                  </a:lnTo>
                  <a:lnTo>
                    <a:pt x="3638372" y="1077928"/>
                  </a:lnTo>
                  <a:lnTo>
                    <a:pt x="3568028" y="1059736"/>
                  </a:lnTo>
                  <a:lnTo>
                    <a:pt x="3497683" y="1039698"/>
                  </a:lnTo>
                  <a:lnTo>
                    <a:pt x="3427339" y="1017627"/>
                  </a:lnTo>
                  <a:lnTo>
                    <a:pt x="3356994" y="993315"/>
                  </a:lnTo>
                  <a:lnTo>
                    <a:pt x="3286650" y="966537"/>
                  </a:lnTo>
                  <a:lnTo>
                    <a:pt x="3216305" y="951358"/>
                  </a:lnTo>
                  <a:lnTo>
                    <a:pt x="3145961" y="941756"/>
                  </a:lnTo>
                  <a:lnTo>
                    <a:pt x="3075616" y="931852"/>
                  </a:lnTo>
                  <a:lnTo>
                    <a:pt x="3005272" y="921636"/>
                  </a:lnTo>
                  <a:lnTo>
                    <a:pt x="2934927" y="911101"/>
                  </a:lnTo>
                  <a:lnTo>
                    <a:pt x="2864583" y="900234"/>
                  </a:lnTo>
                  <a:lnTo>
                    <a:pt x="2794238" y="889026"/>
                  </a:lnTo>
                  <a:lnTo>
                    <a:pt x="2723894" y="877467"/>
                  </a:lnTo>
                  <a:lnTo>
                    <a:pt x="2653549" y="865544"/>
                  </a:lnTo>
                  <a:lnTo>
                    <a:pt x="2583205" y="853247"/>
                  </a:lnTo>
                  <a:lnTo>
                    <a:pt x="2512860" y="840564"/>
                  </a:lnTo>
                  <a:lnTo>
                    <a:pt x="2442516" y="827483"/>
                  </a:lnTo>
                  <a:lnTo>
                    <a:pt x="2372171" y="813991"/>
                  </a:lnTo>
                  <a:lnTo>
                    <a:pt x="2301827" y="800075"/>
                  </a:lnTo>
                  <a:lnTo>
                    <a:pt x="2231482" y="785722"/>
                  </a:lnTo>
                  <a:lnTo>
                    <a:pt x="2161138" y="770919"/>
                  </a:lnTo>
                  <a:lnTo>
                    <a:pt x="2090793" y="755651"/>
                  </a:lnTo>
                  <a:lnTo>
                    <a:pt x="2020449" y="739904"/>
                  </a:lnTo>
                  <a:lnTo>
                    <a:pt x="1950105" y="723662"/>
                  </a:lnTo>
                  <a:lnTo>
                    <a:pt x="1879760" y="706911"/>
                  </a:lnTo>
                  <a:lnTo>
                    <a:pt x="1809416" y="689633"/>
                  </a:lnTo>
                  <a:lnTo>
                    <a:pt x="1739071" y="671813"/>
                  </a:lnTo>
                  <a:lnTo>
                    <a:pt x="1668727" y="653433"/>
                  </a:lnTo>
                  <a:lnTo>
                    <a:pt x="1598382" y="634477"/>
                  </a:lnTo>
                  <a:lnTo>
                    <a:pt x="1528038" y="614925"/>
                  </a:lnTo>
                  <a:lnTo>
                    <a:pt x="1457693" y="594759"/>
                  </a:lnTo>
                  <a:lnTo>
                    <a:pt x="1387349" y="573960"/>
                  </a:lnTo>
                  <a:lnTo>
                    <a:pt x="1317004" y="552509"/>
                  </a:lnTo>
                  <a:lnTo>
                    <a:pt x="1246660" y="530383"/>
                  </a:lnTo>
                  <a:lnTo>
                    <a:pt x="1176315" y="507563"/>
                  </a:lnTo>
                  <a:lnTo>
                    <a:pt x="1105971" y="484027"/>
                  </a:lnTo>
                  <a:lnTo>
                    <a:pt x="1035626" y="459751"/>
                  </a:lnTo>
                  <a:lnTo>
                    <a:pt x="965282" y="434713"/>
                  </a:lnTo>
                  <a:lnTo>
                    <a:pt x="894937" y="408889"/>
                  </a:lnTo>
                  <a:lnTo>
                    <a:pt x="824593" y="382255"/>
                  </a:lnTo>
                  <a:lnTo>
                    <a:pt x="754248" y="354784"/>
                  </a:lnTo>
                  <a:lnTo>
                    <a:pt x="683904" y="326450"/>
                  </a:lnTo>
                  <a:lnTo>
                    <a:pt x="613559" y="297227"/>
                  </a:lnTo>
                  <a:lnTo>
                    <a:pt x="543215" y="267087"/>
                  </a:lnTo>
                  <a:lnTo>
                    <a:pt x="472870" y="236000"/>
                  </a:lnTo>
                  <a:lnTo>
                    <a:pt x="402526" y="203937"/>
                  </a:lnTo>
                  <a:lnTo>
                    <a:pt x="332181" y="170868"/>
                  </a:lnTo>
                  <a:lnTo>
                    <a:pt x="261837" y="136760"/>
                  </a:lnTo>
                  <a:lnTo>
                    <a:pt x="191492" y="101581"/>
                  </a:lnTo>
                  <a:lnTo>
                    <a:pt x="121148" y="65298"/>
                  </a:lnTo>
                  <a:lnTo>
                    <a:pt x="50803" y="278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546412" y="4336484"/>
              <a:ext cx="4653003" cy="1195917"/>
            </a:xfrm>
            <a:custGeom>
              <a:avLst/>
              <a:pathLst>
                <a:path w="4653003" h="1195917">
                  <a:moveTo>
                    <a:pt x="0" y="0"/>
                  </a:moveTo>
                  <a:lnTo>
                    <a:pt x="10267" y="18349"/>
                  </a:lnTo>
                  <a:lnTo>
                    <a:pt x="80612" y="132481"/>
                  </a:lnTo>
                  <a:lnTo>
                    <a:pt x="150956" y="236099"/>
                  </a:lnTo>
                  <a:lnTo>
                    <a:pt x="221301" y="330171"/>
                  </a:lnTo>
                  <a:lnTo>
                    <a:pt x="291645" y="415576"/>
                  </a:lnTo>
                  <a:lnTo>
                    <a:pt x="361989" y="493113"/>
                  </a:lnTo>
                  <a:lnTo>
                    <a:pt x="432334" y="563507"/>
                  </a:lnTo>
                  <a:lnTo>
                    <a:pt x="502678" y="627415"/>
                  </a:lnTo>
                  <a:lnTo>
                    <a:pt x="573023" y="685436"/>
                  </a:lnTo>
                  <a:lnTo>
                    <a:pt x="643367" y="738111"/>
                  </a:lnTo>
                  <a:lnTo>
                    <a:pt x="713712" y="785934"/>
                  </a:lnTo>
                  <a:lnTo>
                    <a:pt x="784056" y="829351"/>
                  </a:lnTo>
                  <a:lnTo>
                    <a:pt x="854401" y="868767"/>
                  </a:lnTo>
                  <a:lnTo>
                    <a:pt x="924745" y="904553"/>
                  </a:lnTo>
                  <a:lnTo>
                    <a:pt x="995090" y="937042"/>
                  </a:lnTo>
                  <a:lnTo>
                    <a:pt x="1065434" y="960669"/>
                  </a:lnTo>
                  <a:lnTo>
                    <a:pt x="1135779" y="969696"/>
                  </a:lnTo>
                  <a:lnTo>
                    <a:pt x="1206123" y="978448"/>
                  </a:lnTo>
                  <a:lnTo>
                    <a:pt x="1276468" y="986933"/>
                  </a:lnTo>
                  <a:lnTo>
                    <a:pt x="1346812" y="995161"/>
                  </a:lnTo>
                  <a:lnTo>
                    <a:pt x="1417157" y="1003138"/>
                  </a:lnTo>
                  <a:lnTo>
                    <a:pt x="1487501" y="1010872"/>
                  </a:lnTo>
                  <a:lnTo>
                    <a:pt x="1557846" y="1018370"/>
                  </a:lnTo>
                  <a:lnTo>
                    <a:pt x="1628190" y="1025641"/>
                  </a:lnTo>
                  <a:lnTo>
                    <a:pt x="1698535" y="1032690"/>
                  </a:lnTo>
                  <a:lnTo>
                    <a:pt x="1768879" y="1039524"/>
                  </a:lnTo>
                  <a:lnTo>
                    <a:pt x="1839224" y="1046151"/>
                  </a:lnTo>
                  <a:lnTo>
                    <a:pt x="1909568" y="1052575"/>
                  </a:lnTo>
                  <a:lnTo>
                    <a:pt x="1979913" y="1058804"/>
                  </a:lnTo>
                  <a:lnTo>
                    <a:pt x="2050257" y="1064844"/>
                  </a:lnTo>
                  <a:lnTo>
                    <a:pt x="2120602" y="1070700"/>
                  </a:lnTo>
                  <a:lnTo>
                    <a:pt x="2190946" y="1076377"/>
                  </a:lnTo>
                  <a:lnTo>
                    <a:pt x="2261291" y="1081882"/>
                  </a:lnTo>
                  <a:lnTo>
                    <a:pt x="2331635" y="1087219"/>
                  </a:lnTo>
                  <a:lnTo>
                    <a:pt x="2401980" y="1092393"/>
                  </a:lnTo>
                  <a:lnTo>
                    <a:pt x="2472324" y="1097410"/>
                  </a:lnTo>
                  <a:lnTo>
                    <a:pt x="2542669" y="1102274"/>
                  </a:lnTo>
                  <a:lnTo>
                    <a:pt x="2613013" y="1106991"/>
                  </a:lnTo>
                  <a:lnTo>
                    <a:pt x="2683358" y="1111563"/>
                  </a:lnTo>
                  <a:lnTo>
                    <a:pt x="2753702" y="1115997"/>
                  </a:lnTo>
                  <a:lnTo>
                    <a:pt x="2824047" y="1120295"/>
                  </a:lnTo>
                  <a:lnTo>
                    <a:pt x="2894391" y="1124463"/>
                  </a:lnTo>
                  <a:lnTo>
                    <a:pt x="2964736" y="1128504"/>
                  </a:lnTo>
                  <a:lnTo>
                    <a:pt x="3035080" y="1132421"/>
                  </a:lnTo>
                  <a:lnTo>
                    <a:pt x="3105425" y="1136220"/>
                  </a:lnTo>
                  <a:lnTo>
                    <a:pt x="3175769" y="1139903"/>
                  </a:lnTo>
                  <a:lnTo>
                    <a:pt x="3246114" y="1143473"/>
                  </a:lnTo>
                  <a:lnTo>
                    <a:pt x="3316458" y="1146936"/>
                  </a:lnTo>
                  <a:lnTo>
                    <a:pt x="3386803" y="1150292"/>
                  </a:lnTo>
                  <a:lnTo>
                    <a:pt x="3457147" y="1153547"/>
                  </a:lnTo>
                  <a:lnTo>
                    <a:pt x="3527492" y="1156702"/>
                  </a:lnTo>
                  <a:lnTo>
                    <a:pt x="3597836" y="1159761"/>
                  </a:lnTo>
                  <a:lnTo>
                    <a:pt x="3668181" y="1162728"/>
                  </a:lnTo>
                  <a:lnTo>
                    <a:pt x="3738525" y="1165604"/>
                  </a:lnTo>
                  <a:lnTo>
                    <a:pt x="3808870" y="1168392"/>
                  </a:lnTo>
                  <a:lnTo>
                    <a:pt x="3879214" y="1171095"/>
                  </a:lnTo>
                  <a:lnTo>
                    <a:pt x="3949559" y="1173717"/>
                  </a:lnTo>
                  <a:lnTo>
                    <a:pt x="4019903" y="1176258"/>
                  </a:lnTo>
                  <a:lnTo>
                    <a:pt x="4090247" y="1178722"/>
                  </a:lnTo>
                  <a:lnTo>
                    <a:pt x="4160592" y="1181111"/>
                  </a:lnTo>
                  <a:lnTo>
                    <a:pt x="4230936" y="1183427"/>
                  </a:lnTo>
                  <a:lnTo>
                    <a:pt x="4301281" y="1185673"/>
                  </a:lnTo>
                  <a:lnTo>
                    <a:pt x="4371625" y="1187851"/>
                  </a:lnTo>
                  <a:lnTo>
                    <a:pt x="4441970" y="1189962"/>
                  </a:lnTo>
                  <a:lnTo>
                    <a:pt x="4512314" y="1192009"/>
                  </a:lnTo>
                  <a:lnTo>
                    <a:pt x="4582659" y="1193993"/>
                  </a:lnTo>
                  <a:lnTo>
                    <a:pt x="4653003" y="1195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325197" y="4336484"/>
              <a:ext cx="6874219" cy="1255100"/>
            </a:xfrm>
            <a:custGeom>
              <a:avLst/>
              <a:pathLst>
                <a:path w="6874219" h="1255100">
                  <a:moveTo>
                    <a:pt x="6874219" y="1255100"/>
                  </a:moveTo>
                  <a:lnTo>
                    <a:pt x="6803874" y="1254886"/>
                  </a:lnTo>
                  <a:lnTo>
                    <a:pt x="6733530" y="1254651"/>
                  </a:lnTo>
                  <a:lnTo>
                    <a:pt x="6663185" y="1254393"/>
                  </a:lnTo>
                  <a:lnTo>
                    <a:pt x="6592841" y="1254108"/>
                  </a:lnTo>
                  <a:lnTo>
                    <a:pt x="6522496" y="1253794"/>
                  </a:lnTo>
                  <a:lnTo>
                    <a:pt x="6452152" y="1253448"/>
                  </a:lnTo>
                  <a:lnTo>
                    <a:pt x="6381807" y="1253067"/>
                  </a:lnTo>
                  <a:lnTo>
                    <a:pt x="6311463" y="1252647"/>
                  </a:lnTo>
                  <a:lnTo>
                    <a:pt x="6241118" y="1252185"/>
                  </a:lnTo>
                  <a:lnTo>
                    <a:pt x="6170774" y="1251676"/>
                  </a:lnTo>
                  <a:lnTo>
                    <a:pt x="6100429" y="1251115"/>
                  </a:lnTo>
                  <a:lnTo>
                    <a:pt x="6030085" y="1250497"/>
                  </a:lnTo>
                  <a:lnTo>
                    <a:pt x="5959740" y="1249817"/>
                  </a:lnTo>
                  <a:lnTo>
                    <a:pt x="5889396" y="1249068"/>
                  </a:lnTo>
                  <a:lnTo>
                    <a:pt x="5819051" y="1248242"/>
                  </a:lnTo>
                  <a:lnTo>
                    <a:pt x="5748707" y="1247333"/>
                  </a:lnTo>
                  <a:lnTo>
                    <a:pt x="5678363" y="1246332"/>
                  </a:lnTo>
                  <a:lnTo>
                    <a:pt x="5608018" y="1245229"/>
                  </a:lnTo>
                  <a:lnTo>
                    <a:pt x="5537674" y="1244014"/>
                  </a:lnTo>
                  <a:lnTo>
                    <a:pt x="5467329" y="1242675"/>
                  </a:lnTo>
                  <a:lnTo>
                    <a:pt x="5396985" y="1241201"/>
                  </a:lnTo>
                  <a:lnTo>
                    <a:pt x="5326640" y="1239578"/>
                  </a:lnTo>
                  <a:lnTo>
                    <a:pt x="5256296" y="1237789"/>
                  </a:lnTo>
                  <a:lnTo>
                    <a:pt x="5185951" y="1235819"/>
                  </a:lnTo>
                  <a:lnTo>
                    <a:pt x="5115607" y="1233649"/>
                  </a:lnTo>
                  <a:lnTo>
                    <a:pt x="5045262" y="1231259"/>
                  </a:lnTo>
                  <a:lnTo>
                    <a:pt x="4974918" y="1228627"/>
                  </a:lnTo>
                  <a:lnTo>
                    <a:pt x="4904573" y="1225727"/>
                  </a:lnTo>
                  <a:lnTo>
                    <a:pt x="4834229" y="1222533"/>
                  </a:lnTo>
                  <a:lnTo>
                    <a:pt x="4763884" y="1219015"/>
                  </a:lnTo>
                  <a:lnTo>
                    <a:pt x="4693540" y="1215140"/>
                  </a:lnTo>
                  <a:lnTo>
                    <a:pt x="4623195" y="1210872"/>
                  </a:lnTo>
                  <a:lnTo>
                    <a:pt x="4552851" y="1206170"/>
                  </a:lnTo>
                  <a:lnTo>
                    <a:pt x="4482506" y="1200992"/>
                  </a:lnTo>
                  <a:lnTo>
                    <a:pt x="4412162" y="1195288"/>
                  </a:lnTo>
                  <a:lnTo>
                    <a:pt x="4341817" y="1189005"/>
                  </a:lnTo>
                  <a:lnTo>
                    <a:pt x="4271473" y="1182085"/>
                  </a:lnTo>
                  <a:lnTo>
                    <a:pt x="4201128" y="1174462"/>
                  </a:lnTo>
                  <a:lnTo>
                    <a:pt x="4130784" y="1166066"/>
                  </a:lnTo>
                  <a:lnTo>
                    <a:pt x="4060439" y="1156818"/>
                  </a:lnTo>
                  <a:lnTo>
                    <a:pt x="3990095" y="1146631"/>
                  </a:lnTo>
                  <a:lnTo>
                    <a:pt x="3919750" y="1135411"/>
                  </a:lnTo>
                  <a:lnTo>
                    <a:pt x="3849406" y="1123052"/>
                  </a:lnTo>
                  <a:lnTo>
                    <a:pt x="3779061" y="1109439"/>
                  </a:lnTo>
                  <a:lnTo>
                    <a:pt x="3708717" y="1094444"/>
                  </a:lnTo>
                  <a:lnTo>
                    <a:pt x="3638372" y="1077928"/>
                  </a:lnTo>
                  <a:lnTo>
                    <a:pt x="3568028" y="1059736"/>
                  </a:lnTo>
                  <a:lnTo>
                    <a:pt x="3497683" y="1039698"/>
                  </a:lnTo>
                  <a:lnTo>
                    <a:pt x="3427339" y="1017627"/>
                  </a:lnTo>
                  <a:lnTo>
                    <a:pt x="3356994" y="993315"/>
                  </a:lnTo>
                  <a:lnTo>
                    <a:pt x="3286650" y="966537"/>
                  </a:lnTo>
                  <a:lnTo>
                    <a:pt x="3216305" y="951358"/>
                  </a:lnTo>
                  <a:lnTo>
                    <a:pt x="3145961" y="941756"/>
                  </a:lnTo>
                  <a:lnTo>
                    <a:pt x="3075616" y="931852"/>
                  </a:lnTo>
                  <a:lnTo>
                    <a:pt x="3005272" y="921636"/>
                  </a:lnTo>
                  <a:lnTo>
                    <a:pt x="2934927" y="911101"/>
                  </a:lnTo>
                  <a:lnTo>
                    <a:pt x="2864583" y="900234"/>
                  </a:lnTo>
                  <a:lnTo>
                    <a:pt x="2794238" y="889026"/>
                  </a:lnTo>
                  <a:lnTo>
                    <a:pt x="2723894" y="877467"/>
                  </a:lnTo>
                  <a:lnTo>
                    <a:pt x="2653549" y="865544"/>
                  </a:lnTo>
                  <a:lnTo>
                    <a:pt x="2583205" y="853247"/>
                  </a:lnTo>
                  <a:lnTo>
                    <a:pt x="2512860" y="840564"/>
                  </a:lnTo>
                  <a:lnTo>
                    <a:pt x="2442516" y="827483"/>
                  </a:lnTo>
                  <a:lnTo>
                    <a:pt x="2372171" y="813991"/>
                  </a:lnTo>
                  <a:lnTo>
                    <a:pt x="2301827" y="800075"/>
                  </a:lnTo>
                  <a:lnTo>
                    <a:pt x="2231482" y="785722"/>
                  </a:lnTo>
                  <a:lnTo>
                    <a:pt x="2161138" y="770919"/>
                  </a:lnTo>
                  <a:lnTo>
                    <a:pt x="2090793" y="755651"/>
                  </a:lnTo>
                  <a:lnTo>
                    <a:pt x="2020449" y="739904"/>
                  </a:lnTo>
                  <a:lnTo>
                    <a:pt x="1950105" y="723662"/>
                  </a:lnTo>
                  <a:lnTo>
                    <a:pt x="1879760" y="706911"/>
                  </a:lnTo>
                  <a:lnTo>
                    <a:pt x="1809416" y="689633"/>
                  </a:lnTo>
                  <a:lnTo>
                    <a:pt x="1739071" y="671813"/>
                  </a:lnTo>
                  <a:lnTo>
                    <a:pt x="1668727" y="653433"/>
                  </a:lnTo>
                  <a:lnTo>
                    <a:pt x="1598382" y="634477"/>
                  </a:lnTo>
                  <a:lnTo>
                    <a:pt x="1528038" y="614925"/>
                  </a:lnTo>
                  <a:lnTo>
                    <a:pt x="1457693" y="594759"/>
                  </a:lnTo>
                  <a:lnTo>
                    <a:pt x="1387349" y="573960"/>
                  </a:lnTo>
                  <a:lnTo>
                    <a:pt x="1317004" y="552509"/>
                  </a:lnTo>
                  <a:lnTo>
                    <a:pt x="1246660" y="530383"/>
                  </a:lnTo>
                  <a:lnTo>
                    <a:pt x="1176315" y="507563"/>
                  </a:lnTo>
                  <a:lnTo>
                    <a:pt x="1105971" y="484027"/>
                  </a:lnTo>
                  <a:lnTo>
                    <a:pt x="1035626" y="459751"/>
                  </a:lnTo>
                  <a:lnTo>
                    <a:pt x="965282" y="434713"/>
                  </a:lnTo>
                  <a:lnTo>
                    <a:pt x="894937" y="408889"/>
                  </a:lnTo>
                  <a:lnTo>
                    <a:pt x="824593" y="382255"/>
                  </a:lnTo>
                  <a:lnTo>
                    <a:pt x="754248" y="354784"/>
                  </a:lnTo>
                  <a:lnTo>
                    <a:pt x="683904" y="326450"/>
                  </a:lnTo>
                  <a:lnTo>
                    <a:pt x="613559" y="297227"/>
                  </a:lnTo>
                  <a:lnTo>
                    <a:pt x="543215" y="267087"/>
                  </a:lnTo>
                  <a:lnTo>
                    <a:pt x="472870" y="236000"/>
                  </a:lnTo>
                  <a:lnTo>
                    <a:pt x="402526" y="203937"/>
                  </a:lnTo>
                  <a:lnTo>
                    <a:pt x="332181" y="170868"/>
                  </a:lnTo>
                  <a:lnTo>
                    <a:pt x="261837" y="136760"/>
                  </a:lnTo>
                  <a:lnTo>
                    <a:pt x="191492" y="101581"/>
                  </a:lnTo>
                  <a:lnTo>
                    <a:pt x="121148" y="65298"/>
                  </a:lnTo>
                  <a:lnTo>
                    <a:pt x="50803" y="278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008096" y="4336484"/>
              <a:ext cx="5191319" cy="1245852"/>
            </a:xfrm>
            <a:custGeom>
              <a:avLst/>
              <a:pathLst>
                <a:path w="5191319" h="1245852">
                  <a:moveTo>
                    <a:pt x="0" y="0"/>
                  </a:moveTo>
                  <a:lnTo>
                    <a:pt x="56171" y="62814"/>
                  </a:lnTo>
                  <a:lnTo>
                    <a:pt x="126516" y="136617"/>
                  </a:lnTo>
                  <a:lnTo>
                    <a:pt x="196860" y="205860"/>
                  </a:lnTo>
                  <a:lnTo>
                    <a:pt x="267205" y="270824"/>
                  </a:lnTo>
                  <a:lnTo>
                    <a:pt x="337549" y="331773"/>
                  </a:lnTo>
                  <a:lnTo>
                    <a:pt x="407894" y="388957"/>
                  </a:lnTo>
                  <a:lnTo>
                    <a:pt x="478238" y="442607"/>
                  </a:lnTo>
                  <a:lnTo>
                    <a:pt x="548583" y="492942"/>
                  </a:lnTo>
                  <a:lnTo>
                    <a:pt x="618927" y="540166"/>
                  </a:lnTo>
                  <a:lnTo>
                    <a:pt x="689272" y="584473"/>
                  </a:lnTo>
                  <a:lnTo>
                    <a:pt x="759616" y="626042"/>
                  </a:lnTo>
                  <a:lnTo>
                    <a:pt x="829961" y="665042"/>
                  </a:lnTo>
                  <a:lnTo>
                    <a:pt x="900305" y="701632"/>
                  </a:lnTo>
                  <a:lnTo>
                    <a:pt x="970650" y="735962"/>
                  </a:lnTo>
                  <a:lnTo>
                    <a:pt x="1040994" y="768170"/>
                  </a:lnTo>
                  <a:lnTo>
                    <a:pt x="1111339" y="798388"/>
                  </a:lnTo>
                  <a:lnTo>
                    <a:pt x="1181683" y="826739"/>
                  </a:lnTo>
                  <a:lnTo>
                    <a:pt x="1252028" y="853337"/>
                  </a:lnTo>
                  <a:lnTo>
                    <a:pt x="1322372" y="878293"/>
                  </a:lnTo>
                  <a:lnTo>
                    <a:pt x="1392717" y="901706"/>
                  </a:lnTo>
                  <a:lnTo>
                    <a:pt x="1463061" y="923673"/>
                  </a:lnTo>
                  <a:lnTo>
                    <a:pt x="1533406" y="944282"/>
                  </a:lnTo>
                  <a:lnTo>
                    <a:pt x="1603750" y="963618"/>
                  </a:lnTo>
                  <a:lnTo>
                    <a:pt x="1674095" y="981759"/>
                  </a:lnTo>
                  <a:lnTo>
                    <a:pt x="1744439" y="998779"/>
                  </a:lnTo>
                  <a:lnTo>
                    <a:pt x="1814784" y="1014747"/>
                  </a:lnTo>
                  <a:lnTo>
                    <a:pt x="1885128" y="1029729"/>
                  </a:lnTo>
                  <a:lnTo>
                    <a:pt x="1955473" y="1043784"/>
                  </a:lnTo>
                  <a:lnTo>
                    <a:pt x="2025817" y="1056972"/>
                  </a:lnTo>
                  <a:lnTo>
                    <a:pt x="2096162" y="1069344"/>
                  </a:lnTo>
                  <a:lnTo>
                    <a:pt x="2166506" y="1080952"/>
                  </a:lnTo>
                  <a:lnTo>
                    <a:pt x="2236851" y="1091843"/>
                  </a:lnTo>
                  <a:lnTo>
                    <a:pt x="2307195" y="1102061"/>
                  </a:lnTo>
                  <a:lnTo>
                    <a:pt x="2377540" y="1111647"/>
                  </a:lnTo>
                  <a:lnTo>
                    <a:pt x="2447884" y="1120641"/>
                  </a:lnTo>
                  <a:lnTo>
                    <a:pt x="2518229" y="1129079"/>
                  </a:lnTo>
                  <a:lnTo>
                    <a:pt x="2588573" y="1136996"/>
                  </a:lnTo>
                  <a:lnTo>
                    <a:pt x="2658918" y="1144424"/>
                  </a:lnTo>
                  <a:lnTo>
                    <a:pt x="2729262" y="1151393"/>
                  </a:lnTo>
                  <a:lnTo>
                    <a:pt x="2799607" y="1157931"/>
                  </a:lnTo>
                  <a:lnTo>
                    <a:pt x="2869951" y="1164065"/>
                  </a:lnTo>
                  <a:lnTo>
                    <a:pt x="2940296" y="1169820"/>
                  </a:lnTo>
                  <a:lnTo>
                    <a:pt x="3010640" y="1175219"/>
                  </a:lnTo>
                  <a:lnTo>
                    <a:pt x="3080985" y="1180285"/>
                  </a:lnTo>
                  <a:lnTo>
                    <a:pt x="3151329" y="1185038"/>
                  </a:lnTo>
                  <a:lnTo>
                    <a:pt x="3221674" y="1189497"/>
                  </a:lnTo>
                  <a:lnTo>
                    <a:pt x="3292018" y="1193681"/>
                  </a:lnTo>
                  <a:lnTo>
                    <a:pt x="3362363" y="1197606"/>
                  </a:lnTo>
                  <a:lnTo>
                    <a:pt x="3432707" y="1201288"/>
                  </a:lnTo>
                  <a:lnTo>
                    <a:pt x="3503052" y="1204743"/>
                  </a:lnTo>
                  <a:lnTo>
                    <a:pt x="3573396" y="1207985"/>
                  </a:lnTo>
                  <a:lnTo>
                    <a:pt x="3643741" y="1211026"/>
                  </a:lnTo>
                  <a:lnTo>
                    <a:pt x="3714085" y="1213879"/>
                  </a:lnTo>
                  <a:lnTo>
                    <a:pt x="3784429" y="1216556"/>
                  </a:lnTo>
                  <a:lnTo>
                    <a:pt x="3854774" y="1219068"/>
                  </a:lnTo>
                  <a:lnTo>
                    <a:pt x="3925118" y="1221424"/>
                  </a:lnTo>
                  <a:lnTo>
                    <a:pt x="3995463" y="1223635"/>
                  </a:lnTo>
                  <a:lnTo>
                    <a:pt x="4065807" y="1225709"/>
                  </a:lnTo>
                  <a:lnTo>
                    <a:pt x="4136152" y="1227655"/>
                  </a:lnTo>
                  <a:lnTo>
                    <a:pt x="4206496" y="1229481"/>
                  </a:lnTo>
                  <a:lnTo>
                    <a:pt x="4276841" y="1231194"/>
                  </a:lnTo>
                  <a:lnTo>
                    <a:pt x="4347185" y="1232801"/>
                  </a:lnTo>
                  <a:lnTo>
                    <a:pt x="4417530" y="1234308"/>
                  </a:lnTo>
                  <a:lnTo>
                    <a:pt x="4487874" y="1235723"/>
                  </a:lnTo>
                  <a:lnTo>
                    <a:pt x="4558219" y="1237050"/>
                  </a:lnTo>
                  <a:lnTo>
                    <a:pt x="4628563" y="1238295"/>
                  </a:lnTo>
                  <a:lnTo>
                    <a:pt x="4698908" y="1239464"/>
                  </a:lnTo>
                  <a:lnTo>
                    <a:pt x="4769252" y="1240560"/>
                  </a:lnTo>
                  <a:lnTo>
                    <a:pt x="4839597" y="1241588"/>
                  </a:lnTo>
                  <a:lnTo>
                    <a:pt x="4909941" y="1242553"/>
                  </a:lnTo>
                  <a:lnTo>
                    <a:pt x="4980286" y="1243458"/>
                  </a:lnTo>
                  <a:lnTo>
                    <a:pt x="5050630" y="1244307"/>
                  </a:lnTo>
                  <a:lnTo>
                    <a:pt x="5120975" y="1245104"/>
                  </a:lnTo>
                  <a:lnTo>
                    <a:pt x="5191319" y="12458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2026-07-22T07:54:34Z</dcterms:modified>
  <cp:category/>
</cp:coreProperties>
</file>