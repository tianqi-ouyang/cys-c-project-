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2329065" y="0"/>
                  </a:moveTo>
                  <a:lnTo>
                    <a:pt x="2339831" y="50846"/>
                  </a:lnTo>
                  <a:lnTo>
                    <a:pt x="2413591" y="367111"/>
                  </a:lnTo>
                  <a:lnTo>
                    <a:pt x="2487351" y="654239"/>
                  </a:lnTo>
                  <a:lnTo>
                    <a:pt x="2561111" y="914915"/>
                  </a:lnTo>
                  <a:lnTo>
                    <a:pt x="2634871" y="1151575"/>
                  </a:lnTo>
                  <a:lnTo>
                    <a:pt x="2708631" y="1366432"/>
                  </a:lnTo>
                  <a:lnTo>
                    <a:pt x="2782391" y="1561495"/>
                  </a:lnTo>
                  <a:lnTo>
                    <a:pt x="2856151" y="1738588"/>
                  </a:lnTo>
                  <a:lnTo>
                    <a:pt x="2929911" y="1899365"/>
                  </a:lnTo>
                  <a:lnTo>
                    <a:pt x="3003671" y="2045330"/>
                  </a:lnTo>
                  <a:lnTo>
                    <a:pt x="3077431" y="2177848"/>
                  </a:lnTo>
                  <a:lnTo>
                    <a:pt x="3151191" y="2298157"/>
                  </a:lnTo>
                  <a:lnTo>
                    <a:pt x="3224951" y="2407383"/>
                  </a:lnTo>
                  <a:lnTo>
                    <a:pt x="3298711" y="2506546"/>
                  </a:lnTo>
                  <a:lnTo>
                    <a:pt x="3372471" y="2596573"/>
                  </a:lnTo>
                  <a:lnTo>
                    <a:pt x="3446231" y="2662044"/>
                  </a:lnTo>
                  <a:lnTo>
                    <a:pt x="3519991" y="2687057"/>
                  </a:lnTo>
                  <a:lnTo>
                    <a:pt x="3593751" y="2711310"/>
                  </a:lnTo>
                  <a:lnTo>
                    <a:pt x="3667511" y="2734824"/>
                  </a:lnTo>
                  <a:lnTo>
                    <a:pt x="3741271" y="2757622"/>
                  </a:lnTo>
                  <a:lnTo>
                    <a:pt x="3815031" y="2779726"/>
                  </a:lnTo>
                  <a:lnTo>
                    <a:pt x="3888791" y="2801158"/>
                  </a:lnTo>
                  <a:lnTo>
                    <a:pt x="3962551" y="2821937"/>
                  </a:lnTo>
                  <a:lnTo>
                    <a:pt x="4036311" y="2842083"/>
                  </a:lnTo>
                  <a:lnTo>
                    <a:pt x="4110071" y="2861616"/>
                  </a:lnTo>
                  <a:lnTo>
                    <a:pt x="4183831" y="2880555"/>
                  </a:lnTo>
                  <a:lnTo>
                    <a:pt x="4257591" y="2898917"/>
                  </a:lnTo>
                  <a:lnTo>
                    <a:pt x="4331351" y="2916720"/>
                  </a:lnTo>
                  <a:lnTo>
                    <a:pt x="4405111" y="2933981"/>
                  </a:lnTo>
                  <a:lnTo>
                    <a:pt x="4478872" y="2950717"/>
                  </a:lnTo>
                  <a:lnTo>
                    <a:pt x="4552632" y="2966943"/>
                  </a:lnTo>
                  <a:lnTo>
                    <a:pt x="4626392" y="2982675"/>
                  </a:lnTo>
                  <a:lnTo>
                    <a:pt x="4700152" y="2997929"/>
                  </a:lnTo>
                  <a:lnTo>
                    <a:pt x="4773912" y="3012718"/>
                  </a:lnTo>
                  <a:lnTo>
                    <a:pt x="4847672" y="3027056"/>
                  </a:lnTo>
                  <a:lnTo>
                    <a:pt x="4921432" y="3040959"/>
                  </a:lnTo>
                  <a:lnTo>
                    <a:pt x="4995192" y="3054438"/>
                  </a:lnTo>
                  <a:lnTo>
                    <a:pt x="5068952" y="3067507"/>
                  </a:lnTo>
                  <a:lnTo>
                    <a:pt x="5142712" y="3080177"/>
                  </a:lnTo>
                  <a:lnTo>
                    <a:pt x="5216472" y="3092463"/>
                  </a:lnTo>
                  <a:lnTo>
                    <a:pt x="5290232" y="3104374"/>
                  </a:lnTo>
                  <a:lnTo>
                    <a:pt x="5363992" y="3115923"/>
                  </a:lnTo>
                  <a:lnTo>
                    <a:pt x="5437752" y="3127120"/>
                  </a:lnTo>
                  <a:lnTo>
                    <a:pt x="5511512" y="3137976"/>
                  </a:lnTo>
                  <a:lnTo>
                    <a:pt x="5585272" y="3148502"/>
                  </a:lnTo>
                  <a:lnTo>
                    <a:pt x="5659032" y="3158707"/>
                  </a:lnTo>
                  <a:lnTo>
                    <a:pt x="5732792" y="3168602"/>
                  </a:lnTo>
                  <a:lnTo>
                    <a:pt x="5806552" y="3178195"/>
                  </a:lnTo>
                  <a:lnTo>
                    <a:pt x="5880312" y="3187497"/>
                  </a:lnTo>
                  <a:lnTo>
                    <a:pt x="5954072" y="3196515"/>
                  </a:lnTo>
                  <a:lnTo>
                    <a:pt x="6027832" y="3205259"/>
                  </a:lnTo>
                  <a:lnTo>
                    <a:pt x="6101592" y="3213736"/>
                  </a:lnTo>
                  <a:lnTo>
                    <a:pt x="6175352" y="3221956"/>
                  </a:lnTo>
                  <a:lnTo>
                    <a:pt x="6249112" y="3229925"/>
                  </a:lnTo>
                  <a:lnTo>
                    <a:pt x="6322872" y="3237652"/>
                  </a:lnTo>
                  <a:lnTo>
                    <a:pt x="6396632" y="3245143"/>
                  </a:lnTo>
                  <a:lnTo>
                    <a:pt x="6470392" y="3252407"/>
                  </a:lnTo>
                  <a:lnTo>
                    <a:pt x="6544152" y="3259449"/>
                  </a:lnTo>
                  <a:lnTo>
                    <a:pt x="6617912" y="3266277"/>
                  </a:lnTo>
                  <a:lnTo>
                    <a:pt x="6691672" y="3272897"/>
                  </a:lnTo>
                  <a:lnTo>
                    <a:pt x="6765432" y="3279315"/>
                  </a:lnTo>
                  <a:lnTo>
                    <a:pt x="6839192" y="3285539"/>
                  </a:lnTo>
                  <a:lnTo>
                    <a:pt x="6912952" y="3291572"/>
                  </a:lnTo>
                  <a:lnTo>
                    <a:pt x="6986712" y="3297422"/>
                  </a:lnTo>
                  <a:lnTo>
                    <a:pt x="7060472" y="3303094"/>
                  </a:lnTo>
                  <a:lnTo>
                    <a:pt x="7134232" y="3308594"/>
                  </a:lnTo>
                  <a:lnTo>
                    <a:pt x="7207992" y="3313926"/>
                  </a:lnTo>
                  <a:lnTo>
                    <a:pt x="7207992" y="3477921"/>
                  </a:ln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74420" y="2073503"/>
              <a:ext cx="4878927" cy="3313926"/>
            </a:xfrm>
            <a:custGeom>
              <a:avLst/>
              <a:pathLst>
                <a:path w="4878927" h="3313926">
                  <a:moveTo>
                    <a:pt x="0" y="0"/>
                  </a:moveTo>
                  <a:lnTo>
                    <a:pt x="10766" y="50846"/>
                  </a:lnTo>
                  <a:lnTo>
                    <a:pt x="84526" y="367111"/>
                  </a:lnTo>
                  <a:lnTo>
                    <a:pt x="158286" y="654239"/>
                  </a:lnTo>
                  <a:lnTo>
                    <a:pt x="232046" y="914915"/>
                  </a:lnTo>
                  <a:lnTo>
                    <a:pt x="305806" y="1151575"/>
                  </a:lnTo>
                  <a:lnTo>
                    <a:pt x="379566" y="1366432"/>
                  </a:lnTo>
                  <a:lnTo>
                    <a:pt x="453326" y="1561495"/>
                  </a:lnTo>
                  <a:lnTo>
                    <a:pt x="527086" y="1738588"/>
                  </a:lnTo>
                  <a:lnTo>
                    <a:pt x="600846" y="1899365"/>
                  </a:lnTo>
                  <a:lnTo>
                    <a:pt x="674606" y="2045330"/>
                  </a:lnTo>
                  <a:lnTo>
                    <a:pt x="748366" y="2177848"/>
                  </a:lnTo>
                  <a:lnTo>
                    <a:pt x="822126" y="2298157"/>
                  </a:lnTo>
                  <a:lnTo>
                    <a:pt x="895886" y="2407383"/>
                  </a:lnTo>
                  <a:lnTo>
                    <a:pt x="969646" y="2506546"/>
                  </a:lnTo>
                  <a:lnTo>
                    <a:pt x="1043406" y="2596573"/>
                  </a:lnTo>
                  <a:lnTo>
                    <a:pt x="1117166" y="2662044"/>
                  </a:lnTo>
                  <a:lnTo>
                    <a:pt x="1190926" y="2687057"/>
                  </a:lnTo>
                  <a:lnTo>
                    <a:pt x="1264686" y="2711310"/>
                  </a:lnTo>
                  <a:lnTo>
                    <a:pt x="1338446" y="2734824"/>
                  </a:lnTo>
                  <a:lnTo>
                    <a:pt x="1412206" y="2757622"/>
                  </a:lnTo>
                  <a:lnTo>
                    <a:pt x="1485966" y="2779726"/>
                  </a:lnTo>
                  <a:lnTo>
                    <a:pt x="1559726" y="2801158"/>
                  </a:lnTo>
                  <a:lnTo>
                    <a:pt x="1633486" y="2821937"/>
                  </a:lnTo>
                  <a:lnTo>
                    <a:pt x="1707246" y="2842083"/>
                  </a:lnTo>
                  <a:lnTo>
                    <a:pt x="1781006" y="2861616"/>
                  </a:lnTo>
                  <a:lnTo>
                    <a:pt x="1854766" y="2880555"/>
                  </a:lnTo>
                  <a:lnTo>
                    <a:pt x="1928526" y="2898917"/>
                  </a:lnTo>
                  <a:lnTo>
                    <a:pt x="2002286" y="2916720"/>
                  </a:lnTo>
                  <a:lnTo>
                    <a:pt x="2076046" y="2933981"/>
                  </a:lnTo>
                  <a:lnTo>
                    <a:pt x="2149806" y="2950717"/>
                  </a:lnTo>
                  <a:lnTo>
                    <a:pt x="2223566" y="2966943"/>
                  </a:lnTo>
                  <a:lnTo>
                    <a:pt x="2297326" y="2982675"/>
                  </a:lnTo>
                  <a:lnTo>
                    <a:pt x="2371086" y="2997929"/>
                  </a:lnTo>
                  <a:lnTo>
                    <a:pt x="2444846" y="3012718"/>
                  </a:lnTo>
                  <a:lnTo>
                    <a:pt x="2518606" y="3027056"/>
                  </a:lnTo>
                  <a:lnTo>
                    <a:pt x="2592366" y="3040959"/>
                  </a:lnTo>
                  <a:lnTo>
                    <a:pt x="2666126" y="3054438"/>
                  </a:lnTo>
                  <a:lnTo>
                    <a:pt x="2739887" y="3067507"/>
                  </a:lnTo>
                  <a:lnTo>
                    <a:pt x="2813647" y="3080177"/>
                  </a:lnTo>
                  <a:lnTo>
                    <a:pt x="2887407" y="3092463"/>
                  </a:lnTo>
                  <a:lnTo>
                    <a:pt x="2961167" y="3104374"/>
                  </a:lnTo>
                  <a:lnTo>
                    <a:pt x="3034927" y="3115923"/>
                  </a:lnTo>
                  <a:lnTo>
                    <a:pt x="3108687" y="3127120"/>
                  </a:lnTo>
                  <a:lnTo>
                    <a:pt x="3182447" y="3137976"/>
                  </a:lnTo>
                  <a:lnTo>
                    <a:pt x="3256207" y="3148502"/>
                  </a:lnTo>
                  <a:lnTo>
                    <a:pt x="3329967" y="3158707"/>
                  </a:lnTo>
                  <a:lnTo>
                    <a:pt x="3403727" y="3168602"/>
                  </a:lnTo>
                  <a:lnTo>
                    <a:pt x="3477487" y="3178195"/>
                  </a:lnTo>
                  <a:lnTo>
                    <a:pt x="3551247" y="3187497"/>
                  </a:lnTo>
                  <a:lnTo>
                    <a:pt x="3625007" y="3196515"/>
                  </a:lnTo>
                  <a:lnTo>
                    <a:pt x="3698767" y="3205259"/>
                  </a:lnTo>
                  <a:lnTo>
                    <a:pt x="3772527" y="3213736"/>
                  </a:lnTo>
                  <a:lnTo>
                    <a:pt x="3846287" y="3221956"/>
                  </a:lnTo>
                  <a:lnTo>
                    <a:pt x="3920047" y="3229925"/>
                  </a:lnTo>
                  <a:lnTo>
                    <a:pt x="3993807" y="3237652"/>
                  </a:lnTo>
                  <a:lnTo>
                    <a:pt x="4067567" y="3245143"/>
                  </a:lnTo>
                  <a:lnTo>
                    <a:pt x="4141327" y="3252407"/>
                  </a:lnTo>
                  <a:lnTo>
                    <a:pt x="4215087" y="3259449"/>
                  </a:lnTo>
                  <a:lnTo>
                    <a:pt x="4288847" y="3266277"/>
                  </a:lnTo>
                  <a:lnTo>
                    <a:pt x="4362607" y="3272897"/>
                  </a:lnTo>
                  <a:lnTo>
                    <a:pt x="4436367" y="3279315"/>
                  </a:lnTo>
                  <a:lnTo>
                    <a:pt x="4510127" y="3285539"/>
                  </a:lnTo>
                  <a:lnTo>
                    <a:pt x="4583887" y="3291572"/>
                  </a:lnTo>
                  <a:lnTo>
                    <a:pt x="4657647" y="3297422"/>
                  </a:lnTo>
                  <a:lnTo>
                    <a:pt x="4731407" y="3303094"/>
                  </a:lnTo>
                  <a:lnTo>
                    <a:pt x="4805167" y="3308594"/>
                  </a:lnTo>
                  <a:lnTo>
                    <a:pt x="4878927" y="3313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7207992" y="3477921"/>
                  </a:move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9966" y="2073503"/>
              <a:ext cx="5443381" cy="3452295"/>
            </a:xfrm>
            <a:custGeom>
              <a:avLst/>
              <a:pathLst>
                <a:path w="5443381" h="3452295">
                  <a:moveTo>
                    <a:pt x="0" y="0"/>
                  </a:moveTo>
                  <a:lnTo>
                    <a:pt x="58899" y="174062"/>
                  </a:lnTo>
                  <a:lnTo>
                    <a:pt x="132659" y="378572"/>
                  </a:lnTo>
                  <a:lnTo>
                    <a:pt x="206419" y="570445"/>
                  </a:lnTo>
                  <a:lnTo>
                    <a:pt x="280179" y="750461"/>
                  </a:lnTo>
                  <a:lnTo>
                    <a:pt x="353939" y="919355"/>
                  </a:lnTo>
                  <a:lnTo>
                    <a:pt x="427699" y="1077812"/>
                  </a:lnTo>
                  <a:lnTo>
                    <a:pt x="501459" y="1226478"/>
                  </a:lnTo>
                  <a:lnTo>
                    <a:pt x="575219" y="1365958"/>
                  </a:lnTo>
                  <a:lnTo>
                    <a:pt x="648979" y="1496819"/>
                  </a:lnTo>
                  <a:lnTo>
                    <a:pt x="722739" y="1619594"/>
                  </a:lnTo>
                  <a:lnTo>
                    <a:pt x="796499" y="1734782"/>
                  </a:lnTo>
                  <a:lnTo>
                    <a:pt x="870259" y="1842853"/>
                  </a:lnTo>
                  <a:lnTo>
                    <a:pt x="944019" y="1944246"/>
                  </a:lnTo>
                  <a:lnTo>
                    <a:pt x="1017779" y="2039374"/>
                  </a:lnTo>
                  <a:lnTo>
                    <a:pt x="1091539" y="2128624"/>
                  </a:lnTo>
                  <a:lnTo>
                    <a:pt x="1165299" y="2212358"/>
                  </a:lnTo>
                  <a:lnTo>
                    <a:pt x="1239059" y="2290919"/>
                  </a:lnTo>
                  <a:lnTo>
                    <a:pt x="1312819" y="2364626"/>
                  </a:lnTo>
                  <a:lnTo>
                    <a:pt x="1386579" y="2433778"/>
                  </a:lnTo>
                  <a:lnTo>
                    <a:pt x="1460339" y="2498657"/>
                  </a:lnTo>
                  <a:lnTo>
                    <a:pt x="1534099" y="2559527"/>
                  </a:lnTo>
                  <a:lnTo>
                    <a:pt x="1607859" y="2616635"/>
                  </a:lnTo>
                  <a:lnTo>
                    <a:pt x="1681619" y="2670215"/>
                  </a:lnTo>
                  <a:lnTo>
                    <a:pt x="1755379" y="2720485"/>
                  </a:lnTo>
                  <a:lnTo>
                    <a:pt x="1829139" y="2767648"/>
                  </a:lnTo>
                  <a:lnTo>
                    <a:pt x="1902900" y="2811896"/>
                  </a:lnTo>
                  <a:lnTo>
                    <a:pt x="1976660" y="2853411"/>
                  </a:lnTo>
                  <a:lnTo>
                    <a:pt x="2050420" y="2892360"/>
                  </a:lnTo>
                  <a:lnTo>
                    <a:pt x="2124180" y="2928903"/>
                  </a:lnTo>
                  <a:lnTo>
                    <a:pt x="2197940" y="2963187"/>
                  </a:lnTo>
                  <a:lnTo>
                    <a:pt x="2271700" y="2995353"/>
                  </a:lnTo>
                  <a:lnTo>
                    <a:pt x="2345460" y="3025532"/>
                  </a:lnTo>
                  <a:lnTo>
                    <a:pt x="2419220" y="3053845"/>
                  </a:lnTo>
                  <a:lnTo>
                    <a:pt x="2492980" y="3080410"/>
                  </a:lnTo>
                  <a:lnTo>
                    <a:pt x="2566740" y="3105332"/>
                  </a:lnTo>
                  <a:lnTo>
                    <a:pt x="2640500" y="3128715"/>
                  </a:lnTo>
                  <a:lnTo>
                    <a:pt x="2714260" y="3150653"/>
                  </a:lnTo>
                  <a:lnTo>
                    <a:pt x="2788020" y="3171235"/>
                  </a:lnTo>
                  <a:lnTo>
                    <a:pt x="2861780" y="3190546"/>
                  </a:lnTo>
                  <a:lnTo>
                    <a:pt x="2935540" y="3208663"/>
                  </a:lnTo>
                  <a:lnTo>
                    <a:pt x="3009300" y="3225661"/>
                  </a:lnTo>
                  <a:lnTo>
                    <a:pt x="3083060" y="3241608"/>
                  </a:lnTo>
                  <a:lnTo>
                    <a:pt x="3156820" y="3256570"/>
                  </a:lnTo>
                  <a:lnTo>
                    <a:pt x="3230580" y="3270608"/>
                  </a:lnTo>
                  <a:lnTo>
                    <a:pt x="3304340" y="3283778"/>
                  </a:lnTo>
                  <a:lnTo>
                    <a:pt x="3378100" y="3296134"/>
                  </a:lnTo>
                  <a:lnTo>
                    <a:pt x="3451860" y="3307727"/>
                  </a:lnTo>
                  <a:lnTo>
                    <a:pt x="3525620" y="3318604"/>
                  </a:lnTo>
                  <a:lnTo>
                    <a:pt x="3599380" y="3328808"/>
                  </a:lnTo>
                  <a:lnTo>
                    <a:pt x="3673140" y="3338382"/>
                  </a:lnTo>
                  <a:lnTo>
                    <a:pt x="3746900" y="3347364"/>
                  </a:lnTo>
                  <a:lnTo>
                    <a:pt x="3820660" y="3355791"/>
                  </a:lnTo>
                  <a:lnTo>
                    <a:pt x="3894420" y="3363698"/>
                  </a:lnTo>
                  <a:lnTo>
                    <a:pt x="3968180" y="3371116"/>
                  </a:lnTo>
                  <a:lnTo>
                    <a:pt x="4041940" y="3378075"/>
                  </a:lnTo>
                  <a:lnTo>
                    <a:pt x="4115700" y="3384605"/>
                  </a:lnTo>
                  <a:lnTo>
                    <a:pt x="4189460" y="3390731"/>
                  </a:lnTo>
                  <a:lnTo>
                    <a:pt x="4263220" y="3396479"/>
                  </a:lnTo>
                  <a:lnTo>
                    <a:pt x="4336980" y="3401871"/>
                  </a:lnTo>
                  <a:lnTo>
                    <a:pt x="4410740" y="3406930"/>
                  </a:lnTo>
                  <a:lnTo>
                    <a:pt x="4484500" y="3411677"/>
                  </a:lnTo>
                  <a:lnTo>
                    <a:pt x="4558260" y="3416130"/>
                  </a:lnTo>
                  <a:lnTo>
                    <a:pt x="4632020" y="3420308"/>
                  </a:lnTo>
                  <a:lnTo>
                    <a:pt x="4705780" y="3424228"/>
                  </a:lnTo>
                  <a:lnTo>
                    <a:pt x="4779541" y="3427906"/>
                  </a:lnTo>
                  <a:lnTo>
                    <a:pt x="4853301" y="3431356"/>
                  </a:lnTo>
                  <a:lnTo>
                    <a:pt x="4927061" y="3434594"/>
                  </a:lnTo>
                  <a:lnTo>
                    <a:pt x="5000821" y="3437631"/>
                  </a:lnTo>
                  <a:lnTo>
                    <a:pt x="5074581" y="3440480"/>
                  </a:lnTo>
                  <a:lnTo>
                    <a:pt x="5148341" y="3443154"/>
                  </a:lnTo>
                  <a:lnTo>
                    <a:pt x="5222101" y="3445662"/>
                  </a:lnTo>
                  <a:lnTo>
                    <a:pt x="5295861" y="3448015"/>
                  </a:lnTo>
                  <a:lnTo>
                    <a:pt x="5369621" y="3450223"/>
                  </a:lnTo>
                  <a:lnTo>
                    <a:pt x="5443381" y="34522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996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2.15 (1.45-3.19), p = &lt;0.001  |  per IQR decline (Δ = 0.29): 9.43 (2.97-29.95)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2026-07-03T17:25:01Z</dcterms:modified>
  <cp:category/>
</cp:coreProperties>
</file>