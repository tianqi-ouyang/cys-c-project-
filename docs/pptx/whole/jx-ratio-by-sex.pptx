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51755" y="518229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51755" y="445163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51755" y="372097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51755" y="299031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82302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9989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1747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51755" y="554762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51755" y="481696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51755" y="408630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51755" y="3355645"/>
              <a:ext cx="7659128" cy="0"/>
            </a:xfrm>
            <a:custGeom>
              <a:avLst/>
              <a:pathLst>
                <a:path w="7659128" h="0">
                  <a:moveTo>
                    <a:pt x="0" y="0"/>
                  </a:moveTo>
                  <a:lnTo>
                    <a:pt x="7659128" y="0"/>
                  </a:lnTo>
                  <a:lnTo>
                    <a:pt x="765912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7350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9109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08685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6274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554623" y="2822583"/>
              <a:ext cx="5696715" cy="2725042"/>
            </a:xfrm>
            <a:custGeom>
              <a:avLst/>
              <a:pathLst>
                <a:path w="5696715" h="2725042">
                  <a:moveTo>
                    <a:pt x="0" y="2625284"/>
                  </a:moveTo>
                  <a:lnTo>
                    <a:pt x="11148" y="2619955"/>
                  </a:lnTo>
                  <a:lnTo>
                    <a:pt x="22296" y="2614470"/>
                  </a:lnTo>
                  <a:lnTo>
                    <a:pt x="33444" y="2608817"/>
                  </a:lnTo>
                  <a:lnTo>
                    <a:pt x="44592" y="2602945"/>
                  </a:lnTo>
                  <a:lnTo>
                    <a:pt x="55740" y="2596926"/>
                  </a:lnTo>
                  <a:lnTo>
                    <a:pt x="66889" y="2590761"/>
                  </a:lnTo>
                  <a:lnTo>
                    <a:pt x="78037" y="2584440"/>
                  </a:lnTo>
                  <a:lnTo>
                    <a:pt x="89185" y="2577930"/>
                  </a:lnTo>
                  <a:lnTo>
                    <a:pt x="100333" y="2571295"/>
                  </a:lnTo>
                  <a:lnTo>
                    <a:pt x="111481" y="2564538"/>
                  </a:lnTo>
                  <a:lnTo>
                    <a:pt x="122629" y="2557651"/>
                  </a:lnTo>
                  <a:lnTo>
                    <a:pt x="133778" y="2550622"/>
                  </a:lnTo>
                  <a:lnTo>
                    <a:pt x="144926" y="2543501"/>
                  </a:lnTo>
                  <a:lnTo>
                    <a:pt x="156074" y="2536295"/>
                  </a:lnTo>
                  <a:lnTo>
                    <a:pt x="167222" y="2529001"/>
                  </a:lnTo>
                  <a:lnTo>
                    <a:pt x="178370" y="2521623"/>
                  </a:lnTo>
                  <a:lnTo>
                    <a:pt x="189518" y="2514199"/>
                  </a:lnTo>
                  <a:lnTo>
                    <a:pt x="200667" y="2506734"/>
                  </a:lnTo>
                  <a:lnTo>
                    <a:pt x="211815" y="2499235"/>
                  </a:lnTo>
                  <a:lnTo>
                    <a:pt x="222963" y="2491719"/>
                  </a:lnTo>
                  <a:lnTo>
                    <a:pt x="234111" y="2484205"/>
                  </a:lnTo>
                  <a:lnTo>
                    <a:pt x="245259" y="2476699"/>
                  </a:lnTo>
                  <a:lnTo>
                    <a:pt x="256407" y="2469218"/>
                  </a:lnTo>
                  <a:lnTo>
                    <a:pt x="267556" y="2461782"/>
                  </a:lnTo>
                  <a:lnTo>
                    <a:pt x="278704" y="2454394"/>
                  </a:lnTo>
                  <a:lnTo>
                    <a:pt x="289852" y="2447058"/>
                  </a:lnTo>
                  <a:lnTo>
                    <a:pt x="301000" y="2439799"/>
                  </a:lnTo>
                  <a:lnTo>
                    <a:pt x="312148" y="2432634"/>
                  </a:lnTo>
                  <a:lnTo>
                    <a:pt x="323296" y="2425548"/>
                  </a:lnTo>
                  <a:lnTo>
                    <a:pt x="334445" y="2418546"/>
                  </a:lnTo>
                  <a:lnTo>
                    <a:pt x="345593" y="2411655"/>
                  </a:lnTo>
                  <a:lnTo>
                    <a:pt x="356741" y="2404878"/>
                  </a:lnTo>
                  <a:lnTo>
                    <a:pt x="367889" y="2398192"/>
                  </a:lnTo>
                  <a:lnTo>
                    <a:pt x="379037" y="2391598"/>
                  </a:lnTo>
                  <a:lnTo>
                    <a:pt x="390185" y="2385117"/>
                  </a:lnTo>
                  <a:lnTo>
                    <a:pt x="401334" y="2378737"/>
                  </a:lnTo>
                  <a:lnTo>
                    <a:pt x="412482" y="2372433"/>
                  </a:lnTo>
                  <a:lnTo>
                    <a:pt x="423630" y="2366198"/>
                  </a:lnTo>
                  <a:lnTo>
                    <a:pt x="434778" y="2360041"/>
                  </a:lnTo>
                  <a:lnTo>
                    <a:pt x="445926" y="2353934"/>
                  </a:lnTo>
                  <a:lnTo>
                    <a:pt x="457075" y="2347857"/>
                  </a:lnTo>
                  <a:lnTo>
                    <a:pt x="468223" y="2341798"/>
                  </a:lnTo>
                  <a:lnTo>
                    <a:pt x="479371" y="2335739"/>
                  </a:lnTo>
                  <a:lnTo>
                    <a:pt x="490519" y="2329650"/>
                  </a:lnTo>
                  <a:lnTo>
                    <a:pt x="501667" y="2323517"/>
                  </a:lnTo>
                  <a:lnTo>
                    <a:pt x="512815" y="2317326"/>
                  </a:lnTo>
                  <a:lnTo>
                    <a:pt x="523964" y="2311020"/>
                  </a:lnTo>
                  <a:lnTo>
                    <a:pt x="535112" y="2304585"/>
                  </a:lnTo>
                  <a:lnTo>
                    <a:pt x="546260" y="2298014"/>
                  </a:lnTo>
                  <a:lnTo>
                    <a:pt x="557408" y="2291294"/>
                  </a:lnTo>
                  <a:lnTo>
                    <a:pt x="568556" y="2284324"/>
                  </a:lnTo>
                  <a:lnTo>
                    <a:pt x="579704" y="2277120"/>
                  </a:lnTo>
                  <a:lnTo>
                    <a:pt x="590853" y="2269687"/>
                  </a:lnTo>
                  <a:lnTo>
                    <a:pt x="602001" y="2262010"/>
                  </a:lnTo>
                  <a:lnTo>
                    <a:pt x="613149" y="2253948"/>
                  </a:lnTo>
                  <a:lnTo>
                    <a:pt x="624297" y="2245563"/>
                  </a:lnTo>
                  <a:lnTo>
                    <a:pt x="635445" y="2236866"/>
                  </a:lnTo>
                  <a:lnTo>
                    <a:pt x="646593" y="2227846"/>
                  </a:lnTo>
                  <a:lnTo>
                    <a:pt x="657742" y="2218327"/>
                  </a:lnTo>
                  <a:lnTo>
                    <a:pt x="668890" y="2208425"/>
                  </a:lnTo>
                  <a:lnTo>
                    <a:pt x="680038" y="2198154"/>
                  </a:lnTo>
                  <a:lnTo>
                    <a:pt x="691186" y="2187507"/>
                  </a:lnTo>
                  <a:lnTo>
                    <a:pt x="702334" y="2176291"/>
                  </a:lnTo>
                  <a:lnTo>
                    <a:pt x="713482" y="2164670"/>
                  </a:lnTo>
                  <a:lnTo>
                    <a:pt x="724631" y="2152658"/>
                  </a:lnTo>
                  <a:lnTo>
                    <a:pt x="735779" y="2140255"/>
                  </a:lnTo>
                  <a:lnTo>
                    <a:pt x="746927" y="2127264"/>
                  </a:lnTo>
                  <a:lnTo>
                    <a:pt x="758075" y="2113888"/>
                  </a:lnTo>
                  <a:lnTo>
                    <a:pt x="769223" y="2100135"/>
                  </a:lnTo>
                  <a:lnTo>
                    <a:pt x="780371" y="2086003"/>
                  </a:lnTo>
                  <a:lnTo>
                    <a:pt x="791520" y="2071337"/>
                  </a:lnTo>
                  <a:lnTo>
                    <a:pt x="802668" y="2056329"/>
                  </a:lnTo>
                  <a:lnTo>
                    <a:pt x="813816" y="2040989"/>
                  </a:lnTo>
                  <a:lnTo>
                    <a:pt x="824964" y="2025313"/>
                  </a:lnTo>
                  <a:lnTo>
                    <a:pt x="836112" y="2009195"/>
                  </a:lnTo>
                  <a:lnTo>
                    <a:pt x="847261" y="1992798"/>
                  </a:lnTo>
                  <a:lnTo>
                    <a:pt x="858409" y="1976132"/>
                  </a:lnTo>
                  <a:lnTo>
                    <a:pt x="869557" y="1959192"/>
                  </a:lnTo>
                  <a:lnTo>
                    <a:pt x="880705" y="1941914"/>
                  </a:lnTo>
                  <a:lnTo>
                    <a:pt x="891853" y="1924423"/>
                  </a:lnTo>
                  <a:lnTo>
                    <a:pt x="903001" y="1906726"/>
                  </a:lnTo>
                  <a:lnTo>
                    <a:pt x="914150" y="1888817"/>
                  </a:lnTo>
                  <a:lnTo>
                    <a:pt x="925298" y="1870660"/>
                  </a:lnTo>
                  <a:lnTo>
                    <a:pt x="936446" y="1852340"/>
                  </a:lnTo>
                  <a:lnTo>
                    <a:pt x="947594" y="1833864"/>
                  </a:lnTo>
                  <a:lnTo>
                    <a:pt x="958742" y="1815219"/>
                  </a:lnTo>
                  <a:lnTo>
                    <a:pt x="969890" y="1796376"/>
                  </a:lnTo>
                  <a:lnTo>
                    <a:pt x="981039" y="1777396"/>
                  </a:lnTo>
                  <a:lnTo>
                    <a:pt x="992187" y="1758278"/>
                  </a:lnTo>
                  <a:lnTo>
                    <a:pt x="1003335" y="1739001"/>
                  </a:lnTo>
                  <a:lnTo>
                    <a:pt x="1014483" y="1719532"/>
                  </a:lnTo>
                  <a:lnTo>
                    <a:pt x="1025631" y="1699917"/>
                  </a:lnTo>
                  <a:lnTo>
                    <a:pt x="1036779" y="1680149"/>
                  </a:lnTo>
                  <a:lnTo>
                    <a:pt x="1047928" y="1660195"/>
                  </a:lnTo>
                  <a:lnTo>
                    <a:pt x="1059076" y="1640011"/>
                  </a:lnTo>
                  <a:lnTo>
                    <a:pt x="1070224" y="1619643"/>
                  </a:lnTo>
                  <a:lnTo>
                    <a:pt x="1081372" y="1599082"/>
                  </a:lnTo>
                  <a:lnTo>
                    <a:pt x="1092520" y="1578274"/>
                  </a:lnTo>
                  <a:lnTo>
                    <a:pt x="1103668" y="1557176"/>
                  </a:lnTo>
                  <a:lnTo>
                    <a:pt x="1114817" y="1535841"/>
                  </a:lnTo>
                  <a:lnTo>
                    <a:pt x="1125965" y="1514262"/>
                  </a:lnTo>
                  <a:lnTo>
                    <a:pt x="1137113" y="1492364"/>
                  </a:lnTo>
                  <a:lnTo>
                    <a:pt x="1148261" y="1470118"/>
                  </a:lnTo>
                  <a:lnTo>
                    <a:pt x="1159409" y="1447590"/>
                  </a:lnTo>
                  <a:lnTo>
                    <a:pt x="1170557" y="1424774"/>
                  </a:lnTo>
                  <a:lnTo>
                    <a:pt x="1181706" y="1401587"/>
                  </a:lnTo>
                  <a:lnTo>
                    <a:pt x="1192854" y="1378026"/>
                  </a:lnTo>
                  <a:lnTo>
                    <a:pt x="1204002" y="1354166"/>
                  </a:lnTo>
                  <a:lnTo>
                    <a:pt x="1215150" y="1330008"/>
                  </a:lnTo>
                  <a:lnTo>
                    <a:pt x="1226298" y="1305473"/>
                  </a:lnTo>
                  <a:lnTo>
                    <a:pt x="1237447" y="1280595"/>
                  </a:lnTo>
                  <a:lnTo>
                    <a:pt x="1248595" y="1255449"/>
                  </a:lnTo>
                  <a:lnTo>
                    <a:pt x="1259743" y="1230047"/>
                  </a:lnTo>
                  <a:lnTo>
                    <a:pt x="1270891" y="1204332"/>
                  </a:lnTo>
                  <a:lnTo>
                    <a:pt x="1282039" y="1178373"/>
                  </a:lnTo>
                  <a:lnTo>
                    <a:pt x="1293187" y="1152234"/>
                  </a:lnTo>
                  <a:lnTo>
                    <a:pt x="1304336" y="1125937"/>
                  </a:lnTo>
                  <a:lnTo>
                    <a:pt x="1315484" y="1099476"/>
                  </a:lnTo>
                  <a:lnTo>
                    <a:pt x="1326632" y="1072932"/>
                  </a:lnTo>
                  <a:lnTo>
                    <a:pt x="1337780" y="1046352"/>
                  </a:lnTo>
                  <a:lnTo>
                    <a:pt x="1348928" y="1019763"/>
                  </a:lnTo>
                  <a:lnTo>
                    <a:pt x="1360076" y="993234"/>
                  </a:lnTo>
                  <a:lnTo>
                    <a:pt x="1371225" y="966825"/>
                  </a:lnTo>
                  <a:lnTo>
                    <a:pt x="1382373" y="940563"/>
                  </a:lnTo>
                  <a:lnTo>
                    <a:pt x="1393521" y="914479"/>
                  </a:lnTo>
                  <a:lnTo>
                    <a:pt x="1404669" y="888724"/>
                  </a:lnTo>
                  <a:lnTo>
                    <a:pt x="1415817" y="863307"/>
                  </a:lnTo>
                  <a:lnTo>
                    <a:pt x="1426965" y="838231"/>
                  </a:lnTo>
                  <a:lnTo>
                    <a:pt x="1438114" y="813527"/>
                  </a:lnTo>
                  <a:lnTo>
                    <a:pt x="1449262" y="789434"/>
                  </a:lnTo>
                  <a:lnTo>
                    <a:pt x="1460410" y="765871"/>
                  </a:lnTo>
                  <a:lnTo>
                    <a:pt x="1471558" y="742826"/>
                  </a:lnTo>
                  <a:lnTo>
                    <a:pt x="1482706" y="720324"/>
                  </a:lnTo>
                  <a:lnTo>
                    <a:pt x="1493854" y="698676"/>
                  </a:lnTo>
                  <a:lnTo>
                    <a:pt x="1505003" y="677698"/>
                  </a:lnTo>
                  <a:lnTo>
                    <a:pt x="1516151" y="657367"/>
                  </a:lnTo>
                  <a:lnTo>
                    <a:pt x="1527299" y="637702"/>
                  </a:lnTo>
                  <a:lnTo>
                    <a:pt x="1538447" y="619054"/>
                  </a:lnTo>
                  <a:lnTo>
                    <a:pt x="1549595" y="601139"/>
                  </a:lnTo>
                  <a:lnTo>
                    <a:pt x="1560743" y="583935"/>
                  </a:lnTo>
                  <a:lnTo>
                    <a:pt x="1571892" y="567446"/>
                  </a:lnTo>
                  <a:lnTo>
                    <a:pt x="1583040" y="552032"/>
                  </a:lnTo>
                  <a:lnTo>
                    <a:pt x="1594188" y="537331"/>
                  </a:lnTo>
                  <a:lnTo>
                    <a:pt x="1605336" y="523327"/>
                  </a:lnTo>
                  <a:lnTo>
                    <a:pt x="1616484" y="510022"/>
                  </a:lnTo>
                  <a:lnTo>
                    <a:pt x="1627633" y="497709"/>
                  </a:lnTo>
                  <a:lnTo>
                    <a:pt x="1638781" y="486024"/>
                  </a:lnTo>
                  <a:lnTo>
                    <a:pt x="1649929" y="474950"/>
                  </a:lnTo>
                  <a:lnTo>
                    <a:pt x="1661077" y="464490"/>
                  </a:lnTo>
                  <a:lnTo>
                    <a:pt x="1672225" y="454826"/>
                  </a:lnTo>
                  <a:lnTo>
                    <a:pt x="1683373" y="445655"/>
                  </a:lnTo>
                  <a:lnTo>
                    <a:pt x="1694522" y="436949"/>
                  </a:lnTo>
                  <a:lnTo>
                    <a:pt x="1705670" y="428708"/>
                  </a:lnTo>
                  <a:lnTo>
                    <a:pt x="1716818" y="421008"/>
                  </a:lnTo>
                  <a:lnTo>
                    <a:pt x="1727966" y="413626"/>
                  </a:lnTo>
                  <a:lnTo>
                    <a:pt x="1739114" y="406531"/>
                  </a:lnTo>
                  <a:lnTo>
                    <a:pt x="1750262" y="399712"/>
                  </a:lnTo>
                  <a:lnTo>
                    <a:pt x="1761411" y="393159"/>
                  </a:lnTo>
                  <a:lnTo>
                    <a:pt x="1772559" y="386738"/>
                  </a:lnTo>
                  <a:lnTo>
                    <a:pt x="1783707" y="380420"/>
                  </a:lnTo>
                  <a:lnTo>
                    <a:pt x="1794855" y="374176"/>
                  </a:lnTo>
                  <a:lnTo>
                    <a:pt x="1806003" y="367945"/>
                  </a:lnTo>
                  <a:lnTo>
                    <a:pt x="1817151" y="361675"/>
                  </a:lnTo>
                  <a:lnTo>
                    <a:pt x="1828300" y="355342"/>
                  </a:lnTo>
                  <a:lnTo>
                    <a:pt x="1839448" y="348901"/>
                  </a:lnTo>
                  <a:lnTo>
                    <a:pt x="1850596" y="342270"/>
                  </a:lnTo>
                  <a:lnTo>
                    <a:pt x="1861744" y="335468"/>
                  </a:lnTo>
                  <a:lnTo>
                    <a:pt x="1872892" y="328476"/>
                  </a:lnTo>
                  <a:lnTo>
                    <a:pt x="1884040" y="321236"/>
                  </a:lnTo>
                  <a:lnTo>
                    <a:pt x="1895189" y="313679"/>
                  </a:lnTo>
                  <a:lnTo>
                    <a:pt x="1906337" y="305868"/>
                  </a:lnTo>
                  <a:lnTo>
                    <a:pt x="1917485" y="297796"/>
                  </a:lnTo>
                  <a:lnTo>
                    <a:pt x="1928633" y="289398"/>
                  </a:lnTo>
                  <a:lnTo>
                    <a:pt x="1939781" y="280639"/>
                  </a:lnTo>
                  <a:lnTo>
                    <a:pt x="1950929" y="271604"/>
                  </a:lnTo>
                  <a:lnTo>
                    <a:pt x="1962078" y="262296"/>
                  </a:lnTo>
                  <a:lnTo>
                    <a:pt x="1973226" y="252660"/>
                  </a:lnTo>
                  <a:lnTo>
                    <a:pt x="1984374" y="242700"/>
                  </a:lnTo>
                  <a:lnTo>
                    <a:pt x="1995522" y="232505"/>
                  </a:lnTo>
                  <a:lnTo>
                    <a:pt x="2006670" y="222086"/>
                  </a:lnTo>
                  <a:lnTo>
                    <a:pt x="2017818" y="211414"/>
                  </a:lnTo>
                  <a:lnTo>
                    <a:pt x="2028967" y="200531"/>
                  </a:lnTo>
                  <a:lnTo>
                    <a:pt x="2040115" y="189510"/>
                  </a:lnTo>
                  <a:lnTo>
                    <a:pt x="2051263" y="178373"/>
                  </a:lnTo>
                  <a:lnTo>
                    <a:pt x="2062411" y="167131"/>
                  </a:lnTo>
                  <a:lnTo>
                    <a:pt x="2073559" y="155851"/>
                  </a:lnTo>
                  <a:lnTo>
                    <a:pt x="2084708" y="144580"/>
                  </a:lnTo>
                  <a:lnTo>
                    <a:pt x="2095856" y="133344"/>
                  </a:lnTo>
                  <a:lnTo>
                    <a:pt x="2107004" y="122217"/>
                  </a:lnTo>
                  <a:lnTo>
                    <a:pt x="2118152" y="111264"/>
                  </a:lnTo>
                  <a:lnTo>
                    <a:pt x="2129300" y="100500"/>
                  </a:lnTo>
                  <a:lnTo>
                    <a:pt x="2140448" y="89956"/>
                  </a:lnTo>
                  <a:lnTo>
                    <a:pt x="2151597" y="79781"/>
                  </a:lnTo>
                  <a:lnTo>
                    <a:pt x="2162745" y="70005"/>
                  </a:lnTo>
                  <a:lnTo>
                    <a:pt x="2173893" y="60615"/>
                  </a:lnTo>
                  <a:lnTo>
                    <a:pt x="2185041" y="51642"/>
                  </a:lnTo>
                  <a:lnTo>
                    <a:pt x="2196189" y="43315"/>
                  </a:lnTo>
                  <a:lnTo>
                    <a:pt x="2207337" y="35603"/>
                  </a:lnTo>
                  <a:lnTo>
                    <a:pt x="2218486" y="28466"/>
                  </a:lnTo>
                  <a:lnTo>
                    <a:pt x="2229634" y="21932"/>
                  </a:lnTo>
                  <a:lnTo>
                    <a:pt x="2240782" y="16309"/>
                  </a:lnTo>
                  <a:lnTo>
                    <a:pt x="2251930" y="11475"/>
                  </a:lnTo>
                  <a:lnTo>
                    <a:pt x="2263078" y="7374"/>
                  </a:lnTo>
                  <a:lnTo>
                    <a:pt x="2274226" y="4029"/>
                  </a:lnTo>
                  <a:lnTo>
                    <a:pt x="2285375" y="1807"/>
                  </a:lnTo>
                  <a:lnTo>
                    <a:pt x="2296523" y="484"/>
                  </a:lnTo>
                  <a:lnTo>
                    <a:pt x="2307671" y="0"/>
                  </a:lnTo>
                  <a:lnTo>
                    <a:pt x="2318819" y="363"/>
                  </a:lnTo>
                  <a:lnTo>
                    <a:pt x="2329967" y="1977"/>
                  </a:lnTo>
                  <a:lnTo>
                    <a:pt x="2341115" y="4519"/>
                  </a:lnTo>
                  <a:lnTo>
                    <a:pt x="2352264" y="7929"/>
                  </a:lnTo>
                  <a:lnTo>
                    <a:pt x="2363412" y="12207"/>
                  </a:lnTo>
                  <a:lnTo>
                    <a:pt x="2374560" y="17747"/>
                  </a:lnTo>
                  <a:lnTo>
                    <a:pt x="2385708" y="24153"/>
                  </a:lnTo>
                  <a:lnTo>
                    <a:pt x="2396856" y="31377"/>
                  </a:lnTo>
                  <a:lnTo>
                    <a:pt x="2408004" y="39404"/>
                  </a:lnTo>
                  <a:lnTo>
                    <a:pt x="2419153" y="48576"/>
                  </a:lnTo>
                  <a:lnTo>
                    <a:pt x="2430301" y="58472"/>
                  </a:lnTo>
                  <a:lnTo>
                    <a:pt x="2441449" y="69053"/>
                  </a:lnTo>
                  <a:lnTo>
                    <a:pt x="2452597" y="80302"/>
                  </a:lnTo>
                  <a:lnTo>
                    <a:pt x="2463745" y="92441"/>
                  </a:lnTo>
                  <a:lnTo>
                    <a:pt x="2474894" y="105104"/>
                  </a:lnTo>
                  <a:lnTo>
                    <a:pt x="2486042" y="118256"/>
                  </a:lnTo>
                  <a:lnTo>
                    <a:pt x="2497190" y="131875"/>
                  </a:lnTo>
                  <a:lnTo>
                    <a:pt x="2508338" y="146038"/>
                  </a:lnTo>
                  <a:lnTo>
                    <a:pt x="2519486" y="160492"/>
                  </a:lnTo>
                  <a:lnTo>
                    <a:pt x="2530634" y="175197"/>
                  </a:lnTo>
                  <a:lnTo>
                    <a:pt x="2541783" y="190120"/>
                  </a:lnTo>
                  <a:lnTo>
                    <a:pt x="2552931" y="205220"/>
                  </a:lnTo>
                  <a:lnTo>
                    <a:pt x="2564079" y="220366"/>
                  </a:lnTo>
                  <a:lnTo>
                    <a:pt x="2575227" y="235520"/>
                  </a:lnTo>
                  <a:lnTo>
                    <a:pt x="2586375" y="250633"/>
                  </a:lnTo>
                  <a:lnTo>
                    <a:pt x="2597523" y="265588"/>
                  </a:lnTo>
                  <a:lnTo>
                    <a:pt x="2608672" y="280370"/>
                  </a:lnTo>
                  <a:lnTo>
                    <a:pt x="2619820" y="294949"/>
                  </a:lnTo>
                  <a:lnTo>
                    <a:pt x="2630968" y="309259"/>
                  </a:lnTo>
                  <a:lnTo>
                    <a:pt x="2642116" y="323161"/>
                  </a:lnTo>
                  <a:lnTo>
                    <a:pt x="2653264" y="336732"/>
                  </a:lnTo>
                  <a:lnTo>
                    <a:pt x="2664412" y="349955"/>
                  </a:lnTo>
                  <a:lnTo>
                    <a:pt x="2675561" y="362751"/>
                  </a:lnTo>
                  <a:lnTo>
                    <a:pt x="2686709" y="375011"/>
                  </a:lnTo>
                  <a:lnTo>
                    <a:pt x="2697857" y="386868"/>
                  </a:lnTo>
                  <a:lnTo>
                    <a:pt x="2709005" y="398319"/>
                  </a:lnTo>
                  <a:lnTo>
                    <a:pt x="2720153" y="409292"/>
                  </a:lnTo>
                  <a:lnTo>
                    <a:pt x="2731301" y="419737"/>
                  </a:lnTo>
                  <a:lnTo>
                    <a:pt x="2742450" y="429805"/>
                  </a:lnTo>
                  <a:lnTo>
                    <a:pt x="2753598" y="439509"/>
                  </a:lnTo>
                  <a:lnTo>
                    <a:pt x="2764746" y="448803"/>
                  </a:lnTo>
                  <a:lnTo>
                    <a:pt x="2775894" y="457706"/>
                  </a:lnTo>
                  <a:lnTo>
                    <a:pt x="2787042" y="466353"/>
                  </a:lnTo>
                  <a:lnTo>
                    <a:pt x="2798190" y="474770"/>
                  </a:lnTo>
                  <a:lnTo>
                    <a:pt x="2809339" y="482958"/>
                  </a:lnTo>
                  <a:lnTo>
                    <a:pt x="2820487" y="490993"/>
                  </a:lnTo>
                  <a:lnTo>
                    <a:pt x="2831635" y="498966"/>
                  </a:lnTo>
                  <a:lnTo>
                    <a:pt x="2842783" y="506913"/>
                  </a:lnTo>
                  <a:lnTo>
                    <a:pt x="2853931" y="514900"/>
                  </a:lnTo>
                  <a:lnTo>
                    <a:pt x="2865080" y="523026"/>
                  </a:lnTo>
                  <a:lnTo>
                    <a:pt x="2876228" y="531325"/>
                  </a:lnTo>
                  <a:lnTo>
                    <a:pt x="2887376" y="539834"/>
                  </a:lnTo>
                  <a:lnTo>
                    <a:pt x="2898524" y="548695"/>
                  </a:lnTo>
                  <a:lnTo>
                    <a:pt x="2909672" y="557989"/>
                  </a:lnTo>
                  <a:lnTo>
                    <a:pt x="2920820" y="567688"/>
                  </a:lnTo>
                  <a:lnTo>
                    <a:pt x="2931969" y="577828"/>
                  </a:lnTo>
                  <a:lnTo>
                    <a:pt x="2943117" y="588620"/>
                  </a:lnTo>
                  <a:lnTo>
                    <a:pt x="2954265" y="600084"/>
                  </a:lnTo>
                  <a:lnTo>
                    <a:pt x="2965413" y="612147"/>
                  </a:lnTo>
                  <a:lnTo>
                    <a:pt x="2976561" y="624832"/>
                  </a:lnTo>
                  <a:lnTo>
                    <a:pt x="2987709" y="638402"/>
                  </a:lnTo>
                  <a:lnTo>
                    <a:pt x="2998858" y="652792"/>
                  </a:lnTo>
                  <a:lnTo>
                    <a:pt x="3010006" y="667898"/>
                  </a:lnTo>
                  <a:lnTo>
                    <a:pt x="3021154" y="683729"/>
                  </a:lnTo>
                  <a:lnTo>
                    <a:pt x="3032302" y="700568"/>
                  </a:lnTo>
                  <a:lnTo>
                    <a:pt x="3043450" y="718259"/>
                  </a:lnTo>
                  <a:lnTo>
                    <a:pt x="3054598" y="736688"/>
                  </a:lnTo>
                  <a:lnTo>
                    <a:pt x="3065747" y="755849"/>
                  </a:lnTo>
                  <a:lnTo>
                    <a:pt x="3076895" y="776006"/>
                  </a:lnTo>
                  <a:lnTo>
                    <a:pt x="3088043" y="796933"/>
                  </a:lnTo>
                  <a:lnTo>
                    <a:pt x="3099191" y="818523"/>
                  </a:lnTo>
                  <a:lnTo>
                    <a:pt x="3110339" y="840756"/>
                  </a:lnTo>
                  <a:lnTo>
                    <a:pt x="3121487" y="863838"/>
                  </a:lnTo>
                  <a:lnTo>
                    <a:pt x="3132636" y="887514"/>
                  </a:lnTo>
                  <a:lnTo>
                    <a:pt x="3143784" y="911697"/>
                  </a:lnTo>
                  <a:lnTo>
                    <a:pt x="3154932" y="936354"/>
                  </a:lnTo>
                  <a:lnTo>
                    <a:pt x="3166080" y="961605"/>
                  </a:lnTo>
                  <a:lnTo>
                    <a:pt x="3177228" y="987216"/>
                  </a:lnTo>
                  <a:lnTo>
                    <a:pt x="3188376" y="1013123"/>
                  </a:lnTo>
                  <a:lnTo>
                    <a:pt x="3199525" y="1039287"/>
                  </a:lnTo>
                  <a:lnTo>
                    <a:pt x="3210673" y="1065723"/>
                  </a:lnTo>
                  <a:lnTo>
                    <a:pt x="3221821" y="1092271"/>
                  </a:lnTo>
                  <a:lnTo>
                    <a:pt x="3232969" y="1118884"/>
                  </a:lnTo>
                  <a:lnTo>
                    <a:pt x="3244117" y="1145527"/>
                  </a:lnTo>
                  <a:lnTo>
                    <a:pt x="3255266" y="1172105"/>
                  </a:lnTo>
                  <a:lnTo>
                    <a:pt x="3266414" y="1198568"/>
                  </a:lnTo>
                  <a:lnTo>
                    <a:pt x="3277562" y="1224885"/>
                  </a:lnTo>
                  <a:lnTo>
                    <a:pt x="3288710" y="1251021"/>
                  </a:lnTo>
                  <a:lnTo>
                    <a:pt x="3299858" y="1276798"/>
                  </a:lnTo>
                  <a:lnTo>
                    <a:pt x="3311006" y="1302284"/>
                  </a:lnTo>
                  <a:lnTo>
                    <a:pt x="3322155" y="1327456"/>
                  </a:lnTo>
                  <a:lnTo>
                    <a:pt x="3333303" y="1352275"/>
                  </a:lnTo>
                  <a:lnTo>
                    <a:pt x="3344451" y="1376535"/>
                  </a:lnTo>
                  <a:lnTo>
                    <a:pt x="3355599" y="1400384"/>
                  </a:lnTo>
                  <a:lnTo>
                    <a:pt x="3366747" y="1423809"/>
                  </a:lnTo>
                  <a:lnTo>
                    <a:pt x="3377895" y="1446769"/>
                  </a:lnTo>
                  <a:lnTo>
                    <a:pt x="3389044" y="1469068"/>
                  </a:lnTo>
                  <a:lnTo>
                    <a:pt x="3400192" y="1490900"/>
                  </a:lnTo>
                  <a:lnTo>
                    <a:pt x="3411340" y="1512262"/>
                  </a:lnTo>
                  <a:lnTo>
                    <a:pt x="3422488" y="1533106"/>
                  </a:lnTo>
                  <a:lnTo>
                    <a:pt x="3433636" y="1553278"/>
                  </a:lnTo>
                  <a:lnTo>
                    <a:pt x="3444784" y="1572981"/>
                  </a:lnTo>
                  <a:lnTo>
                    <a:pt x="3455933" y="1592220"/>
                  </a:lnTo>
                  <a:lnTo>
                    <a:pt x="3467081" y="1610944"/>
                  </a:lnTo>
                  <a:lnTo>
                    <a:pt x="3478229" y="1629047"/>
                  </a:lnTo>
                  <a:lnTo>
                    <a:pt x="3489377" y="1646718"/>
                  </a:lnTo>
                  <a:lnTo>
                    <a:pt x="3500525" y="1663966"/>
                  </a:lnTo>
                  <a:lnTo>
                    <a:pt x="3511673" y="1680741"/>
                  </a:lnTo>
                  <a:lnTo>
                    <a:pt x="3522822" y="1696979"/>
                  </a:lnTo>
                  <a:lnTo>
                    <a:pt x="3533970" y="1712842"/>
                  </a:lnTo>
                  <a:lnTo>
                    <a:pt x="3545118" y="1728338"/>
                  </a:lnTo>
                  <a:lnTo>
                    <a:pt x="3556266" y="1743420"/>
                  </a:lnTo>
                  <a:lnTo>
                    <a:pt x="3567414" y="1758055"/>
                  </a:lnTo>
                  <a:lnTo>
                    <a:pt x="3578562" y="1772371"/>
                  </a:lnTo>
                  <a:lnTo>
                    <a:pt x="3589711" y="1786378"/>
                  </a:lnTo>
                  <a:lnTo>
                    <a:pt x="3600859" y="1800028"/>
                  </a:lnTo>
                  <a:lnTo>
                    <a:pt x="3612007" y="1813306"/>
                  </a:lnTo>
                  <a:lnTo>
                    <a:pt x="3623155" y="1826313"/>
                  </a:lnTo>
                  <a:lnTo>
                    <a:pt x="3634303" y="1839054"/>
                  </a:lnTo>
                  <a:lnTo>
                    <a:pt x="3645452" y="1851481"/>
                  </a:lnTo>
                  <a:lnTo>
                    <a:pt x="3656600" y="1863589"/>
                  </a:lnTo>
                  <a:lnTo>
                    <a:pt x="3667748" y="1875456"/>
                  </a:lnTo>
                  <a:lnTo>
                    <a:pt x="3678896" y="1887087"/>
                  </a:lnTo>
                  <a:lnTo>
                    <a:pt x="3690044" y="1898425"/>
                  </a:lnTo>
                  <a:lnTo>
                    <a:pt x="3701192" y="1909476"/>
                  </a:lnTo>
                  <a:lnTo>
                    <a:pt x="3712341" y="1920302"/>
                  </a:lnTo>
                  <a:lnTo>
                    <a:pt x="3723489" y="1930905"/>
                  </a:lnTo>
                  <a:lnTo>
                    <a:pt x="3734637" y="1941224"/>
                  </a:lnTo>
                  <a:lnTo>
                    <a:pt x="3745785" y="1951272"/>
                  </a:lnTo>
                  <a:lnTo>
                    <a:pt x="3756933" y="1961101"/>
                  </a:lnTo>
                  <a:lnTo>
                    <a:pt x="3768081" y="1970713"/>
                  </a:lnTo>
                  <a:lnTo>
                    <a:pt x="3779230" y="1980041"/>
                  </a:lnTo>
                  <a:lnTo>
                    <a:pt x="3790378" y="1989111"/>
                  </a:lnTo>
                  <a:lnTo>
                    <a:pt x="3801526" y="1997967"/>
                  </a:lnTo>
                  <a:lnTo>
                    <a:pt x="3812674" y="2006612"/>
                  </a:lnTo>
                  <a:lnTo>
                    <a:pt x="3823822" y="2014977"/>
                  </a:lnTo>
                  <a:lnTo>
                    <a:pt x="3834970" y="2023100"/>
                  </a:lnTo>
                  <a:lnTo>
                    <a:pt x="3846119" y="2031022"/>
                  </a:lnTo>
                  <a:lnTo>
                    <a:pt x="3857267" y="2038744"/>
                  </a:lnTo>
                  <a:lnTo>
                    <a:pt x="3868415" y="2046203"/>
                  </a:lnTo>
                  <a:lnTo>
                    <a:pt x="3879563" y="2053449"/>
                  </a:lnTo>
                  <a:lnTo>
                    <a:pt x="3890711" y="2060516"/>
                  </a:lnTo>
                  <a:lnTo>
                    <a:pt x="3901859" y="2067408"/>
                  </a:lnTo>
                  <a:lnTo>
                    <a:pt x="3913008" y="2074071"/>
                  </a:lnTo>
                  <a:lnTo>
                    <a:pt x="3924156" y="2080562"/>
                  </a:lnTo>
                  <a:lnTo>
                    <a:pt x="3935304" y="2086910"/>
                  </a:lnTo>
                  <a:lnTo>
                    <a:pt x="3946452" y="2093121"/>
                  </a:lnTo>
                  <a:lnTo>
                    <a:pt x="3957600" y="2099157"/>
                  </a:lnTo>
                  <a:lnTo>
                    <a:pt x="3968748" y="2105075"/>
                  </a:lnTo>
                  <a:lnTo>
                    <a:pt x="3979897" y="2110896"/>
                  </a:lnTo>
                  <a:lnTo>
                    <a:pt x="3991045" y="2116629"/>
                  </a:lnTo>
                  <a:lnTo>
                    <a:pt x="4002193" y="2122258"/>
                  </a:lnTo>
                  <a:lnTo>
                    <a:pt x="4013341" y="2127830"/>
                  </a:lnTo>
                  <a:lnTo>
                    <a:pt x="4024489" y="2133361"/>
                  </a:lnTo>
                  <a:lnTo>
                    <a:pt x="4035637" y="2138858"/>
                  </a:lnTo>
                  <a:lnTo>
                    <a:pt x="4046786" y="2144334"/>
                  </a:lnTo>
                  <a:lnTo>
                    <a:pt x="4057934" y="2149816"/>
                  </a:lnTo>
                  <a:lnTo>
                    <a:pt x="4069082" y="2155312"/>
                  </a:lnTo>
                  <a:lnTo>
                    <a:pt x="4080230" y="2160833"/>
                  </a:lnTo>
                  <a:lnTo>
                    <a:pt x="4091378" y="2166418"/>
                  </a:lnTo>
                  <a:lnTo>
                    <a:pt x="4102527" y="2172064"/>
                  </a:lnTo>
                  <a:lnTo>
                    <a:pt x="4113675" y="2177780"/>
                  </a:lnTo>
                  <a:lnTo>
                    <a:pt x="4124823" y="2183574"/>
                  </a:lnTo>
                  <a:lnTo>
                    <a:pt x="4135971" y="2189509"/>
                  </a:lnTo>
                  <a:lnTo>
                    <a:pt x="4147119" y="2195551"/>
                  </a:lnTo>
                  <a:lnTo>
                    <a:pt x="4158267" y="2201708"/>
                  </a:lnTo>
                  <a:lnTo>
                    <a:pt x="4169416" y="2207990"/>
                  </a:lnTo>
                  <a:lnTo>
                    <a:pt x="4180564" y="2214468"/>
                  </a:lnTo>
                  <a:lnTo>
                    <a:pt x="4191712" y="2221087"/>
                  </a:lnTo>
                  <a:lnTo>
                    <a:pt x="4202860" y="2227851"/>
                  </a:lnTo>
                  <a:lnTo>
                    <a:pt x="4214008" y="2234775"/>
                  </a:lnTo>
                  <a:lnTo>
                    <a:pt x="4225156" y="2241922"/>
                  </a:lnTo>
                  <a:lnTo>
                    <a:pt x="4236305" y="2249228"/>
                  </a:lnTo>
                  <a:lnTo>
                    <a:pt x="4247453" y="2256692"/>
                  </a:lnTo>
                  <a:lnTo>
                    <a:pt x="4258601" y="2264329"/>
                  </a:lnTo>
                  <a:lnTo>
                    <a:pt x="4269749" y="2272191"/>
                  </a:lnTo>
                  <a:lnTo>
                    <a:pt x="4280897" y="2280208"/>
                  </a:lnTo>
                  <a:lnTo>
                    <a:pt x="4292045" y="2288377"/>
                  </a:lnTo>
                  <a:lnTo>
                    <a:pt x="4303194" y="2296712"/>
                  </a:lnTo>
                  <a:lnTo>
                    <a:pt x="4314342" y="2305244"/>
                  </a:lnTo>
                  <a:lnTo>
                    <a:pt x="4325490" y="2313908"/>
                  </a:lnTo>
                  <a:lnTo>
                    <a:pt x="4336638" y="2322698"/>
                  </a:lnTo>
                  <a:lnTo>
                    <a:pt x="4347786" y="2331625"/>
                  </a:lnTo>
                  <a:lnTo>
                    <a:pt x="4358934" y="2340695"/>
                  </a:lnTo>
                  <a:lnTo>
                    <a:pt x="4370083" y="2349856"/>
                  </a:lnTo>
                  <a:lnTo>
                    <a:pt x="4381231" y="2359101"/>
                  </a:lnTo>
                  <a:lnTo>
                    <a:pt x="4392379" y="2368431"/>
                  </a:lnTo>
                  <a:lnTo>
                    <a:pt x="4403527" y="2377834"/>
                  </a:lnTo>
                  <a:lnTo>
                    <a:pt x="4414675" y="2387274"/>
                  </a:lnTo>
                  <a:lnTo>
                    <a:pt x="4425823" y="2396741"/>
                  </a:lnTo>
                  <a:lnTo>
                    <a:pt x="4436972" y="2406226"/>
                  </a:lnTo>
                  <a:lnTo>
                    <a:pt x="4448120" y="2415701"/>
                  </a:lnTo>
                  <a:lnTo>
                    <a:pt x="4459268" y="2425152"/>
                  </a:lnTo>
                  <a:lnTo>
                    <a:pt x="4470416" y="2434568"/>
                  </a:lnTo>
                  <a:lnTo>
                    <a:pt x="4481564" y="2443923"/>
                  </a:lnTo>
                  <a:lnTo>
                    <a:pt x="4492713" y="2453185"/>
                  </a:lnTo>
                  <a:lnTo>
                    <a:pt x="4503861" y="2462359"/>
                  </a:lnTo>
                  <a:lnTo>
                    <a:pt x="4515009" y="2471435"/>
                  </a:lnTo>
                  <a:lnTo>
                    <a:pt x="4526157" y="2480368"/>
                  </a:lnTo>
                  <a:lnTo>
                    <a:pt x="4537305" y="2489133"/>
                  </a:lnTo>
                  <a:lnTo>
                    <a:pt x="4548453" y="2497749"/>
                  </a:lnTo>
                  <a:lnTo>
                    <a:pt x="4559602" y="2506210"/>
                  </a:lnTo>
                  <a:lnTo>
                    <a:pt x="4570750" y="2514452"/>
                  </a:lnTo>
                  <a:lnTo>
                    <a:pt x="4581898" y="2522463"/>
                  </a:lnTo>
                  <a:lnTo>
                    <a:pt x="4593046" y="2530276"/>
                  </a:lnTo>
                  <a:lnTo>
                    <a:pt x="4604194" y="2537885"/>
                  </a:lnTo>
                  <a:lnTo>
                    <a:pt x="4615342" y="2545211"/>
                  </a:lnTo>
                  <a:lnTo>
                    <a:pt x="4626491" y="2552263"/>
                  </a:lnTo>
                  <a:lnTo>
                    <a:pt x="4637639" y="2559080"/>
                  </a:lnTo>
                  <a:lnTo>
                    <a:pt x="4648787" y="2565658"/>
                  </a:lnTo>
                  <a:lnTo>
                    <a:pt x="4659935" y="2571908"/>
                  </a:lnTo>
                  <a:lnTo>
                    <a:pt x="4671083" y="2577859"/>
                  </a:lnTo>
                  <a:lnTo>
                    <a:pt x="4682231" y="2583554"/>
                  </a:lnTo>
                  <a:lnTo>
                    <a:pt x="4693380" y="2588992"/>
                  </a:lnTo>
                  <a:lnTo>
                    <a:pt x="4704528" y="2594076"/>
                  </a:lnTo>
                  <a:lnTo>
                    <a:pt x="4715676" y="2598859"/>
                  </a:lnTo>
                  <a:lnTo>
                    <a:pt x="4726824" y="2603381"/>
                  </a:lnTo>
                  <a:lnTo>
                    <a:pt x="4737972" y="2607644"/>
                  </a:lnTo>
                  <a:lnTo>
                    <a:pt x="4749120" y="2611550"/>
                  </a:lnTo>
                  <a:lnTo>
                    <a:pt x="4760269" y="2615170"/>
                  </a:lnTo>
                  <a:lnTo>
                    <a:pt x="4771417" y="2618542"/>
                  </a:lnTo>
                  <a:lnTo>
                    <a:pt x="4782565" y="2621668"/>
                  </a:lnTo>
                  <a:lnTo>
                    <a:pt x="4793713" y="2624456"/>
                  </a:lnTo>
                  <a:lnTo>
                    <a:pt x="4804861" y="2626991"/>
                  </a:lnTo>
                  <a:lnTo>
                    <a:pt x="4816009" y="2629304"/>
                  </a:lnTo>
                  <a:lnTo>
                    <a:pt x="4827158" y="2631398"/>
                  </a:lnTo>
                  <a:lnTo>
                    <a:pt x="4838306" y="2633194"/>
                  </a:lnTo>
                  <a:lnTo>
                    <a:pt x="4849454" y="2634783"/>
                  </a:lnTo>
                  <a:lnTo>
                    <a:pt x="4860602" y="2636186"/>
                  </a:lnTo>
                  <a:lnTo>
                    <a:pt x="4871750" y="2637410"/>
                  </a:lnTo>
                  <a:lnTo>
                    <a:pt x="4882899" y="2638394"/>
                  </a:lnTo>
                  <a:lnTo>
                    <a:pt x="4894047" y="2639223"/>
                  </a:lnTo>
                  <a:lnTo>
                    <a:pt x="4905195" y="2639912"/>
                  </a:lnTo>
                  <a:lnTo>
                    <a:pt x="4916343" y="2640470"/>
                  </a:lnTo>
                  <a:lnTo>
                    <a:pt x="4927491" y="2640857"/>
                  </a:lnTo>
                  <a:lnTo>
                    <a:pt x="4938639" y="2641144"/>
                  </a:lnTo>
                  <a:lnTo>
                    <a:pt x="4949788" y="2641343"/>
                  </a:lnTo>
                  <a:lnTo>
                    <a:pt x="4960936" y="2641461"/>
                  </a:lnTo>
                  <a:lnTo>
                    <a:pt x="4972084" y="2641484"/>
                  </a:lnTo>
                  <a:lnTo>
                    <a:pt x="4983232" y="2641462"/>
                  </a:lnTo>
                  <a:lnTo>
                    <a:pt x="4994380" y="2641401"/>
                  </a:lnTo>
                  <a:lnTo>
                    <a:pt x="5005528" y="2641309"/>
                  </a:lnTo>
                  <a:lnTo>
                    <a:pt x="5016677" y="2641196"/>
                  </a:lnTo>
                  <a:lnTo>
                    <a:pt x="5027825" y="2641085"/>
                  </a:lnTo>
                  <a:lnTo>
                    <a:pt x="5038973" y="2640980"/>
                  </a:lnTo>
                  <a:lnTo>
                    <a:pt x="5050121" y="2640892"/>
                  </a:lnTo>
                  <a:lnTo>
                    <a:pt x="5061269" y="2640843"/>
                  </a:lnTo>
                  <a:lnTo>
                    <a:pt x="5072417" y="2640834"/>
                  </a:lnTo>
                  <a:lnTo>
                    <a:pt x="5083566" y="2640868"/>
                  </a:lnTo>
                  <a:lnTo>
                    <a:pt x="5094714" y="2640955"/>
                  </a:lnTo>
                  <a:lnTo>
                    <a:pt x="5105862" y="2641126"/>
                  </a:lnTo>
                  <a:lnTo>
                    <a:pt x="5117010" y="2641361"/>
                  </a:lnTo>
                  <a:lnTo>
                    <a:pt x="5128158" y="2641664"/>
                  </a:lnTo>
                  <a:lnTo>
                    <a:pt x="5139306" y="2642045"/>
                  </a:lnTo>
                  <a:lnTo>
                    <a:pt x="5150455" y="2642531"/>
                  </a:lnTo>
                  <a:lnTo>
                    <a:pt x="5161603" y="2643094"/>
                  </a:lnTo>
                  <a:lnTo>
                    <a:pt x="5172751" y="2643734"/>
                  </a:lnTo>
                  <a:lnTo>
                    <a:pt x="5183899" y="2644463"/>
                  </a:lnTo>
                  <a:lnTo>
                    <a:pt x="5195047" y="2645297"/>
                  </a:lnTo>
                  <a:lnTo>
                    <a:pt x="5206195" y="2646207"/>
                  </a:lnTo>
                  <a:lnTo>
                    <a:pt x="5217344" y="2647190"/>
                  </a:lnTo>
                  <a:lnTo>
                    <a:pt x="5228492" y="2648257"/>
                  </a:lnTo>
                  <a:lnTo>
                    <a:pt x="5239640" y="2649413"/>
                  </a:lnTo>
                  <a:lnTo>
                    <a:pt x="5250788" y="2650632"/>
                  </a:lnTo>
                  <a:lnTo>
                    <a:pt x="5261936" y="2651908"/>
                  </a:lnTo>
                  <a:lnTo>
                    <a:pt x="5273085" y="2653250"/>
                  </a:lnTo>
                  <a:lnTo>
                    <a:pt x="5284233" y="2654653"/>
                  </a:lnTo>
                  <a:lnTo>
                    <a:pt x="5295381" y="2656097"/>
                  </a:lnTo>
                  <a:lnTo>
                    <a:pt x="5306529" y="2657578"/>
                  </a:lnTo>
                  <a:lnTo>
                    <a:pt x="5317677" y="2659095"/>
                  </a:lnTo>
                  <a:lnTo>
                    <a:pt x="5328825" y="2660642"/>
                  </a:lnTo>
                  <a:lnTo>
                    <a:pt x="5339974" y="2662204"/>
                  </a:lnTo>
                  <a:lnTo>
                    <a:pt x="5351122" y="2663777"/>
                  </a:lnTo>
                  <a:lnTo>
                    <a:pt x="5362270" y="2665357"/>
                  </a:lnTo>
                  <a:lnTo>
                    <a:pt x="5373418" y="2666935"/>
                  </a:lnTo>
                  <a:lnTo>
                    <a:pt x="5384566" y="2668503"/>
                  </a:lnTo>
                  <a:lnTo>
                    <a:pt x="5395714" y="2670061"/>
                  </a:lnTo>
                  <a:lnTo>
                    <a:pt x="5406863" y="2671596"/>
                  </a:lnTo>
                  <a:lnTo>
                    <a:pt x="5418011" y="2673104"/>
                  </a:lnTo>
                  <a:lnTo>
                    <a:pt x="5429159" y="2674584"/>
                  </a:lnTo>
                  <a:lnTo>
                    <a:pt x="5440307" y="2676035"/>
                  </a:lnTo>
                  <a:lnTo>
                    <a:pt x="5451455" y="2677443"/>
                  </a:lnTo>
                  <a:lnTo>
                    <a:pt x="5462603" y="2678807"/>
                  </a:lnTo>
                  <a:lnTo>
                    <a:pt x="5473752" y="2680132"/>
                  </a:lnTo>
                  <a:lnTo>
                    <a:pt x="5484900" y="2681418"/>
                  </a:lnTo>
                  <a:lnTo>
                    <a:pt x="5496048" y="2682650"/>
                  </a:lnTo>
                  <a:lnTo>
                    <a:pt x="5507196" y="2683832"/>
                  </a:lnTo>
                  <a:lnTo>
                    <a:pt x="5518344" y="2684973"/>
                  </a:lnTo>
                  <a:lnTo>
                    <a:pt x="5529492" y="2686072"/>
                  </a:lnTo>
                  <a:lnTo>
                    <a:pt x="5540641" y="2687115"/>
                  </a:lnTo>
                  <a:lnTo>
                    <a:pt x="5551789" y="2688113"/>
                  </a:lnTo>
                  <a:lnTo>
                    <a:pt x="5562937" y="2689073"/>
                  </a:lnTo>
                  <a:lnTo>
                    <a:pt x="5574085" y="2689995"/>
                  </a:lnTo>
                  <a:lnTo>
                    <a:pt x="5585233" y="2690870"/>
                  </a:lnTo>
                  <a:lnTo>
                    <a:pt x="5596381" y="2691709"/>
                  </a:lnTo>
                  <a:lnTo>
                    <a:pt x="5607530" y="2692519"/>
                  </a:lnTo>
                  <a:lnTo>
                    <a:pt x="5618678" y="2693301"/>
                  </a:lnTo>
                  <a:lnTo>
                    <a:pt x="5629826" y="2694048"/>
                  </a:lnTo>
                  <a:lnTo>
                    <a:pt x="5640974" y="2694772"/>
                  </a:lnTo>
                  <a:lnTo>
                    <a:pt x="5652122" y="2695477"/>
                  </a:lnTo>
                  <a:lnTo>
                    <a:pt x="5663270" y="2696165"/>
                  </a:lnTo>
                  <a:lnTo>
                    <a:pt x="5674419" y="2696834"/>
                  </a:lnTo>
                  <a:lnTo>
                    <a:pt x="5685567" y="2697492"/>
                  </a:lnTo>
                  <a:lnTo>
                    <a:pt x="5696715" y="2698141"/>
                  </a:lnTo>
                  <a:lnTo>
                    <a:pt x="5696715" y="2725042"/>
                  </a:lnTo>
                  <a:lnTo>
                    <a:pt x="5685567" y="2725042"/>
                  </a:lnTo>
                  <a:lnTo>
                    <a:pt x="5674419" y="2725042"/>
                  </a:lnTo>
                  <a:lnTo>
                    <a:pt x="5663270" y="2725042"/>
                  </a:lnTo>
                  <a:lnTo>
                    <a:pt x="5652122" y="2725042"/>
                  </a:lnTo>
                  <a:lnTo>
                    <a:pt x="5640974" y="2725042"/>
                  </a:lnTo>
                  <a:lnTo>
                    <a:pt x="5629826" y="2725042"/>
                  </a:lnTo>
                  <a:lnTo>
                    <a:pt x="5618678" y="2725042"/>
                  </a:lnTo>
                  <a:lnTo>
                    <a:pt x="5607530" y="2725042"/>
                  </a:lnTo>
                  <a:lnTo>
                    <a:pt x="5596381" y="2725042"/>
                  </a:lnTo>
                  <a:lnTo>
                    <a:pt x="5585233" y="2725042"/>
                  </a:lnTo>
                  <a:lnTo>
                    <a:pt x="5574085" y="2725042"/>
                  </a:lnTo>
                  <a:lnTo>
                    <a:pt x="5562937" y="2725042"/>
                  </a:lnTo>
                  <a:lnTo>
                    <a:pt x="5551789" y="2725042"/>
                  </a:lnTo>
                  <a:lnTo>
                    <a:pt x="5540641" y="2725042"/>
                  </a:lnTo>
                  <a:lnTo>
                    <a:pt x="5529492" y="2725042"/>
                  </a:lnTo>
                  <a:lnTo>
                    <a:pt x="5518344" y="2725042"/>
                  </a:lnTo>
                  <a:lnTo>
                    <a:pt x="5507196" y="2725042"/>
                  </a:lnTo>
                  <a:lnTo>
                    <a:pt x="5496048" y="2725042"/>
                  </a:lnTo>
                  <a:lnTo>
                    <a:pt x="5484900" y="2725042"/>
                  </a:lnTo>
                  <a:lnTo>
                    <a:pt x="5473752" y="2725042"/>
                  </a:lnTo>
                  <a:lnTo>
                    <a:pt x="5462603" y="2725042"/>
                  </a:lnTo>
                  <a:lnTo>
                    <a:pt x="5451455" y="2725042"/>
                  </a:lnTo>
                  <a:lnTo>
                    <a:pt x="5440307" y="2725042"/>
                  </a:lnTo>
                  <a:lnTo>
                    <a:pt x="5429159" y="2725042"/>
                  </a:lnTo>
                  <a:lnTo>
                    <a:pt x="5418011" y="2725042"/>
                  </a:lnTo>
                  <a:lnTo>
                    <a:pt x="5406863" y="2725042"/>
                  </a:lnTo>
                  <a:lnTo>
                    <a:pt x="5395714" y="2725042"/>
                  </a:lnTo>
                  <a:lnTo>
                    <a:pt x="5384566" y="2725042"/>
                  </a:lnTo>
                  <a:lnTo>
                    <a:pt x="5373418" y="2725042"/>
                  </a:lnTo>
                  <a:lnTo>
                    <a:pt x="5362270" y="2725042"/>
                  </a:lnTo>
                  <a:lnTo>
                    <a:pt x="5351122" y="2725042"/>
                  </a:lnTo>
                  <a:lnTo>
                    <a:pt x="5339974" y="2725042"/>
                  </a:lnTo>
                  <a:lnTo>
                    <a:pt x="5328825" y="2725042"/>
                  </a:lnTo>
                  <a:lnTo>
                    <a:pt x="5317677" y="2725042"/>
                  </a:lnTo>
                  <a:lnTo>
                    <a:pt x="5306529" y="2725042"/>
                  </a:lnTo>
                  <a:lnTo>
                    <a:pt x="5295381" y="2725042"/>
                  </a:lnTo>
                  <a:lnTo>
                    <a:pt x="5284233" y="2725042"/>
                  </a:lnTo>
                  <a:lnTo>
                    <a:pt x="5273085" y="2725042"/>
                  </a:lnTo>
                  <a:lnTo>
                    <a:pt x="5261936" y="2725042"/>
                  </a:lnTo>
                  <a:lnTo>
                    <a:pt x="5250788" y="2725042"/>
                  </a:lnTo>
                  <a:lnTo>
                    <a:pt x="5239640" y="2725042"/>
                  </a:lnTo>
                  <a:lnTo>
                    <a:pt x="5228492" y="2725042"/>
                  </a:lnTo>
                  <a:lnTo>
                    <a:pt x="5217344" y="2725042"/>
                  </a:lnTo>
                  <a:lnTo>
                    <a:pt x="5206195" y="2725042"/>
                  </a:lnTo>
                  <a:lnTo>
                    <a:pt x="5195047" y="2725042"/>
                  </a:lnTo>
                  <a:lnTo>
                    <a:pt x="5183899" y="2725042"/>
                  </a:lnTo>
                  <a:lnTo>
                    <a:pt x="5172751" y="2725042"/>
                  </a:lnTo>
                  <a:lnTo>
                    <a:pt x="5161603" y="2725042"/>
                  </a:lnTo>
                  <a:lnTo>
                    <a:pt x="5150455" y="2725042"/>
                  </a:lnTo>
                  <a:lnTo>
                    <a:pt x="5139306" y="2725042"/>
                  </a:lnTo>
                  <a:lnTo>
                    <a:pt x="5128158" y="2725042"/>
                  </a:lnTo>
                  <a:lnTo>
                    <a:pt x="5117010" y="2725042"/>
                  </a:lnTo>
                  <a:lnTo>
                    <a:pt x="5105862" y="2725042"/>
                  </a:lnTo>
                  <a:lnTo>
                    <a:pt x="5094714" y="2725042"/>
                  </a:lnTo>
                  <a:lnTo>
                    <a:pt x="5083566" y="2725042"/>
                  </a:lnTo>
                  <a:lnTo>
                    <a:pt x="5072417" y="2725042"/>
                  </a:lnTo>
                  <a:lnTo>
                    <a:pt x="5061269" y="2725042"/>
                  </a:lnTo>
                  <a:lnTo>
                    <a:pt x="5050121" y="2725042"/>
                  </a:lnTo>
                  <a:lnTo>
                    <a:pt x="5038973" y="2725042"/>
                  </a:lnTo>
                  <a:lnTo>
                    <a:pt x="5027825" y="2725042"/>
                  </a:lnTo>
                  <a:lnTo>
                    <a:pt x="5016677" y="2725042"/>
                  </a:lnTo>
                  <a:lnTo>
                    <a:pt x="5005528" y="2725042"/>
                  </a:lnTo>
                  <a:lnTo>
                    <a:pt x="4994380" y="2725042"/>
                  </a:lnTo>
                  <a:lnTo>
                    <a:pt x="4983232" y="2725042"/>
                  </a:lnTo>
                  <a:lnTo>
                    <a:pt x="4972084" y="2725042"/>
                  </a:lnTo>
                  <a:lnTo>
                    <a:pt x="4960936" y="2725042"/>
                  </a:lnTo>
                  <a:lnTo>
                    <a:pt x="4949788" y="2725042"/>
                  </a:lnTo>
                  <a:lnTo>
                    <a:pt x="4938639" y="2725042"/>
                  </a:lnTo>
                  <a:lnTo>
                    <a:pt x="4927491" y="2725042"/>
                  </a:lnTo>
                  <a:lnTo>
                    <a:pt x="4916343" y="2725042"/>
                  </a:lnTo>
                  <a:lnTo>
                    <a:pt x="4905195" y="2725042"/>
                  </a:lnTo>
                  <a:lnTo>
                    <a:pt x="4894047" y="2725042"/>
                  </a:lnTo>
                  <a:lnTo>
                    <a:pt x="4882899" y="2725042"/>
                  </a:lnTo>
                  <a:lnTo>
                    <a:pt x="4871750" y="2725042"/>
                  </a:lnTo>
                  <a:lnTo>
                    <a:pt x="4860602" y="2725042"/>
                  </a:lnTo>
                  <a:lnTo>
                    <a:pt x="4849454" y="2725042"/>
                  </a:lnTo>
                  <a:lnTo>
                    <a:pt x="4838306" y="2725042"/>
                  </a:lnTo>
                  <a:lnTo>
                    <a:pt x="4827158" y="2725042"/>
                  </a:lnTo>
                  <a:lnTo>
                    <a:pt x="4816009" y="2725042"/>
                  </a:lnTo>
                  <a:lnTo>
                    <a:pt x="4804861" y="2725042"/>
                  </a:lnTo>
                  <a:lnTo>
                    <a:pt x="4793713" y="2725042"/>
                  </a:lnTo>
                  <a:lnTo>
                    <a:pt x="4782565" y="2725042"/>
                  </a:lnTo>
                  <a:lnTo>
                    <a:pt x="4771417" y="2725042"/>
                  </a:lnTo>
                  <a:lnTo>
                    <a:pt x="4760269" y="2725042"/>
                  </a:lnTo>
                  <a:lnTo>
                    <a:pt x="4749120" y="2725042"/>
                  </a:lnTo>
                  <a:lnTo>
                    <a:pt x="4737972" y="2725042"/>
                  </a:lnTo>
                  <a:lnTo>
                    <a:pt x="4726824" y="2725042"/>
                  </a:lnTo>
                  <a:lnTo>
                    <a:pt x="4715676" y="2725042"/>
                  </a:lnTo>
                  <a:lnTo>
                    <a:pt x="4704528" y="2725042"/>
                  </a:lnTo>
                  <a:lnTo>
                    <a:pt x="4693380" y="2725042"/>
                  </a:lnTo>
                  <a:lnTo>
                    <a:pt x="4682231" y="2725042"/>
                  </a:lnTo>
                  <a:lnTo>
                    <a:pt x="4671083" y="2725042"/>
                  </a:lnTo>
                  <a:lnTo>
                    <a:pt x="4659935" y="2725042"/>
                  </a:lnTo>
                  <a:lnTo>
                    <a:pt x="4648787" y="2725042"/>
                  </a:lnTo>
                  <a:lnTo>
                    <a:pt x="4637639" y="2725042"/>
                  </a:lnTo>
                  <a:lnTo>
                    <a:pt x="4626491" y="2725042"/>
                  </a:lnTo>
                  <a:lnTo>
                    <a:pt x="4615342" y="2725042"/>
                  </a:lnTo>
                  <a:lnTo>
                    <a:pt x="4604194" y="2725042"/>
                  </a:lnTo>
                  <a:lnTo>
                    <a:pt x="4593046" y="2725042"/>
                  </a:lnTo>
                  <a:lnTo>
                    <a:pt x="4581898" y="2725042"/>
                  </a:lnTo>
                  <a:lnTo>
                    <a:pt x="4570750" y="2725042"/>
                  </a:lnTo>
                  <a:lnTo>
                    <a:pt x="4559602" y="2725042"/>
                  </a:lnTo>
                  <a:lnTo>
                    <a:pt x="4548453" y="2725042"/>
                  </a:lnTo>
                  <a:lnTo>
                    <a:pt x="4537305" y="2725042"/>
                  </a:lnTo>
                  <a:lnTo>
                    <a:pt x="4526157" y="2725042"/>
                  </a:lnTo>
                  <a:lnTo>
                    <a:pt x="4515009" y="2725042"/>
                  </a:lnTo>
                  <a:lnTo>
                    <a:pt x="4503861" y="2725042"/>
                  </a:lnTo>
                  <a:lnTo>
                    <a:pt x="4492713" y="2725042"/>
                  </a:lnTo>
                  <a:lnTo>
                    <a:pt x="4481564" y="2725042"/>
                  </a:lnTo>
                  <a:lnTo>
                    <a:pt x="4470416" y="2725042"/>
                  </a:lnTo>
                  <a:lnTo>
                    <a:pt x="4459268" y="2725042"/>
                  </a:lnTo>
                  <a:lnTo>
                    <a:pt x="4448120" y="2725042"/>
                  </a:lnTo>
                  <a:lnTo>
                    <a:pt x="4436972" y="2725042"/>
                  </a:lnTo>
                  <a:lnTo>
                    <a:pt x="4425823" y="2725042"/>
                  </a:lnTo>
                  <a:lnTo>
                    <a:pt x="4414675" y="2725042"/>
                  </a:lnTo>
                  <a:lnTo>
                    <a:pt x="4403527" y="2725042"/>
                  </a:lnTo>
                  <a:lnTo>
                    <a:pt x="4392379" y="2725042"/>
                  </a:lnTo>
                  <a:lnTo>
                    <a:pt x="4381231" y="2725042"/>
                  </a:lnTo>
                  <a:lnTo>
                    <a:pt x="4370083" y="2725042"/>
                  </a:lnTo>
                  <a:lnTo>
                    <a:pt x="4358934" y="2725042"/>
                  </a:lnTo>
                  <a:lnTo>
                    <a:pt x="4347786" y="2725042"/>
                  </a:lnTo>
                  <a:lnTo>
                    <a:pt x="4336638" y="2725042"/>
                  </a:lnTo>
                  <a:lnTo>
                    <a:pt x="4325490" y="2725042"/>
                  </a:lnTo>
                  <a:lnTo>
                    <a:pt x="4314342" y="2725042"/>
                  </a:lnTo>
                  <a:lnTo>
                    <a:pt x="4303194" y="2725042"/>
                  </a:lnTo>
                  <a:lnTo>
                    <a:pt x="4292045" y="2725042"/>
                  </a:lnTo>
                  <a:lnTo>
                    <a:pt x="4280897" y="2725042"/>
                  </a:lnTo>
                  <a:lnTo>
                    <a:pt x="4269749" y="2725042"/>
                  </a:lnTo>
                  <a:lnTo>
                    <a:pt x="4258601" y="2725042"/>
                  </a:lnTo>
                  <a:lnTo>
                    <a:pt x="4247453" y="2725042"/>
                  </a:lnTo>
                  <a:lnTo>
                    <a:pt x="4236305" y="2725042"/>
                  </a:lnTo>
                  <a:lnTo>
                    <a:pt x="4225156" y="2725042"/>
                  </a:lnTo>
                  <a:lnTo>
                    <a:pt x="4214008" y="2725042"/>
                  </a:lnTo>
                  <a:lnTo>
                    <a:pt x="4202860" y="2725042"/>
                  </a:lnTo>
                  <a:lnTo>
                    <a:pt x="4191712" y="2725042"/>
                  </a:lnTo>
                  <a:lnTo>
                    <a:pt x="4180564" y="2725042"/>
                  </a:lnTo>
                  <a:lnTo>
                    <a:pt x="4169416" y="2725042"/>
                  </a:lnTo>
                  <a:lnTo>
                    <a:pt x="4158267" y="2725042"/>
                  </a:lnTo>
                  <a:lnTo>
                    <a:pt x="4147119" y="2725042"/>
                  </a:lnTo>
                  <a:lnTo>
                    <a:pt x="4135971" y="2725042"/>
                  </a:lnTo>
                  <a:lnTo>
                    <a:pt x="4124823" y="2725042"/>
                  </a:lnTo>
                  <a:lnTo>
                    <a:pt x="4113675" y="2725042"/>
                  </a:lnTo>
                  <a:lnTo>
                    <a:pt x="4102527" y="2725042"/>
                  </a:lnTo>
                  <a:lnTo>
                    <a:pt x="4091378" y="2725042"/>
                  </a:lnTo>
                  <a:lnTo>
                    <a:pt x="4080230" y="2725042"/>
                  </a:lnTo>
                  <a:lnTo>
                    <a:pt x="4069082" y="2725042"/>
                  </a:lnTo>
                  <a:lnTo>
                    <a:pt x="4057934" y="2725042"/>
                  </a:lnTo>
                  <a:lnTo>
                    <a:pt x="4046786" y="2725042"/>
                  </a:lnTo>
                  <a:lnTo>
                    <a:pt x="4035637" y="2725042"/>
                  </a:lnTo>
                  <a:lnTo>
                    <a:pt x="4024489" y="2725042"/>
                  </a:lnTo>
                  <a:lnTo>
                    <a:pt x="4013341" y="2725042"/>
                  </a:lnTo>
                  <a:lnTo>
                    <a:pt x="4002193" y="2725042"/>
                  </a:lnTo>
                  <a:lnTo>
                    <a:pt x="3991045" y="2725042"/>
                  </a:lnTo>
                  <a:lnTo>
                    <a:pt x="3979897" y="2725042"/>
                  </a:lnTo>
                  <a:lnTo>
                    <a:pt x="3968748" y="2725042"/>
                  </a:lnTo>
                  <a:lnTo>
                    <a:pt x="3957600" y="2725042"/>
                  </a:lnTo>
                  <a:lnTo>
                    <a:pt x="3946452" y="2725042"/>
                  </a:lnTo>
                  <a:lnTo>
                    <a:pt x="3935304" y="2725042"/>
                  </a:lnTo>
                  <a:lnTo>
                    <a:pt x="3924156" y="2725042"/>
                  </a:lnTo>
                  <a:lnTo>
                    <a:pt x="3913008" y="2725042"/>
                  </a:lnTo>
                  <a:lnTo>
                    <a:pt x="3901859" y="2725042"/>
                  </a:lnTo>
                  <a:lnTo>
                    <a:pt x="3890711" y="2725042"/>
                  </a:lnTo>
                  <a:lnTo>
                    <a:pt x="3879563" y="2725042"/>
                  </a:lnTo>
                  <a:lnTo>
                    <a:pt x="3868415" y="2725042"/>
                  </a:lnTo>
                  <a:lnTo>
                    <a:pt x="3857267" y="2725042"/>
                  </a:lnTo>
                  <a:lnTo>
                    <a:pt x="3846119" y="2725042"/>
                  </a:lnTo>
                  <a:lnTo>
                    <a:pt x="3834970" y="2725042"/>
                  </a:lnTo>
                  <a:lnTo>
                    <a:pt x="3823822" y="2725042"/>
                  </a:lnTo>
                  <a:lnTo>
                    <a:pt x="3812674" y="2725042"/>
                  </a:lnTo>
                  <a:lnTo>
                    <a:pt x="3801526" y="2725042"/>
                  </a:lnTo>
                  <a:lnTo>
                    <a:pt x="3790378" y="2725042"/>
                  </a:lnTo>
                  <a:lnTo>
                    <a:pt x="3779230" y="2725042"/>
                  </a:lnTo>
                  <a:lnTo>
                    <a:pt x="3768081" y="2725042"/>
                  </a:lnTo>
                  <a:lnTo>
                    <a:pt x="3756933" y="2725042"/>
                  </a:lnTo>
                  <a:lnTo>
                    <a:pt x="3745785" y="2725042"/>
                  </a:lnTo>
                  <a:lnTo>
                    <a:pt x="3734637" y="2725042"/>
                  </a:lnTo>
                  <a:lnTo>
                    <a:pt x="3723489" y="2725042"/>
                  </a:lnTo>
                  <a:lnTo>
                    <a:pt x="3712341" y="2725042"/>
                  </a:lnTo>
                  <a:lnTo>
                    <a:pt x="3701192" y="2725042"/>
                  </a:lnTo>
                  <a:lnTo>
                    <a:pt x="3690044" y="2725042"/>
                  </a:lnTo>
                  <a:lnTo>
                    <a:pt x="3678896" y="2725042"/>
                  </a:lnTo>
                  <a:lnTo>
                    <a:pt x="3667748" y="2725042"/>
                  </a:lnTo>
                  <a:lnTo>
                    <a:pt x="3656600" y="2725042"/>
                  </a:lnTo>
                  <a:lnTo>
                    <a:pt x="3645452" y="2725042"/>
                  </a:lnTo>
                  <a:lnTo>
                    <a:pt x="3634303" y="2725042"/>
                  </a:lnTo>
                  <a:lnTo>
                    <a:pt x="3623155" y="2725042"/>
                  </a:lnTo>
                  <a:lnTo>
                    <a:pt x="3612007" y="2725042"/>
                  </a:lnTo>
                  <a:lnTo>
                    <a:pt x="3600859" y="2725042"/>
                  </a:lnTo>
                  <a:lnTo>
                    <a:pt x="3589711" y="2725042"/>
                  </a:lnTo>
                  <a:lnTo>
                    <a:pt x="3578562" y="2725042"/>
                  </a:lnTo>
                  <a:lnTo>
                    <a:pt x="3567414" y="2725042"/>
                  </a:lnTo>
                  <a:lnTo>
                    <a:pt x="3556266" y="2725042"/>
                  </a:lnTo>
                  <a:lnTo>
                    <a:pt x="3545118" y="2725042"/>
                  </a:lnTo>
                  <a:lnTo>
                    <a:pt x="3533970" y="2725042"/>
                  </a:lnTo>
                  <a:lnTo>
                    <a:pt x="3522822" y="2725042"/>
                  </a:lnTo>
                  <a:lnTo>
                    <a:pt x="3511673" y="2725042"/>
                  </a:lnTo>
                  <a:lnTo>
                    <a:pt x="3500525" y="2725042"/>
                  </a:lnTo>
                  <a:lnTo>
                    <a:pt x="3489377" y="2725042"/>
                  </a:lnTo>
                  <a:lnTo>
                    <a:pt x="3478229" y="2725042"/>
                  </a:lnTo>
                  <a:lnTo>
                    <a:pt x="3467081" y="2725042"/>
                  </a:lnTo>
                  <a:lnTo>
                    <a:pt x="3455933" y="2725042"/>
                  </a:lnTo>
                  <a:lnTo>
                    <a:pt x="3444784" y="2725042"/>
                  </a:lnTo>
                  <a:lnTo>
                    <a:pt x="3433636" y="2725042"/>
                  </a:lnTo>
                  <a:lnTo>
                    <a:pt x="3422488" y="2725042"/>
                  </a:lnTo>
                  <a:lnTo>
                    <a:pt x="3411340" y="2725042"/>
                  </a:lnTo>
                  <a:lnTo>
                    <a:pt x="3400192" y="2725042"/>
                  </a:lnTo>
                  <a:lnTo>
                    <a:pt x="3389044" y="2725042"/>
                  </a:lnTo>
                  <a:lnTo>
                    <a:pt x="3377895" y="2725042"/>
                  </a:lnTo>
                  <a:lnTo>
                    <a:pt x="3366747" y="2725042"/>
                  </a:lnTo>
                  <a:lnTo>
                    <a:pt x="3355599" y="2725042"/>
                  </a:lnTo>
                  <a:lnTo>
                    <a:pt x="3344451" y="2725042"/>
                  </a:lnTo>
                  <a:lnTo>
                    <a:pt x="3333303" y="2725042"/>
                  </a:lnTo>
                  <a:lnTo>
                    <a:pt x="3322155" y="2725042"/>
                  </a:lnTo>
                  <a:lnTo>
                    <a:pt x="3311006" y="2725042"/>
                  </a:lnTo>
                  <a:lnTo>
                    <a:pt x="3299858" y="2725042"/>
                  </a:lnTo>
                  <a:lnTo>
                    <a:pt x="3288710" y="2725042"/>
                  </a:lnTo>
                  <a:lnTo>
                    <a:pt x="3277562" y="2725042"/>
                  </a:lnTo>
                  <a:lnTo>
                    <a:pt x="3266414" y="2725042"/>
                  </a:lnTo>
                  <a:lnTo>
                    <a:pt x="3255266" y="2725042"/>
                  </a:lnTo>
                  <a:lnTo>
                    <a:pt x="3244117" y="2725042"/>
                  </a:lnTo>
                  <a:lnTo>
                    <a:pt x="3232969" y="2725042"/>
                  </a:lnTo>
                  <a:lnTo>
                    <a:pt x="3221821" y="2725042"/>
                  </a:lnTo>
                  <a:lnTo>
                    <a:pt x="3210673" y="2725042"/>
                  </a:lnTo>
                  <a:lnTo>
                    <a:pt x="3199525" y="2725042"/>
                  </a:lnTo>
                  <a:lnTo>
                    <a:pt x="3188376" y="2725042"/>
                  </a:lnTo>
                  <a:lnTo>
                    <a:pt x="3177228" y="2725042"/>
                  </a:lnTo>
                  <a:lnTo>
                    <a:pt x="3166080" y="2725042"/>
                  </a:lnTo>
                  <a:lnTo>
                    <a:pt x="3154932" y="2725042"/>
                  </a:lnTo>
                  <a:lnTo>
                    <a:pt x="3143784" y="2725042"/>
                  </a:lnTo>
                  <a:lnTo>
                    <a:pt x="3132636" y="2725042"/>
                  </a:lnTo>
                  <a:lnTo>
                    <a:pt x="3121487" y="2725042"/>
                  </a:lnTo>
                  <a:lnTo>
                    <a:pt x="3110339" y="2725042"/>
                  </a:lnTo>
                  <a:lnTo>
                    <a:pt x="3099191" y="2725042"/>
                  </a:lnTo>
                  <a:lnTo>
                    <a:pt x="3088043" y="2725042"/>
                  </a:lnTo>
                  <a:lnTo>
                    <a:pt x="3076895" y="2725042"/>
                  </a:lnTo>
                  <a:lnTo>
                    <a:pt x="3065747" y="2725042"/>
                  </a:lnTo>
                  <a:lnTo>
                    <a:pt x="3054598" y="2725042"/>
                  </a:lnTo>
                  <a:lnTo>
                    <a:pt x="3043450" y="2725042"/>
                  </a:lnTo>
                  <a:lnTo>
                    <a:pt x="3032302" y="2725042"/>
                  </a:lnTo>
                  <a:lnTo>
                    <a:pt x="3021154" y="2725042"/>
                  </a:lnTo>
                  <a:lnTo>
                    <a:pt x="3010006" y="2725042"/>
                  </a:lnTo>
                  <a:lnTo>
                    <a:pt x="2998858" y="2725042"/>
                  </a:lnTo>
                  <a:lnTo>
                    <a:pt x="2987709" y="2725042"/>
                  </a:lnTo>
                  <a:lnTo>
                    <a:pt x="2976561" y="2725042"/>
                  </a:lnTo>
                  <a:lnTo>
                    <a:pt x="2965413" y="2725042"/>
                  </a:lnTo>
                  <a:lnTo>
                    <a:pt x="2954265" y="2725042"/>
                  </a:lnTo>
                  <a:lnTo>
                    <a:pt x="2943117" y="2725042"/>
                  </a:lnTo>
                  <a:lnTo>
                    <a:pt x="2931969" y="2725042"/>
                  </a:lnTo>
                  <a:lnTo>
                    <a:pt x="2920820" y="2725042"/>
                  </a:lnTo>
                  <a:lnTo>
                    <a:pt x="2909672" y="2725042"/>
                  </a:lnTo>
                  <a:lnTo>
                    <a:pt x="2898524" y="2725042"/>
                  </a:lnTo>
                  <a:lnTo>
                    <a:pt x="2887376" y="2725042"/>
                  </a:lnTo>
                  <a:lnTo>
                    <a:pt x="2876228" y="2725042"/>
                  </a:lnTo>
                  <a:lnTo>
                    <a:pt x="2865080" y="2725042"/>
                  </a:lnTo>
                  <a:lnTo>
                    <a:pt x="2853931" y="2725042"/>
                  </a:lnTo>
                  <a:lnTo>
                    <a:pt x="2842783" y="2725042"/>
                  </a:lnTo>
                  <a:lnTo>
                    <a:pt x="2831635" y="2725042"/>
                  </a:lnTo>
                  <a:lnTo>
                    <a:pt x="2820487" y="2725042"/>
                  </a:lnTo>
                  <a:lnTo>
                    <a:pt x="2809339" y="2725042"/>
                  </a:lnTo>
                  <a:lnTo>
                    <a:pt x="2798190" y="2725042"/>
                  </a:lnTo>
                  <a:lnTo>
                    <a:pt x="2787042" y="2725042"/>
                  </a:lnTo>
                  <a:lnTo>
                    <a:pt x="2775894" y="2725042"/>
                  </a:lnTo>
                  <a:lnTo>
                    <a:pt x="2764746" y="2725042"/>
                  </a:lnTo>
                  <a:lnTo>
                    <a:pt x="2753598" y="2725042"/>
                  </a:lnTo>
                  <a:lnTo>
                    <a:pt x="2742450" y="2725042"/>
                  </a:lnTo>
                  <a:lnTo>
                    <a:pt x="2731301" y="2725042"/>
                  </a:lnTo>
                  <a:lnTo>
                    <a:pt x="2720153" y="2725042"/>
                  </a:lnTo>
                  <a:lnTo>
                    <a:pt x="2709005" y="2725042"/>
                  </a:lnTo>
                  <a:lnTo>
                    <a:pt x="2697857" y="2725042"/>
                  </a:lnTo>
                  <a:lnTo>
                    <a:pt x="2686709" y="2725042"/>
                  </a:lnTo>
                  <a:lnTo>
                    <a:pt x="2675561" y="2725042"/>
                  </a:lnTo>
                  <a:lnTo>
                    <a:pt x="2664412" y="2725042"/>
                  </a:lnTo>
                  <a:lnTo>
                    <a:pt x="2653264" y="2725042"/>
                  </a:lnTo>
                  <a:lnTo>
                    <a:pt x="2642116" y="2725042"/>
                  </a:lnTo>
                  <a:lnTo>
                    <a:pt x="2630968" y="2725042"/>
                  </a:lnTo>
                  <a:lnTo>
                    <a:pt x="2619820" y="2725042"/>
                  </a:lnTo>
                  <a:lnTo>
                    <a:pt x="2608672" y="2725042"/>
                  </a:lnTo>
                  <a:lnTo>
                    <a:pt x="2597523" y="2725042"/>
                  </a:lnTo>
                  <a:lnTo>
                    <a:pt x="2586375" y="2725042"/>
                  </a:lnTo>
                  <a:lnTo>
                    <a:pt x="2575227" y="2725042"/>
                  </a:lnTo>
                  <a:lnTo>
                    <a:pt x="2564079" y="2725042"/>
                  </a:lnTo>
                  <a:lnTo>
                    <a:pt x="2552931" y="2725042"/>
                  </a:lnTo>
                  <a:lnTo>
                    <a:pt x="2541783" y="2725042"/>
                  </a:lnTo>
                  <a:lnTo>
                    <a:pt x="2530634" y="2725042"/>
                  </a:lnTo>
                  <a:lnTo>
                    <a:pt x="2519486" y="2725042"/>
                  </a:lnTo>
                  <a:lnTo>
                    <a:pt x="2508338" y="2725042"/>
                  </a:lnTo>
                  <a:lnTo>
                    <a:pt x="2497190" y="2725042"/>
                  </a:lnTo>
                  <a:lnTo>
                    <a:pt x="2486042" y="2725042"/>
                  </a:lnTo>
                  <a:lnTo>
                    <a:pt x="2474894" y="2725042"/>
                  </a:lnTo>
                  <a:lnTo>
                    <a:pt x="2463745" y="2725042"/>
                  </a:lnTo>
                  <a:lnTo>
                    <a:pt x="2452597" y="2725042"/>
                  </a:lnTo>
                  <a:lnTo>
                    <a:pt x="2441449" y="2725042"/>
                  </a:lnTo>
                  <a:lnTo>
                    <a:pt x="2430301" y="2725042"/>
                  </a:lnTo>
                  <a:lnTo>
                    <a:pt x="2419153" y="2725042"/>
                  </a:lnTo>
                  <a:lnTo>
                    <a:pt x="2408004" y="2725042"/>
                  </a:lnTo>
                  <a:lnTo>
                    <a:pt x="2396856" y="2725042"/>
                  </a:lnTo>
                  <a:lnTo>
                    <a:pt x="2385708" y="2725042"/>
                  </a:lnTo>
                  <a:lnTo>
                    <a:pt x="2374560" y="2725042"/>
                  </a:lnTo>
                  <a:lnTo>
                    <a:pt x="2363412" y="2725042"/>
                  </a:lnTo>
                  <a:lnTo>
                    <a:pt x="2352264" y="2725042"/>
                  </a:lnTo>
                  <a:lnTo>
                    <a:pt x="2341115" y="2725042"/>
                  </a:lnTo>
                  <a:lnTo>
                    <a:pt x="2329967" y="2725042"/>
                  </a:lnTo>
                  <a:lnTo>
                    <a:pt x="2318819" y="2725042"/>
                  </a:lnTo>
                  <a:lnTo>
                    <a:pt x="2307671" y="2725042"/>
                  </a:lnTo>
                  <a:lnTo>
                    <a:pt x="2296523" y="2725042"/>
                  </a:lnTo>
                  <a:lnTo>
                    <a:pt x="2285375" y="2725042"/>
                  </a:lnTo>
                  <a:lnTo>
                    <a:pt x="2274226" y="2725042"/>
                  </a:lnTo>
                  <a:lnTo>
                    <a:pt x="2263078" y="2725042"/>
                  </a:lnTo>
                  <a:lnTo>
                    <a:pt x="2251930" y="2725042"/>
                  </a:lnTo>
                  <a:lnTo>
                    <a:pt x="2240782" y="2725042"/>
                  </a:lnTo>
                  <a:lnTo>
                    <a:pt x="2229634" y="2725042"/>
                  </a:lnTo>
                  <a:lnTo>
                    <a:pt x="2218486" y="2725042"/>
                  </a:lnTo>
                  <a:lnTo>
                    <a:pt x="2207337" y="2725042"/>
                  </a:lnTo>
                  <a:lnTo>
                    <a:pt x="2196189" y="2725042"/>
                  </a:lnTo>
                  <a:lnTo>
                    <a:pt x="2185041" y="2725042"/>
                  </a:lnTo>
                  <a:lnTo>
                    <a:pt x="2173893" y="2725042"/>
                  </a:lnTo>
                  <a:lnTo>
                    <a:pt x="2162745" y="2725042"/>
                  </a:lnTo>
                  <a:lnTo>
                    <a:pt x="2151597" y="2725042"/>
                  </a:lnTo>
                  <a:lnTo>
                    <a:pt x="2140448" y="2725042"/>
                  </a:lnTo>
                  <a:lnTo>
                    <a:pt x="2129300" y="2725042"/>
                  </a:lnTo>
                  <a:lnTo>
                    <a:pt x="2118152" y="2725042"/>
                  </a:lnTo>
                  <a:lnTo>
                    <a:pt x="2107004" y="2725042"/>
                  </a:lnTo>
                  <a:lnTo>
                    <a:pt x="2095856" y="2725042"/>
                  </a:lnTo>
                  <a:lnTo>
                    <a:pt x="2084708" y="2725042"/>
                  </a:lnTo>
                  <a:lnTo>
                    <a:pt x="2073559" y="2725042"/>
                  </a:lnTo>
                  <a:lnTo>
                    <a:pt x="2062411" y="2725042"/>
                  </a:lnTo>
                  <a:lnTo>
                    <a:pt x="2051263" y="2725042"/>
                  </a:lnTo>
                  <a:lnTo>
                    <a:pt x="2040115" y="2725042"/>
                  </a:lnTo>
                  <a:lnTo>
                    <a:pt x="2028967" y="2725042"/>
                  </a:lnTo>
                  <a:lnTo>
                    <a:pt x="2017818" y="2725042"/>
                  </a:lnTo>
                  <a:lnTo>
                    <a:pt x="2006670" y="2725042"/>
                  </a:lnTo>
                  <a:lnTo>
                    <a:pt x="1995522" y="2725042"/>
                  </a:lnTo>
                  <a:lnTo>
                    <a:pt x="1984374" y="2725042"/>
                  </a:lnTo>
                  <a:lnTo>
                    <a:pt x="1973226" y="2725042"/>
                  </a:lnTo>
                  <a:lnTo>
                    <a:pt x="1962078" y="2725042"/>
                  </a:lnTo>
                  <a:lnTo>
                    <a:pt x="1950929" y="2725042"/>
                  </a:lnTo>
                  <a:lnTo>
                    <a:pt x="1939781" y="2725042"/>
                  </a:lnTo>
                  <a:lnTo>
                    <a:pt x="1928633" y="2725042"/>
                  </a:lnTo>
                  <a:lnTo>
                    <a:pt x="1917485" y="2725042"/>
                  </a:lnTo>
                  <a:lnTo>
                    <a:pt x="1906337" y="2725042"/>
                  </a:lnTo>
                  <a:lnTo>
                    <a:pt x="1895189" y="2725042"/>
                  </a:lnTo>
                  <a:lnTo>
                    <a:pt x="1884040" y="2725042"/>
                  </a:lnTo>
                  <a:lnTo>
                    <a:pt x="1872892" y="2725042"/>
                  </a:lnTo>
                  <a:lnTo>
                    <a:pt x="1861744" y="2725042"/>
                  </a:lnTo>
                  <a:lnTo>
                    <a:pt x="1850596" y="2725042"/>
                  </a:lnTo>
                  <a:lnTo>
                    <a:pt x="1839448" y="2725042"/>
                  </a:lnTo>
                  <a:lnTo>
                    <a:pt x="1828300" y="2725042"/>
                  </a:lnTo>
                  <a:lnTo>
                    <a:pt x="1817151" y="2725042"/>
                  </a:lnTo>
                  <a:lnTo>
                    <a:pt x="1806003" y="2725042"/>
                  </a:lnTo>
                  <a:lnTo>
                    <a:pt x="1794855" y="2725042"/>
                  </a:lnTo>
                  <a:lnTo>
                    <a:pt x="1783707" y="2725042"/>
                  </a:lnTo>
                  <a:lnTo>
                    <a:pt x="1772559" y="2725042"/>
                  </a:lnTo>
                  <a:lnTo>
                    <a:pt x="1761411" y="2725042"/>
                  </a:lnTo>
                  <a:lnTo>
                    <a:pt x="1750262" y="2725042"/>
                  </a:lnTo>
                  <a:lnTo>
                    <a:pt x="1739114" y="2725042"/>
                  </a:lnTo>
                  <a:lnTo>
                    <a:pt x="1727966" y="2725042"/>
                  </a:lnTo>
                  <a:lnTo>
                    <a:pt x="1716818" y="2725042"/>
                  </a:lnTo>
                  <a:lnTo>
                    <a:pt x="1705670" y="2725042"/>
                  </a:lnTo>
                  <a:lnTo>
                    <a:pt x="1694522" y="2725042"/>
                  </a:lnTo>
                  <a:lnTo>
                    <a:pt x="1683373" y="2725042"/>
                  </a:lnTo>
                  <a:lnTo>
                    <a:pt x="1672225" y="2725042"/>
                  </a:lnTo>
                  <a:lnTo>
                    <a:pt x="1661077" y="2725042"/>
                  </a:lnTo>
                  <a:lnTo>
                    <a:pt x="1649929" y="2725042"/>
                  </a:lnTo>
                  <a:lnTo>
                    <a:pt x="1638781" y="2725042"/>
                  </a:lnTo>
                  <a:lnTo>
                    <a:pt x="1627633" y="2725042"/>
                  </a:lnTo>
                  <a:lnTo>
                    <a:pt x="1616484" y="2725042"/>
                  </a:lnTo>
                  <a:lnTo>
                    <a:pt x="1605336" y="2725042"/>
                  </a:lnTo>
                  <a:lnTo>
                    <a:pt x="1594188" y="2725042"/>
                  </a:lnTo>
                  <a:lnTo>
                    <a:pt x="1583040" y="2725042"/>
                  </a:lnTo>
                  <a:lnTo>
                    <a:pt x="1571892" y="2725042"/>
                  </a:lnTo>
                  <a:lnTo>
                    <a:pt x="1560743" y="2725042"/>
                  </a:lnTo>
                  <a:lnTo>
                    <a:pt x="1549595" y="2725042"/>
                  </a:lnTo>
                  <a:lnTo>
                    <a:pt x="1538447" y="2725042"/>
                  </a:lnTo>
                  <a:lnTo>
                    <a:pt x="1527299" y="2725042"/>
                  </a:lnTo>
                  <a:lnTo>
                    <a:pt x="1516151" y="2725042"/>
                  </a:lnTo>
                  <a:lnTo>
                    <a:pt x="1505003" y="2725042"/>
                  </a:lnTo>
                  <a:lnTo>
                    <a:pt x="1493854" y="2725042"/>
                  </a:lnTo>
                  <a:lnTo>
                    <a:pt x="1482706" y="2725042"/>
                  </a:lnTo>
                  <a:lnTo>
                    <a:pt x="1471558" y="2725042"/>
                  </a:lnTo>
                  <a:lnTo>
                    <a:pt x="1460410" y="2725042"/>
                  </a:lnTo>
                  <a:lnTo>
                    <a:pt x="1449262" y="2725042"/>
                  </a:lnTo>
                  <a:lnTo>
                    <a:pt x="1438114" y="2725042"/>
                  </a:lnTo>
                  <a:lnTo>
                    <a:pt x="1426965" y="2725042"/>
                  </a:lnTo>
                  <a:lnTo>
                    <a:pt x="1415817" y="2725042"/>
                  </a:lnTo>
                  <a:lnTo>
                    <a:pt x="1404669" y="2725042"/>
                  </a:lnTo>
                  <a:lnTo>
                    <a:pt x="1393521" y="2725042"/>
                  </a:lnTo>
                  <a:lnTo>
                    <a:pt x="1382373" y="2725042"/>
                  </a:lnTo>
                  <a:lnTo>
                    <a:pt x="1371225" y="2725042"/>
                  </a:lnTo>
                  <a:lnTo>
                    <a:pt x="1360076" y="2725042"/>
                  </a:lnTo>
                  <a:lnTo>
                    <a:pt x="1348928" y="2725042"/>
                  </a:lnTo>
                  <a:lnTo>
                    <a:pt x="1337780" y="2725042"/>
                  </a:lnTo>
                  <a:lnTo>
                    <a:pt x="1326632" y="2725042"/>
                  </a:lnTo>
                  <a:lnTo>
                    <a:pt x="1315484" y="2725042"/>
                  </a:lnTo>
                  <a:lnTo>
                    <a:pt x="1304336" y="2725042"/>
                  </a:lnTo>
                  <a:lnTo>
                    <a:pt x="1293187" y="2725042"/>
                  </a:lnTo>
                  <a:lnTo>
                    <a:pt x="1282039" y="2725042"/>
                  </a:lnTo>
                  <a:lnTo>
                    <a:pt x="1270891" y="2725042"/>
                  </a:lnTo>
                  <a:lnTo>
                    <a:pt x="1259743" y="2725042"/>
                  </a:lnTo>
                  <a:lnTo>
                    <a:pt x="1248595" y="2725042"/>
                  </a:lnTo>
                  <a:lnTo>
                    <a:pt x="1237447" y="2725042"/>
                  </a:lnTo>
                  <a:lnTo>
                    <a:pt x="1226298" y="2725042"/>
                  </a:lnTo>
                  <a:lnTo>
                    <a:pt x="1215150" y="2725042"/>
                  </a:lnTo>
                  <a:lnTo>
                    <a:pt x="1204002" y="2725042"/>
                  </a:lnTo>
                  <a:lnTo>
                    <a:pt x="1192854" y="2725042"/>
                  </a:lnTo>
                  <a:lnTo>
                    <a:pt x="1181706" y="2725042"/>
                  </a:lnTo>
                  <a:lnTo>
                    <a:pt x="1170557" y="2725042"/>
                  </a:lnTo>
                  <a:lnTo>
                    <a:pt x="1159409" y="2725042"/>
                  </a:lnTo>
                  <a:lnTo>
                    <a:pt x="1148261" y="2725042"/>
                  </a:lnTo>
                  <a:lnTo>
                    <a:pt x="1137113" y="2725042"/>
                  </a:lnTo>
                  <a:lnTo>
                    <a:pt x="1125965" y="2725042"/>
                  </a:lnTo>
                  <a:lnTo>
                    <a:pt x="1114817" y="2725042"/>
                  </a:lnTo>
                  <a:lnTo>
                    <a:pt x="1103668" y="2725042"/>
                  </a:lnTo>
                  <a:lnTo>
                    <a:pt x="1092520" y="2725042"/>
                  </a:lnTo>
                  <a:lnTo>
                    <a:pt x="1081372" y="2725042"/>
                  </a:lnTo>
                  <a:lnTo>
                    <a:pt x="1070224" y="2725042"/>
                  </a:lnTo>
                  <a:lnTo>
                    <a:pt x="1059076" y="2725042"/>
                  </a:lnTo>
                  <a:lnTo>
                    <a:pt x="1047928" y="2725042"/>
                  </a:lnTo>
                  <a:lnTo>
                    <a:pt x="1036779" y="2725042"/>
                  </a:lnTo>
                  <a:lnTo>
                    <a:pt x="1025631" y="2725042"/>
                  </a:lnTo>
                  <a:lnTo>
                    <a:pt x="1014483" y="2725042"/>
                  </a:lnTo>
                  <a:lnTo>
                    <a:pt x="1003335" y="2725042"/>
                  </a:lnTo>
                  <a:lnTo>
                    <a:pt x="992187" y="2725042"/>
                  </a:lnTo>
                  <a:lnTo>
                    <a:pt x="981039" y="2725042"/>
                  </a:lnTo>
                  <a:lnTo>
                    <a:pt x="969890" y="2725042"/>
                  </a:lnTo>
                  <a:lnTo>
                    <a:pt x="958742" y="2725042"/>
                  </a:lnTo>
                  <a:lnTo>
                    <a:pt x="947594" y="2725042"/>
                  </a:lnTo>
                  <a:lnTo>
                    <a:pt x="936446" y="2725042"/>
                  </a:lnTo>
                  <a:lnTo>
                    <a:pt x="925298" y="2725042"/>
                  </a:lnTo>
                  <a:lnTo>
                    <a:pt x="914150" y="2725042"/>
                  </a:lnTo>
                  <a:lnTo>
                    <a:pt x="903001" y="2725042"/>
                  </a:lnTo>
                  <a:lnTo>
                    <a:pt x="891853" y="2725042"/>
                  </a:lnTo>
                  <a:lnTo>
                    <a:pt x="880705" y="2725042"/>
                  </a:lnTo>
                  <a:lnTo>
                    <a:pt x="869557" y="2725042"/>
                  </a:lnTo>
                  <a:lnTo>
                    <a:pt x="858409" y="2725042"/>
                  </a:lnTo>
                  <a:lnTo>
                    <a:pt x="847261" y="2725042"/>
                  </a:lnTo>
                  <a:lnTo>
                    <a:pt x="836112" y="2725042"/>
                  </a:lnTo>
                  <a:lnTo>
                    <a:pt x="824964" y="2725042"/>
                  </a:lnTo>
                  <a:lnTo>
                    <a:pt x="813816" y="2725042"/>
                  </a:lnTo>
                  <a:lnTo>
                    <a:pt x="802668" y="2725042"/>
                  </a:lnTo>
                  <a:lnTo>
                    <a:pt x="791520" y="2725042"/>
                  </a:lnTo>
                  <a:lnTo>
                    <a:pt x="780371" y="2725042"/>
                  </a:lnTo>
                  <a:lnTo>
                    <a:pt x="769223" y="2725042"/>
                  </a:lnTo>
                  <a:lnTo>
                    <a:pt x="758075" y="2725042"/>
                  </a:lnTo>
                  <a:lnTo>
                    <a:pt x="746927" y="2725042"/>
                  </a:lnTo>
                  <a:lnTo>
                    <a:pt x="735779" y="2725042"/>
                  </a:lnTo>
                  <a:lnTo>
                    <a:pt x="724631" y="2725042"/>
                  </a:lnTo>
                  <a:lnTo>
                    <a:pt x="713482" y="2725042"/>
                  </a:lnTo>
                  <a:lnTo>
                    <a:pt x="702334" y="2725042"/>
                  </a:lnTo>
                  <a:lnTo>
                    <a:pt x="691186" y="2725042"/>
                  </a:lnTo>
                  <a:lnTo>
                    <a:pt x="680038" y="2725042"/>
                  </a:lnTo>
                  <a:lnTo>
                    <a:pt x="668890" y="2725042"/>
                  </a:lnTo>
                  <a:lnTo>
                    <a:pt x="657742" y="2725042"/>
                  </a:lnTo>
                  <a:lnTo>
                    <a:pt x="646593" y="2725042"/>
                  </a:lnTo>
                  <a:lnTo>
                    <a:pt x="635445" y="2725042"/>
                  </a:lnTo>
                  <a:lnTo>
                    <a:pt x="624297" y="2725042"/>
                  </a:lnTo>
                  <a:lnTo>
                    <a:pt x="613149" y="2725042"/>
                  </a:lnTo>
                  <a:lnTo>
                    <a:pt x="602001" y="2725042"/>
                  </a:lnTo>
                  <a:lnTo>
                    <a:pt x="590853" y="2725042"/>
                  </a:lnTo>
                  <a:lnTo>
                    <a:pt x="579704" y="2725042"/>
                  </a:lnTo>
                  <a:lnTo>
                    <a:pt x="568556" y="2725042"/>
                  </a:lnTo>
                  <a:lnTo>
                    <a:pt x="557408" y="2725042"/>
                  </a:lnTo>
                  <a:lnTo>
                    <a:pt x="546260" y="2725042"/>
                  </a:lnTo>
                  <a:lnTo>
                    <a:pt x="535112" y="2725042"/>
                  </a:lnTo>
                  <a:lnTo>
                    <a:pt x="523964" y="2725042"/>
                  </a:lnTo>
                  <a:lnTo>
                    <a:pt x="512815" y="2725042"/>
                  </a:lnTo>
                  <a:lnTo>
                    <a:pt x="501667" y="2725042"/>
                  </a:lnTo>
                  <a:lnTo>
                    <a:pt x="490519" y="2725042"/>
                  </a:lnTo>
                  <a:lnTo>
                    <a:pt x="479371" y="2725042"/>
                  </a:lnTo>
                  <a:lnTo>
                    <a:pt x="468223" y="2725042"/>
                  </a:lnTo>
                  <a:lnTo>
                    <a:pt x="457075" y="2725042"/>
                  </a:lnTo>
                  <a:lnTo>
                    <a:pt x="445926" y="2725042"/>
                  </a:lnTo>
                  <a:lnTo>
                    <a:pt x="434778" y="2725042"/>
                  </a:lnTo>
                  <a:lnTo>
                    <a:pt x="423630" y="2725042"/>
                  </a:lnTo>
                  <a:lnTo>
                    <a:pt x="412482" y="2725042"/>
                  </a:lnTo>
                  <a:lnTo>
                    <a:pt x="401334" y="2725042"/>
                  </a:lnTo>
                  <a:lnTo>
                    <a:pt x="390185" y="2725042"/>
                  </a:lnTo>
                  <a:lnTo>
                    <a:pt x="379037" y="2725042"/>
                  </a:lnTo>
                  <a:lnTo>
                    <a:pt x="367889" y="2725042"/>
                  </a:lnTo>
                  <a:lnTo>
                    <a:pt x="356741" y="2725042"/>
                  </a:lnTo>
                  <a:lnTo>
                    <a:pt x="345593" y="2725042"/>
                  </a:lnTo>
                  <a:lnTo>
                    <a:pt x="334445" y="2725042"/>
                  </a:lnTo>
                  <a:lnTo>
                    <a:pt x="323296" y="2725042"/>
                  </a:lnTo>
                  <a:lnTo>
                    <a:pt x="312148" y="2725042"/>
                  </a:lnTo>
                  <a:lnTo>
                    <a:pt x="301000" y="2725042"/>
                  </a:lnTo>
                  <a:lnTo>
                    <a:pt x="289852" y="2725042"/>
                  </a:lnTo>
                  <a:lnTo>
                    <a:pt x="278704" y="2725042"/>
                  </a:lnTo>
                  <a:lnTo>
                    <a:pt x="267556" y="2725042"/>
                  </a:lnTo>
                  <a:lnTo>
                    <a:pt x="256407" y="2725042"/>
                  </a:lnTo>
                  <a:lnTo>
                    <a:pt x="245259" y="2725042"/>
                  </a:lnTo>
                  <a:lnTo>
                    <a:pt x="234111" y="2725042"/>
                  </a:lnTo>
                  <a:lnTo>
                    <a:pt x="222963" y="2725042"/>
                  </a:lnTo>
                  <a:lnTo>
                    <a:pt x="211815" y="2725042"/>
                  </a:lnTo>
                  <a:lnTo>
                    <a:pt x="200667" y="2725042"/>
                  </a:lnTo>
                  <a:lnTo>
                    <a:pt x="189518" y="2725042"/>
                  </a:lnTo>
                  <a:lnTo>
                    <a:pt x="178370" y="2725042"/>
                  </a:lnTo>
                  <a:lnTo>
                    <a:pt x="167222" y="2725042"/>
                  </a:lnTo>
                  <a:lnTo>
                    <a:pt x="156074" y="2725042"/>
                  </a:lnTo>
                  <a:lnTo>
                    <a:pt x="144926" y="2725042"/>
                  </a:lnTo>
                  <a:lnTo>
                    <a:pt x="133778" y="2725042"/>
                  </a:lnTo>
                  <a:lnTo>
                    <a:pt x="122629" y="2725042"/>
                  </a:lnTo>
                  <a:lnTo>
                    <a:pt x="111481" y="2725042"/>
                  </a:lnTo>
                  <a:lnTo>
                    <a:pt x="100333" y="2725042"/>
                  </a:lnTo>
                  <a:lnTo>
                    <a:pt x="89185" y="2725042"/>
                  </a:lnTo>
                  <a:lnTo>
                    <a:pt x="78037" y="2725042"/>
                  </a:lnTo>
                  <a:lnTo>
                    <a:pt x="66889" y="2725042"/>
                  </a:lnTo>
                  <a:lnTo>
                    <a:pt x="55740" y="2725042"/>
                  </a:lnTo>
                  <a:lnTo>
                    <a:pt x="44592" y="2725042"/>
                  </a:lnTo>
                  <a:lnTo>
                    <a:pt x="33444" y="2725042"/>
                  </a:lnTo>
                  <a:lnTo>
                    <a:pt x="22296" y="2725042"/>
                  </a:lnTo>
                  <a:lnTo>
                    <a:pt x="11148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554623" y="2822583"/>
              <a:ext cx="5696715" cy="2698141"/>
            </a:xfrm>
            <a:custGeom>
              <a:avLst/>
              <a:pathLst>
                <a:path w="5696715" h="2698141">
                  <a:moveTo>
                    <a:pt x="0" y="2625284"/>
                  </a:moveTo>
                  <a:lnTo>
                    <a:pt x="11148" y="2619955"/>
                  </a:lnTo>
                  <a:lnTo>
                    <a:pt x="22296" y="2614470"/>
                  </a:lnTo>
                  <a:lnTo>
                    <a:pt x="33444" y="2608817"/>
                  </a:lnTo>
                  <a:lnTo>
                    <a:pt x="44592" y="2602945"/>
                  </a:lnTo>
                  <a:lnTo>
                    <a:pt x="55740" y="2596926"/>
                  </a:lnTo>
                  <a:lnTo>
                    <a:pt x="66889" y="2590761"/>
                  </a:lnTo>
                  <a:lnTo>
                    <a:pt x="78037" y="2584440"/>
                  </a:lnTo>
                  <a:lnTo>
                    <a:pt x="89185" y="2577930"/>
                  </a:lnTo>
                  <a:lnTo>
                    <a:pt x="100333" y="2571295"/>
                  </a:lnTo>
                  <a:lnTo>
                    <a:pt x="111481" y="2564538"/>
                  </a:lnTo>
                  <a:lnTo>
                    <a:pt x="122629" y="2557651"/>
                  </a:lnTo>
                  <a:lnTo>
                    <a:pt x="133778" y="2550622"/>
                  </a:lnTo>
                  <a:lnTo>
                    <a:pt x="144926" y="2543501"/>
                  </a:lnTo>
                  <a:lnTo>
                    <a:pt x="156074" y="2536295"/>
                  </a:lnTo>
                  <a:lnTo>
                    <a:pt x="167222" y="2529001"/>
                  </a:lnTo>
                  <a:lnTo>
                    <a:pt x="178370" y="2521623"/>
                  </a:lnTo>
                  <a:lnTo>
                    <a:pt x="189518" y="2514199"/>
                  </a:lnTo>
                  <a:lnTo>
                    <a:pt x="200667" y="2506734"/>
                  </a:lnTo>
                  <a:lnTo>
                    <a:pt x="211815" y="2499235"/>
                  </a:lnTo>
                  <a:lnTo>
                    <a:pt x="222963" y="2491719"/>
                  </a:lnTo>
                  <a:lnTo>
                    <a:pt x="234111" y="2484205"/>
                  </a:lnTo>
                  <a:lnTo>
                    <a:pt x="245259" y="2476699"/>
                  </a:lnTo>
                  <a:lnTo>
                    <a:pt x="256407" y="2469218"/>
                  </a:lnTo>
                  <a:lnTo>
                    <a:pt x="267556" y="2461782"/>
                  </a:lnTo>
                  <a:lnTo>
                    <a:pt x="278704" y="2454394"/>
                  </a:lnTo>
                  <a:lnTo>
                    <a:pt x="289852" y="2447058"/>
                  </a:lnTo>
                  <a:lnTo>
                    <a:pt x="301000" y="2439799"/>
                  </a:lnTo>
                  <a:lnTo>
                    <a:pt x="312148" y="2432634"/>
                  </a:lnTo>
                  <a:lnTo>
                    <a:pt x="323296" y="2425548"/>
                  </a:lnTo>
                  <a:lnTo>
                    <a:pt x="334445" y="2418546"/>
                  </a:lnTo>
                  <a:lnTo>
                    <a:pt x="345593" y="2411655"/>
                  </a:lnTo>
                  <a:lnTo>
                    <a:pt x="356741" y="2404878"/>
                  </a:lnTo>
                  <a:lnTo>
                    <a:pt x="367889" y="2398192"/>
                  </a:lnTo>
                  <a:lnTo>
                    <a:pt x="379037" y="2391598"/>
                  </a:lnTo>
                  <a:lnTo>
                    <a:pt x="390185" y="2385117"/>
                  </a:lnTo>
                  <a:lnTo>
                    <a:pt x="401334" y="2378737"/>
                  </a:lnTo>
                  <a:lnTo>
                    <a:pt x="412482" y="2372433"/>
                  </a:lnTo>
                  <a:lnTo>
                    <a:pt x="423630" y="2366198"/>
                  </a:lnTo>
                  <a:lnTo>
                    <a:pt x="434778" y="2360041"/>
                  </a:lnTo>
                  <a:lnTo>
                    <a:pt x="445926" y="2353934"/>
                  </a:lnTo>
                  <a:lnTo>
                    <a:pt x="457075" y="2347857"/>
                  </a:lnTo>
                  <a:lnTo>
                    <a:pt x="468223" y="2341798"/>
                  </a:lnTo>
                  <a:lnTo>
                    <a:pt x="479371" y="2335739"/>
                  </a:lnTo>
                  <a:lnTo>
                    <a:pt x="490519" y="2329650"/>
                  </a:lnTo>
                  <a:lnTo>
                    <a:pt x="501667" y="2323517"/>
                  </a:lnTo>
                  <a:lnTo>
                    <a:pt x="512815" y="2317326"/>
                  </a:lnTo>
                  <a:lnTo>
                    <a:pt x="523964" y="2311020"/>
                  </a:lnTo>
                  <a:lnTo>
                    <a:pt x="535112" y="2304585"/>
                  </a:lnTo>
                  <a:lnTo>
                    <a:pt x="546260" y="2298014"/>
                  </a:lnTo>
                  <a:lnTo>
                    <a:pt x="557408" y="2291294"/>
                  </a:lnTo>
                  <a:lnTo>
                    <a:pt x="568556" y="2284324"/>
                  </a:lnTo>
                  <a:lnTo>
                    <a:pt x="579704" y="2277120"/>
                  </a:lnTo>
                  <a:lnTo>
                    <a:pt x="590853" y="2269687"/>
                  </a:lnTo>
                  <a:lnTo>
                    <a:pt x="602001" y="2262010"/>
                  </a:lnTo>
                  <a:lnTo>
                    <a:pt x="613149" y="2253948"/>
                  </a:lnTo>
                  <a:lnTo>
                    <a:pt x="624297" y="2245563"/>
                  </a:lnTo>
                  <a:lnTo>
                    <a:pt x="635445" y="2236866"/>
                  </a:lnTo>
                  <a:lnTo>
                    <a:pt x="646593" y="2227846"/>
                  </a:lnTo>
                  <a:lnTo>
                    <a:pt x="657742" y="2218327"/>
                  </a:lnTo>
                  <a:lnTo>
                    <a:pt x="668890" y="2208425"/>
                  </a:lnTo>
                  <a:lnTo>
                    <a:pt x="680038" y="2198154"/>
                  </a:lnTo>
                  <a:lnTo>
                    <a:pt x="691186" y="2187507"/>
                  </a:lnTo>
                  <a:lnTo>
                    <a:pt x="702334" y="2176291"/>
                  </a:lnTo>
                  <a:lnTo>
                    <a:pt x="713482" y="2164670"/>
                  </a:lnTo>
                  <a:lnTo>
                    <a:pt x="724631" y="2152658"/>
                  </a:lnTo>
                  <a:lnTo>
                    <a:pt x="735779" y="2140255"/>
                  </a:lnTo>
                  <a:lnTo>
                    <a:pt x="746927" y="2127264"/>
                  </a:lnTo>
                  <a:lnTo>
                    <a:pt x="758075" y="2113888"/>
                  </a:lnTo>
                  <a:lnTo>
                    <a:pt x="769223" y="2100135"/>
                  </a:lnTo>
                  <a:lnTo>
                    <a:pt x="780371" y="2086003"/>
                  </a:lnTo>
                  <a:lnTo>
                    <a:pt x="791520" y="2071337"/>
                  </a:lnTo>
                  <a:lnTo>
                    <a:pt x="802668" y="2056329"/>
                  </a:lnTo>
                  <a:lnTo>
                    <a:pt x="813816" y="2040989"/>
                  </a:lnTo>
                  <a:lnTo>
                    <a:pt x="824964" y="2025313"/>
                  </a:lnTo>
                  <a:lnTo>
                    <a:pt x="836112" y="2009195"/>
                  </a:lnTo>
                  <a:lnTo>
                    <a:pt x="847261" y="1992798"/>
                  </a:lnTo>
                  <a:lnTo>
                    <a:pt x="858409" y="1976132"/>
                  </a:lnTo>
                  <a:lnTo>
                    <a:pt x="869557" y="1959192"/>
                  </a:lnTo>
                  <a:lnTo>
                    <a:pt x="880705" y="1941914"/>
                  </a:lnTo>
                  <a:lnTo>
                    <a:pt x="891853" y="1924423"/>
                  </a:lnTo>
                  <a:lnTo>
                    <a:pt x="903001" y="1906726"/>
                  </a:lnTo>
                  <a:lnTo>
                    <a:pt x="914150" y="1888817"/>
                  </a:lnTo>
                  <a:lnTo>
                    <a:pt x="925298" y="1870660"/>
                  </a:lnTo>
                  <a:lnTo>
                    <a:pt x="936446" y="1852340"/>
                  </a:lnTo>
                  <a:lnTo>
                    <a:pt x="947594" y="1833864"/>
                  </a:lnTo>
                  <a:lnTo>
                    <a:pt x="958742" y="1815219"/>
                  </a:lnTo>
                  <a:lnTo>
                    <a:pt x="969890" y="1796376"/>
                  </a:lnTo>
                  <a:lnTo>
                    <a:pt x="981039" y="1777396"/>
                  </a:lnTo>
                  <a:lnTo>
                    <a:pt x="992187" y="1758278"/>
                  </a:lnTo>
                  <a:lnTo>
                    <a:pt x="1003335" y="1739001"/>
                  </a:lnTo>
                  <a:lnTo>
                    <a:pt x="1014483" y="1719532"/>
                  </a:lnTo>
                  <a:lnTo>
                    <a:pt x="1025631" y="1699917"/>
                  </a:lnTo>
                  <a:lnTo>
                    <a:pt x="1036779" y="1680149"/>
                  </a:lnTo>
                  <a:lnTo>
                    <a:pt x="1047928" y="1660195"/>
                  </a:lnTo>
                  <a:lnTo>
                    <a:pt x="1059076" y="1640011"/>
                  </a:lnTo>
                  <a:lnTo>
                    <a:pt x="1070224" y="1619643"/>
                  </a:lnTo>
                  <a:lnTo>
                    <a:pt x="1081372" y="1599082"/>
                  </a:lnTo>
                  <a:lnTo>
                    <a:pt x="1092520" y="1578274"/>
                  </a:lnTo>
                  <a:lnTo>
                    <a:pt x="1103668" y="1557176"/>
                  </a:lnTo>
                  <a:lnTo>
                    <a:pt x="1114817" y="1535841"/>
                  </a:lnTo>
                  <a:lnTo>
                    <a:pt x="1125965" y="1514262"/>
                  </a:lnTo>
                  <a:lnTo>
                    <a:pt x="1137113" y="1492364"/>
                  </a:lnTo>
                  <a:lnTo>
                    <a:pt x="1148261" y="1470118"/>
                  </a:lnTo>
                  <a:lnTo>
                    <a:pt x="1159409" y="1447590"/>
                  </a:lnTo>
                  <a:lnTo>
                    <a:pt x="1170557" y="1424774"/>
                  </a:lnTo>
                  <a:lnTo>
                    <a:pt x="1181706" y="1401587"/>
                  </a:lnTo>
                  <a:lnTo>
                    <a:pt x="1192854" y="1378026"/>
                  </a:lnTo>
                  <a:lnTo>
                    <a:pt x="1204002" y="1354166"/>
                  </a:lnTo>
                  <a:lnTo>
                    <a:pt x="1215150" y="1330008"/>
                  </a:lnTo>
                  <a:lnTo>
                    <a:pt x="1226298" y="1305473"/>
                  </a:lnTo>
                  <a:lnTo>
                    <a:pt x="1237447" y="1280595"/>
                  </a:lnTo>
                  <a:lnTo>
                    <a:pt x="1248595" y="1255449"/>
                  </a:lnTo>
                  <a:lnTo>
                    <a:pt x="1259743" y="1230047"/>
                  </a:lnTo>
                  <a:lnTo>
                    <a:pt x="1270891" y="1204332"/>
                  </a:lnTo>
                  <a:lnTo>
                    <a:pt x="1282039" y="1178373"/>
                  </a:lnTo>
                  <a:lnTo>
                    <a:pt x="1293187" y="1152234"/>
                  </a:lnTo>
                  <a:lnTo>
                    <a:pt x="1304336" y="1125937"/>
                  </a:lnTo>
                  <a:lnTo>
                    <a:pt x="1315484" y="1099476"/>
                  </a:lnTo>
                  <a:lnTo>
                    <a:pt x="1326632" y="1072932"/>
                  </a:lnTo>
                  <a:lnTo>
                    <a:pt x="1337780" y="1046352"/>
                  </a:lnTo>
                  <a:lnTo>
                    <a:pt x="1348928" y="1019763"/>
                  </a:lnTo>
                  <a:lnTo>
                    <a:pt x="1360076" y="993234"/>
                  </a:lnTo>
                  <a:lnTo>
                    <a:pt x="1371225" y="966825"/>
                  </a:lnTo>
                  <a:lnTo>
                    <a:pt x="1382373" y="940563"/>
                  </a:lnTo>
                  <a:lnTo>
                    <a:pt x="1393521" y="914479"/>
                  </a:lnTo>
                  <a:lnTo>
                    <a:pt x="1404669" y="888724"/>
                  </a:lnTo>
                  <a:lnTo>
                    <a:pt x="1415817" y="863307"/>
                  </a:lnTo>
                  <a:lnTo>
                    <a:pt x="1426965" y="838231"/>
                  </a:lnTo>
                  <a:lnTo>
                    <a:pt x="1438114" y="813527"/>
                  </a:lnTo>
                  <a:lnTo>
                    <a:pt x="1449262" y="789434"/>
                  </a:lnTo>
                  <a:lnTo>
                    <a:pt x="1460410" y="765871"/>
                  </a:lnTo>
                  <a:lnTo>
                    <a:pt x="1471558" y="742826"/>
                  </a:lnTo>
                  <a:lnTo>
                    <a:pt x="1482706" y="720324"/>
                  </a:lnTo>
                  <a:lnTo>
                    <a:pt x="1493854" y="698676"/>
                  </a:lnTo>
                  <a:lnTo>
                    <a:pt x="1505003" y="677698"/>
                  </a:lnTo>
                  <a:lnTo>
                    <a:pt x="1516151" y="657367"/>
                  </a:lnTo>
                  <a:lnTo>
                    <a:pt x="1527299" y="637702"/>
                  </a:lnTo>
                  <a:lnTo>
                    <a:pt x="1538447" y="619054"/>
                  </a:lnTo>
                  <a:lnTo>
                    <a:pt x="1549595" y="601139"/>
                  </a:lnTo>
                  <a:lnTo>
                    <a:pt x="1560743" y="583935"/>
                  </a:lnTo>
                  <a:lnTo>
                    <a:pt x="1571892" y="567446"/>
                  </a:lnTo>
                  <a:lnTo>
                    <a:pt x="1583040" y="552032"/>
                  </a:lnTo>
                  <a:lnTo>
                    <a:pt x="1594188" y="537331"/>
                  </a:lnTo>
                  <a:lnTo>
                    <a:pt x="1605336" y="523327"/>
                  </a:lnTo>
                  <a:lnTo>
                    <a:pt x="1616484" y="510022"/>
                  </a:lnTo>
                  <a:lnTo>
                    <a:pt x="1627633" y="497709"/>
                  </a:lnTo>
                  <a:lnTo>
                    <a:pt x="1638781" y="486024"/>
                  </a:lnTo>
                  <a:lnTo>
                    <a:pt x="1649929" y="474950"/>
                  </a:lnTo>
                  <a:lnTo>
                    <a:pt x="1661077" y="464490"/>
                  </a:lnTo>
                  <a:lnTo>
                    <a:pt x="1672225" y="454826"/>
                  </a:lnTo>
                  <a:lnTo>
                    <a:pt x="1683373" y="445655"/>
                  </a:lnTo>
                  <a:lnTo>
                    <a:pt x="1694522" y="436949"/>
                  </a:lnTo>
                  <a:lnTo>
                    <a:pt x="1705670" y="428708"/>
                  </a:lnTo>
                  <a:lnTo>
                    <a:pt x="1716818" y="421008"/>
                  </a:lnTo>
                  <a:lnTo>
                    <a:pt x="1727966" y="413626"/>
                  </a:lnTo>
                  <a:lnTo>
                    <a:pt x="1739114" y="406531"/>
                  </a:lnTo>
                  <a:lnTo>
                    <a:pt x="1750262" y="399712"/>
                  </a:lnTo>
                  <a:lnTo>
                    <a:pt x="1761411" y="393159"/>
                  </a:lnTo>
                  <a:lnTo>
                    <a:pt x="1772559" y="386738"/>
                  </a:lnTo>
                  <a:lnTo>
                    <a:pt x="1783707" y="380420"/>
                  </a:lnTo>
                  <a:lnTo>
                    <a:pt x="1794855" y="374176"/>
                  </a:lnTo>
                  <a:lnTo>
                    <a:pt x="1806003" y="367945"/>
                  </a:lnTo>
                  <a:lnTo>
                    <a:pt x="1817151" y="361675"/>
                  </a:lnTo>
                  <a:lnTo>
                    <a:pt x="1828300" y="355342"/>
                  </a:lnTo>
                  <a:lnTo>
                    <a:pt x="1839448" y="348901"/>
                  </a:lnTo>
                  <a:lnTo>
                    <a:pt x="1850596" y="342270"/>
                  </a:lnTo>
                  <a:lnTo>
                    <a:pt x="1861744" y="335468"/>
                  </a:lnTo>
                  <a:lnTo>
                    <a:pt x="1872892" y="328476"/>
                  </a:lnTo>
                  <a:lnTo>
                    <a:pt x="1884040" y="321236"/>
                  </a:lnTo>
                  <a:lnTo>
                    <a:pt x="1895189" y="313679"/>
                  </a:lnTo>
                  <a:lnTo>
                    <a:pt x="1906337" y="305868"/>
                  </a:lnTo>
                  <a:lnTo>
                    <a:pt x="1917485" y="297796"/>
                  </a:lnTo>
                  <a:lnTo>
                    <a:pt x="1928633" y="289398"/>
                  </a:lnTo>
                  <a:lnTo>
                    <a:pt x="1939781" y="280639"/>
                  </a:lnTo>
                  <a:lnTo>
                    <a:pt x="1950929" y="271604"/>
                  </a:lnTo>
                  <a:lnTo>
                    <a:pt x="1962078" y="262296"/>
                  </a:lnTo>
                  <a:lnTo>
                    <a:pt x="1973226" y="252660"/>
                  </a:lnTo>
                  <a:lnTo>
                    <a:pt x="1984374" y="242700"/>
                  </a:lnTo>
                  <a:lnTo>
                    <a:pt x="1995522" y="232505"/>
                  </a:lnTo>
                  <a:lnTo>
                    <a:pt x="2006670" y="222086"/>
                  </a:lnTo>
                  <a:lnTo>
                    <a:pt x="2017818" y="211414"/>
                  </a:lnTo>
                  <a:lnTo>
                    <a:pt x="2028967" y="200531"/>
                  </a:lnTo>
                  <a:lnTo>
                    <a:pt x="2040115" y="189510"/>
                  </a:lnTo>
                  <a:lnTo>
                    <a:pt x="2051263" y="178373"/>
                  </a:lnTo>
                  <a:lnTo>
                    <a:pt x="2062411" y="167131"/>
                  </a:lnTo>
                  <a:lnTo>
                    <a:pt x="2073559" y="155851"/>
                  </a:lnTo>
                  <a:lnTo>
                    <a:pt x="2084708" y="144580"/>
                  </a:lnTo>
                  <a:lnTo>
                    <a:pt x="2095856" y="133344"/>
                  </a:lnTo>
                  <a:lnTo>
                    <a:pt x="2107004" y="122217"/>
                  </a:lnTo>
                  <a:lnTo>
                    <a:pt x="2118152" y="111264"/>
                  </a:lnTo>
                  <a:lnTo>
                    <a:pt x="2129300" y="100500"/>
                  </a:lnTo>
                  <a:lnTo>
                    <a:pt x="2140448" y="89956"/>
                  </a:lnTo>
                  <a:lnTo>
                    <a:pt x="2151597" y="79781"/>
                  </a:lnTo>
                  <a:lnTo>
                    <a:pt x="2162745" y="70005"/>
                  </a:lnTo>
                  <a:lnTo>
                    <a:pt x="2173893" y="60615"/>
                  </a:lnTo>
                  <a:lnTo>
                    <a:pt x="2185041" y="51642"/>
                  </a:lnTo>
                  <a:lnTo>
                    <a:pt x="2196189" y="43315"/>
                  </a:lnTo>
                  <a:lnTo>
                    <a:pt x="2207337" y="35603"/>
                  </a:lnTo>
                  <a:lnTo>
                    <a:pt x="2218486" y="28466"/>
                  </a:lnTo>
                  <a:lnTo>
                    <a:pt x="2229634" y="21932"/>
                  </a:lnTo>
                  <a:lnTo>
                    <a:pt x="2240782" y="16309"/>
                  </a:lnTo>
                  <a:lnTo>
                    <a:pt x="2251930" y="11475"/>
                  </a:lnTo>
                  <a:lnTo>
                    <a:pt x="2263078" y="7374"/>
                  </a:lnTo>
                  <a:lnTo>
                    <a:pt x="2274226" y="4029"/>
                  </a:lnTo>
                  <a:lnTo>
                    <a:pt x="2285375" y="1807"/>
                  </a:lnTo>
                  <a:lnTo>
                    <a:pt x="2296523" y="484"/>
                  </a:lnTo>
                  <a:lnTo>
                    <a:pt x="2307671" y="0"/>
                  </a:lnTo>
                  <a:lnTo>
                    <a:pt x="2318819" y="363"/>
                  </a:lnTo>
                  <a:lnTo>
                    <a:pt x="2329967" y="1977"/>
                  </a:lnTo>
                  <a:lnTo>
                    <a:pt x="2341115" y="4519"/>
                  </a:lnTo>
                  <a:lnTo>
                    <a:pt x="2352264" y="7929"/>
                  </a:lnTo>
                  <a:lnTo>
                    <a:pt x="2363412" y="12207"/>
                  </a:lnTo>
                  <a:lnTo>
                    <a:pt x="2374560" y="17747"/>
                  </a:lnTo>
                  <a:lnTo>
                    <a:pt x="2385708" y="24153"/>
                  </a:lnTo>
                  <a:lnTo>
                    <a:pt x="2396856" y="31377"/>
                  </a:lnTo>
                  <a:lnTo>
                    <a:pt x="2408004" y="39404"/>
                  </a:lnTo>
                  <a:lnTo>
                    <a:pt x="2419153" y="48576"/>
                  </a:lnTo>
                  <a:lnTo>
                    <a:pt x="2430301" y="58472"/>
                  </a:lnTo>
                  <a:lnTo>
                    <a:pt x="2441449" y="69053"/>
                  </a:lnTo>
                  <a:lnTo>
                    <a:pt x="2452597" y="80302"/>
                  </a:lnTo>
                  <a:lnTo>
                    <a:pt x="2463745" y="92441"/>
                  </a:lnTo>
                  <a:lnTo>
                    <a:pt x="2474894" y="105104"/>
                  </a:lnTo>
                  <a:lnTo>
                    <a:pt x="2486042" y="118256"/>
                  </a:lnTo>
                  <a:lnTo>
                    <a:pt x="2497190" y="131875"/>
                  </a:lnTo>
                  <a:lnTo>
                    <a:pt x="2508338" y="146038"/>
                  </a:lnTo>
                  <a:lnTo>
                    <a:pt x="2519486" y="160492"/>
                  </a:lnTo>
                  <a:lnTo>
                    <a:pt x="2530634" y="175197"/>
                  </a:lnTo>
                  <a:lnTo>
                    <a:pt x="2541783" y="190120"/>
                  </a:lnTo>
                  <a:lnTo>
                    <a:pt x="2552931" y="205220"/>
                  </a:lnTo>
                  <a:lnTo>
                    <a:pt x="2564079" y="220366"/>
                  </a:lnTo>
                  <a:lnTo>
                    <a:pt x="2575227" y="235520"/>
                  </a:lnTo>
                  <a:lnTo>
                    <a:pt x="2586375" y="250633"/>
                  </a:lnTo>
                  <a:lnTo>
                    <a:pt x="2597523" y="265588"/>
                  </a:lnTo>
                  <a:lnTo>
                    <a:pt x="2608672" y="280370"/>
                  </a:lnTo>
                  <a:lnTo>
                    <a:pt x="2619820" y="294949"/>
                  </a:lnTo>
                  <a:lnTo>
                    <a:pt x="2630968" y="309259"/>
                  </a:lnTo>
                  <a:lnTo>
                    <a:pt x="2642116" y="323161"/>
                  </a:lnTo>
                  <a:lnTo>
                    <a:pt x="2653264" y="336732"/>
                  </a:lnTo>
                  <a:lnTo>
                    <a:pt x="2664412" y="349955"/>
                  </a:lnTo>
                  <a:lnTo>
                    <a:pt x="2675561" y="362751"/>
                  </a:lnTo>
                  <a:lnTo>
                    <a:pt x="2686709" y="375011"/>
                  </a:lnTo>
                  <a:lnTo>
                    <a:pt x="2697857" y="386868"/>
                  </a:lnTo>
                  <a:lnTo>
                    <a:pt x="2709005" y="398319"/>
                  </a:lnTo>
                  <a:lnTo>
                    <a:pt x="2720153" y="409292"/>
                  </a:lnTo>
                  <a:lnTo>
                    <a:pt x="2731301" y="419737"/>
                  </a:lnTo>
                  <a:lnTo>
                    <a:pt x="2742450" y="429805"/>
                  </a:lnTo>
                  <a:lnTo>
                    <a:pt x="2753598" y="439509"/>
                  </a:lnTo>
                  <a:lnTo>
                    <a:pt x="2764746" y="448803"/>
                  </a:lnTo>
                  <a:lnTo>
                    <a:pt x="2775894" y="457706"/>
                  </a:lnTo>
                  <a:lnTo>
                    <a:pt x="2787042" y="466353"/>
                  </a:lnTo>
                  <a:lnTo>
                    <a:pt x="2798190" y="474770"/>
                  </a:lnTo>
                  <a:lnTo>
                    <a:pt x="2809339" y="482958"/>
                  </a:lnTo>
                  <a:lnTo>
                    <a:pt x="2820487" y="490993"/>
                  </a:lnTo>
                  <a:lnTo>
                    <a:pt x="2831635" y="498966"/>
                  </a:lnTo>
                  <a:lnTo>
                    <a:pt x="2842783" y="506913"/>
                  </a:lnTo>
                  <a:lnTo>
                    <a:pt x="2853931" y="514900"/>
                  </a:lnTo>
                  <a:lnTo>
                    <a:pt x="2865080" y="523026"/>
                  </a:lnTo>
                  <a:lnTo>
                    <a:pt x="2876228" y="531325"/>
                  </a:lnTo>
                  <a:lnTo>
                    <a:pt x="2887376" y="539834"/>
                  </a:lnTo>
                  <a:lnTo>
                    <a:pt x="2898524" y="548695"/>
                  </a:lnTo>
                  <a:lnTo>
                    <a:pt x="2909672" y="557989"/>
                  </a:lnTo>
                  <a:lnTo>
                    <a:pt x="2920820" y="567688"/>
                  </a:lnTo>
                  <a:lnTo>
                    <a:pt x="2931969" y="577828"/>
                  </a:lnTo>
                  <a:lnTo>
                    <a:pt x="2943117" y="588620"/>
                  </a:lnTo>
                  <a:lnTo>
                    <a:pt x="2954265" y="600084"/>
                  </a:lnTo>
                  <a:lnTo>
                    <a:pt x="2965413" y="612147"/>
                  </a:lnTo>
                  <a:lnTo>
                    <a:pt x="2976561" y="624832"/>
                  </a:lnTo>
                  <a:lnTo>
                    <a:pt x="2987709" y="638402"/>
                  </a:lnTo>
                  <a:lnTo>
                    <a:pt x="2998858" y="652792"/>
                  </a:lnTo>
                  <a:lnTo>
                    <a:pt x="3010006" y="667898"/>
                  </a:lnTo>
                  <a:lnTo>
                    <a:pt x="3021154" y="683729"/>
                  </a:lnTo>
                  <a:lnTo>
                    <a:pt x="3032302" y="700568"/>
                  </a:lnTo>
                  <a:lnTo>
                    <a:pt x="3043450" y="718259"/>
                  </a:lnTo>
                  <a:lnTo>
                    <a:pt x="3054598" y="736688"/>
                  </a:lnTo>
                  <a:lnTo>
                    <a:pt x="3065747" y="755849"/>
                  </a:lnTo>
                  <a:lnTo>
                    <a:pt x="3076895" y="776006"/>
                  </a:lnTo>
                  <a:lnTo>
                    <a:pt x="3088043" y="796933"/>
                  </a:lnTo>
                  <a:lnTo>
                    <a:pt x="3099191" y="818523"/>
                  </a:lnTo>
                  <a:lnTo>
                    <a:pt x="3110339" y="840756"/>
                  </a:lnTo>
                  <a:lnTo>
                    <a:pt x="3121487" y="863838"/>
                  </a:lnTo>
                  <a:lnTo>
                    <a:pt x="3132636" y="887514"/>
                  </a:lnTo>
                  <a:lnTo>
                    <a:pt x="3143784" y="911697"/>
                  </a:lnTo>
                  <a:lnTo>
                    <a:pt x="3154932" y="936354"/>
                  </a:lnTo>
                  <a:lnTo>
                    <a:pt x="3166080" y="961605"/>
                  </a:lnTo>
                  <a:lnTo>
                    <a:pt x="3177228" y="987216"/>
                  </a:lnTo>
                  <a:lnTo>
                    <a:pt x="3188376" y="1013123"/>
                  </a:lnTo>
                  <a:lnTo>
                    <a:pt x="3199525" y="1039287"/>
                  </a:lnTo>
                  <a:lnTo>
                    <a:pt x="3210673" y="1065723"/>
                  </a:lnTo>
                  <a:lnTo>
                    <a:pt x="3221821" y="1092271"/>
                  </a:lnTo>
                  <a:lnTo>
                    <a:pt x="3232969" y="1118884"/>
                  </a:lnTo>
                  <a:lnTo>
                    <a:pt x="3244117" y="1145527"/>
                  </a:lnTo>
                  <a:lnTo>
                    <a:pt x="3255266" y="1172105"/>
                  </a:lnTo>
                  <a:lnTo>
                    <a:pt x="3266414" y="1198568"/>
                  </a:lnTo>
                  <a:lnTo>
                    <a:pt x="3277562" y="1224885"/>
                  </a:lnTo>
                  <a:lnTo>
                    <a:pt x="3288710" y="1251021"/>
                  </a:lnTo>
                  <a:lnTo>
                    <a:pt x="3299858" y="1276798"/>
                  </a:lnTo>
                  <a:lnTo>
                    <a:pt x="3311006" y="1302284"/>
                  </a:lnTo>
                  <a:lnTo>
                    <a:pt x="3322155" y="1327456"/>
                  </a:lnTo>
                  <a:lnTo>
                    <a:pt x="3333303" y="1352275"/>
                  </a:lnTo>
                  <a:lnTo>
                    <a:pt x="3344451" y="1376535"/>
                  </a:lnTo>
                  <a:lnTo>
                    <a:pt x="3355599" y="1400384"/>
                  </a:lnTo>
                  <a:lnTo>
                    <a:pt x="3366747" y="1423809"/>
                  </a:lnTo>
                  <a:lnTo>
                    <a:pt x="3377895" y="1446769"/>
                  </a:lnTo>
                  <a:lnTo>
                    <a:pt x="3389044" y="1469068"/>
                  </a:lnTo>
                  <a:lnTo>
                    <a:pt x="3400192" y="1490900"/>
                  </a:lnTo>
                  <a:lnTo>
                    <a:pt x="3411340" y="1512262"/>
                  </a:lnTo>
                  <a:lnTo>
                    <a:pt x="3422488" y="1533106"/>
                  </a:lnTo>
                  <a:lnTo>
                    <a:pt x="3433636" y="1553278"/>
                  </a:lnTo>
                  <a:lnTo>
                    <a:pt x="3444784" y="1572981"/>
                  </a:lnTo>
                  <a:lnTo>
                    <a:pt x="3455933" y="1592220"/>
                  </a:lnTo>
                  <a:lnTo>
                    <a:pt x="3467081" y="1610944"/>
                  </a:lnTo>
                  <a:lnTo>
                    <a:pt x="3478229" y="1629047"/>
                  </a:lnTo>
                  <a:lnTo>
                    <a:pt x="3489377" y="1646718"/>
                  </a:lnTo>
                  <a:lnTo>
                    <a:pt x="3500525" y="1663966"/>
                  </a:lnTo>
                  <a:lnTo>
                    <a:pt x="3511673" y="1680741"/>
                  </a:lnTo>
                  <a:lnTo>
                    <a:pt x="3522822" y="1696979"/>
                  </a:lnTo>
                  <a:lnTo>
                    <a:pt x="3533970" y="1712842"/>
                  </a:lnTo>
                  <a:lnTo>
                    <a:pt x="3545118" y="1728338"/>
                  </a:lnTo>
                  <a:lnTo>
                    <a:pt x="3556266" y="1743420"/>
                  </a:lnTo>
                  <a:lnTo>
                    <a:pt x="3567414" y="1758055"/>
                  </a:lnTo>
                  <a:lnTo>
                    <a:pt x="3578562" y="1772371"/>
                  </a:lnTo>
                  <a:lnTo>
                    <a:pt x="3589711" y="1786378"/>
                  </a:lnTo>
                  <a:lnTo>
                    <a:pt x="3600859" y="1800028"/>
                  </a:lnTo>
                  <a:lnTo>
                    <a:pt x="3612007" y="1813306"/>
                  </a:lnTo>
                  <a:lnTo>
                    <a:pt x="3623155" y="1826313"/>
                  </a:lnTo>
                  <a:lnTo>
                    <a:pt x="3634303" y="1839054"/>
                  </a:lnTo>
                  <a:lnTo>
                    <a:pt x="3645452" y="1851481"/>
                  </a:lnTo>
                  <a:lnTo>
                    <a:pt x="3656600" y="1863589"/>
                  </a:lnTo>
                  <a:lnTo>
                    <a:pt x="3667748" y="1875456"/>
                  </a:lnTo>
                  <a:lnTo>
                    <a:pt x="3678896" y="1887087"/>
                  </a:lnTo>
                  <a:lnTo>
                    <a:pt x="3690044" y="1898425"/>
                  </a:lnTo>
                  <a:lnTo>
                    <a:pt x="3701192" y="1909476"/>
                  </a:lnTo>
                  <a:lnTo>
                    <a:pt x="3712341" y="1920302"/>
                  </a:lnTo>
                  <a:lnTo>
                    <a:pt x="3723489" y="1930905"/>
                  </a:lnTo>
                  <a:lnTo>
                    <a:pt x="3734637" y="1941224"/>
                  </a:lnTo>
                  <a:lnTo>
                    <a:pt x="3745785" y="1951272"/>
                  </a:lnTo>
                  <a:lnTo>
                    <a:pt x="3756933" y="1961101"/>
                  </a:lnTo>
                  <a:lnTo>
                    <a:pt x="3768081" y="1970713"/>
                  </a:lnTo>
                  <a:lnTo>
                    <a:pt x="3779230" y="1980041"/>
                  </a:lnTo>
                  <a:lnTo>
                    <a:pt x="3790378" y="1989111"/>
                  </a:lnTo>
                  <a:lnTo>
                    <a:pt x="3801526" y="1997967"/>
                  </a:lnTo>
                  <a:lnTo>
                    <a:pt x="3812674" y="2006612"/>
                  </a:lnTo>
                  <a:lnTo>
                    <a:pt x="3823822" y="2014977"/>
                  </a:lnTo>
                  <a:lnTo>
                    <a:pt x="3834970" y="2023100"/>
                  </a:lnTo>
                  <a:lnTo>
                    <a:pt x="3846119" y="2031022"/>
                  </a:lnTo>
                  <a:lnTo>
                    <a:pt x="3857267" y="2038744"/>
                  </a:lnTo>
                  <a:lnTo>
                    <a:pt x="3868415" y="2046203"/>
                  </a:lnTo>
                  <a:lnTo>
                    <a:pt x="3879563" y="2053449"/>
                  </a:lnTo>
                  <a:lnTo>
                    <a:pt x="3890711" y="2060516"/>
                  </a:lnTo>
                  <a:lnTo>
                    <a:pt x="3901859" y="2067408"/>
                  </a:lnTo>
                  <a:lnTo>
                    <a:pt x="3913008" y="2074071"/>
                  </a:lnTo>
                  <a:lnTo>
                    <a:pt x="3924156" y="2080562"/>
                  </a:lnTo>
                  <a:lnTo>
                    <a:pt x="3935304" y="2086910"/>
                  </a:lnTo>
                  <a:lnTo>
                    <a:pt x="3946452" y="2093121"/>
                  </a:lnTo>
                  <a:lnTo>
                    <a:pt x="3957600" y="2099157"/>
                  </a:lnTo>
                  <a:lnTo>
                    <a:pt x="3968748" y="2105075"/>
                  </a:lnTo>
                  <a:lnTo>
                    <a:pt x="3979897" y="2110896"/>
                  </a:lnTo>
                  <a:lnTo>
                    <a:pt x="3991045" y="2116629"/>
                  </a:lnTo>
                  <a:lnTo>
                    <a:pt x="4002193" y="2122258"/>
                  </a:lnTo>
                  <a:lnTo>
                    <a:pt x="4013341" y="2127830"/>
                  </a:lnTo>
                  <a:lnTo>
                    <a:pt x="4024489" y="2133361"/>
                  </a:lnTo>
                  <a:lnTo>
                    <a:pt x="4035637" y="2138858"/>
                  </a:lnTo>
                  <a:lnTo>
                    <a:pt x="4046786" y="2144334"/>
                  </a:lnTo>
                  <a:lnTo>
                    <a:pt x="4057934" y="2149816"/>
                  </a:lnTo>
                  <a:lnTo>
                    <a:pt x="4069082" y="2155312"/>
                  </a:lnTo>
                  <a:lnTo>
                    <a:pt x="4080230" y="2160833"/>
                  </a:lnTo>
                  <a:lnTo>
                    <a:pt x="4091378" y="2166418"/>
                  </a:lnTo>
                  <a:lnTo>
                    <a:pt x="4102527" y="2172064"/>
                  </a:lnTo>
                  <a:lnTo>
                    <a:pt x="4113675" y="2177780"/>
                  </a:lnTo>
                  <a:lnTo>
                    <a:pt x="4124823" y="2183574"/>
                  </a:lnTo>
                  <a:lnTo>
                    <a:pt x="4135971" y="2189509"/>
                  </a:lnTo>
                  <a:lnTo>
                    <a:pt x="4147119" y="2195551"/>
                  </a:lnTo>
                  <a:lnTo>
                    <a:pt x="4158267" y="2201708"/>
                  </a:lnTo>
                  <a:lnTo>
                    <a:pt x="4169416" y="2207990"/>
                  </a:lnTo>
                  <a:lnTo>
                    <a:pt x="4180564" y="2214468"/>
                  </a:lnTo>
                  <a:lnTo>
                    <a:pt x="4191712" y="2221087"/>
                  </a:lnTo>
                  <a:lnTo>
                    <a:pt x="4202860" y="2227851"/>
                  </a:lnTo>
                  <a:lnTo>
                    <a:pt x="4214008" y="2234775"/>
                  </a:lnTo>
                  <a:lnTo>
                    <a:pt x="4225156" y="2241922"/>
                  </a:lnTo>
                  <a:lnTo>
                    <a:pt x="4236305" y="2249228"/>
                  </a:lnTo>
                  <a:lnTo>
                    <a:pt x="4247453" y="2256692"/>
                  </a:lnTo>
                  <a:lnTo>
                    <a:pt x="4258601" y="2264329"/>
                  </a:lnTo>
                  <a:lnTo>
                    <a:pt x="4269749" y="2272191"/>
                  </a:lnTo>
                  <a:lnTo>
                    <a:pt x="4280897" y="2280208"/>
                  </a:lnTo>
                  <a:lnTo>
                    <a:pt x="4292045" y="2288377"/>
                  </a:lnTo>
                  <a:lnTo>
                    <a:pt x="4303194" y="2296712"/>
                  </a:lnTo>
                  <a:lnTo>
                    <a:pt x="4314342" y="2305244"/>
                  </a:lnTo>
                  <a:lnTo>
                    <a:pt x="4325490" y="2313908"/>
                  </a:lnTo>
                  <a:lnTo>
                    <a:pt x="4336638" y="2322698"/>
                  </a:lnTo>
                  <a:lnTo>
                    <a:pt x="4347786" y="2331625"/>
                  </a:lnTo>
                  <a:lnTo>
                    <a:pt x="4358934" y="2340695"/>
                  </a:lnTo>
                  <a:lnTo>
                    <a:pt x="4370083" y="2349856"/>
                  </a:lnTo>
                  <a:lnTo>
                    <a:pt x="4381231" y="2359101"/>
                  </a:lnTo>
                  <a:lnTo>
                    <a:pt x="4392379" y="2368431"/>
                  </a:lnTo>
                  <a:lnTo>
                    <a:pt x="4403527" y="2377834"/>
                  </a:lnTo>
                  <a:lnTo>
                    <a:pt x="4414675" y="2387274"/>
                  </a:lnTo>
                  <a:lnTo>
                    <a:pt x="4425823" y="2396741"/>
                  </a:lnTo>
                  <a:lnTo>
                    <a:pt x="4436972" y="2406226"/>
                  </a:lnTo>
                  <a:lnTo>
                    <a:pt x="4448120" y="2415701"/>
                  </a:lnTo>
                  <a:lnTo>
                    <a:pt x="4459268" y="2425152"/>
                  </a:lnTo>
                  <a:lnTo>
                    <a:pt x="4470416" y="2434568"/>
                  </a:lnTo>
                  <a:lnTo>
                    <a:pt x="4481564" y="2443923"/>
                  </a:lnTo>
                  <a:lnTo>
                    <a:pt x="4492713" y="2453185"/>
                  </a:lnTo>
                  <a:lnTo>
                    <a:pt x="4503861" y="2462359"/>
                  </a:lnTo>
                  <a:lnTo>
                    <a:pt x="4515009" y="2471435"/>
                  </a:lnTo>
                  <a:lnTo>
                    <a:pt x="4526157" y="2480368"/>
                  </a:lnTo>
                  <a:lnTo>
                    <a:pt x="4537305" y="2489133"/>
                  </a:lnTo>
                  <a:lnTo>
                    <a:pt x="4548453" y="2497749"/>
                  </a:lnTo>
                  <a:lnTo>
                    <a:pt x="4559602" y="2506210"/>
                  </a:lnTo>
                  <a:lnTo>
                    <a:pt x="4570750" y="2514452"/>
                  </a:lnTo>
                  <a:lnTo>
                    <a:pt x="4581898" y="2522463"/>
                  </a:lnTo>
                  <a:lnTo>
                    <a:pt x="4593046" y="2530276"/>
                  </a:lnTo>
                  <a:lnTo>
                    <a:pt x="4604194" y="2537885"/>
                  </a:lnTo>
                  <a:lnTo>
                    <a:pt x="4615342" y="2545211"/>
                  </a:lnTo>
                  <a:lnTo>
                    <a:pt x="4626491" y="2552263"/>
                  </a:lnTo>
                  <a:lnTo>
                    <a:pt x="4637639" y="2559080"/>
                  </a:lnTo>
                  <a:lnTo>
                    <a:pt x="4648787" y="2565658"/>
                  </a:lnTo>
                  <a:lnTo>
                    <a:pt x="4659935" y="2571908"/>
                  </a:lnTo>
                  <a:lnTo>
                    <a:pt x="4671083" y="2577859"/>
                  </a:lnTo>
                  <a:lnTo>
                    <a:pt x="4682231" y="2583554"/>
                  </a:lnTo>
                  <a:lnTo>
                    <a:pt x="4693380" y="2588992"/>
                  </a:lnTo>
                  <a:lnTo>
                    <a:pt x="4704528" y="2594076"/>
                  </a:lnTo>
                  <a:lnTo>
                    <a:pt x="4715676" y="2598859"/>
                  </a:lnTo>
                  <a:lnTo>
                    <a:pt x="4726824" y="2603381"/>
                  </a:lnTo>
                  <a:lnTo>
                    <a:pt x="4737972" y="2607644"/>
                  </a:lnTo>
                  <a:lnTo>
                    <a:pt x="4749120" y="2611550"/>
                  </a:lnTo>
                  <a:lnTo>
                    <a:pt x="4760269" y="2615170"/>
                  </a:lnTo>
                  <a:lnTo>
                    <a:pt x="4771417" y="2618542"/>
                  </a:lnTo>
                  <a:lnTo>
                    <a:pt x="4782565" y="2621668"/>
                  </a:lnTo>
                  <a:lnTo>
                    <a:pt x="4793713" y="2624456"/>
                  </a:lnTo>
                  <a:lnTo>
                    <a:pt x="4804861" y="2626991"/>
                  </a:lnTo>
                  <a:lnTo>
                    <a:pt x="4816009" y="2629304"/>
                  </a:lnTo>
                  <a:lnTo>
                    <a:pt x="4827158" y="2631398"/>
                  </a:lnTo>
                  <a:lnTo>
                    <a:pt x="4838306" y="2633194"/>
                  </a:lnTo>
                  <a:lnTo>
                    <a:pt x="4849454" y="2634783"/>
                  </a:lnTo>
                  <a:lnTo>
                    <a:pt x="4860602" y="2636186"/>
                  </a:lnTo>
                  <a:lnTo>
                    <a:pt x="4871750" y="2637410"/>
                  </a:lnTo>
                  <a:lnTo>
                    <a:pt x="4882899" y="2638394"/>
                  </a:lnTo>
                  <a:lnTo>
                    <a:pt x="4894047" y="2639223"/>
                  </a:lnTo>
                  <a:lnTo>
                    <a:pt x="4905195" y="2639912"/>
                  </a:lnTo>
                  <a:lnTo>
                    <a:pt x="4916343" y="2640470"/>
                  </a:lnTo>
                  <a:lnTo>
                    <a:pt x="4927491" y="2640857"/>
                  </a:lnTo>
                  <a:lnTo>
                    <a:pt x="4938639" y="2641144"/>
                  </a:lnTo>
                  <a:lnTo>
                    <a:pt x="4949788" y="2641343"/>
                  </a:lnTo>
                  <a:lnTo>
                    <a:pt x="4960936" y="2641461"/>
                  </a:lnTo>
                  <a:lnTo>
                    <a:pt x="4972084" y="2641484"/>
                  </a:lnTo>
                  <a:lnTo>
                    <a:pt x="4983232" y="2641462"/>
                  </a:lnTo>
                  <a:lnTo>
                    <a:pt x="4994380" y="2641401"/>
                  </a:lnTo>
                  <a:lnTo>
                    <a:pt x="5005528" y="2641309"/>
                  </a:lnTo>
                  <a:lnTo>
                    <a:pt x="5016677" y="2641196"/>
                  </a:lnTo>
                  <a:lnTo>
                    <a:pt x="5027825" y="2641085"/>
                  </a:lnTo>
                  <a:lnTo>
                    <a:pt x="5038973" y="2640980"/>
                  </a:lnTo>
                  <a:lnTo>
                    <a:pt x="5050121" y="2640892"/>
                  </a:lnTo>
                  <a:lnTo>
                    <a:pt x="5061269" y="2640843"/>
                  </a:lnTo>
                  <a:lnTo>
                    <a:pt x="5072417" y="2640834"/>
                  </a:lnTo>
                  <a:lnTo>
                    <a:pt x="5083566" y="2640868"/>
                  </a:lnTo>
                  <a:lnTo>
                    <a:pt x="5094714" y="2640955"/>
                  </a:lnTo>
                  <a:lnTo>
                    <a:pt x="5105862" y="2641126"/>
                  </a:lnTo>
                  <a:lnTo>
                    <a:pt x="5117010" y="2641361"/>
                  </a:lnTo>
                  <a:lnTo>
                    <a:pt x="5128158" y="2641664"/>
                  </a:lnTo>
                  <a:lnTo>
                    <a:pt x="5139306" y="2642045"/>
                  </a:lnTo>
                  <a:lnTo>
                    <a:pt x="5150455" y="2642531"/>
                  </a:lnTo>
                  <a:lnTo>
                    <a:pt x="5161603" y="2643094"/>
                  </a:lnTo>
                  <a:lnTo>
                    <a:pt x="5172751" y="2643734"/>
                  </a:lnTo>
                  <a:lnTo>
                    <a:pt x="5183899" y="2644463"/>
                  </a:lnTo>
                  <a:lnTo>
                    <a:pt x="5195047" y="2645297"/>
                  </a:lnTo>
                  <a:lnTo>
                    <a:pt x="5206195" y="2646207"/>
                  </a:lnTo>
                  <a:lnTo>
                    <a:pt x="5217344" y="2647190"/>
                  </a:lnTo>
                  <a:lnTo>
                    <a:pt x="5228492" y="2648257"/>
                  </a:lnTo>
                  <a:lnTo>
                    <a:pt x="5239640" y="2649413"/>
                  </a:lnTo>
                  <a:lnTo>
                    <a:pt x="5250788" y="2650632"/>
                  </a:lnTo>
                  <a:lnTo>
                    <a:pt x="5261936" y="2651908"/>
                  </a:lnTo>
                  <a:lnTo>
                    <a:pt x="5273085" y="2653250"/>
                  </a:lnTo>
                  <a:lnTo>
                    <a:pt x="5284233" y="2654653"/>
                  </a:lnTo>
                  <a:lnTo>
                    <a:pt x="5295381" y="2656097"/>
                  </a:lnTo>
                  <a:lnTo>
                    <a:pt x="5306529" y="2657578"/>
                  </a:lnTo>
                  <a:lnTo>
                    <a:pt x="5317677" y="2659095"/>
                  </a:lnTo>
                  <a:lnTo>
                    <a:pt x="5328825" y="2660642"/>
                  </a:lnTo>
                  <a:lnTo>
                    <a:pt x="5339974" y="2662204"/>
                  </a:lnTo>
                  <a:lnTo>
                    <a:pt x="5351122" y="2663777"/>
                  </a:lnTo>
                  <a:lnTo>
                    <a:pt x="5362270" y="2665357"/>
                  </a:lnTo>
                  <a:lnTo>
                    <a:pt x="5373418" y="2666935"/>
                  </a:lnTo>
                  <a:lnTo>
                    <a:pt x="5384566" y="2668503"/>
                  </a:lnTo>
                  <a:lnTo>
                    <a:pt x="5395714" y="2670061"/>
                  </a:lnTo>
                  <a:lnTo>
                    <a:pt x="5406863" y="2671596"/>
                  </a:lnTo>
                  <a:lnTo>
                    <a:pt x="5418011" y="2673104"/>
                  </a:lnTo>
                  <a:lnTo>
                    <a:pt x="5429159" y="2674584"/>
                  </a:lnTo>
                  <a:lnTo>
                    <a:pt x="5440307" y="2676035"/>
                  </a:lnTo>
                  <a:lnTo>
                    <a:pt x="5451455" y="2677443"/>
                  </a:lnTo>
                  <a:lnTo>
                    <a:pt x="5462603" y="2678807"/>
                  </a:lnTo>
                  <a:lnTo>
                    <a:pt x="5473752" y="2680132"/>
                  </a:lnTo>
                  <a:lnTo>
                    <a:pt x="5484900" y="2681418"/>
                  </a:lnTo>
                  <a:lnTo>
                    <a:pt x="5496048" y="2682650"/>
                  </a:lnTo>
                  <a:lnTo>
                    <a:pt x="5507196" y="2683832"/>
                  </a:lnTo>
                  <a:lnTo>
                    <a:pt x="5518344" y="2684973"/>
                  </a:lnTo>
                  <a:lnTo>
                    <a:pt x="5529492" y="2686072"/>
                  </a:lnTo>
                  <a:lnTo>
                    <a:pt x="5540641" y="2687115"/>
                  </a:lnTo>
                  <a:lnTo>
                    <a:pt x="5551789" y="2688113"/>
                  </a:lnTo>
                  <a:lnTo>
                    <a:pt x="5562937" y="2689073"/>
                  </a:lnTo>
                  <a:lnTo>
                    <a:pt x="5574085" y="2689995"/>
                  </a:lnTo>
                  <a:lnTo>
                    <a:pt x="5585233" y="2690870"/>
                  </a:lnTo>
                  <a:lnTo>
                    <a:pt x="5596381" y="2691709"/>
                  </a:lnTo>
                  <a:lnTo>
                    <a:pt x="5607530" y="2692519"/>
                  </a:lnTo>
                  <a:lnTo>
                    <a:pt x="5618678" y="2693301"/>
                  </a:lnTo>
                  <a:lnTo>
                    <a:pt x="5629826" y="2694048"/>
                  </a:lnTo>
                  <a:lnTo>
                    <a:pt x="5640974" y="2694772"/>
                  </a:lnTo>
                  <a:lnTo>
                    <a:pt x="5652122" y="2695477"/>
                  </a:lnTo>
                  <a:lnTo>
                    <a:pt x="5663270" y="2696165"/>
                  </a:lnTo>
                  <a:lnTo>
                    <a:pt x="5674419" y="2696834"/>
                  </a:lnTo>
                  <a:lnTo>
                    <a:pt x="5685567" y="2697492"/>
                  </a:lnTo>
                  <a:lnTo>
                    <a:pt x="5696715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554623" y="2768891"/>
              <a:ext cx="5696715" cy="2778734"/>
            </a:xfrm>
            <a:custGeom>
              <a:avLst/>
              <a:pathLst>
                <a:path w="5696715" h="2778734">
                  <a:moveTo>
                    <a:pt x="0" y="2697605"/>
                  </a:moveTo>
                  <a:lnTo>
                    <a:pt x="11148" y="2693835"/>
                  </a:lnTo>
                  <a:lnTo>
                    <a:pt x="22296" y="2689987"/>
                  </a:lnTo>
                  <a:lnTo>
                    <a:pt x="33444" y="2686043"/>
                  </a:lnTo>
                  <a:lnTo>
                    <a:pt x="44592" y="2682017"/>
                  </a:lnTo>
                  <a:lnTo>
                    <a:pt x="55740" y="2677925"/>
                  </a:lnTo>
                  <a:lnTo>
                    <a:pt x="66889" y="2673769"/>
                  </a:lnTo>
                  <a:lnTo>
                    <a:pt x="78037" y="2669537"/>
                  </a:lnTo>
                  <a:lnTo>
                    <a:pt x="89185" y="2665239"/>
                  </a:lnTo>
                  <a:lnTo>
                    <a:pt x="100333" y="2660892"/>
                  </a:lnTo>
                  <a:lnTo>
                    <a:pt x="111481" y="2656498"/>
                  </a:lnTo>
                  <a:lnTo>
                    <a:pt x="122629" y="2652053"/>
                  </a:lnTo>
                  <a:lnTo>
                    <a:pt x="133778" y="2647562"/>
                  </a:lnTo>
                  <a:lnTo>
                    <a:pt x="144926" y="2643041"/>
                  </a:lnTo>
                  <a:lnTo>
                    <a:pt x="156074" y="2638493"/>
                  </a:lnTo>
                  <a:lnTo>
                    <a:pt x="167222" y="2633917"/>
                  </a:lnTo>
                  <a:lnTo>
                    <a:pt x="178370" y="2629320"/>
                  </a:lnTo>
                  <a:lnTo>
                    <a:pt x="189518" y="2624711"/>
                  </a:lnTo>
                  <a:lnTo>
                    <a:pt x="200667" y="2620092"/>
                  </a:lnTo>
                  <a:lnTo>
                    <a:pt x="211815" y="2615468"/>
                  </a:lnTo>
                  <a:lnTo>
                    <a:pt x="222963" y="2610843"/>
                  </a:lnTo>
                  <a:lnTo>
                    <a:pt x="234111" y="2606220"/>
                  </a:lnTo>
                  <a:lnTo>
                    <a:pt x="245259" y="2601603"/>
                  </a:lnTo>
                  <a:lnTo>
                    <a:pt x="256407" y="2596994"/>
                  </a:lnTo>
                  <a:lnTo>
                    <a:pt x="267556" y="2592399"/>
                  </a:lnTo>
                  <a:lnTo>
                    <a:pt x="278704" y="2587815"/>
                  </a:lnTo>
                  <a:lnTo>
                    <a:pt x="289852" y="2583243"/>
                  </a:lnTo>
                  <a:lnTo>
                    <a:pt x="301000" y="2578684"/>
                  </a:lnTo>
                  <a:lnTo>
                    <a:pt x="312148" y="2574142"/>
                  </a:lnTo>
                  <a:lnTo>
                    <a:pt x="323296" y="2569611"/>
                  </a:lnTo>
                  <a:lnTo>
                    <a:pt x="334445" y="2565089"/>
                  </a:lnTo>
                  <a:lnTo>
                    <a:pt x="345593" y="2560577"/>
                  </a:lnTo>
                  <a:lnTo>
                    <a:pt x="356741" y="2556071"/>
                  </a:lnTo>
                  <a:lnTo>
                    <a:pt x="367889" y="2551567"/>
                  </a:lnTo>
                  <a:lnTo>
                    <a:pt x="379037" y="2547060"/>
                  </a:lnTo>
                  <a:lnTo>
                    <a:pt x="390185" y="2542549"/>
                  </a:lnTo>
                  <a:lnTo>
                    <a:pt x="401334" y="2538023"/>
                  </a:lnTo>
                  <a:lnTo>
                    <a:pt x="412482" y="2533479"/>
                  </a:lnTo>
                  <a:lnTo>
                    <a:pt x="423630" y="2528914"/>
                  </a:lnTo>
                  <a:lnTo>
                    <a:pt x="434778" y="2524325"/>
                  </a:lnTo>
                  <a:lnTo>
                    <a:pt x="445926" y="2519689"/>
                  </a:lnTo>
                  <a:lnTo>
                    <a:pt x="457075" y="2515011"/>
                  </a:lnTo>
                  <a:lnTo>
                    <a:pt x="468223" y="2510289"/>
                  </a:lnTo>
                  <a:lnTo>
                    <a:pt x="479371" y="2505516"/>
                  </a:lnTo>
                  <a:lnTo>
                    <a:pt x="490519" y="2500664"/>
                  </a:lnTo>
                  <a:lnTo>
                    <a:pt x="501667" y="2495741"/>
                  </a:lnTo>
                  <a:lnTo>
                    <a:pt x="512815" y="2490746"/>
                  </a:lnTo>
                  <a:lnTo>
                    <a:pt x="523964" y="2485676"/>
                  </a:lnTo>
                  <a:lnTo>
                    <a:pt x="535112" y="2480493"/>
                  </a:lnTo>
                  <a:lnTo>
                    <a:pt x="546260" y="2475206"/>
                  </a:lnTo>
                  <a:lnTo>
                    <a:pt x="557408" y="2469822"/>
                  </a:lnTo>
                  <a:lnTo>
                    <a:pt x="568556" y="2464336"/>
                  </a:lnTo>
                  <a:lnTo>
                    <a:pt x="579704" y="2458707"/>
                  </a:lnTo>
                  <a:lnTo>
                    <a:pt x="590853" y="2452939"/>
                  </a:lnTo>
                  <a:lnTo>
                    <a:pt x="602001" y="2447048"/>
                  </a:lnTo>
                  <a:lnTo>
                    <a:pt x="613149" y="2441027"/>
                  </a:lnTo>
                  <a:lnTo>
                    <a:pt x="624297" y="2434833"/>
                  </a:lnTo>
                  <a:lnTo>
                    <a:pt x="635445" y="2428462"/>
                  </a:lnTo>
                  <a:lnTo>
                    <a:pt x="646593" y="2421939"/>
                  </a:lnTo>
                  <a:lnTo>
                    <a:pt x="657742" y="2415257"/>
                  </a:lnTo>
                  <a:lnTo>
                    <a:pt x="668890" y="2408370"/>
                  </a:lnTo>
                  <a:lnTo>
                    <a:pt x="680038" y="2401262"/>
                  </a:lnTo>
                  <a:lnTo>
                    <a:pt x="691186" y="2393967"/>
                  </a:lnTo>
                  <a:lnTo>
                    <a:pt x="702334" y="2386479"/>
                  </a:lnTo>
                  <a:lnTo>
                    <a:pt x="713482" y="2378749"/>
                  </a:lnTo>
                  <a:lnTo>
                    <a:pt x="724631" y="2370743"/>
                  </a:lnTo>
                  <a:lnTo>
                    <a:pt x="735779" y="2362510"/>
                  </a:lnTo>
                  <a:lnTo>
                    <a:pt x="746927" y="2354044"/>
                  </a:lnTo>
                  <a:lnTo>
                    <a:pt x="758075" y="2345295"/>
                  </a:lnTo>
                  <a:lnTo>
                    <a:pt x="769223" y="2336202"/>
                  </a:lnTo>
                  <a:lnTo>
                    <a:pt x="780371" y="2326837"/>
                  </a:lnTo>
                  <a:lnTo>
                    <a:pt x="791520" y="2317191"/>
                  </a:lnTo>
                  <a:lnTo>
                    <a:pt x="802668" y="2307221"/>
                  </a:lnTo>
                  <a:lnTo>
                    <a:pt x="813816" y="2296831"/>
                  </a:lnTo>
                  <a:lnTo>
                    <a:pt x="824964" y="2286121"/>
                  </a:lnTo>
                  <a:lnTo>
                    <a:pt x="836112" y="2275081"/>
                  </a:lnTo>
                  <a:lnTo>
                    <a:pt x="847261" y="2263677"/>
                  </a:lnTo>
                  <a:lnTo>
                    <a:pt x="858409" y="2251777"/>
                  </a:lnTo>
                  <a:lnTo>
                    <a:pt x="869557" y="2239511"/>
                  </a:lnTo>
                  <a:lnTo>
                    <a:pt x="880705" y="2226871"/>
                  </a:lnTo>
                  <a:lnTo>
                    <a:pt x="891853" y="2213838"/>
                  </a:lnTo>
                  <a:lnTo>
                    <a:pt x="903001" y="2200239"/>
                  </a:lnTo>
                  <a:lnTo>
                    <a:pt x="914150" y="2186238"/>
                  </a:lnTo>
                  <a:lnTo>
                    <a:pt x="925298" y="2171832"/>
                  </a:lnTo>
                  <a:lnTo>
                    <a:pt x="936446" y="2157016"/>
                  </a:lnTo>
                  <a:lnTo>
                    <a:pt x="947594" y="2141584"/>
                  </a:lnTo>
                  <a:lnTo>
                    <a:pt x="958742" y="2125729"/>
                  </a:lnTo>
                  <a:lnTo>
                    <a:pt x="969890" y="2109451"/>
                  </a:lnTo>
                  <a:lnTo>
                    <a:pt x="981039" y="2092748"/>
                  </a:lnTo>
                  <a:lnTo>
                    <a:pt x="992187" y="2075434"/>
                  </a:lnTo>
                  <a:lnTo>
                    <a:pt x="1003335" y="2057676"/>
                  </a:lnTo>
                  <a:lnTo>
                    <a:pt x="1014483" y="2039494"/>
                  </a:lnTo>
                  <a:lnTo>
                    <a:pt x="1025631" y="2020889"/>
                  </a:lnTo>
                  <a:lnTo>
                    <a:pt x="1036779" y="2001697"/>
                  </a:lnTo>
                  <a:lnTo>
                    <a:pt x="1047928" y="1982054"/>
                  </a:lnTo>
                  <a:lnTo>
                    <a:pt x="1059076" y="1961999"/>
                  </a:lnTo>
                  <a:lnTo>
                    <a:pt x="1070224" y="1941534"/>
                  </a:lnTo>
                  <a:lnTo>
                    <a:pt x="1081372" y="1920519"/>
                  </a:lnTo>
                  <a:lnTo>
                    <a:pt x="1092520" y="1899056"/>
                  </a:lnTo>
                  <a:lnTo>
                    <a:pt x="1103668" y="1877197"/>
                  </a:lnTo>
                  <a:lnTo>
                    <a:pt x="1114817" y="1854947"/>
                  </a:lnTo>
                  <a:lnTo>
                    <a:pt x="1125965" y="1832187"/>
                  </a:lnTo>
                  <a:lnTo>
                    <a:pt x="1137113" y="1808982"/>
                  </a:lnTo>
                  <a:lnTo>
                    <a:pt x="1148261" y="1785401"/>
                  </a:lnTo>
                  <a:lnTo>
                    <a:pt x="1159409" y="1761443"/>
                  </a:lnTo>
                  <a:lnTo>
                    <a:pt x="1170557" y="1737012"/>
                  </a:lnTo>
                  <a:lnTo>
                    <a:pt x="1181706" y="1712140"/>
                  </a:lnTo>
                  <a:lnTo>
                    <a:pt x="1192854" y="1686904"/>
                  </a:lnTo>
                  <a:lnTo>
                    <a:pt x="1204002" y="1661307"/>
                  </a:lnTo>
                  <a:lnTo>
                    <a:pt x="1215150" y="1635267"/>
                  </a:lnTo>
                  <a:lnTo>
                    <a:pt x="1226298" y="1608788"/>
                  </a:lnTo>
                  <a:lnTo>
                    <a:pt x="1237447" y="1581961"/>
                  </a:lnTo>
                  <a:lnTo>
                    <a:pt x="1248595" y="1554788"/>
                  </a:lnTo>
                  <a:lnTo>
                    <a:pt x="1259743" y="1527207"/>
                  </a:lnTo>
                  <a:lnTo>
                    <a:pt x="1270891" y="1499200"/>
                  </a:lnTo>
                  <a:lnTo>
                    <a:pt x="1282039" y="1470868"/>
                  </a:lnTo>
                  <a:lnTo>
                    <a:pt x="1293187" y="1442219"/>
                  </a:lnTo>
                  <a:lnTo>
                    <a:pt x="1304336" y="1413213"/>
                  </a:lnTo>
                  <a:lnTo>
                    <a:pt x="1315484" y="1383821"/>
                  </a:lnTo>
                  <a:lnTo>
                    <a:pt x="1326632" y="1354152"/>
                  </a:lnTo>
                  <a:lnTo>
                    <a:pt x="1337780" y="1324221"/>
                  </a:lnTo>
                  <a:lnTo>
                    <a:pt x="1348928" y="1294012"/>
                  </a:lnTo>
                  <a:lnTo>
                    <a:pt x="1360076" y="1263505"/>
                  </a:lnTo>
                  <a:lnTo>
                    <a:pt x="1371225" y="1232807"/>
                  </a:lnTo>
                  <a:lnTo>
                    <a:pt x="1382373" y="1201939"/>
                  </a:lnTo>
                  <a:lnTo>
                    <a:pt x="1393521" y="1170912"/>
                  </a:lnTo>
                  <a:lnTo>
                    <a:pt x="1404669" y="1139738"/>
                  </a:lnTo>
                  <a:lnTo>
                    <a:pt x="1415817" y="1108503"/>
                  </a:lnTo>
                  <a:lnTo>
                    <a:pt x="1426965" y="1077235"/>
                  </a:lnTo>
                  <a:lnTo>
                    <a:pt x="1438114" y="1045963"/>
                  </a:lnTo>
                  <a:lnTo>
                    <a:pt x="1449262" y="1014765"/>
                  </a:lnTo>
                  <a:lnTo>
                    <a:pt x="1460410" y="983677"/>
                  </a:lnTo>
                  <a:lnTo>
                    <a:pt x="1471558" y="952731"/>
                  </a:lnTo>
                  <a:lnTo>
                    <a:pt x="1482706" y="921960"/>
                  </a:lnTo>
                  <a:lnTo>
                    <a:pt x="1493854" y="891541"/>
                  </a:lnTo>
                  <a:lnTo>
                    <a:pt x="1505003" y="861428"/>
                  </a:lnTo>
                  <a:lnTo>
                    <a:pt x="1516151" y="831653"/>
                  </a:lnTo>
                  <a:lnTo>
                    <a:pt x="1527299" y="802251"/>
                  </a:lnTo>
                  <a:lnTo>
                    <a:pt x="1538447" y="773472"/>
                  </a:lnTo>
                  <a:lnTo>
                    <a:pt x="1549595" y="745210"/>
                  </a:lnTo>
                  <a:lnTo>
                    <a:pt x="1560743" y="717477"/>
                  </a:lnTo>
                  <a:lnTo>
                    <a:pt x="1571892" y="690302"/>
                  </a:lnTo>
                  <a:lnTo>
                    <a:pt x="1583040" y="663977"/>
                  </a:lnTo>
                  <a:lnTo>
                    <a:pt x="1594188" y="638362"/>
                  </a:lnTo>
                  <a:lnTo>
                    <a:pt x="1605336" y="613428"/>
                  </a:lnTo>
                  <a:lnTo>
                    <a:pt x="1616484" y="589196"/>
                  </a:lnTo>
                  <a:lnTo>
                    <a:pt x="1627633" y="565958"/>
                  </a:lnTo>
                  <a:lnTo>
                    <a:pt x="1638781" y="543571"/>
                  </a:lnTo>
                  <a:lnTo>
                    <a:pt x="1649929" y="521954"/>
                  </a:lnTo>
                  <a:lnTo>
                    <a:pt x="1661077" y="501113"/>
                  </a:lnTo>
                  <a:lnTo>
                    <a:pt x="1672225" y="481306"/>
                  </a:lnTo>
                  <a:lnTo>
                    <a:pt x="1683373" y="462411"/>
                  </a:lnTo>
                  <a:lnTo>
                    <a:pt x="1694522" y="444292"/>
                  </a:lnTo>
                  <a:lnTo>
                    <a:pt x="1705670" y="426944"/>
                  </a:lnTo>
                  <a:lnTo>
                    <a:pt x="1716818" y="410562"/>
                  </a:lnTo>
                  <a:lnTo>
                    <a:pt x="1727966" y="395057"/>
                  </a:lnTo>
                  <a:lnTo>
                    <a:pt x="1739114" y="380255"/>
                  </a:lnTo>
                  <a:lnTo>
                    <a:pt x="1750262" y="366139"/>
                  </a:lnTo>
                  <a:lnTo>
                    <a:pt x="1761411" y="352832"/>
                  </a:lnTo>
                  <a:lnTo>
                    <a:pt x="1772559" y="340278"/>
                  </a:lnTo>
                  <a:lnTo>
                    <a:pt x="1783707" y="328290"/>
                  </a:lnTo>
                  <a:lnTo>
                    <a:pt x="1794855" y="316841"/>
                  </a:lnTo>
                  <a:lnTo>
                    <a:pt x="1806003" y="305989"/>
                  </a:lnTo>
                  <a:lnTo>
                    <a:pt x="1817151" y="295702"/>
                  </a:lnTo>
                  <a:lnTo>
                    <a:pt x="1828300" y="285808"/>
                  </a:lnTo>
                  <a:lnTo>
                    <a:pt x="1839448" y="276276"/>
                  </a:lnTo>
                  <a:lnTo>
                    <a:pt x="1850596" y="267116"/>
                  </a:lnTo>
                  <a:lnTo>
                    <a:pt x="1861744" y="258305"/>
                  </a:lnTo>
                  <a:lnTo>
                    <a:pt x="1872892" y="249712"/>
                  </a:lnTo>
                  <a:lnTo>
                    <a:pt x="1884040" y="241310"/>
                  </a:lnTo>
                  <a:lnTo>
                    <a:pt x="1895189" y="233082"/>
                  </a:lnTo>
                  <a:lnTo>
                    <a:pt x="1906337" y="225005"/>
                  </a:lnTo>
                  <a:lnTo>
                    <a:pt x="1917485" y="217001"/>
                  </a:lnTo>
                  <a:lnTo>
                    <a:pt x="1928633" y="209051"/>
                  </a:lnTo>
                  <a:lnTo>
                    <a:pt x="1939781" y="201137"/>
                  </a:lnTo>
                  <a:lnTo>
                    <a:pt x="1950929" y="193229"/>
                  </a:lnTo>
                  <a:lnTo>
                    <a:pt x="1962078" y="185305"/>
                  </a:lnTo>
                  <a:lnTo>
                    <a:pt x="1973226" y="177357"/>
                  </a:lnTo>
                  <a:lnTo>
                    <a:pt x="1984374" y="169377"/>
                  </a:lnTo>
                  <a:lnTo>
                    <a:pt x="1995522" y="161341"/>
                  </a:lnTo>
                  <a:lnTo>
                    <a:pt x="2006670" y="153267"/>
                  </a:lnTo>
                  <a:lnTo>
                    <a:pt x="2017818" y="145158"/>
                  </a:lnTo>
                  <a:lnTo>
                    <a:pt x="2028967" y="137018"/>
                  </a:lnTo>
                  <a:lnTo>
                    <a:pt x="2040115" y="128852"/>
                  </a:lnTo>
                  <a:lnTo>
                    <a:pt x="2051263" y="120689"/>
                  </a:lnTo>
                  <a:lnTo>
                    <a:pt x="2062411" y="112542"/>
                  </a:lnTo>
                  <a:lnTo>
                    <a:pt x="2073559" y="104424"/>
                  </a:lnTo>
                  <a:lnTo>
                    <a:pt x="2084708" y="96390"/>
                  </a:lnTo>
                  <a:lnTo>
                    <a:pt x="2095856" y="88453"/>
                  </a:lnTo>
                  <a:lnTo>
                    <a:pt x="2107004" y="80630"/>
                  </a:lnTo>
                  <a:lnTo>
                    <a:pt x="2118152" y="72940"/>
                  </a:lnTo>
                  <a:lnTo>
                    <a:pt x="2129300" y="65488"/>
                  </a:lnTo>
                  <a:lnTo>
                    <a:pt x="2140448" y="58267"/>
                  </a:lnTo>
                  <a:lnTo>
                    <a:pt x="2151597" y="51283"/>
                  </a:lnTo>
                  <a:lnTo>
                    <a:pt x="2162745" y="44560"/>
                  </a:lnTo>
                  <a:lnTo>
                    <a:pt x="2173893" y="38242"/>
                  </a:lnTo>
                  <a:lnTo>
                    <a:pt x="2185041" y="32306"/>
                  </a:lnTo>
                  <a:lnTo>
                    <a:pt x="2196189" y="26737"/>
                  </a:lnTo>
                  <a:lnTo>
                    <a:pt x="2207337" y="21556"/>
                  </a:lnTo>
                  <a:lnTo>
                    <a:pt x="2218486" y="16930"/>
                  </a:lnTo>
                  <a:lnTo>
                    <a:pt x="2229634" y="12836"/>
                  </a:lnTo>
                  <a:lnTo>
                    <a:pt x="2240782" y="9223"/>
                  </a:lnTo>
                  <a:lnTo>
                    <a:pt x="2251930" y="6107"/>
                  </a:lnTo>
                  <a:lnTo>
                    <a:pt x="2263078" y="3660"/>
                  </a:lnTo>
                  <a:lnTo>
                    <a:pt x="2274226" y="1871"/>
                  </a:lnTo>
                  <a:lnTo>
                    <a:pt x="2285375" y="648"/>
                  </a:lnTo>
                  <a:lnTo>
                    <a:pt x="2296523" y="0"/>
                  </a:lnTo>
                  <a:lnTo>
                    <a:pt x="2307671" y="82"/>
                  </a:lnTo>
                  <a:lnTo>
                    <a:pt x="2318819" y="912"/>
                  </a:lnTo>
                  <a:lnTo>
                    <a:pt x="2329967" y="2352"/>
                  </a:lnTo>
                  <a:lnTo>
                    <a:pt x="2341115" y="4405"/>
                  </a:lnTo>
                  <a:lnTo>
                    <a:pt x="2352264" y="7196"/>
                  </a:lnTo>
                  <a:lnTo>
                    <a:pt x="2363412" y="10775"/>
                  </a:lnTo>
                  <a:lnTo>
                    <a:pt x="2374560" y="14964"/>
                  </a:lnTo>
                  <a:lnTo>
                    <a:pt x="2385708" y="19760"/>
                  </a:lnTo>
                  <a:lnTo>
                    <a:pt x="2396856" y="25251"/>
                  </a:lnTo>
                  <a:lnTo>
                    <a:pt x="2408004" y="31514"/>
                  </a:lnTo>
                  <a:lnTo>
                    <a:pt x="2419153" y="38346"/>
                  </a:lnTo>
                  <a:lnTo>
                    <a:pt x="2430301" y="45736"/>
                  </a:lnTo>
                  <a:lnTo>
                    <a:pt x="2441449" y="53733"/>
                  </a:lnTo>
                  <a:lnTo>
                    <a:pt x="2452597" y="62433"/>
                  </a:lnTo>
                  <a:lnTo>
                    <a:pt x="2463745" y="71622"/>
                  </a:lnTo>
                  <a:lnTo>
                    <a:pt x="2474894" y="81284"/>
                  </a:lnTo>
                  <a:lnTo>
                    <a:pt x="2486042" y="91436"/>
                  </a:lnTo>
                  <a:lnTo>
                    <a:pt x="2497190" y="102171"/>
                  </a:lnTo>
                  <a:lnTo>
                    <a:pt x="2508338" y="113289"/>
                  </a:lnTo>
                  <a:lnTo>
                    <a:pt x="2519486" y="124768"/>
                  </a:lnTo>
                  <a:lnTo>
                    <a:pt x="2530634" y="136600"/>
                  </a:lnTo>
                  <a:lnTo>
                    <a:pt x="2541783" y="148861"/>
                  </a:lnTo>
                  <a:lnTo>
                    <a:pt x="2552931" y="161381"/>
                  </a:lnTo>
                  <a:lnTo>
                    <a:pt x="2564079" y="174137"/>
                  </a:lnTo>
                  <a:lnTo>
                    <a:pt x="2575227" y="187107"/>
                  </a:lnTo>
                  <a:lnTo>
                    <a:pt x="2586375" y="200332"/>
                  </a:lnTo>
                  <a:lnTo>
                    <a:pt x="2597523" y="213687"/>
                  </a:lnTo>
                  <a:lnTo>
                    <a:pt x="2608672" y="227152"/>
                  </a:lnTo>
                  <a:lnTo>
                    <a:pt x="2619820" y="240706"/>
                  </a:lnTo>
                  <a:lnTo>
                    <a:pt x="2630968" y="254333"/>
                  </a:lnTo>
                  <a:lnTo>
                    <a:pt x="2642116" y="267975"/>
                  </a:lnTo>
                  <a:lnTo>
                    <a:pt x="2653264" y="281611"/>
                  </a:lnTo>
                  <a:lnTo>
                    <a:pt x="2664412" y="295223"/>
                  </a:lnTo>
                  <a:lnTo>
                    <a:pt x="2675561" y="308760"/>
                  </a:lnTo>
                  <a:lnTo>
                    <a:pt x="2686709" y="322207"/>
                  </a:lnTo>
                  <a:lnTo>
                    <a:pt x="2697857" y="335554"/>
                  </a:lnTo>
                  <a:lnTo>
                    <a:pt x="2709005" y="348788"/>
                  </a:lnTo>
                  <a:lnTo>
                    <a:pt x="2720153" y="361839"/>
                  </a:lnTo>
                  <a:lnTo>
                    <a:pt x="2731301" y="374717"/>
                  </a:lnTo>
                  <a:lnTo>
                    <a:pt x="2742450" y="387429"/>
                  </a:lnTo>
                  <a:lnTo>
                    <a:pt x="2753598" y="399966"/>
                  </a:lnTo>
                  <a:lnTo>
                    <a:pt x="2764746" y="412259"/>
                  </a:lnTo>
                  <a:lnTo>
                    <a:pt x="2775894" y="424325"/>
                  </a:lnTo>
                  <a:lnTo>
                    <a:pt x="2787042" y="436190"/>
                  </a:lnTo>
                  <a:lnTo>
                    <a:pt x="2798190" y="447851"/>
                  </a:lnTo>
                  <a:lnTo>
                    <a:pt x="2809339" y="459249"/>
                  </a:lnTo>
                  <a:lnTo>
                    <a:pt x="2820487" y="470399"/>
                  </a:lnTo>
                  <a:lnTo>
                    <a:pt x="2831635" y="481345"/>
                  </a:lnTo>
                  <a:lnTo>
                    <a:pt x="2842783" y="492090"/>
                  </a:lnTo>
                  <a:lnTo>
                    <a:pt x="2853931" y="502591"/>
                  </a:lnTo>
                  <a:lnTo>
                    <a:pt x="2865080" y="512860"/>
                  </a:lnTo>
                  <a:lnTo>
                    <a:pt x="2876228" y="522952"/>
                  </a:lnTo>
                  <a:lnTo>
                    <a:pt x="2887376" y="532873"/>
                  </a:lnTo>
                  <a:lnTo>
                    <a:pt x="2898524" y="542602"/>
                  </a:lnTo>
                  <a:lnTo>
                    <a:pt x="2909672" y="552150"/>
                  </a:lnTo>
                  <a:lnTo>
                    <a:pt x="2920820" y="561574"/>
                  </a:lnTo>
                  <a:lnTo>
                    <a:pt x="2931969" y="570883"/>
                  </a:lnTo>
                  <a:lnTo>
                    <a:pt x="2943117" y="580079"/>
                  </a:lnTo>
                  <a:lnTo>
                    <a:pt x="2954265" y="589178"/>
                  </a:lnTo>
                  <a:lnTo>
                    <a:pt x="2965413" y="598227"/>
                  </a:lnTo>
                  <a:lnTo>
                    <a:pt x="2976561" y="607240"/>
                  </a:lnTo>
                  <a:lnTo>
                    <a:pt x="2987709" y="616233"/>
                  </a:lnTo>
                  <a:lnTo>
                    <a:pt x="2998858" y="625245"/>
                  </a:lnTo>
                  <a:lnTo>
                    <a:pt x="3010006" y="634299"/>
                  </a:lnTo>
                  <a:lnTo>
                    <a:pt x="3021154" y="643410"/>
                  </a:lnTo>
                  <a:lnTo>
                    <a:pt x="3032302" y="652607"/>
                  </a:lnTo>
                  <a:lnTo>
                    <a:pt x="3043450" y="661960"/>
                  </a:lnTo>
                  <a:lnTo>
                    <a:pt x="3054598" y="671456"/>
                  </a:lnTo>
                  <a:lnTo>
                    <a:pt x="3065747" y="681115"/>
                  </a:lnTo>
                  <a:lnTo>
                    <a:pt x="3076895" y="690961"/>
                  </a:lnTo>
                  <a:lnTo>
                    <a:pt x="3088043" y="701117"/>
                  </a:lnTo>
                  <a:lnTo>
                    <a:pt x="3099191" y="711520"/>
                  </a:lnTo>
                  <a:lnTo>
                    <a:pt x="3110339" y="722189"/>
                  </a:lnTo>
                  <a:lnTo>
                    <a:pt x="3121487" y="733139"/>
                  </a:lnTo>
                  <a:lnTo>
                    <a:pt x="3132636" y="744552"/>
                  </a:lnTo>
                  <a:lnTo>
                    <a:pt x="3143784" y="756309"/>
                  </a:lnTo>
                  <a:lnTo>
                    <a:pt x="3154932" y="768423"/>
                  </a:lnTo>
                  <a:lnTo>
                    <a:pt x="3166080" y="780908"/>
                  </a:lnTo>
                  <a:lnTo>
                    <a:pt x="3177228" y="793963"/>
                  </a:lnTo>
                  <a:lnTo>
                    <a:pt x="3188376" y="807452"/>
                  </a:lnTo>
                  <a:lnTo>
                    <a:pt x="3199525" y="821370"/>
                  </a:lnTo>
                  <a:lnTo>
                    <a:pt x="3210673" y="835725"/>
                  </a:lnTo>
                  <a:lnTo>
                    <a:pt x="3221821" y="850712"/>
                  </a:lnTo>
                  <a:lnTo>
                    <a:pt x="3232969" y="866199"/>
                  </a:lnTo>
                  <a:lnTo>
                    <a:pt x="3244117" y="882153"/>
                  </a:lnTo>
                  <a:lnTo>
                    <a:pt x="3255266" y="898576"/>
                  </a:lnTo>
                  <a:lnTo>
                    <a:pt x="3266414" y="915643"/>
                  </a:lnTo>
                  <a:lnTo>
                    <a:pt x="3277562" y="933237"/>
                  </a:lnTo>
                  <a:lnTo>
                    <a:pt x="3288710" y="951297"/>
                  </a:lnTo>
                  <a:lnTo>
                    <a:pt x="3299858" y="969821"/>
                  </a:lnTo>
                  <a:lnTo>
                    <a:pt x="3311006" y="988943"/>
                  </a:lnTo>
                  <a:lnTo>
                    <a:pt x="3322155" y="1008574"/>
                  </a:lnTo>
                  <a:lnTo>
                    <a:pt x="3333303" y="1028630"/>
                  </a:lnTo>
                  <a:lnTo>
                    <a:pt x="3344451" y="1049100"/>
                  </a:lnTo>
                  <a:lnTo>
                    <a:pt x="3355599" y="1070077"/>
                  </a:lnTo>
                  <a:lnTo>
                    <a:pt x="3366747" y="1091495"/>
                  </a:lnTo>
                  <a:lnTo>
                    <a:pt x="3377895" y="1113259"/>
                  </a:lnTo>
                  <a:lnTo>
                    <a:pt x="3389044" y="1135353"/>
                  </a:lnTo>
                  <a:lnTo>
                    <a:pt x="3400192" y="1157822"/>
                  </a:lnTo>
                  <a:lnTo>
                    <a:pt x="3411340" y="1180622"/>
                  </a:lnTo>
                  <a:lnTo>
                    <a:pt x="3422488" y="1203659"/>
                  </a:lnTo>
                  <a:lnTo>
                    <a:pt x="3433636" y="1226913"/>
                  </a:lnTo>
                  <a:lnTo>
                    <a:pt x="3444784" y="1250390"/>
                  </a:lnTo>
                  <a:lnTo>
                    <a:pt x="3455933" y="1274053"/>
                  </a:lnTo>
                  <a:lnTo>
                    <a:pt x="3467081" y="1297826"/>
                  </a:lnTo>
                  <a:lnTo>
                    <a:pt x="3478229" y="1321688"/>
                  </a:lnTo>
                  <a:lnTo>
                    <a:pt x="3489377" y="1345617"/>
                  </a:lnTo>
                  <a:lnTo>
                    <a:pt x="3500525" y="1369566"/>
                  </a:lnTo>
                  <a:lnTo>
                    <a:pt x="3511673" y="1393494"/>
                  </a:lnTo>
                  <a:lnTo>
                    <a:pt x="3522822" y="1417380"/>
                  </a:lnTo>
                  <a:lnTo>
                    <a:pt x="3533970" y="1441187"/>
                  </a:lnTo>
                  <a:lnTo>
                    <a:pt x="3545118" y="1464844"/>
                  </a:lnTo>
                  <a:lnTo>
                    <a:pt x="3556266" y="1488357"/>
                  </a:lnTo>
                  <a:lnTo>
                    <a:pt x="3567414" y="1511706"/>
                  </a:lnTo>
                  <a:lnTo>
                    <a:pt x="3578562" y="1534854"/>
                  </a:lnTo>
                  <a:lnTo>
                    <a:pt x="3589711" y="1557692"/>
                  </a:lnTo>
                  <a:lnTo>
                    <a:pt x="3600859" y="1580279"/>
                  </a:lnTo>
                  <a:lnTo>
                    <a:pt x="3612007" y="1602599"/>
                  </a:lnTo>
                  <a:lnTo>
                    <a:pt x="3623155" y="1624624"/>
                  </a:lnTo>
                  <a:lnTo>
                    <a:pt x="3634303" y="1646203"/>
                  </a:lnTo>
                  <a:lnTo>
                    <a:pt x="3645452" y="1667449"/>
                  </a:lnTo>
                  <a:lnTo>
                    <a:pt x="3656600" y="1688352"/>
                  </a:lnTo>
                  <a:lnTo>
                    <a:pt x="3667748" y="1708899"/>
                  </a:lnTo>
                  <a:lnTo>
                    <a:pt x="3678896" y="1728896"/>
                  </a:lnTo>
                  <a:lnTo>
                    <a:pt x="3690044" y="1748508"/>
                  </a:lnTo>
                  <a:lnTo>
                    <a:pt x="3701192" y="1767728"/>
                  </a:lnTo>
                  <a:lnTo>
                    <a:pt x="3712341" y="1786551"/>
                  </a:lnTo>
                  <a:lnTo>
                    <a:pt x="3723489" y="1804792"/>
                  </a:lnTo>
                  <a:lnTo>
                    <a:pt x="3734637" y="1822611"/>
                  </a:lnTo>
                  <a:lnTo>
                    <a:pt x="3745785" y="1840022"/>
                  </a:lnTo>
                  <a:lnTo>
                    <a:pt x="3756933" y="1857025"/>
                  </a:lnTo>
                  <a:lnTo>
                    <a:pt x="3768081" y="1873462"/>
                  </a:lnTo>
                  <a:lnTo>
                    <a:pt x="3779230" y="1889471"/>
                  </a:lnTo>
                  <a:lnTo>
                    <a:pt x="3790378" y="1905087"/>
                  </a:lnTo>
                  <a:lnTo>
                    <a:pt x="3801526" y="1920318"/>
                  </a:lnTo>
                  <a:lnTo>
                    <a:pt x="3812674" y="1935038"/>
                  </a:lnTo>
                  <a:lnTo>
                    <a:pt x="3823822" y="1949357"/>
                  </a:lnTo>
                  <a:lnTo>
                    <a:pt x="3834970" y="1963330"/>
                  </a:lnTo>
                  <a:lnTo>
                    <a:pt x="3846119" y="1976966"/>
                  </a:lnTo>
                  <a:lnTo>
                    <a:pt x="3857267" y="1990182"/>
                  </a:lnTo>
                  <a:lnTo>
                    <a:pt x="3868415" y="2003057"/>
                  </a:lnTo>
                  <a:lnTo>
                    <a:pt x="3879563" y="2015654"/>
                  </a:lnTo>
                  <a:lnTo>
                    <a:pt x="3890711" y="2027989"/>
                  </a:lnTo>
                  <a:lnTo>
                    <a:pt x="3901859" y="2040014"/>
                  </a:lnTo>
                  <a:lnTo>
                    <a:pt x="3913008" y="2051784"/>
                  </a:lnTo>
                  <a:lnTo>
                    <a:pt x="3924156" y="2063362"/>
                  </a:lnTo>
                  <a:lnTo>
                    <a:pt x="3935304" y="2074764"/>
                  </a:lnTo>
                  <a:lnTo>
                    <a:pt x="3946452" y="2085974"/>
                  </a:lnTo>
                  <a:lnTo>
                    <a:pt x="3957600" y="2097031"/>
                  </a:lnTo>
                  <a:lnTo>
                    <a:pt x="3968748" y="2107986"/>
                  </a:lnTo>
                  <a:lnTo>
                    <a:pt x="3979897" y="2118853"/>
                  </a:lnTo>
                  <a:lnTo>
                    <a:pt x="3991045" y="2129640"/>
                  </a:lnTo>
                  <a:lnTo>
                    <a:pt x="4002193" y="2140374"/>
                  </a:lnTo>
                  <a:lnTo>
                    <a:pt x="4013341" y="2151086"/>
                  </a:lnTo>
                  <a:lnTo>
                    <a:pt x="4024489" y="2161790"/>
                  </a:lnTo>
                  <a:lnTo>
                    <a:pt x="4035637" y="2172499"/>
                  </a:lnTo>
                  <a:lnTo>
                    <a:pt x="4046786" y="2183242"/>
                  </a:lnTo>
                  <a:lnTo>
                    <a:pt x="4057934" y="2194023"/>
                  </a:lnTo>
                  <a:lnTo>
                    <a:pt x="4069082" y="2204849"/>
                  </a:lnTo>
                  <a:lnTo>
                    <a:pt x="4080230" y="2215736"/>
                  </a:lnTo>
                  <a:lnTo>
                    <a:pt x="4091378" y="2226709"/>
                  </a:lnTo>
                  <a:lnTo>
                    <a:pt x="4102527" y="2237750"/>
                  </a:lnTo>
                  <a:lnTo>
                    <a:pt x="4113675" y="2248860"/>
                  </a:lnTo>
                  <a:lnTo>
                    <a:pt x="4124823" y="2260047"/>
                  </a:lnTo>
                  <a:lnTo>
                    <a:pt x="4135971" y="2271331"/>
                  </a:lnTo>
                  <a:lnTo>
                    <a:pt x="4147119" y="2282678"/>
                  </a:lnTo>
                  <a:lnTo>
                    <a:pt x="4158267" y="2294086"/>
                  </a:lnTo>
                  <a:lnTo>
                    <a:pt x="4169416" y="2305550"/>
                  </a:lnTo>
                  <a:lnTo>
                    <a:pt x="4180564" y="2317076"/>
                  </a:lnTo>
                  <a:lnTo>
                    <a:pt x="4191712" y="2328631"/>
                  </a:lnTo>
                  <a:lnTo>
                    <a:pt x="4202860" y="2340205"/>
                  </a:lnTo>
                  <a:lnTo>
                    <a:pt x="4214008" y="2351791"/>
                  </a:lnTo>
                  <a:lnTo>
                    <a:pt x="4225156" y="2363363"/>
                  </a:lnTo>
                  <a:lnTo>
                    <a:pt x="4236305" y="2374907"/>
                  </a:lnTo>
                  <a:lnTo>
                    <a:pt x="4247453" y="2386409"/>
                  </a:lnTo>
                  <a:lnTo>
                    <a:pt x="4258601" y="2397858"/>
                  </a:lnTo>
                  <a:lnTo>
                    <a:pt x="4269749" y="2409200"/>
                  </a:lnTo>
                  <a:lnTo>
                    <a:pt x="4280897" y="2420441"/>
                  </a:lnTo>
                  <a:lnTo>
                    <a:pt x="4292045" y="2431572"/>
                  </a:lnTo>
                  <a:lnTo>
                    <a:pt x="4303194" y="2442581"/>
                  </a:lnTo>
                  <a:lnTo>
                    <a:pt x="4314342" y="2453390"/>
                  </a:lnTo>
                  <a:lnTo>
                    <a:pt x="4325490" y="2464024"/>
                  </a:lnTo>
                  <a:lnTo>
                    <a:pt x="4336638" y="2474484"/>
                  </a:lnTo>
                  <a:lnTo>
                    <a:pt x="4347786" y="2484760"/>
                  </a:lnTo>
                  <a:lnTo>
                    <a:pt x="4358934" y="2494764"/>
                  </a:lnTo>
                  <a:lnTo>
                    <a:pt x="4370083" y="2504529"/>
                  </a:lnTo>
                  <a:lnTo>
                    <a:pt x="4381231" y="2514071"/>
                  </a:lnTo>
                  <a:lnTo>
                    <a:pt x="4392379" y="2523383"/>
                  </a:lnTo>
                  <a:lnTo>
                    <a:pt x="4403527" y="2532381"/>
                  </a:lnTo>
                  <a:lnTo>
                    <a:pt x="4414675" y="2541095"/>
                  </a:lnTo>
                  <a:lnTo>
                    <a:pt x="4425823" y="2549560"/>
                  </a:lnTo>
                  <a:lnTo>
                    <a:pt x="4436972" y="2557773"/>
                  </a:lnTo>
                  <a:lnTo>
                    <a:pt x="4448120" y="2565661"/>
                  </a:lnTo>
                  <a:lnTo>
                    <a:pt x="4459268" y="2573245"/>
                  </a:lnTo>
                  <a:lnTo>
                    <a:pt x="4470416" y="2580576"/>
                  </a:lnTo>
                  <a:lnTo>
                    <a:pt x="4481564" y="2587656"/>
                  </a:lnTo>
                  <a:lnTo>
                    <a:pt x="4492713" y="2594428"/>
                  </a:lnTo>
                  <a:lnTo>
                    <a:pt x="4503861" y="2600900"/>
                  </a:lnTo>
                  <a:lnTo>
                    <a:pt x="4515009" y="2607136"/>
                  </a:lnTo>
                  <a:lnTo>
                    <a:pt x="4526157" y="2613141"/>
                  </a:lnTo>
                  <a:lnTo>
                    <a:pt x="4537305" y="2618873"/>
                  </a:lnTo>
                  <a:lnTo>
                    <a:pt x="4548453" y="2624331"/>
                  </a:lnTo>
                  <a:lnTo>
                    <a:pt x="4559602" y="2629581"/>
                  </a:lnTo>
                  <a:lnTo>
                    <a:pt x="4570750" y="2634631"/>
                  </a:lnTo>
                  <a:lnTo>
                    <a:pt x="4581898" y="2639455"/>
                  </a:lnTo>
                  <a:lnTo>
                    <a:pt x="4593046" y="2644041"/>
                  </a:lnTo>
                  <a:lnTo>
                    <a:pt x="4604194" y="2648454"/>
                  </a:lnTo>
                  <a:lnTo>
                    <a:pt x="4615342" y="2652702"/>
                  </a:lnTo>
                  <a:lnTo>
                    <a:pt x="4626491" y="2656773"/>
                  </a:lnTo>
                  <a:lnTo>
                    <a:pt x="4637639" y="2660644"/>
                  </a:lnTo>
                  <a:lnTo>
                    <a:pt x="4648787" y="2664378"/>
                  </a:lnTo>
                  <a:lnTo>
                    <a:pt x="4659935" y="2667981"/>
                  </a:lnTo>
                  <a:lnTo>
                    <a:pt x="4671083" y="2671448"/>
                  </a:lnTo>
                  <a:lnTo>
                    <a:pt x="4682231" y="2674755"/>
                  </a:lnTo>
                  <a:lnTo>
                    <a:pt x="4693380" y="2677954"/>
                  </a:lnTo>
                  <a:lnTo>
                    <a:pt x="4704528" y="2681051"/>
                  </a:lnTo>
                  <a:lnTo>
                    <a:pt x="4715676" y="2684047"/>
                  </a:lnTo>
                  <a:lnTo>
                    <a:pt x="4726824" y="2686914"/>
                  </a:lnTo>
                  <a:lnTo>
                    <a:pt x="4737972" y="2689698"/>
                  </a:lnTo>
                  <a:lnTo>
                    <a:pt x="4749120" y="2692402"/>
                  </a:lnTo>
                  <a:lnTo>
                    <a:pt x="4760269" y="2695031"/>
                  </a:lnTo>
                  <a:lnTo>
                    <a:pt x="4771417" y="2697556"/>
                  </a:lnTo>
                  <a:lnTo>
                    <a:pt x="4782565" y="2700017"/>
                  </a:lnTo>
                  <a:lnTo>
                    <a:pt x="4793713" y="2702415"/>
                  </a:lnTo>
                  <a:lnTo>
                    <a:pt x="4804861" y="2704754"/>
                  </a:lnTo>
                  <a:lnTo>
                    <a:pt x="4816009" y="2707013"/>
                  </a:lnTo>
                  <a:lnTo>
                    <a:pt x="4827158" y="2709219"/>
                  </a:lnTo>
                  <a:lnTo>
                    <a:pt x="4838306" y="2711376"/>
                  </a:lnTo>
                  <a:lnTo>
                    <a:pt x="4849454" y="2713485"/>
                  </a:lnTo>
                  <a:lnTo>
                    <a:pt x="4860602" y="2715532"/>
                  </a:lnTo>
                  <a:lnTo>
                    <a:pt x="4871750" y="2717535"/>
                  </a:lnTo>
                  <a:lnTo>
                    <a:pt x="4882899" y="2719498"/>
                  </a:lnTo>
                  <a:lnTo>
                    <a:pt x="4894047" y="2721423"/>
                  </a:lnTo>
                  <a:lnTo>
                    <a:pt x="4905195" y="2723299"/>
                  </a:lnTo>
                  <a:lnTo>
                    <a:pt x="4916343" y="2725137"/>
                  </a:lnTo>
                  <a:lnTo>
                    <a:pt x="4927491" y="2726943"/>
                  </a:lnTo>
                  <a:lnTo>
                    <a:pt x="4938639" y="2728718"/>
                  </a:lnTo>
                  <a:lnTo>
                    <a:pt x="4949788" y="2730453"/>
                  </a:lnTo>
                  <a:lnTo>
                    <a:pt x="4960936" y="2732156"/>
                  </a:lnTo>
                  <a:lnTo>
                    <a:pt x="4972084" y="2733831"/>
                  </a:lnTo>
                  <a:lnTo>
                    <a:pt x="4983232" y="2735479"/>
                  </a:lnTo>
                  <a:lnTo>
                    <a:pt x="4994380" y="2737094"/>
                  </a:lnTo>
                  <a:lnTo>
                    <a:pt x="5005528" y="2738680"/>
                  </a:lnTo>
                  <a:lnTo>
                    <a:pt x="5016677" y="2740240"/>
                  </a:lnTo>
                  <a:lnTo>
                    <a:pt x="5027825" y="2741776"/>
                  </a:lnTo>
                  <a:lnTo>
                    <a:pt x="5038973" y="2743282"/>
                  </a:lnTo>
                  <a:lnTo>
                    <a:pt x="5050121" y="2744758"/>
                  </a:lnTo>
                  <a:lnTo>
                    <a:pt x="5061269" y="2746209"/>
                  </a:lnTo>
                  <a:lnTo>
                    <a:pt x="5072417" y="2747636"/>
                  </a:lnTo>
                  <a:lnTo>
                    <a:pt x="5083566" y="2749034"/>
                  </a:lnTo>
                  <a:lnTo>
                    <a:pt x="5094714" y="2750398"/>
                  </a:lnTo>
                  <a:lnTo>
                    <a:pt x="5105862" y="2751737"/>
                  </a:lnTo>
                  <a:lnTo>
                    <a:pt x="5117010" y="2753050"/>
                  </a:lnTo>
                  <a:lnTo>
                    <a:pt x="5128158" y="2754331"/>
                  </a:lnTo>
                  <a:lnTo>
                    <a:pt x="5139306" y="2755575"/>
                  </a:lnTo>
                  <a:lnTo>
                    <a:pt x="5150455" y="2756791"/>
                  </a:lnTo>
                  <a:lnTo>
                    <a:pt x="5161603" y="2757977"/>
                  </a:lnTo>
                  <a:lnTo>
                    <a:pt x="5172751" y="2759130"/>
                  </a:lnTo>
                  <a:lnTo>
                    <a:pt x="5183899" y="2760240"/>
                  </a:lnTo>
                  <a:lnTo>
                    <a:pt x="5195047" y="2761320"/>
                  </a:lnTo>
                  <a:lnTo>
                    <a:pt x="5206195" y="2762367"/>
                  </a:lnTo>
                  <a:lnTo>
                    <a:pt x="5217344" y="2763378"/>
                  </a:lnTo>
                  <a:lnTo>
                    <a:pt x="5228492" y="2764344"/>
                  </a:lnTo>
                  <a:lnTo>
                    <a:pt x="5239640" y="2765276"/>
                  </a:lnTo>
                  <a:lnTo>
                    <a:pt x="5250788" y="2766173"/>
                  </a:lnTo>
                  <a:lnTo>
                    <a:pt x="5261936" y="2767035"/>
                  </a:lnTo>
                  <a:lnTo>
                    <a:pt x="5273085" y="2767849"/>
                  </a:lnTo>
                  <a:lnTo>
                    <a:pt x="5284233" y="2768627"/>
                  </a:lnTo>
                  <a:lnTo>
                    <a:pt x="5295381" y="2769372"/>
                  </a:lnTo>
                  <a:lnTo>
                    <a:pt x="5306529" y="2770083"/>
                  </a:lnTo>
                  <a:lnTo>
                    <a:pt x="5317677" y="2770744"/>
                  </a:lnTo>
                  <a:lnTo>
                    <a:pt x="5328825" y="2771373"/>
                  </a:lnTo>
                  <a:lnTo>
                    <a:pt x="5339974" y="2771969"/>
                  </a:lnTo>
                  <a:lnTo>
                    <a:pt x="5351122" y="2772533"/>
                  </a:lnTo>
                  <a:lnTo>
                    <a:pt x="5362270" y="2773053"/>
                  </a:lnTo>
                  <a:lnTo>
                    <a:pt x="5373418" y="2773542"/>
                  </a:lnTo>
                  <a:lnTo>
                    <a:pt x="5384566" y="2774001"/>
                  </a:lnTo>
                  <a:lnTo>
                    <a:pt x="5395714" y="2774433"/>
                  </a:lnTo>
                  <a:lnTo>
                    <a:pt x="5406863" y="2774826"/>
                  </a:lnTo>
                  <a:lnTo>
                    <a:pt x="5418011" y="2775191"/>
                  </a:lnTo>
                  <a:lnTo>
                    <a:pt x="5429159" y="2775532"/>
                  </a:lnTo>
                  <a:lnTo>
                    <a:pt x="5440307" y="2775849"/>
                  </a:lnTo>
                  <a:lnTo>
                    <a:pt x="5451455" y="2776135"/>
                  </a:lnTo>
                  <a:lnTo>
                    <a:pt x="5462603" y="2776398"/>
                  </a:lnTo>
                  <a:lnTo>
                    <a:pt x="5473752" y="2776641"/>
                  </a:lnTo>
                  <a:lnTo>
                    <a:pt x="5484900" y="2776865"/>
                  </a:lnTo>
                  <a:lnTo>
                    <a:pt x="5496048" y="2777065"/>
                  </a:lnTo>
                  <a:lnTo>
                    <a:pt x="5507196" y="2777246"/>
                  </a:lnTo>
                  <a:lnTo>
                    <a:pt x="5518344" y="2777413"/>
                  </a:lnTo>
                  <a:lnTo>
                    <a:pt x="5529492" y="2777564"/>
                  </a:lnTo>
                  <a:lnTo>
                    <a:pt x="5540641" y="2777699"/>
                  </a:lnTo>
                  <a:lnTo>
                    <a:pt x="5551789" y="2777819"/>
                  </a:lnTo>
                  <a:lnTo>
                    <a:pt x="5562937" y="2777929"/>
                  </a:lnTo>
                  <a:lnTo>
                    <a:pt x="5574085" y="2778028"/>
                  </a:lnTo>
                  <a:lnTo>
                    <a:pt x="5585233" y="2778115"/>
                  </a:lnTo>
                  <a:lnTo>
                    <a:pt x="5596381" y="2778192"/>
                  </a:lnTo>
                  <a:lnTo>
                    <a:pt x="5607530" y="2778261"/>
                  </a:lnTo>
                  <a:lnTo>
                    <a:pt x="5618678" y="2778323"/>
                  </a:lnTo>
                  <a:lnTo>
                    <a:pt x="5629826" y="2778377"/>
                  </a:lnTo>
                  <a:lnTo>
                    <a:pt x="5640974" y="2778424"/>
                  </a:lnTo>
                  <a:lnTo>
                    <a:pt x="5652122" y="2778466"/>
                  </a:lnTo>
                  <a:lnTo>
                    <a:pt x="5663270" y="2778503"/>
                  </a:lnTo>
                  <a:lnTo>
                    <a:pt x="5674419" y="2778535"/>
                  </a:lnTo>
                  <a:lnTo>
                    <a:pt x="5685567" y="2778563"/>
                  </a:lnTo>
                  <a:lnTo>
                    <a:pt x="5696715" y="2778587"/>
                  </a:lnTo>
                  <a:lnTo>
                    <a:pt x="5696715" y="2778734"/>
                  </a:lnTo>
                  <a:lnTo>
                    <a:pt x="5685567" y="2778734"/>
                  </a:lnTo>
                  <a:lnTo>
                    <a:pt x="5674419" y="2778734"/>
                  </a:lnTo>
                  <a:lnTo>
                    <a:pt x="5663270" y="2778734"/>
                  </a:lnTo>
                  <a:lnTo>
                    <a:pt x="5652122" y="2778734"/>
                  </a:lnTo>
                  <a:lnTo>
                    <a:pt x="5640974" y="2778734"/>
                  </a:lnTo>
                  <a:lnTo>
                    <a:pt x="5629826" y="2778734"/>
                  </a:lnTo>
                  <a:lnTo>
                    <a:pt x="5618678" y="2778734"/>
                  </a:lnTo>
                  <a:lnTo>
                    <a:pt x="5607530" y="2778734"/>
                  </a:lnTo>
                  <a:lnTo>
                    <a:pt x="5596381" y="2778734"/>
                  </a:lnTo>
                  <a:lnTo>
                    <a:pt x="5585233" y="2778734"/>
                  </a:lnTo>
                  <a:lnTo>
                    <a:pt x="5574085" y="2778734"/>
                  </a:lnTo>
                  <a:lnTo>
                    <a:pt x="5562937" y="2778734"/>
                  </a:lnTo>
                  <a:lnTo>
                    <a:pt x="5551789" y="2778734"/>
                  </a:lnTo>
                  <a:lnTo>
                    <a:pt x="5540641" y="2778734"/>
                  </a:lnTo>
                  <a:lnTo>
                    <a:pt x="5529492" y="2778734"/>
                  </a:lnTo>
                  <a:lnTo>
                    <a:pt x="5518344" y="2778734"/>
                  </a:lnTo>
                  <a:lnTo>
                    <a:pt x="5507196" y="2778734"/>
                  </a:lnTo>
                  <a:lnTo>
                    <a:pt x="5496048" y="2778734"/>
                  </a:lnTo>
                  <a:lnTo>
                    <a:pt x="5484900" y="2778734"/>
                  </a:lnTo>
                  <a:lnTo>
                    <a:pt x="5473752" y="2778734"/>
                  </a:lnTo>
                  <a:lnTo>
                    <a:pt x="5462603" y="2778734"/>
                  </a:lnTo>
                  <a:lnTo>
                    <a:pt x="5451455" y="2778734"/>
                  </a:lnTo>
                  <a:lnTo>
                    <a:pt x="5440307" y="2778734"/>
                  </a:lnTo>
                  <a:lnTo>
                    <a:pt x="5429159" y="2778734"/>
                  </a:lnTo>
                  <a:lnTo>
                    <a:pt x="5418011" y="2778734"/>
                  </a:lnTo>
                  <a:lnTo>
                    <a:pt x="5406863" y="2778734"/>
                  </a:lnTo>
                  <a:lnTo>
                    <a:pt x="5395714" y="2778734"/>
                  </a:lnTo>
                  <a:lnTo>
                    <a:pt x="5384566" y="2778734"/>
                  </a:lnTo>
                  <a:lnTo>
                    <a:pt x="5373418" y="2778734"/>
                  </a:lnTo>
                  <a:lnTo>
                    <a:pt x="5362270" y="2778734"/>
                  </a:lnTo>
                  <a:lnTo>
                    <a:pt x="5351122" y="2778734"/>
                  </a:lnTo>
                  <a:lnTo>
                    <a:pt x="5339974" y="2778734"/>
                  </a:lnTo>
                  <a:lnTo>
                    <a:pt x="5328825" y="2778734"/>
                  </a:lnTo>
                  <a:lnTo>
                    <a:pt x="5317677" y="2778734"/>
                  </a:lnTo>
                  <a:lnTo>
                    <a:pt x="5306529" y="2778734"/>
                  </a:lnTo>
                  <a:lnTo>
                    <a:pt x="5295381" y="2778734"/>
                  </a:lnTo>
                  <a:lnTo>
                    <a:pt x="5284233" y="2778734"/>
                  </a:lnTo>
                  <a:lnTo>
                    <a:pt x="5273085" y="2778734"/>
                  </a:lnTo>
                  <a:lnTo>
                    <a:pt x="5261936" y="2778734"/>
                  </a:lnTo>
                  <a:lnTo>
                    <a:pt x="5250788" y="2778734"/>
                  </a:lnTo>
                  <a:lnTo>
                    <a:pt x="5239640" y="2778734"/>
                  </a:lnTo>
                  <a:lnTo>
                    <a:pt x="5228492" y="2778734"/>
                  </a:lnTo>
                  <a:lnTo>
                    <a:pt x="5217344" y="2778734"/>
                  </a:lnTo>
                  <a:lnTo>
                    <a:pt x="5206195" y="2778734"/>
                  </a:lnTo>
                  <a:lnTo>
                    <a:pt x="5195047" y="2778734"/>
                  </a:lnTo>
                  <a:lnTo>
                    <a:pt x="5183899" y="2778734"/>
                  </a:lnTo>
                  <a:lnTo>
                    <a:pt x="5172751" y="2778734"/>
                  </a:lnTo>
                  <a:lnTo>
                    <a:pt x="5161603" y="2778734"/>
                  </a:lnTo>
                  <a:lnTo>
                    <a:pt x="5150455" y="2778734"/>
                  </a:lnTo>
                  <a:lnTo>
                    <a:pt x="5139306" y="2778734"/>
                  </a:lnTo>
                  <a:lnTo>
                    <a:pt x="5128158" y="2778734"/>
                  </a:lnTo>
                  <a:lnTo>
                    <a:pt x="5117010" y="2778734"/>
                  </a:lnTo>
                  <a:lnTo>
                    <a:pt x="5105862" y="2778734"/>
                  </a:lnTo>
                  <a:lnTo>
                    <a:pt x="5094714" y="2778734"/>
                  </a:lnTo>
                  <a:lnTo>
                    <a:pt x="5083566" y="2778734"/>
                  </a:lnTo>
                  <a:lnTo>
                    <a:pt x="5072417" y="2778734"/>
                  </a:lnTo>
                  <a:lnTo>
                    <a:pt x="5061269" y="2778734"/>
                  </a:lnTo>
                  <a:lnTo>
                    <a:pt x="5050121" y="2778734"/>
                  </a:lnTo>
                  <a:lnTo>
                    <a:pt x="5038973" y="2778734"/>
                  </a:lnTo>
                  <a:lnTo>
                    <a:pt x="5027825" y="2778734"/>
                  </a:lnTo>
                  <a:lnTo>
                    <a:pt x="5016677" y="2778734"/>
                  </a:lnTo>
                  <a:lnTo>
                    <a:pt x="5005528" y="2778734"/>
                  </a:lnTo>
                  <a:lnTo>
                    <a:pt x="4994380" y="2778734"/>
                  </a:lnTo>
                  <a:lnTo>
                    <a:pt x="4983232" y="2778734"/>
                  </a:lnTo>
                  <a:lnTo>
                    <a:pt x="4972084" y="2778734"/>
                  </a:lnTo>
                  <a:lnTo>
                    <a:pt x="4960936" y="2778734"/>
                  </a:lnTo>
                  <a:lnTo>
                    <a:pt x="4949788" y="2778734"/>
                  </a:lnTo>
                  <a:lnTo>
                    <a:pt x="4938639" y="2778734"/>
                  </a:lnTo>
                  <a:lnTo>
                    <a:pt x="4927491" y="2778734"/>
                  </a:lnTo>
                  <a:lnTo>
                    <a:pt x="4916343" y="2778734"/>
                  </a:lnTo>
                  <a:lnTo>
                    <a:pt x="4905195" y="2778734"/>
                  </a:lnTo>
                  <a:lnTo>
                    <a:pt x="4894047" y="2778734"/>
                  </a:lnTo>
                  <a:lnTo>
                    <a:pt x="4882899" y="2778734"/>
                  </a:lnTo>
                  <a:lnTo>
                    <a:pt x="4871750" y="2778734"/>
                  </a:lnTo>
                  <a:lnTo>
                    <a:pt x="4860602" y="2778734"/>
                  </a:lnTo>
                  <a:lnTo>
                    <a:pt x="4849454" y="2778734"/>
                  </a:lnTo>
                  <a:lnTo>
                    <a:pt x="4838306" y="2778734"/>
                  </a:lnTo>
                  <a:lnTo>
                    <a:pt x="4827158" y="2778734"/>
                  </a:lnTo>
                  <a:lnTo>
                    <a:pt x="4816009" y="2778734"/>
                  </a:lnTo>
                  <a:lnTo>
                    <a:pt x="4804861" y="2778734"/>
                  </a:lnTo>
                  <a:lnTo>
                    <a:pt x="4793713" y="2778734"/>
                  </a:lnTo>
                  <a:lnTo>
                    <a:pt x="4782565" y="2778734"/>
                  </a:lnTo>
                  <a:lnTo>
                    <a:pt x="4771417" y="2778734"/>
                  </a:lnTo>
                  <a:lnTo>
                    <a:pt x="4760269" y="2778734"/>
                  </a:lnTo>
                  <a:lnTo>
                    <a:pt x="4749120" y="2778734"/>
                  </a:lnTo>
                  <a:lnTo>
                    <a:pt x="4737972" y="2778734"/>
                  </a:lnTo>
                  <a:lnTo>
                    <a:pt x="4726824" y="2778734"/>
                  </a:lnTo>
                  <a:lnTo>
                    <a:pt x="4715676" y="2778734"/>
                  </a:lnTo>
                  <a:lnTo>
                    <a:pt x="4704528" y="2778734"/>
                  </a:lnTo>
                  <a:lnTo>
                    <a:pt x="4693380" y="2778734"/>
                  </a:lnTo>
                  <a:lnTo>
                    <a:pt x="4682231" y="2778734"/>
                  </a:lnTo>
                  <a:lnTo>
                    <a:pt x="4671083" y="2778734"/>
                  </a:lnTo>
                  <a:lnTo>
                    <a:pt x="4659935" y="2778734"/>
                  </a:lnTo>
                  <a:lnTo>
                    <a:pt x="4648787" y="2778734"/>
                  </a:lnTo>
                  <a:lnTo>
                    <a:pt x="4637639" y="2778734"/>
                  </a:lnTo>
                  <a:lnTo>
                    <a:pt x="4626491" y="2778734"/>
                  </a:lnTo>
                  <a:lnTo>
                    <a:pt x="4615342" y="2778734"/>
                  </a:lnTo>
                  <a:lnTo>
                    <a:pt x="4604194" y="2778734"/>
                  </a:lnTo>
                  <a:lnTo>
                    <a:pt x="4593046" y="2778734"/>
                  </a:lnTo>
                  <a:lnTo>
                    <a:pt x="4581898" y="2778734"/>
                  </a:lnTo>
                  <a:lnTo>
                    <a:pt x="4570750" y="2778734"/>
                  </a:lnTo>
                  <a:lnTo>
                    <a:pt x="4559602" y="2778734"/>
                  </a:lnTo>
                  <a:lnTo>
                    <a:pt x="4548453" y="2778734"/>
                  </a:lnTo>
                  <a:lnTo>
                    <a:pt x="4537305" y="2778734"/>
                  </a:lnTo>
                  <a:lnTo>
                    <a:pt x="4526157" y="2778734"/>
                  </a:lnTo>
                  <a:lnTo>
                    <a:pt x="4515009" y="2778734"/>
                  </a:lnTo>
                  <a:lnTo>
                    <a:pt x="4503861" y="2778734"/>
                  </a:lnTo>
                  <a:lnTo>
                    <a:pt x="4492713" y="2778734"/>
                  </a:lnTo>
                  <a:lnTo>
                    <a:pt x="4481564" y="2778734"/>
                  </a:lnTo>
                  <a:lnTo>
                    <a:pt x="4470416" y="2778734"/>
                  </a:lnTo>
                  <a:lnTo>
                    <a:pt x="4459268" y="2778734"/>
                  </a:lnTo>
                  <a:lnTo>
                    <a:pt x="4448120" y="2778734"/>
                  </a:lnTo>
                  <a:lnTo>
                    <a:pt x="4436972" y="2778734"/>
                  </a:lnTo>
                  <a:lnTo>
                    <a:pt x="4425823" y="2778734"/>
                  </a:lnTo>
                  <a:lnTo>
                    <a:pt x="4414675" y="2778734"/>
                  </a:lnTo>
                  <a:lnTo>
                    <a:pt x="4403527" y="2778734"/>
                  </a:lnTo>
                  <a:lnTo>
                    <a:pt x="4392379" y="2778734"/>
                  </a:lnTo>
                  <a:lnTo>
                    <a:pt x="4381231" y="2778734"/>
                  </a:lnTo>
                  <a:lnTo>
                    <a:pt x="4370083" y="2778734"/>
                  </a:lnTo>
                  <a:lnTo>
                    <a:pt x="4358934" y="2778734"/>
                  </a:lnTo>
                  <a:lnTo>
                    <a:pt x="4347786" y="2778734"/>
                  </a:lnTo>
                  <a:lnTo>
                    <a:pt x="4336638" y="2778734"/>
                  </a:lnTo>
                  <a:lnTo>
                    <a:pt x="4325490" y="2778734"/>
                  </a:lnTo>
                  <a:lnTo>
                    <a:pt x="4314342" y="2778734"/>
                  </a:lnTo>
                  <a:lnTo>
                    <a:pt x="4303194" y="2778734"/>
                  </a:lnTo>
                  <a:lnTo>
                    <a:pt x="4292045" y="2778734"/>
                  </a:lnTo>
                  <a:lnTo>
                    <a:pt x="4280897" y="2778734"/>
                  </a:lnTo>
                  <a:lnTo>
                    <a:pt x="4269749" y="2778734"/>
                  </a:lnTo>
                  <a:lnTo>
                    <a:pt x="4258601" y="2778734"/>
                  </a:lnTo>
                  <a:lnTo>
                    <a:pt x="4247453" y="2778734"/>
                  </a:lnTo>
                  <a:lnTo>
                    <a:pt x="4236305" y="2778734"/>
                  </a:lnTo>
                  <a:lnTo>
                    <a:pt x="4225156" y="2778734"/>
                  </a:lnTo>
                  <a:lnTo>
                    <a:pt x="4214008" y="2778734"/>
                  </a:lnTo>
                  <a:lnTo>
                    <a:pt x="4202860" y="2778734"/>
                  </a:lnTo>
                  <a:lnTo>
                    <a:pt x="4191712" y="2778734"/>
                  </a:lnTo>
                  <a:lnTo>
                    <a:pt x="4180564" y="2778734"/>
                  </a:lnTo>
                  <a:lnTo>
                    <a:pt x="4169416" y="2778734"/>
                  </a:lnTo>
                  <a:lnTo>
                    <a:pt x="4158267" y="2778734"/>
                  </a:lnTo>
                  <a:lnTo>
                    <a:pt x="4147119" y="2778734"/>
                  </a:lnTo>
                  <a:lnTo>
                    <a:pt x="4135971" y="2778734"/>
                  </a:lnTo>
                  <a:lnTo>
                    <a:pt x="4124823" y="2778734"/>
                  </a:lnTo>
                  <a:lnTo>
                    <a:pt x="4113675" y="2778734"/>
                  </a:lnTo>
                  <a:lnTo>
                    <a:pt x="4102527" y="2778734"/>
                  </a:lnTo>
                  <a:lnTo>
                    <a:pt x="4091378" y="2778734"/>
                  </a:lnTo>
                  <a:lnTo>
                    <a:pt x="4080230" y="2778734"/>
                  </a:lnTo>
                  <a:lnTo>
                    <a:pt x="4069082" y="2778734"/>
                  </a:lnTo>
                  <a:lnTo>
                    <a:pt x="4057934" y="2778734"/>
                  </a:lnTo>
                  <a:lnTo>
                    <a:pt x="4046786" y="2778734"/>
                  </a:lnTo>
                  <a:lnTo>
                    <a:pt x="4035637" y="2778734"/>
                  </a:lnTo>
                  <a:lnTo>
                    <a:pt x="4024489" y="2778734"/>
                  </a:lnTo>
                  <a:lnTo>
                    <a:pt x="4013341" y="2778734"/>
                  </a:lnTo>
                  <a:lnTo>
                    <a:pt x="4002193" y="2778734"/>
                  </a:lnTo>
                  <a:lnTo>
                    <a:pt x="3991045" y="2778734"/>
                  </a:lnTo>
                  <a:lnTo>
                    <a:pt x="3979897" y="2778734"/>
                  </a:lnTo>
                  <a:lnTo>
                    <a:pt x="3968748" y="2778734"/>
                  </a:lnTo>
                  <a:lnTo>
                    <a:pt x="3957600" y="2778734"/>
                  </a:lnTo>
                  <a:lnTo>
                    <a:pt x="3946452" y="2778734"/>
                  </a:lnTo>
                  <a:lnTo>
                    <a:pt x="3935304" y="2778734"/>
                  </a:lnTo>
                  <a:lnTo>
                    <a:pt x="3924156" y="2778734"/>
                  </a:lnTo>
                  <a:lnTo>
                    <a:pt x="3913008" y="2778734"/>
                  </a:lnTo>
                  <a:lnTo>
                    <a:pt x="3901859" y="2778734"/>
                  </a:lnTo>
                  <a:lnTo>
                    <a:pt x="3890711" y="2778734"/>
                  </a:lnTo>
                  <a:lnTo>
                    <a:pt x="3879563" y="2778734"/>
                  </a:lnTo>
                  <a:lnTo>
                    <a:pt x="3868415" y="2778734"/>
                  </a:lnTo>
                  <a:lnTo>
                    <a:pt x="3857267" y="2778734"/>
                  </a:lnTo>
                  <a:lnTo>
                    <a:pt x="3846119" y="2778734"/>
                  </a:lnTo>
                  <a:lnTo>
                    <a:pt x="3834970" y="2778734"/>
                  </a:lnTo>
                  <a:lnTo>
                    <a:pt x="3823822" y="2778734"/>
                  </a:lnTo>
                  <a:lnTo>
                    <a:pt x="3812674" y="2778734"/>
                  </a:lnTo>
                  <a:lnTo>
                    <a:pt x="3801526" y="2778734"/>
                  </a:lnTo>
                  <a:lnTo>
                    <a:pt x="3790378" y="2778734"/>
                  </a:lnTo>
                  <a:lnTo>
                    <a:pt x="3779230" y="2778734"/>
                  </a:lnTo>
                  <a:lnTo>
                    <a:pt x="3768081" y="2778734"/>
                  </a:lnTo>
                  <a:lnTo>
                    <a:pt x="3756933" y="2778734"/>
                  </a:lnTo>
                  <a:lnTo>
                    <a:pt x="3745785" y="2778734"/>
                  </a:lnTo>
                  <a:lnTo>
                    <a:pt x="3734637" y="2778734"/>
                  </a:lnTo>
                  <a:lnTo>
                    <a:pt x="3723489" y="2778734"/>
                  </a:lnTo>
                  <a:lnTo>
                    <a:pt x="3712341" y="2778734"/>
                  </a:lnTo>
                  <a:lnTo>
                    <a:pt x="3701192" y="2778734"/>
                  </a:lnTo>
                  <a:lnTo>
                    <a:pt x="3690044" y="2778734"/>
                  </a:lnTo>
                  <a:lnTo>
                    <a:pt x="3678896" y="2778734"/>
                  </a:lnTo>
                  <a:lnTo>
                    <a:pt x="3667748" y="2778734"/>
                  </a:lnTo>
                  <a:lnTo>
                    <a:pt x="3656600" y="2778734"/>
                  </a:lnTo>
                  <a:lnTo>
                    <a:pt x="3645452" y="2778734"/>
                  </a:lnTo>
                  <a:lnTo>
                    <a:pt x="3634303" y="2778734"/>
                  </a:lnTo>
                  <a:lnTo>
                    <a:pt x="3623155" y="2778734"/>
                  </a:lnTo>
                  <a:lnTo>
                    <a:pt x="3612007" y="2778734"/>
                  </a:lnTo>
                  <a:lnTo>
                    <a:pt x="3600859" y="2778734"/>
                  </a:lnTo>
                  <a:lnTo>
                    <a:pt x="3589711" y="2778734"/>
                  </a:lnTo>
                  <a:lnTo>
                    <a:pt x="3578562" y="2778734"/>
                  </a:lnTo>
                  <a:lnTo>
                    <a:pt x="3567414" y="2778734"/>
                  </a:lnTo>
                  <a:lnTo>
                    <a:pt x="3556266" y="2778734"/>
                  </a:lnTo>
                  <a:lnTo>
                    <a:pt x="3545118" y="2778734"/>
                  </a:lnTo>
                  <a:lnTo>
                    <a:pt x="3533970" y="2778734"/>
                  </a:lnTo>
                  <a:lnTo>
                    <a:pt x="3522822" y="2778734"/>
                  </a:lnTo>
                  <a:lnTo>
                    <a:pt x="3511673" y="2778734"/>
                  </a:lnTo>
                  <a:lnTo>
                    <a:pt x="3500525" y="2778734"/>
                  </a:lnTo>
                  <a:lnTo>
                    <a:pt x="3489377" y="2778734"/>
                  </a:lnTo>
                  <a:lnTo>
                    <a:pt x="3478229" y="2778734"/>
                  </a:lnTo>
                  <a:lnTo>
                    <a:pt x="3467081" y="2778734"/>
                  </a:lnTo>
                  <a:lnTo>
                    <a:pt x="3455933" y="2778734"/>
                  </a:lnTo>
                  <a:lnTo>
                    <a:pt x="3444784" y="2778734"/>
                  </a:lnTo>
                  <a:lnTo>
                    <a:pt x="3433636" y="2778734"/>
                  </a:lnTo>
                  <a:lnTo>
                    <a:pt x="3422488" y="2778734"/>
                  </a:lnTo>
                  <a:lnTo>
                    <a:pt x="3411340" y="2778734"/>
                  </a:lnTo>
                  <a:lnTo>
                    <a:pt x="3400192" y="2778734"/>
                  </a:lnTo>
                  <a:lnTo>
                    <a:pt x="3389044" y="2778734"/>
                  </a:lnTo>
                  <a:lnTo>
                    <a:pt x="3377895" y="2778734"/>
                  </a:lnTo>
                  <a:lnTo>
                    <a:pt x="3366747" y="2778734"/>
                  </a:lnTo>
                  <a:lnTo>
                    <a:pt x="3355599" y="2778734"/>
                  </a:lnTo>
                  <a:lnTo>
                    <a:pt x="3344451" y="2778734"/>
                  </a:lnTo>
                  <a:lnTo>
                    <a:pt x="3333303" y="2778734"/>
                  </a:lnTo>
                  <a:lnTo>
                    <a:pt x="3322155" y="2778734"/>
                  </a:lnTo>
                  <a:lnTo>
                    <a:pt x="3311006" y="2778734"/>
                  </a:lnTo>
                  <a:lnTo>
                    <a:pt x="3299858" y="2778734"/>
                  </a:lnTo>
                  <a:lnTo>
                    <a:pt x="3288710" y="2778734"/>
                  </a:lnTo>
                  <a:lnTo>
                    <a:pt x="3277562" y="2778734"/>
                  </a:lnTo>
                  <a:lnTo>
                    <a:pt x="3266414" y="2778734"/>
                  </a:lnTo>
                  <a:lnTo>
                    <a:pt x="3255266" y="2778734"/>
                  </a:lnTo>
                  <a:lnTo>
                    <a:pt x="3244117" y="2778734"/>
                  </a:lnTo>
                  <a:lnTo>
                    <a:pt x="3232969" y="2778734"/>
                  </a:lnTo>
                  <a:lnTo>
                    <a:pt x="3221821" y="2778734"/>
                  </a:lnTo>
                  <a:lnTo>
                    <a:pt x="3210673" y="2778734"/>
                  </a:lnTo>
                  <a:lnTo>
                    <a:pt x="3199525" y="2778734"/>
                  </a:lnTo>
                  <a:lnTo>
                    <a:pt x="3188376" y="2778734"/>
                  </a:lnTo>
                  <a:lnTo>
                    <a:pt x="3177228" y="2778734"/>
                  </a:lnTo>
                  <a:lnTo>
                    <a:pt x="3166080" y="2778734"/>
                  </a:lnTo>
                  <a:lnTo>
                    <a:pt x="3154932" y="2778734"/>
                  </a:lnTo>
                  <a:lnTo>
                    <a:pt x="3143784" y="2778734"/>
                  </a:lnTo>
                  <a:lnTo>
                    <a:pt x="3132636" y="2778734"/>
                  </a:lnTo>
                  <a:lnTo>
                    <a:pt x="3121487" y="2778734"/>
                  </a:lnTo>
                  <a:lnTo>
                    <a:pt x="3110339" y="2778734"/>
                  </a:lnTo>
                  <a:lnTo>
                    <a:pt x="3099191" y="2778734"/>
                  </a:lnTo>
                  <a:lnTo>
                    <a:pt x="3088043" y="2778734"/>
                  </a:lnTo>
                  <a:lnTo>
                    <a:pt x="3076895" y="2778734"/>
                  </a:lnTo>
                  <a:lnTo>
                    <a:pt x="3065747" y="2778734"/>
                  </a:lnTo>
                  <a:lnTo>
                    <a:pt x="3054598" y="2778734"/>
                  </a:lnTo>
                  <a:lnTo>
                    <a:pt x="3043450" y="2778734"/>
                  </a:lnTo>
                  <a:lnTo>
                    <a:pt x="3032302" y="2778734"/>
                  </a:lnTo>
                  <a:lnTo>
                    <a:pt x="3021154" y="2778734"/>
                  </a:lnTo>
                  <a:lnTo>
                    <a:pt x="3010006" y="2778734"/>
                  </a:lnTo>
                  <a:lnTo>
                    <a:pt x="2998858" y="2778734"/>
                  </a:lnTo>
                  <a:lnTo>
                    <a:pt x="2987709" y="2778734"/>
                  </a:lnTo>
                  <a:lnTo>
                    <a:pt x="2976561" y="2778734"/>
                  </a:lnTo>
                  <a:lnTo>
                    <a:pt x="2965413" y="2778734"/>
                  </a:lnTo>
                  <a:lnTo>
                    <a:pt x="2954265" y="2778734"/>
                  </a:lnTo>
                  <a:lnTo>
                    <a:pt x="2943117" y="2778734"/>
                  </a:lnTo>
                  <a:lnTo>
                    <a:pt x="2931969" y="2778734"/>
                  </a:lnTo>
                  <a:lnTo>
                    <a:pt x="2920820" y="2778734"/>
                  </a:lnTo>
                  <a:lnTo>
                    <a:pt x="2909672" y="2778734"/>
                  </a:lnTo>
                  <a:lnTo>
                    <a:pt x="2898524" y="2778734"/>
                  </a:lnTo>
                  <a:lnTo>
                    <a:pt x="2887376" y="2778734"/>
                  </a:lnTo>
                  <a:lnTo>
                    <a:pt x="2876228" y="2778734"/>
                  </a:lnTo>
                  <a:lnTo>
                    <a:pt x="2865080" y="2778734"/>
                  </a:lnTo>
                  <a:lnTo>
                    <a:pt x="2853931" y="2778734"/>
                  </a:lnTo>
                  <a:lnTo>
                    <a:pt x="2842783" y="2778734"/>
                  </a:lnTo>
                  <a:lnTo>
                    <a:pt x="2831635" y="2778734"/>
                  </a:lnTo>
                  <a:lnTo>
                    <a:pt x="2820487" y="2778734"/>
                  </a:lnTo>
                  <a:lnTo>
                    <a:pt x="2809339" y="2778734"/>
                  </a:lnTo>
                  <a:lnTo>
                    <a:pt x="2798190" y="2778734"/>
                  </a:lnTo>
                  <a:lnTo>
                    <a:pt x="2787042" y="2778734"/>
                  </a:lnTo>
                  <a:lnTo>
                    <a:pt x="2775894" y="2778734"/>
                  </a:lnTo>
                  <a:lnTo>
                    <a:pt x="2764746" y="2778734"/>
                  </a:lnTo>
                  <a:lnTo>
                    <a:pt x="2753598" y="2778734"/>
                  </a:lnTo>
                  <a:lnTo>
                    <a:pt x="2742450" y="2778734"/>
                  </a:lnTo>
                  <a:lnTo>
                    <a:pt x="2731301" y="2778734"/>
                  </a:lnTo>
                  <a:lnTo>
                    <a:pt x="2720153" y="2778734"/>
                  </a:lnTo>
                  <a:lnTo>
                    <a:pt x="2709005" y="2778734"/>
                  </a:lnTo>
                  <a:lnTo>
                    <a:pt x="2697857" y="2778734"/>
                  </a:lnTo>
                  <a:lnTo>
                    <a:pt x="2686709" y="2778734"/>
                  </a:lnTo>
                  <a:lnTo>
                    <a:pt x="2675561" y="2778734"/>
                  </a:lnTo>
                  <a:lnTo>
                    <a:pt x="2664412" y="2778734"/>
                  </a:lnTo>
                  <a:lnTo>
                    <a:pt x="2653264" y="2778734"/>
                  </a:lnTo>
                  <a:lnTo>
                    <a:pt x="2642116" y="2778734"/>
                  </a:lnTo>
                  <a:lnTo>
                    <a:pt x="2630968" y="2778734"/>
                  </a:lnTo>
                  <a:lnTo>
                    <a:pt x="2619820" y="2778734"/>
                  </a:lnTo>
                  <a:lnTo>
                    <a:pt x="2608672" y="2778734"/>
                  </a:lnTo>
                  <a:lnTo>
                    <a:pt x="2597523" y="2778734"/>
                  </a:lnTo>
                  <a:lnTo>
                    <a:pt x="2586375" y="2778734"/>
                  </a:lnTo>
                  <a:lnTo>
                    <a:pt x="2575227" y="2778734"/>
                  </a:lnTo>
                  <a:lnTo>
                    <a:pt x="2564079" y="2778734"/>
                  </a:lnTo>
                  <a:lnTo>
                    <a:pt x="2552931" y="2778734"/>
                  </a:lnTo>
                  <a:lnTo>
                    <a:pt x="2541783" y="2778734"/>
                  </a:lnTo>
                  <a:lnTo>
                    <a:pt x="2530634" y="2778734"/>
                  </a:lnTo>
                  <a:lnTo>
                    <a:pt x="2519486" y="2778734"/>
                  </a:lnTo>
                  <a:lnTo>
                    <a:pt x="2508338" y="2778734"/>
                  </a:lnTo>
                  <a:lnTo>
                    <a:pt x="2497190" y="2778734"/>
                  </a:lnTo>
                  <a:lnTo>
                    <a:pt x="2486042" y="2778734"/>
                  </a:lnTo>
                  <a:lnTo>
                    <a:pt x="2474894" y="2778734"/>
                  </a:lnTo>
                  <a:lnTo>
                    <a:pt x="2463745" y="2778734"/>
                  </a:lnTo>
                  <a:lnTo>
                    <a:pt x="2452597" y="2778734"/>
                  </a:lnTo>
                  <a:lnTo>
                    <a:pt x="2441449" y="2778734"/>
                  </a:lnTo>
                  <a:lnTo>
                    <a:pt x="2430301" y="2778734"/>
                  </a:lnTo>
                  <a:lnTo>
                    <a:pt x="2419153" y="2778734"/>
                  </a:lnTo>
                  <a:lnTo>
                    <a:pt x="2408004" y="2778734"/>
                  </a:lnTo>
                  <a:lnTo>
                    <a:pt x="2396856" y="2778734"/>
                  </a:lnTo>
                  <a:lnTo>
                    <a:pt x="2385708" y="2778734"/>
                  </a:lnTo>
                  <a:lnTo>
                    <a:pt x="2374560" y="2778734"/>
                  </a:lnTo>
                  <a:lnTo>
                    <a:pt x="2363412" y="2778734"/>
                  </a:lnTo>
                  <a:lnTo>
                    <a:pt x="2352264" y="2778734"/>
                  </a:lnTo>
                  <a:lnTo>
                    <a:pt x="2341115" y="2778734"/>
                  </a:lnTo>
                  <a:lnTo>
                    <a:pt x="2329967" y="2778734"/>
                  </a:lnTo>
                  <a:lnTo>
                    <a:pt x="2318819" y="2778734"/>
                  </a:lnTo>
                  <a:lnTo>
                    <a:pt x="2307671" y="2778734"/>
                  </a:lnTo>
                  <a:lnTo>
                    <a:pt x="2296523" y="2778734"/>
                  </a:lnTo>
                  <a:lnTo>
                    <a:pt x="2285375" y="2778734"/>
                  </a:lnTo>
                  <a:lnTo>
                    <a:pt x="2274226" y="2778734"/>
                  </a:lnTo>
                  <a:lnTo>
                    <a:pt x="2263078" y="2778734"/>
                  </a:lnTo>
                  <a:lnTo>
                    <a:pt x="2251930" y="2778734"/>
                  </a:lnTo>
                  <a:lnTo>
                    <a:pt x="2240782" y="2778734"/>
                  </a:lnTo>
                  <a:lnTo>
                    <a:pt x="2229634" y="2778734"/>
                  </a:lnTo>
                  <a:lnTo>
                    <a:pt x="2218486" y="2778734"/>
                  </a:lnTo>
                  <a:lnTo>
                    <a:pt x="2207337" y="2778734"/>
                  </a:lnTo>
                  <a:lnTo>
                    <a:pt x="2196189" y="2778734"/>
                  </a:lnTo>
                  <a:lnTo>
                    <a:pt x="2185041" y="2778734"/>
                  </a:lnTo>
                  <a:lnTo>
                    <a:pt x="2173893" y="2778734"/>
                  </a:lnTo>
                  <a:lnTo>
                    <a:pt x="2162745" y="2778734"/>
                  </a:lnTo>
                  <a:lnTo>
                    <a:pt x="2151597" y="2778734"/>
                  </a:lnTo>
                  <a:lnTo>
                    <a:pt x="2140448" y="2778734"/>
                  </a:lnTo>
                  <a:lnTo>
                    <a:pt x="2129300" y="2778734"/>
                  </a:lnTo>
                  <a:lnTo>
                    <a:pt x="2118152" y="2778734"/>
                  </a:lnTo>
                  <a:lnTo>
                    <a:pt x="2107004" y="2778734"/>
                  </a:lnTo>
                  <a:lnTo>
                    <a:pt x="2095856" y="2778734"/>
                  </a:lnTo>
                  <a:lnTo>
                    <a:pt x="2084708" y="2778734"/>
                  </a:lnTo>
                  <a:lnTo>
                    <a:pt x="2073559" y="2778734"/>
                  </a:lnTo>
                  <a:lnTo>
                    <a:pt x="2062411" y="2778734"/>
                  </a:lnTo>
                  <a:lnTo>
                    <a:pt x="2051263" y="2778734"/>
                  </a:lnTo>
                  <a:lnTo>
                    <a:pt x="2040115" y="2778734"/>
                  </a:lnTo>
                  <a:lnTo>
                    <a:pt x="2028967" y="2778734"/>
                  </a:lnTo>
                  <a:lnTo>
                    <a:pt x="2017818" y="2778734"/>
                  </a:lnTo>
                  <a:lnTo>
                    <a:pt x="2006670" y="2778734"/>
                  </a:lnTo>
                  <a:lnTo>
                    <a:pt x="1995522" y="2778734"/>
                  </a:lnTo>
                  <a:lnTo>
                    <a:pt x="1984374" y="2778734"/>
                  </a:lnTo>
                  <a:lnTo>
                    <a:pt x="1973226" y="2778734"/>
                  </a:lnTo>
                  <a:lnTo>
                    <a:pt x="1962078" y="2778734"/>
                  </a:lnTo>
                  <a:lnTo>
                    <a:pt x="1950929" y="2778734"/>
                  </a:lnTo>
                  <a:lnTo>
                    <a:pt x="1939781" y="2778734"/>
                  </a:lnTo>
                  <a:lnTo>
                    <a:pt x="1928633" y="2778734"/>
                  </a:lnTo>
                  <a:lnTo>
                    <a:pt x="1917485" y="2778734"/>
                  </a:lnTo>
                  <a:lnTo>
                    <a:pt x="1906337" y="2778734"/>
                  </a:lnTo>
                  <a:lnTo>
                    <a:pt x="1895189" y="2778734"/>
                  </a:lnTo>
                  <a:lnTo>
                    <a:pt x="1884040" y="2778734"/>
                  </a:lnTo>
                  <a:lnTo>
                    <a:pt x="1872892" y="2778734"/>
                  </a:lnTo>
                  <a:lnTo>
                    <a:pt x="1861744" y="2778734"/>
                  </a:lnTo>
                  <a:lnTo>
                    <a:pt x="1850596" y="2778734"/>
                  </a:lnTo>
                  <a:lnTo>
                    <a:pt x="1839448" y="2778734"/>
                  </a:lnTo>
                  <a:lnTo>
                    <a:pt x="1828300" y="2778734"/>
                  </a:lnTo>
                  <a:lnTo>
                    <a:pt x="1817151" y="2778734"/>
                  </a:lnTo>
                  <a:lnTo>
                    <a:pt x="1806003" y="2778734"/>
                  </a:lnTo>
                  <a:lnTo>
                    <a:pt x="1794855" y="2778734"/>
                  </a:lnTo>
                  <a:lnTo>
                    <a:pt x="1783707" y="2778734"/>
                  </a:lnTo>
                  <a:lnTo>
                    <a:pt x="1772559" y="2778734"/>
                  </a:lnTo>
                  <a:lnTo>
                    <a:pt x="1761411" y="2778734"/>
                  </a:lnTo>
                  <a:lnTo>
                    <a:pt x="1750262" y="2778734"/>
                  </a:lnTo>
                  <a:lnTo>
                    <a:pt x="1739114" y="2778734"/>
                  </a:lnTo>
                  <a:lnTo>
                    <a:pt x="1727966" y="2778734"/>
                  </a:lnTo>
                  <a:lnTo>
                    <a:pt x="1716818" y="2778734"/>
                  </a:lnTo>
                  <a:lnTo>
                    <a:pt x="1705670" y="2778734"/>
                  </a:lnTo>
                  <a:lnTo>
                    <a:pt x="1694522" y="2778734"/>
                  </a:lnTo>
                  <a:lnTo>
                    <a:pt x="1683373" y="2778734"/>
                  </a:lnTo>
                  <a:lnTo>
                    <a:pt x="1672225" y="2778734"/>
                  </a:lnTo>
                  <a:lnTo>
                    <a:pt x="1661077" y="2778734"/>
                  </a:lnTo>
                  <a:lnTo>
                    <a:pt x="1649929" y="2778734"/>
                  </a:lnTo>
                  <a:lnTo>
                    <a:pt x="1638781" y="2778734"/>
                  </a:lnTo>
                  <a:lnTo>
                    <a:pt x="1627633" y="2778734"/>
                  </a:lnTo>
                  <a:lnTo>
                    <a:pt x="1616484" y="2778734"/>
                  </a:lnTo>
                  <a:lnTo>
                    <a:pt x="1605336" y="2778734"/>
                  </a:lnTo>
                  <a:lnTo>
                    <a:pt x="1594188" y="2778734"/>
                  </a:lnTo>
                  <a:lnTo>
                    <a:pt x="1583040" y="2778734"/>
                  </a:lnTo>
                  <a:lnTo>
                    <a:pt x="1571892" y="2778734"/>
                  </a:lnTo>
                  <a:lnTo>
                    <a:pt x="1560743" y="2778734"/>
                  </a:lnTo>
                  <a:lnTo>
                    <a:pt x="1549595" y="2778734"/>
                  </a:lnTo>
                  <a:lnTo>
                    <a:pt x="1538447" y="2778734"/>
                  </a:lnTo>
                  <a:lnTo>
                    <a:pt x="1527299" y="2778734"/>
                  </a:lnTo>
                  <a:lnTo>
                    <a:pt x="1516151" y="2778734"/>
                  </a:lnTo>
                  <a:lnTo>
                    <a:pt x="1505003" y="2778734"/>
                  </a:lnTo>
                  <a:lnTo>
                    <a:pt x="1493854" y="2778734"/>
                  </a:lnTo>
                  <a:lnTo>
                    <a:pt x="1482706" y="2778734"/>
                  </a:lnTo>
                  <a:lnTo>
                    <a:pt x="1471558" y="2778734"/>
                  </a:lnTo>
                  <a:lnTo>
                    <a:pt x="1460410" y="2778734"/>
                  </a:lnTo>
                  <a:lnTo>
                    <a:pt x="1449262" y="2778734"/>
                  </a:lnTo>
                  <a:lnTo>
                    <a:pt x="1438114" y="2778734"/>
                  </a:lnTo>
                  <a:lnTo>
                    <a:pt x="1426965" y="2778734"/>
                  </a:lnTo>
                  <a:lnTo>
                    <a:pt x="1415817" y="2778734"/>
                  </a:lnTo>
                  <a:lnTo>
                    <a:pt x="1404669" y="2778734"/>
                  </a:lnTo>
                  <a:lnTo>
                    <a:pt x="1393521" y="2778734"/>
                  </a:lnTo>
                  <a:lnTo>
                    <a:pt x="1382373" y="2778734"/>
                  </a:lnTo>
                  <a:lnTo>
                    <a:pt x="1371225" y="2778734"/>
                  </a:lnTo>
                  <a:lnTo>
                    <a:pt x="1360076" y="2778734"/>
                  </a:lnTo>
                  <a:lnTo>
                    <a:pt x="1348928" y="2778734"/>
                  </a:lnTo>
                  <a:lnTo>
                    <a:pt x="1337780" y="2778734"/>
                  </a:lnTo>
                  <a:lnTo>
                    <a:pt x="1326632" y="2778734"/>
                  </a:lnTo>
                  <a:lnTo>
                    <a:pt x="1315484" y="2778734"/>
                  </a:lnTo>
                  <a:lnTo>
                    <a:pt x="1304336" y="2778734"/>
                  </a:lnTo>
                  <a:lnTo>
                    <a:pt x="1293187" y="2778734"/>
                  </a:lnTo>
                  <a:lnTo>
                    <a:pt x="1282039" y="2778734"/>
                  </a:lnTo>
                  <a:lnTo>
                    <a:pt x="1270891" y="2778734"/>
                  </a:lnTo>
                  <a:lnTo>
                    <a:pt x="1259743" y="2778734"/>
                  </a:lnTo>
                  <a:lnTo>
                    <a:pt x="1248595" y="2778734"/>
                  </a:lnTo>
                  <a:lnTo>
                    <a:pt x="1237447" y="2778734"/>
                  </a:lnTo>
                  <a:lnTo>
                    <a:pt x="1226298" y="2778734"/>
                  </a:lnTo>
                  <a:lnTo>
                    <a:pt x="1215150" y="2778734"/>
                  </a:lnTo>
                  <a:lnTo>
                    <a:pt x="1204002" y="2778734"/>
                  </a:lnTo>
                  <a:lnTo>
                    <a:pt x="1192854" y="2778734"/>
                  </a:lnTo>
                  <a:lnTo>
                    <a:pt x="1181706" y="2778734"/>
                  </a:lnTo>
                  <a:lnTo>
                    <a:pt x="1170557" y="2778734"/>
                  </a:lnTo>
                  <a:lnTo>
                    <a:pt x="1159409" y="2778734"/>
                  </a:lnTo>
                  <a:lnTo>
                    <a:pt x="1148261" y="2778734"/>
                  </a:lnTo>
                  <a:lnTo>
                    <a:pt x="1137113" y="2778734"/>
                  </a:lnTo>
                  <a:lnTo>
                    <a:pt x="1125965" y="2778734"/>
                  </a:lnTo>
                  <a:lnTo>
                    <a:pt x="1114817" y="2778734"/>
                  </a:lnTo>
                  <a:lnTo>
                    <a:pt x="1103668" y="2778734"/>
                  </a:lnTo>
                  <a:lnTo>
                    <a:pt x="1092520" y="2778734"/>
                  </a:lnTo>
                  <a:lnTo>
                    <a:pt x="1081372" y="2778734"/>
                  </a:lnTo>
                  <a:lnTo>
                    <a:pt x="1070224" y="2778734"/>
                  </a:lnTo>
                  <a:lnTo>
                    <a:pt x="1059076" y="2778734"/>
                  </a:lnTo>
                  <a:lnTo>
                    <a:pt x="1047928" y="2778734"/>
                  </a:lnTo>
                  <a:lnTo>
                    <a:pt x="1036779" y="2778734"/>
                  </a:lnTo>
                  <a:lnTo>
                    <a:pt x="1025631" y="2778734"/>
                  </a:lnTo>
                  <a:lnTo>
                    <a:pt x="1014483" y="2778734"/>
                  </a:lnTo>
                  <a:lnTo>
                    <a:pt x="1003335" y="2778734"/>
                  </a:lnTo>
                  <a:lnTo>
                    <a:pt x="992187" y="2778734"/>
                  </a:lnTo>
                  <a:lnTo>
                    <a:pt x="981039" y="2778734"/>
                  </a:lnTo>
                  <a:lnTo>
                    <a:pt x="969890" y="2778734"/>
                  </a:lnTo>
                  <a:lnTo>
                    <a:pt x="958742" y="2778734"/>
                  </a:lnTo>
                  <a:lnTo>
                    <a:pt x="947594" y="2778734"/>
                  </a:lnTo>
                  <a:lnTo>
                    <a:pt x="936446" y="2778734"/>
                  </a:lnTo>
                  <a:lnTo>
                    <a:pt x="925298" y="2778734"/>
                  </a:lnTo>
                  <a:lnTo>
                    <a:pt x="914150" y="2778734"/>
                  </a:lnTo>
                  <a:lnTo>
                    <a:pt x="903001" y="2778734"/>
                  </a:lnTo>
                  <a:lnTo>
                    <a:pt x="891853" y="2778734"/>
                  </a:lnTo>
                  <a:lnTo>
                    <a:pt x="880705" y="2778734"/>
                  </a:lnTo>
                  <a:lnTo>
                    <a:pt x="869557" y="2778734"/>
                  </a:lnTo>
                  <a:lnTo>
                    <a:pt x="858409" y="2778734"/>
                  </a:lnTo>
                  <a:lnTo>
                    <a:pt x="847261" y="2778734"/>
                  </a:lnTo>
                  <a:lnTo>
                    <a:pt x="836112" y="2778734"/>
                  </a:lnTo>
                  <a:lnTo>
                    <a:pt x="824964" y="2778734"/>
                  </a:lnTo>
                  <a:lnTo>
                    <a:pt x="813816" y="2778734"/>
                  </a:lnTo>
                  <a:lnTo>
                    <a:pt x="802668" y="2778734"/>
                  </a:lnTo>
                  <a:lnTo>
                    <a:pt x="791520" y="2778734"/>
                  </a:lnTo>
                  <a:lnTo>
                    <a:pt x="780371" y="2778734"/>
                  </a:lnTo>
                  <a:lnTo>
                    <a:pt x="769223" y="2778734"/>
                  </a:lnTo>
                  <a:lnTo>
                    <a:pt x="758075" y="2778734"/>
                  </a:lnTo>
                  <a:lnTo>
                    <a:pt x="746927" y="2778734"/>
                  </a:lnTo>
                  <a:lnTo>
                    <a:pt x="735779" y="2778734"/>
                  </a:lnTo>
                  <a:lnTo>
                    <a:pt x="724631" y="2778734"/>
                  </a:lnTo>
                  <a:lnTo>
                    <a:pt x="713482" y="2778734"/>
                  </a:lnTo>
                  <a:lnTo>
                    <a:pt x="702334" y="2778734"/>
                  </a:lnTo>
                  <a:lnTo>
                    <a:pt x="691186" y="2778734"/>
                  </a:lnTo>
                  <a:lnTo>
                    <a:pt x="680038" y="2778734"/>
                  </a:lnTo>
                  <a:lnTo>
                    <a:pt x="668890" y="2778734"/>
                  </a:lnTo>
                  <a:lnTo>
                    <a:pt x="657742" y="2778734"/>
                  </a:lnTo>
                  <a:lnTo>
                    <a:pt x="646593" y="2778734"/>
                  </a:lnTo>
                  <a:lnTo>
                    <a:pt x="635445" y="2778734"/>
                  </a:lnTo>
                  <a:lnTo>
                    <a:pt x="624297" y="2778734"/>
                  </a:lnTo>
                  <a:lnTo>
                    <a:pt x="613149" y="2778734"/>
                  </a:lnTo>
                  <a:lnTo>
                    <a:pt x="602001" y="2778734"/>
                  </a:lnTo>
                  <a:lnTo>
                    <a:pt x="590853" y="2778734"/>
                  </a:lnTo>
                  <a:lnTo>
                    <a:pt x="579704" y="2778734"/>
                  </a:lnTo>
                  <a:lnTo>
                    <a:pt x="568556" y="2778734"/>
                  </a:lnTo>
                  <a:lnTo>
                    <a:pt x="557408" y="2778734"/>
                  </a:lnTo>
                  <a:lnTo>
                    <a:pt x="546260" y="2778734"/>
                  </a:lnTo>
                  <a:lnTo>
                    <a:pt x="535112" y="2778734"/>
                  </a:lnTo>
                  <a:lnTo>
                    <a:pt x="523964" y="2778734"/>
                  </a:lnTo>
                  <a:lnTo>
                    <a:pt x="512815" y="2778734"/>
                  </a:lnTo>
                  <a:lnTo>
                    <a:pt x="501667" y="2778734"/>
                  </a:lnTo>
                  <a:lnTo>
                    <a:pt x="490519" y="2778734"/>
                  </a:lnTo>
                  <a:lnTo>
                    <a:pt x="479371" y="2778734"/>
                  </a:lnTo>
                  <a:lnTo>
                    <a:pt x="468223" y="2778734"/>
                  </a:lnTo>
                  <a:lnTo>
                    <a:pt x="457075" y="2778734"/>
                  </a:lnTo>
                  <a:lnTo>
                    <a:pt x="445926" y="2778734"/>
                  </a:lnTo>
                  <a:lnTo>
                    <a:pt x="434778" y="2778734"/>
                  </a:lnTo>
                  <a:lnTo>
                    <a:pt x="423630" y="2778734"/>
                  </a:lnTo>
                  <a:lnTo>
                    <a:pt x="412482" y="2778734"/>
                  </a:lnTo>
                  <a:lnTo>
                    <a:pt x="401334" y="2778734"/>
                  </a:lnTo>
                  <a:lnTo>
                    <a:pt x="390185" y="2778734"/>
                  </a:lnTo>
                  <a:lnTo>
                    <a:pt x="379037" y="2778734"/>
                  </a:lnTo>
                  <a:lnTo>
                    <a:pt x="367889" y="2778734"/>
                  </a:lnTo>
                  <a:lnTo>
                    <a:pt x="356741" y="2778734"/>
                  </a:lnTo>
                  <a:lnTo>
                    <a:pt x="345593" y="2778734"/>
                  </a:lnTo>
                  <a:lnTo>
                    <a:pt x="334445" y="2778734"/>
                  </a:lnTo>
                  <a:lnTo>
                    <a:pt x="323296" y="2778734"/>
                  </a:lnTo>
                  <a:lnTo>
                    <a:pt x="312148" y="2778734"/>
                  </a:lnTo>
                  <a:lnTo>
                    <a:pt x="301000" y="2778734"/>
                  </a:lnTo>
                  <a:lnTo>
                    <a:pt x="289852" y="2778734"/>
                  </a:lnTo>
                  <a:lnTo>
                    <a:pt x="278704" y="2778734"/>
                  </a:lnTo>
                  <a:lnTo>
                    <a:pt x="267556" y="2778734"/>
                  </a:lnTo>
                  <a:lnTo>
                    <a:pt x="256407" y="2778734"/>
                  </a:lnTo>
                  <a:lnTo>
                    <a:pt x="245259" y="2778734"/>
                  </a:lnTo>
                  <a:lnTo>
                    <a:pt x="234111" y="2778734"/>
                  </a:lnTo>
                  <a:lnTo>
                    <a:pt x="222963" y="2778734"/>
                  </a:lnTo>
                  <a:lnTo>
                    <a:pt x="211815" y="2778734"/>
                  </a:lnTo>
                  <a:lnTo>
                    <a:pt x="200667" y="2778734"/>
                  </a:lnTo>
                  <a:lnTo>
                    <a:pt x="189518" y="2778734"/>
                  </a:lnTo>
                  <a:lnTo>
                    <a:pt x="178370" y="2778734"/>
                  </a:lnTo>
                  <a:lnTo>
                    <a:pt x="167222" y="2778734"/>
                  </a:lnTo>
                  <a:lnTo>
                    <a:pt x="156074" y="2778734"/>
                  </a:lnTo>
                  <a:lnTo>
                    <a:pt x="144926" y="2778734"/>
                  </a:lnTo>
                  <a:lnTo>
                    <a:pt x="133778" y="2778734"/>
                  </a:lnTo>
                  <a:lnTo>
                    <a:pt x="122629" y="2778734"/>
                  </a:lnTo>
                  <a:lnTo>
                    <a:pt x="111481" y="2778734"/>
                  </a:lnTo>
                  <a:lnTo>
                    <a:pt x="100333" y="2778734"/>
                  </a:lnTo>
                  <a:lnTo>
                    <a:pt x="89185" y="2778734"/>
                  </a:lnTo>
                  <a:lnTo>
                    <a:pt x="78037" y="2778734"/>
                  </a:lnTo>
                  <a:lnTo>
                    <a:pt x="66889" y="2778734"/>
                  </a:lnTo>
                  <a:lnTo>
                    <a:pt x="55740" y="2778734"/>
                  </a:lnTo>
                  <a:lnTo>
                    <a:pt x="44592" y="2778734"/>
                  </a:lnTo>
                  <a:lnTo>
                    <a:pt x="33444" y="2778734"/>
                  </a:lnTo>
                  <a:lnTo>
                    <a:pt x="22296" y="2778734"/>
                  </a:lnTo>
                  <a:lnTo>
                    <a:pt x="11148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54623" y="2768891"/>
              <a:ext cx="5696715" cy="2778587"/>
            </a:xfrm>
            <a:custGeom>
              <a:avLst/>
              <a:pathLst>
                <a:path w="5696715" h="2778587">
                  <a:moveTo>
                    <a:pt x="0" y="2697605"/>
                  </a:moveTo>
                  <a:lnTo>
                    <a:pt x="11148" y="2693835"/>
                  </a:lnTo>
                  <a:lnTo>
                    <a:pt x="22296" y="2689987"/>
                  </a:lnTo>
                  <a:lnTo>
                    <a:pt x="33444" y="2686043"/>
                  </a:lnTo>
                  <a:lnTo>
                    <a:pt x="44592" y="2682017"/>
                  </a:lnTo>
                  <a:lnTo>
                    <a:pt x="55740" y="2677925"/>
                  </a:lnTo>
                  <a:lnTo>
                    <a:pt x="66889" y="2673769"/>
                  </a:lnTo>
                  <a:lnTo>
                    <a:pt x="78037" y="2669537"/>
                  </a:lnTo>
                  <a:lnTo>
                    <a:pt x="89185" y="2665239"/>
                  </a:lnTo>
                  <a:lnTo>
                    <a:pt x="100333" y="2660892"/>
                  </a:lnTo>
                  <a:lnTo>
                    <a:pt x="111481" y="2656498"/>
                  </a:lnTo>
                  <a:lnTo>
                    <a:pt x="122629" y="2652053"/>
                  </a:lnTo>
                  <a:lnTo>
                    <a:pt x="133778" y="2647562"/>
                  </a:lnTo>
                  <a:lnTo>
                    <a:pt x="144926" y="2643041"/>
                  </a:lnTo>
                  <a:lnTo>
                    <a:pt x="156074" y="2638493"/>
                  </a:lnTo>
                  <a:lnTo>
                    <a:pt x="167222" y="2633917"/>
                  </a:lnTo>
                  <a:lnTo>
                    <a:pt x="178370" y="2629320"/>
                  </a:lnTo>
                  <a:lnTo>
                    <a:pt x="189518" y="2624711"/>
                  </a:lnTo>
                  <a:lnTo>
                    <a:pt x="200667" y="2620092"/>
                  </a:lnTo>
                  <a:lnTo>
                    <a:pt x="211815" y="2615468"/>
                  </a:lnTo>
                  <a:lnTo>
                    <a:pt x="222963" y="2610843"/>
                  </a:lnTo>
                  <a:lnTo>
                    <a:pt x="234111" y="2606220"/>
                  </a:lnTo>
                  <a:lnTo>
                    <a:pt x="245259" y="2601603"/>
                  </a:lnTo>
                  <a:lnTo>
                    <a:pt x="256407" y="2596994"/>
                  </a:lnTo>
                  <a:lnTo>
                    <a:pt x="267556" y="2592399"/>
                  </a:lnTo>
                  <a:lnTo>
                    <a:pt x="278704" y="2587815"/>
                  </a:lnTo>
                  <a:lnTo>
                    <a:pt x="289852" y="2583243"/>
                  </a:lnTo>
                  <a:lnTo>
                    <a:pt x="301000" y="2578684"/>
                  </a:lnTo>
                  <a:lnTo>
                    <a:pt x="312148" y="2574142"/>
                  </a:lnTo>
                  <a:lnTo>
                    <a:pt x="323296" y="2569611"/>
                  </a:lnTo>
                  <a:lnTo>
                    <a:pt x="334445" y="2565089"/>
                  </a:lnTo>
                  <a:lnTo>
                    <a:pt x="345593" y="2560577"/>
                  </a:lnTo>
                  <a:lnTo>
                    <a:pt x="356741" y="2556071"/>
                  </a:lnTo>
                  <a:lnTo>
                    <a:pt x="367889" y="2551567"/>
                  </a:lnTo>
                  <a:lnTo>
                    <a:pt x="379037" y="2547060"/>
                  </a:lnTo>
                  <a:lnTo>
                    <a:pt x="390185" y="2542549"/>
                  </a:lnTo>
                  <a:lnTo>
                    <a:pt x="401334" y="2538023"/>
                  </a:lnTo>
                  <a:lnTo>
                    <a:pt x="412482" y="2533479"/>
                  </a:lnTo>
                  <a:lnTo>
                    <a:pt x="423630" y="2528914"/>
                  </a:lnTo>
                  <a:lnTo>
                    <a:pt x="434778" y="2524325"/>
                  </a:lnTo>
                  <a:lnTo>
                    <a:pt x="445926" y="2519689"/>
                  </a:lnTo>
                  <a:lnTo>
                    <a:pt x="457075" y="2515011"/>
                  </a:lnTo>
                  <a:lnTo>
                    <a:pt x="468223" y="2510289"/>
                  </a:lnTo>
                  <a:lnTo>
                    <a:pt x="479371" y="2505516"/>
                  </a:lnTo>
                  <a:lnTo>
                    <a:pt x="490519" y="2500664"/>
                  </a:lnTo>
                  <a:lnTo>
                    <a:pt x="501667" y="2495741"/>
                  </a:lnTo>
                  <a:lnTo>
                    <a:pt x="512815" y="2490746"/>
                  </a:lnTo>
                  <a:lnTo>
                    <a:pt x="523964" y="2485676"/>
                  </a:lnTo>
                  <a:lnTo>
                    <a:pt x="535112" y="2480493"/>
                  </a:lnTo>
                  <a:lnTo>
                    <a:pt x="546260" y="2475206"/>
                  </a:lnTo>
                  <a:lnTo>
                    <a:pt x="557408" y="2469822"/>
                  </a:lnTo>
                  <a:lnTo>
                    <a:pt x="568556" y="2464336"/>
                  </a:lnTo>
                  <a:lnTo>
                    <a:pt x="579704" y="2458707"/>
                  </a:lnTo>
                  <a:lnTo>
                    <a:pt x="590853" y="2452939"/>
                  </a:lnTo>
                  <a:lnTo>
                    <a:pt x="602001" y="2447048"/>
                  </a:lnTo>
                  <a:lnTo>
                    <a:pt x="613149" y="2441027"/>
                  </a:lnTo>
                  <a:lnTo>
                    <a:pt x="624297" y="2434833"/>
                  </a:lnTo>
                  <a:lnTo>
                    <a:pt x="635445" y="2428462"/>
                  </a:lnTo>
                  <a:lnTo>
                    <a:pt x="646593" y="2421939"/>
                  </a:lnTo>
                  <a:lnTo>
                    <a:pt x="657742" y="2415257"/>
                  </a:lnTo>
                  <a:lnTo>
                    <a:pt x="668890" y="2408370"/>
                  </a:lnTo>
                  <a:lnTo>
                    <a:pt x="680038" y="2401262"/>
                  </a:lnTo>
                  <a:lnTo>
                    <a:pt x="691186" y="2393967"/>
                  </a:lnTo>
                  <a:lnTo>
                    <a:pt x="702334" y="2386479"/>
                  </a:lnTo>
                  <a:lnTo>
                    <a:pt x="713482" y="2378749"/>
                  </a:lnTo>
                  <a:lnTo>
                    <a:pt x="724631" y="2370743"/>
                  </a:lnTo>
                  <a:lnTo>
                    <a:pt x="735779" y="2362510"/>
                  </a:lnTo>
                  <a:lnTo>
                    <a:pt x="746927" y="2354044"/>
                  </a:lnTo>
                  <a:lnTo>
                    <a:pt x="758075" y="2345295"/>
                  </a:lnTo>
                  <a:lnTo>
                    <a:pt x="769223" y="2336202"/>
                  </a:lnTo>
                  <a:lnTo>
                    <a:pt x="780371" y="2326837"/>
                  </a:lnTo>
                  <a:lnTo>
                    <a:pt x="791520" y="2317191"/>
                  </a:lnTo>
                  <a:lnTo>
                    <a:pt x="802668" y="2307221"/>
                  </a:lnTo>
                  <a:lnTo>
                    <a:pt x="813816" y="2296831"/>
                  </a:lnTo>
                  <a:lnTo>
                    <a:pt x="824964" y="2286121"/>
                  </a:lnTo>
                  <a:lnTo>
                    <a:pt x="836112" y="2275081"/>
                  </a:lnTo>
                  <a:lnTo>
                    <a:pt x="847261" y="2263677"/>
                  </a:lnTo>
                  <a:lnTo>
                    <a:pt x="858409" y="2251777"/>
                  </a:lnTo>
                  <a:lnTo>
                    <a:pt x="869557" y="2239511"/>
                  </a:lnTo>
                  <a:lnTo>
                    <a:pt x="880705" y="2226871"/>
                  </a:lnTo>
                  <a:lnTo>
                    <a:pt x="891853" y="2213838"/>
                  </a:lnTo>
                  <a:lnTo>
                    <a:pt x="903001" y="2200239"/>
                  </a:lnTo>
                  <a:lnTo>
                    <a:pt x="914150" y="2186238"/>
                  </a:lnTo>
                  <a:lnTo>
                    <a:pt x="925298" y="2171832"/>
                  </a:lnTo>
                  <a:lnTo>
                    <a:pt x="936446" y="2157016"/>
                  </a:lnTo>
                  <a:lnTo>
                    <a:pt x="947594" y="2141584"/>
                  </a:lnTo>
                  <a:lnTo>
                    <a:pt x="958742" y="2125729"/>
                  </a:lnTo>
                  <a:lnTo>
                    <a:pt x="969890" y="2109451"/>
                  </a:lnTo>
                  <a:lnTo>
                    <a:pt x="981039" y="2092748"/>
                  </a:lnTo>
                  <a:lnTo>
                    <a:pt x="992187" y="2075434"/>
                  </a:lnTo>
                  <a:lnTo>
                    <a:pt x="1003335" y="2057676"/>
                  </a:lnTo>
                  <a:lnTo>
                    <a:pt x="1014483" y="2039494"/>
                  </a:lnTo>
                  <a:lnTo>
                    <a:pt x="1025631" y="2020889"/>
                  </a:lnTo>
                  <a:lnTo>
                    <a:pt x="1036779" y="2001697"/>
                  </a:lnTo>
                  <a:lnTo>
                    <a:pt x="1047928" y="1982054"/>
                  </a:lnTo>
                  <a:lnTo>
                    <a:pt x="1059076" y="1961999"/>
                  </a:lnTo>
                  <a:lnTo>
                    <a:pt x="1070224" y="1941534"/>
                  </a:lnTo>
                  <a:lnTo>
                    <a:pt x="1081372" y="1920519"/>
                  </a:lnTo>
                  <a:lnTo>
                    <a:pt x="1092520" y="1899056"/>
                  </a:lnTo>
                  <a:lnTo>
                    <a:pt x="1103668" y="1877197"/>
                  </a:lnTo>
                  <a:lnTo>
                    <a:pt x="1114817" y="1854947"/>
                  </a:lnTo>
                  <a:lnTo>
                    <a:pt x="1125965" y="1832187"/>
                  </a:lnTo>
                  <a:lnTo>
                    <a:pt x="1137113" y="1808982"/>
                  </a:lnTo>
                  <a:lnTo>
                    <a:pt x="1148261" y="1785401"/>
                  </a:lnTo>
                  <a:lnTo>
                    <a:pt x="1159409" y="1761443"/>
                  </a:lnTo>
                  <a:lnTo>
                    <a:pt x="1170557" y="1737012"/>
                  </a:lnTo>
                  <a:lnTo>
                    <a:pt x="1181706" y="1712140"/>
                  </a:lnTo>
                  <a:lnTo>
                    <a:pt x="1192854" y="1686904"/>
                  </a:lnTo>
                  <a:lnTo>
                    <a:pt x="1204002" y="1661307"/>
                  </a:lnTo>
                  <a:lnTo>
                    <a:pt x="1215150" y="1635267"/>
                  </a:lnTo>
                  <a:lnTo>
                    <a:pt x="1226298" y="1608788"/>
                  </a:lnTo>
                  <a:lnTo>
                    <a:pt x="1237447" y="1581961"/>
                  </a:lnTo>
                  <a:lnTo>
                    <a:pt x="1248595" y="1554788"/>
                  </a:lnTo>
                  <a:lnTo>
                    <a:pt x="1259743" y="1527207"/>
                  </a:lnTo>
                  <a:lnTo>
                    <a:pt x="1270891" y="1499200"/>
                  </a:lnTo>
                  <a:lnTo>
                    <a:pt x="1282039" y="1470868"/>
                  </a:lnTo>
                  <a:lnTo>
                    <a:pt x="1293187" y="1442219"/>
                  </a:lnTo>
                  <a:lnTo>
                    <a:pt x="1304336" y="1413213"/>
                  </a:lnTo>
                  <a:lnTo>
                    <a:pt x="1315484" y="1383821"/>
                  </a:lnTo>
                  <a:lnTo>
                    <a:pt x="1326632" y="1354152"/>
                  </a:lnTo>
                  <a:lnTo>
                    <a:pt x="1337780" y="1324221"/>
                  </a:lnTo>
                  <a:lnTo>
                    <a:pt x="1348928" y="1294012"/>
                  </a:lnTo>
                  <a:lnTo>
                    <a:pt x="1360076" y="1263505"/>
                  </a:lnTo>
                  <a:lnTo>
                    <a:pt x="1371225" y="1232807"/>
                  </a:lnTo>
                  <a:lnTo>
                    <a:pt x="1382373" y="1201939"/>
                  </a:lnTo>
                  <a:lnTo>
                    <a:pt x="1393521" y="1170912"/>
                  </a:lnTo>
                  <a:lnTo>
                    <a:pt x="1404669" y="1139738"/>
                  </a:lnTo>
                  <a:lnTo>
                    <a:pt x="1415817" y="1108503"/>
                  </a:lnTo>
                  <a:lnTo>
                    <a:pt x="1426965" y="1077235"/>
                  </a:lnTo>
                  <a:lnTo>
                    <a:pt x="1438114" y="1045963"/>
                  </a:lnTo>
                  <a:lnTo>
                    <a:pt x="1449262" y="1014765"/>
                  </a:lnTo>
                  <a:lnTo>
                    <a:pt x="1460410" y="983677"/>
                  </a:lnTo>
                  <a:lnTo>
                    <a:pt x="1471558" y="952731"/>
                  </a:lnTo>
                  <a:lnTo>
                    <a:pt x="1482706" y="921960"/>
                  </a:lnTo>
                  <a:lnTo>
                    <a:pt x="1493854" y="891541"/>
                  </a:lnTo>
                  <a:lnTo>
                    <a:pt x="1505003" y="861428"/>
                  </a:lnTo>
                  <a:lnTo>
                    <a:pt x="1516151" y="831653"/>
                  </a:lnTo>
                  <a:lnTo>
                    <a:pt x="1527299" y="802251"/>
                  </a:lnTo>
                  <a:lnTo>
                    <a:pt x="1538447" y="773472"/>
                  </a:lnTo>
                  <a:lnTo>
                    <a:pt x="1549595" y="745210"/>
                  </a:lnTo>
                  <a:lnTo>
                    <a:pt x="1560743" y="717477"/>
                  </a:lnTo>
                  <a:lnTo>
                    <a:pt x="1571892" y="690302"/>
                  </a:lnTo>
                  <a:lnTo>
                    <a:pt x="1583040" y="663977"/>
                  </a:lnTo>
                  <a:lnTo>
                    <a:pt x="1594188" y="638362"/>
                  </a:lnTo>
                  <a:lnTo>
                    <a:pt x="1605336" y="613428"/>
                  </a:lnTo>
                  <a:lnTo>
                    <a:pt x="1616484" y="589196"/>
                  </a:lnTo>
                  <a:lnTo>
                    <a:pt x="1627633" y="565958"/>
                  </a:lnTo>
                  <a:lnTo>
                    <a:pt x="1638781" y="543571"/>
                  </a:lnTo>
                  <a:lnTo>
                    <a:pt x="1649929" y="521954"/>
                  </a:lnTo>
                  <a:lnTo>
                    <a:pt x="1661077" y="501113"/>
                  </a:lnTo>
                  <a:lnTo>
                    <a:pt x="1672225" y="481306"/>
                  </a:lnTo>
                  <a:lnTo>
                    <a:pt x="1683373" y="462411"/>
                  </a:lnTo>
                  <a:lnTo>
                    <a:pt x="1694522" y="444292"/>
                  </a:lnTo>
                  <a:lnTo>
                    <a:pt x="1705670" y="426944"/>
                  </a:lnTo>
                  <a:lnTo>
                    <a:pt x="1716818" y="410562"/>
                  </a:lnTo>
                  <a:lnTo>
                    <a:pt x="1727966" y="395057"/>
                  </a:lnTo>
                  <a:lnTo>
                    <a:pt x="1739114" y="380255"/>
                  </a:lnTo>
                  <a:lnTo>
                    <a:pt x="1750262" y="366139"/>
                  </a:lnTo>
                  <a:lnTo>
                    <a:pt x="1761411" y="352832"/>
                  </a:lnTo>
                  <a:lnTo>
                    <a:pt x="1772559" y="340278"/>
                  </a:lnTo>
                  <a:lnTo>
                    <a:pt x="1783707" y="328290"/>
                  </a:lnTo>
                  <a:lnTo>
                    <a:pt x="1794855" y="316841"/>
                  </a:lnTo>
                  <a:lnTo>
                    <a:pt x="1806003" y="305989"/>
                  </a:lnTo>
                  <a:lnTo>
                    <a:pt x="1817151" y="295702"/>
                  </a:lnTo>
                  <a:lnTo>
                    <a:pt x="1828300" y="285808"/>
                  </a:lnTo>
                  <a:lnTo>
                    <a:pt x="1839448" y="276276"/>
                  </a:lnTo>
                  <a:lnTo>
                    <a:pt x="1850596" y="267116"/>
                  </a:lnTo>
                  <a:lnTo>
                    <a:pt x="1861744" y="258305"/>
                  </a:lnTo>
                  <a:lnTo>
                    <a:pt x="1872892" y="249712"/>
                  </a:lnTo>
                  <a:lnTo>
                    <a:pt x="1884040" y="241310"/>
                  </a:lnTo>
                  <a:lnTo>
                    <a:pt x="1895189" y="233082"/>
                  </a:lnTo>
                  <a:lnTo>
                    <a:pt x="1906337" y="225005"/>
                  </a:lnTo>
                  <a:lnTo>
                    <a:pt x="1917485" y="217001"/>
                  </a:lnTo>
                  <a:lnTo>
                    <a:pt x="1928633" y="209051"/>
                  </a:lnTo>
                  <a:lnTo>
                    <a:pt x="1939781" y="201137"/>
                  </a:lnTo>
                  <a:lnTo>
                    <a:pt x="1950929" y="193229"/>
                  </a:lnTo>
                  <a:lnTo>
                    <a:pt x="1962078" y="185305"/>
                  </a:lnTo>
                  <a:lnTo>
                    <a:pt x="1973226" y="177357"/>
                  </a:lnTo>
                  <a:lnTo>
                    <a:pt x="1984374" y="169377"/>
                  </a:lnTo>
                  <a:lnTo>
                    <a:pt x="1995522" y="161341"/>
                  </a:lnTo>
                  <a:lnTo>
                    <a:pt x="2006670" y="153267"/>
                  </a:lnTo>
                  <a:lnTo>
                    <a:pt x="2017818" y="145158"/>
                  </a:lnTo>
                  <a:lnTo>
                    <a:pt x="2028967" y="137018"/>
                  </a:lnTo>
                  <a:lnTo>
                    <a:pt x="2040115" y="128852"/>
                  </a:lnTo>
                  <a:lnTo>
                    <a:pt x="2051263" y="120689"/>
                  </a:lnTo>
                  <a:lnTo>
                    <a:pt x="2062411" y="112542"/>
                  </a:lnTo>
                  <a:lnTo>
                    <a:pt x="2073559" y="104424"/>
                  </a:lnTo>
                  <a:lnTo>
                    <a:pt x="2084708" y="96390"/>
                  </a:lnTo>
                  <a:lnTo>
                    <a:pt x="2095856" y="88453"/>
                  </a:lnTo>
                  <a:lnTo>
                    <a:pt x="2107004" y="80630"/>
                  </a:lnTo>
                  <a:lnTo>
                    <a:pt x="2118152" y="72940"/>
                  </a:lnTo>
                  <a:lnTo>
                    <a:pt x="2129300" y="65488"/>
                  </a:lnTo>
                  <a:lnTo>
                    <a:pt x="2140448" y="58267"/>
                  </a:lnTo>
                  <a:lnTo>
                    <a:pt x="2151597" y="51283"/>
                  </a:lnTo>
                  <a:lnTo>
                    <a:pt x="2162745" y="44560"/>
                  </a:lnTo>
                  <a:lnTo>
                    <a:pt x="2173893" y="38242"/>
                  </a:lnTo>
                  <a:lnTo>
                    <a:pt x="2185041" y="32306"/>
                  </a:lnTo>
                  <a:lnTo>
                    <a:pt x="2196189" y="26737"/>
                  </a:lnTo>
                  <a:lnTo>
                    <a:pt x="2207337" y="21556"/>
                  </a:lnTo>
                  <a:lnTo>
                    <a:pt x="2218486" y="16930"/>
                  </a:lnTo>
                  <a:lnTo>
                    <a:pt x="2229634" y="12836"/>
                  </a:lnTo>
                  <a:lnTo>
                    <a:pt x="2240782" y="9223"/>
                  </a:lnTo>
                  <a:lnTo>
                    <a:pt x="2251930" y="6107"/>
                  </a:lnTo>
                  <a:lnTo>
                    <a:pt x="2263078" y="3660"/>
                  </a:lnTo>
                  <a:lnTo>
                    <a:pt x="2274226" y="1871"/>
                  </a:lnTo>
                  <a:lnTo>
                    <a:pt x="2285375" y="648"/>
                  </a:lnTo>
                  <a:lnTo>
                    <a:pt x="2296523" y="0"/>
                  </a:lnTo>
                  <a:lnTo>
                    <a:pt x="2307671" y="82"/>
                  </a:lnTo>
                  <a:lnTo>
                    <a:pt x="2318819" y="912"/>
                  </a:lnTo>
                  <a:lnTo>
                    <a:pt x="2329967" y="2352"/>
                  </a:lnTo>
                  <a:lnTo>
                    <a:pt x="2341115" y="4405"/>
                  </a:lnTo>
                  <a:lnTo>
                    <a:pt x="2352264" y="7196"/>
                  </a:lnTo>
                  <a:lnTo>
                    <a:pt x="2363412" y="10775"/>
                  </a:lnTo>
                  <a:lnTo>
                    <a:pt x="2374560" y="14964"/>
                  </a:lnTo>
                  <a:lnTo>
                    <a:pt x="2385708" y="19760"/>
                  </a:lnTo>
                  <a:lnTo>
                    <a:pt x="2396856" y="25251"/>
                  </a:lnTo>
                  <a:lnTo>
                    <a:pt x="2408004" y="31514"/>
                  </a:lnTo>
                  <a:lnTo>
                    <a:pt x="2419153" y="38346"/>
                  </a:lnTo>
                  <a:lnTo>
                    <a:pt x="2430301" y="45736"/>
                  </a:lnTo>
                  <a:lnTo>
                    <a:pt x="2441449" y="53733"/>
                  </a:lnTo>
                  <a:lnTo>
                    <a:pt x="2452597" y="62433"/>
                  </a:lnTo>
                  <a:lnTo>
                    <a:pt x="2463745" y="71622"/>
                  </a:lnTo>
                  <a:lnTo>
                    <a:pt x="2474894" y="81284"/>
                  </a:lnTo>
                  <a:lnTo>
                    <a:pt x="2486042" y="91436"/>
                  </a:lnTo>
                  <a:lnTo>
                    <a:pt x="2497190" y="102171"/>
                  </a:lnTo>
                  <a:lnTo>
                    <a:pt x="2508338" y="113289"/>
                  </a:lnTo>
                  <a:lnTo>
                    <a:pt x="2519486" y="124768"/>
                  </a:lnTo>
                  <a:lnTo>
                    <a:pt x="2530634" y="136600"/>
                  </a:lnTo>
                  <a:lnTo>
                    <a:pt x="2541783" y="148861"/>
                  </a:lnTo>
                  <a:lnTo>
                    <a:pt x="2552931" y="161381"/>
                  </a:lnTo>
                  <a:lnTo>
                    <a:pt x="2564079" y="174137"/>
                  </a:lnTo>
                  <a:lnTo>
                    <a:pt x="2575227" y="187107"/>
                  </a:lnTo>
                  <a:lnTo>
                    <a:pt x="2586375" y="200332"/>
                  </a:lnTo>
                  <a:lnTo>
                    <a:pt x="2597523" y="213687"/>
                  </a:lnTo>
                  <a:lnTo>
                    <a:pt x="2608672" y="227152"/>
                  </a:lnTo>
                  <a:lnTo>
                    <a:pt x="2619820" y="240706"/>
                  </a:lnTo>
                  <a:lnTo>
                    <a:pt x="2630968" y="254333"/>
                  </a:lnTo>
                  <a:lnTo>
                    <a:pt x="2642116" y="267975"/>
                  </a:lnTo>
                  <a:lnTo>
                    <a:pt x="2653264" y="281611"/>
                  </a:lnTo>
                  <a:lnTo>
                    <a:pt x="2664412" y="295223"/>
                  </a:lnTo>
                  <a:lnTo>
                    <a:pt x="2675561" y="308760"/>
                  </a:lnTo>
                  <a:lnTo>
                    <a:pt x="2686709" y="322207"/>
                  </a:lnTo>
                  <a:lnTo>
                    <a:pt x="2697857" y="335554"/>
                  </a:lnTo>
                  <a:lnTo>
                    <a:pt x="2709005" y="348788"/>
                  </a:lnTo>
                  <a:lnTo>
                    <a:pt x="2720153" y="361839"/>
                  </a:lnTo>
                  <a:lnTo>
                    <a:pt x="2731301" y="374717"/>
                  </a:lnTo>
                  <a:lnTo>
                    <a:pt x="2742450" y="387429"/>
                  </a:lnTo>
                  <a:lnTo>
                    <a:pt x="2753598" y="399966"/>
                  </a:lnTo>
                  <a:lnTo>
                    <a:pt x="2764746" y="412259"/>
                  </a:lnTo>
                  <a:lnTo>
                    <a:pt x="2775894" y="424325"/>
                  </a:lnTo>
                  <a:lnTo>
                    <a:pt x="2787042" y="436190"/>
                  </a:lnTo>
                  <a:lnTo>
                    <a:pt x="2798190" y="447851"/>
                  </a:lnTo>
                  <a:lnTo>
                    <a:pt x="2809339" y="459249"/>
                  </a:lnTo>
                  <a:lnTo>
                    <a:pt x="2820487" y="470399"/>
                  </a:lnTo>
                  <a:lnTo>
                    <a:pt x="2831635" y="481345"/>
                  </a:lnTo>
                  <a:lnTo>
                    <a:pt x="2842783" y="492090"/>
                  </a:lnTo>
                  <a:lnTo>
                    <a:pt x="2853931" y="502591"/>
                  </a:lnTo>
                  <a:lnTo>
                    <a:pt x="2865080" y="512860"/>
                  </a:lnTo>
                  <a:lnTo>
                    <a:pt x="2876228" y="522952"/>
                  </a:lnTo>
                  <a:lnTo>
                    <a:pt x="2887376" y="532873"/>
                  </a:lnTo>
                  <a:lnTo>
                    <a:pt x="2898524" y="542602"/>
                  </a:lnTo>
                  <a:lnTo>
                    <a:pt x="2909672" y="552150"/>
                  </a:lnTo>
                  <a:lnTo>
                    <a:pt x="2920820" y="561574"/>
                  </a:lnTo>
                  <a:lnTo>
                    <a:pt x="2931969" y="570883"/>
                  </a:lnTo>
                  <a:lnTo>
                    <a:pt x="2943117" y="580079"/>
                  </a:lnTo>
                  <a:lnTo>
                    <a:pt x="2954265" y="589178"/>
                  </a:lnTo>
                  <a:lnTo>
                    <a:pt x="2965413" y="598227"/>
                  </a:lnTo>
                  <a:lnTo>
                    <a:pt x="2976561" y="607240"/>
                  </a:lnTo>
                  <a:lnTo>
                    <a:pt x="2987709" y="616233"/>
                  </a:lnTo>
                  <a:lnTo>
                    <a:pt x="2998858" y="625245"/>
                  </a:lnTo>
                  <a:lnTo>
                    <a:pt x="3010006" y="634299"/>
                  </a:lnTo>
                  <a:lnTo>
                    <a:pt x="3021154" y="643410"/>
                  </a:lnTo>
                  <a:lnTo>
                    <a:pt x="3032302" y="652607"/>
                  </a:lnTo>
                  <a:lnTo>
                    <a:pt x="3043450" y="661960"/>
                  </a:lnTo>
                  <a:lnTo>
                    <a:pt x="3054598" y="671456"/>
                  </a:lnTo>
                  <a:lnTo>
                    <a:pt x="3065747" y="681115"/>
                  </a:lnTo>
                  <a:lnTo>
                    <a:pt x="3076895" y="690961"/>
                  </a:lnTo>
                  <a:lnTo>
                    <a:pt x="3088043" y="701117"/>
                  </a:lnTo>
                  <a:lnTo>
                    <a:pt x="3099191" y="711520"/>
                  </a:lnTo>
                  <a:lnTo>
                    <a:pt x="3110339" y="722189"/>
                  </a:lnTo>
                  <a:lnTo>
                    <a:pt x="3121487" y="733139"/>
                  </a:lnTo>
                  <a:lnTo>
                    <a:pt x="3132636" y="744552"/>
                  </a:lnTo>
                  <a:lnTo>
                    <a:pt x="3143784" y="756309"/>
                  </a:lnTo>
                  <a:lnTo>
                    <a:pt x="3154932" y="768423"/>
                  </a:lnTo>
                  <a:lnTo>
                    <a:pt x="3166080" y="780908"/>
                  </a:lnTo>
                  <a:lnTo>
                    <a:pt x="3177228" y="793963"/>
                  </a:lnTo>
                  <a:lnTo>
                    <a:pt x="3188376" y="807452"/>
                  </a:lnTo>
                  <a:lnTo>
                    <a:pt x="3199525" y="821370"/>
                  </a:lnTo>
                  <a:lnTo>
                    <a:pt x="3210673" y="835725"/>
                  </a:lnTo>
                  <a:lnTo>
                    <a:pt x="3221821" y="850712"/>
                  </a:lnTo>
                  <a:lnTo>
                    <a:pt x="3232969" y="866199"/>
                  </a:lnTo>
                  <a:lnTo>
                    <a:pt x="3244117" y="882153"/>
                  </a:lnTo>
                  <a:lnTo>
                    <a:pt x="3255266" y="898576"/>
                  </a:lnTo>
                  <a:lnTo>
                    <a:pt x="3266414" y="915643"/>
                  </a:lnTo>
                  <a:lnTo>
                    <a:pt x="3277562" y="933237"/>
                  </a:lnTo>
                  <a:lnTo>
                    <a:pt x="3288710" y="951297"/>
                  </a:lnTo>
                  <a:lnTo>
                    <a:pt x="3299858" y="969821"/>
                  </a:lnTo>
                  <a:lnTo>
                    <a:pt x="3311006" y="988943"/>
                  </a:lnTo>
                  <a:lnTo>
                    <a:pt x="3322155" y="1008574"/>
                  </a:lnTo>
                  <a:lnTo>
                    <a:pt x="3333303" y="1028630"/>
                  </a:lnTo>
                  <a:lnTo>
                    <a:pt x="3344451" y="1049100"/>
                  </a:lnTo>
                  <a:lnTo>
                    <a:pt x="3355599" y="1070077"/>
                  </a:lnTo>
                  <a:lnTo>
                    <a:pt x="3366747" y="1091495"/>
                  </a:lnTo>
                  <a:lnTo>
                    <a:pt x="3377895" y="1113259"/>
                  </a:lnTo>
                  <a:lnTo>
                    <a:pt x="3389044" y="1135353"/>
                  </a:lnTo>
                  <a:lnTo>
                    <a:pt x="3400192" y="1157822"/>
                  </a:lnTo>
                  <a:lnTo>
                    <a:pt x="3411340" y="1180622"/>
                  </a:lnTo>
                  <a:lnTo>
                    <a:pt x="3422488" y="1203659"/>
                  </a:lnTo>
                  <a:lnTo>
                    <a:pt x="3433636" y="1226913"/>
                  </a:lnTo>
                  <a:lnTo>
                    <a:pt x="3444784" y="1250390"/>
                  </a:lnTo>
                  <a:lnTo>
                    <a:pt x="3455933" y="1274053"/>
                  </a:lnTo>
                  <a:lnTo>
                    <a:pt x="3467081" y="1297826"/>
                  </a:lnTo>
                  <a:lnTo>
                    <a:pt x="3478229" y="1321688"/>
                  </a:lnTo>
                  <a:lnTo>
                    <a:pt x="3489377" y="1345617"/>
                  </a:lnTo>
                  <a:lnTo>
                    <a:pt x="3500525" y="1369566"/>
                  </a:lnTo>
                  <a:lnTo>
                    <a:pt x="3511673" y="1393494"/>
                  </a:lnTo>
                  <a:lnTo>
                    <a:pt x="3522822" y="1417380"/>
                  </a:lnTo>
                  <a:lnTo>
                    <a:pt x="3533970" y="1441187"/>
                  </a:lnTo>
                  <a:lnTo>
                    <a:pt x="3545118" y="1464844"/>
                  </a:lnTo>
                  <a:lnTo>
                    <a:pt x="3556266" y="1488357"/>
                  </a:lnTo>
                  <a:lnTo>
                    <a:pt x="3567414" y="1511706"/>
                  </a:lnTo>
                  <a:lnTo>
                    <a:pt x="3578562" y="1534854"/>
                  </a:lnTo>
                  <a:lnTo>
                    <a:pt x="3589711" y="1557692"/>
                  </a:lnTo>
                  <a:lnTo>
                    <a:pt x="3600859" y="1580279"/>
                  </a:lnTo>
                  <a:lnTo>
                    <a:pt x="3612007" y="1602599"/>
                  </a:lnTo>
                  <a:lnTo>
                    <a:pt x="3623155" y="1624624"/>
                  </a:lnTo>
                  <a:lnTo>
                    <a:pt x="3634303" y="1646203"/>
                  </a:lnTo>
                  <a:lnTo>
                    <a:pt x="3645452" y="1667449"/>
                  </a:lnTo>
                  <a:lnTo>
                    <a:pt x="3656600" y="1688352"/>
                  </a:lnTo>
                  <a:lnTo>
                    <a:pt x="3667748" y="1708899"/>
                  </a:lnTo>
                  <a:lnTo>
                    <a:pt x="3678896" y="1728896"/>
                  </a:lnTo>
                  <a:lnTo>
                    <a:pt x="3690044" y="1748508"/>
                  </a:lnTo>
                  <a:lnTo>
                    <a:pt x="3701192" y="1767728"/>
                  </a:lnTo>
                  <a:lnTo>
                    <a:pt x="3712341" y="1786551"/>
                  </a:lnTo>
                  <a:lnTo>
                    <a:pt x="3723489" y="1804792"/>
                  </a:lnTo>
                  <a:lnTo>
                    <a:pt x="3734637" y="1822611"/>
                  </a:lnTo>
                  <a:lnTo>
                    <a:pt x="3745785" y="1840022"/>
                  </a:lnTo>
                  <a:lnTo>
                    <a:pt x="3756933" y="1857025"/>
                  </a:lnTo>
                  <a:lnTo>
                    <a:pt x="3768081" y="1873462"/>
                  </a:lnTo>
                  <a:lnTo>
                    <a:pt x="3779230" y="1889471"/>
                  </a:lnTo>
                  <a:lnTo>
                    <a:pt x="3790378" y="1905087"/>
                  </a:lnTo>
                  <a:lnTo>
                    <a:pt x="3801526" y="1920318"/>
                  </a:lnTo>
                  <a:lnTo>
                    <a:pt x="3812674" y="1935038"/>
                  </a:lnTo>
                  <a:lnTo>
                    <a:pt x="3823822" y="1949357"/>
                  </a:lnTo>
                  <a:lnTo>
                    <a:pt x="3834970" y="1963330"/>
                  </a:lnTo>
                  <a:lnTo>
                    <a:pt x="3846119" y="1976966"/>
                  </a:lnTo>
                  <a:lnTo>
                    <a:pt x="3857267" y="1990182"/>
                  </a:lnTo>
                  <a:lnTo>
                    <a:pt x="3868415" y="2003057"/>
                  </a:lnTo>
                  <a:lnTo>
                    <a:pt x="3879563" y="2015654"/>
                  </a:lnTo>
                  <a:lnTo>
                    <a:pt x="3890711" y="2027989"/>
                  </a:lnTo>
                  <a:lnTo>
                    <a:pt x="3901859" y="2040014"/>
                  </a:lnTo>
                  <a:lnTo>
                    <a:pt x="3913008" y="2051784"/>
                  </a:lnTo>
                  <a:lnTo>
                    <a:pt x="3924156" y="2063362"/>
                  </a:lnTo>
                  <a:lnTo>
                    <a:pt x="3935304" y="2074764"/>
                  </a:lnTo>
                  <a:lnTo>
                    <a:pt x="3946452" y="2085974"/>
                  </a:lnTo>
                  <a:lnTo>
                    <a:pt x="3957600" y="2097031"/>
                  </a:lnTo>
                  <a:lnTo>
                    <a:pt x="3968748" y="2107986"/>
                  </a:lnTo>
                  <a:lnTo>
                    <a:pt x="3979897" y="2118853"/>
                  </a:lnTo>
                  <a:lnTo>
                    <a:pt x="3991045" y="2129640"/>
                  </a:lnTo>
                  <a:lnTo>
                    <a:pt x="4002193" y="2140374"/>
                  </a:lnTo>
                  <a:lnTo>
                    <a:pt x="4013341" y="2151086"/>
                  </a:lnTo>
                  <a:lnTo>
                    <a:pt x="4024489" y="2161790"/>
                  </a:lnTo>
                  <a:lnTo>
                    <a:pt x="4035637" y="2172499"/>
                  </a:lnTo>
                  <a:lnTo>
                    <a:pt x="4046786" y="2183242"/>
                  </a:lnTo>
                  <a:lnTo>
                    <a:pt x="4057934" y="2194023"/>
                  </a:lnTo>
                  <a:lnTo>
                    <a:pt x="4069082" y="2204849"/>
                  </a:lnTo>
                  <a:lnTo>
                    <a:pt x="4080230" y="2215736"/>
                  </a:lnTo>
                  <a:lnTo>
                    <a:pt x="4091378" y="2226709"/>
                  </a:lnTo>
                  <a:lnTo>
                    <a:pt x="4102527" y="2237750"/>
                  </a:lnTo>
                  <a:lnTo>
                    <a:pt x="4113675" y="2248860"/>
                  </a:lnTo>
                  <a:lnTo>
                    <a:pt x="4124823" y="2260047"/>
                  </a:lnTo>
                  <a:lnTo>
                    <a:pt x="4135971" y="2271331"/>
                  </a:lnTo>
                  <a:lnTo>
                    <a:pt x="4147119" y="2282678"/>
                  </a:lnTo>
                  <a:lnTo>
                    <a:pt x="4158267" y="2294086"/>
                  </a:lnTo>
                  <a:lnTo>
                    <a:pt x="4169416" y="2305550"/>
                  </a:lnTo>
                  <a:lnTo>
                    <a:pt x="4180564" y="2317076"/>
                  </a:lnTo>
                  <a:lnTo>
                    <a:pt x="4191712" y="2328631"/>
                  </a:lnTo>
                  <a:lnTo>
                    <a:pt x="4202860" y="2340205"/>
                  </a:lnTo>
                  <a:lnTo>
                    <a:pt x="4214008" y="2351791"/>
                  </a:lnTo>
                  <a:lnTo>
                    <a:pt x="4225156" y="2363363"/>
                  </a:lnTo>
                  <a:lnTo>
                    <a:pt x="4236305" y="2374907"/>
                  </a:lnTo>
                  <a:lnTo>
                    <a:pt x="4247453" y="2386409"/>
                  </a:lnTo>
                  <a:lnTo>
                    <a:pt x="4258601" y="2397858"/>
                  </a:lnTo>
                  <a:lnTo>
                    <a:pt x="4269749" y="2409200"/>
                  </a:lnTo>
                  <a:lnTo>
                    <a:pt x="4280897" y="2420441"/>
                  </a:lnTo>
                  <a:lnTo>
                    <a:pt x="4292045" y="2431572"/>
                  </a:lnTo>
                  <a:lnTo>
                    <a:pt x="4303194" y="2442581"/>
                  </a:lnTo>
                  <a:lnTo>
                    <a:pt x="4314342" y="2453390"/>
                  </a:lnTo>
                  <a:lnTo>
                    <a:pt x="4325490" y="2464024"/>
                  </a:lnTo>
                  <a:lnTo>
                    <a:pt x="4336638" y="2474484"/>
                  </a:lnTo>
                  <a:lnTo>
                    <a:pt x="4347786" y="2484760"/>
                  </a:lnTo>
                  <a:lnTo>
                    <a:pt x="4358934" y="2494764"/>
                  </a:lnTo>
                  <a:lnTo>
                    <a:pt x="4370083" y="2504529"/>
                  </a:lnTo>
                  <a:lnTo>
                    <a:pt x="4381231" y="2514071"/>
                  </a:lnTo>
                  <a:lnTo>
                    <a:pt x="4392379" y="2523383"/>
                  </a:lnTo>
                  <a:lnTo>
                    <a:pt x="4403527" y="2532381"/>
                  </a:lnTo>
                  <a:lnTo>
                    <a:pt x="4414675" y="2541095"/>
                  </a:lnTo>
                  <a:lnTo>
                    <a:pt x="4425823" y="2549560"/>
                  </a:lnTo>
                  <a:lnTo>
                    <a:pt x="4436972" y="2557773"/>
                  </a:lnTo>
                  <a:lnTo>
                    <a:pt x="4448120" y="2565661"/>
                  </a:lnTo>
                  <a:lnTo>
                    <a:pt x="4459268" y="2573245"/>
                  </a:lnTo>
                  <a:lnTo>
                    <a:pt x="4470416" y="2580576"/>
                  </a:lnTo>
                  <a:lnTo>
                    <a:pt x="4481564" y="2587656"/>
                  </a:lnTo>
                  <a:lnTo>
                    <a:pt x="4492713" y="2594428"/>
                  </a:lnTo>
                  <a:lnTo>
                    <a:pt x="4503861" y="2600900"/>
                  </a:lnTo>
                  <a:lnTo>
                    <a:pt x="4515009" y="2607136"/>
                  </a:lnTo>
                  <a:lnTo>
                    <a:pt x="4526157" y="2613141"/>
                  </a:lnTo>
                  <a:lnTo>
                    <a:pt x="4537305" y="2618873"/>
                  </a:lnTo>
                  <a:lnTo>
                    <a:pt x="4548453" y="2624331"/>
                  </a:lnTo>
                  <a:lnTo>
                    <a:pt x="4559602" y="2629581"/>
                  </a:lnTo>
                  <a:lnTo>
                    <a:pt x="4570750" y="2634631"/>
                  </a:lnTo>
                  <a:lnTo>
                    <a:pt x="4581898" y="2639455"/>
                  </a:lnTo>
                  <a:lnTo>
                    <a:pt x="4593046" y="2644041"/>
                  </a:lnTo>
                  <a:lnTo>
                    <a:pt x="4604194" y="2648454"/>
                  </a:lnTo>
                  <a:lnTo>
                    <a:pt x="4615342" y="2652702"/>
                  </a:lnTo>
                  <a:lnTo>
                    <a:pt x="4626491" y="2656773"/>
                  </a:lnTo>
                  <a:lnTo>
                    <a:pt x="4637639" y="2660644"/>
                  </a:lnTo>
                  <a:lnTo>
                    <a:pt x="4648787" y="2664378"/>
                  </a:lnTo>
                  <a:lnTo>
                    <a:pt x="4659935" y="2667981"/>
                  </a:lnTo>
                  <a:lnTo>
                    <a:pt x="4671083" y="2671448"/>
                  </a:lnTo>
                  <a:lnTo>
                    <a:pt x="4682231" y="2674755"/>
                  </a:lnTo>
                  <a:lnTo>
                    <a:pt x="4693380" y="2677954"/>
                  </a:lnTo>
                  <a:lnTo>
                    <a:pt x="4704528" y="2681051"/>
                  </a:lnTo>
                  <a:lnTo>
                    <a:pt x="4715676" y="2684047"/>
                  </a:lnTo>
                  <a:lnTo>
                    <a:pt x="4726824" y="2686914"/>
                  </a:lnTo>
                  <a:lnTo>
                    <a:pt x="4737972" y="2689698"/>
                  </a:lnTo>
                  <a:lnTo>
                    <a:pt x="4749120" y="2692402"/>
                  </a:lnTo>
                  <a:lnTo>
                    <a:pt x="4760269" y="2695031"/>
                  </a:lnTo>
                  <a:lnTo>
                    <a:pt x="4771417" y="2697556"/>
                  </a:lnTo>
                  <a:lnTo>
                    <a:pt x="4782565" y="2700017"/>
                  </a:lnTo>
                  <a:lnTo>
                    <a:pt x="4793713" y="2702415"/>
                  </a:lnTo>
                  <a:lnTo>
                    <a:pt x="4804861" y="2704754"/>
                  </a:lnTo>
                  <a:lnTo>
                    <a:pt x="4816009" y="2707013"/>
                  </a:lnTo>
                  <a:lnTo>
                    <a:pt x="4827158" y="2709219"/>
                  </a:lnTo>
                  <a:lnTo>
                    <a:pt x="4838306" y="2711376"/>
                  </a:lnTo>
                  <a:lnTo>
                    <a:pt x="4849454" y="2713485"/>
                  </a:lnTo>
                  <a:lnTo>
                    <a:pt x="4860602" y="2715532"/>
                  </a:lnTo>
                  <a:lnTo>
                    <a:pt x="4871750" y="2717535"/>
                  </a:lnTo>
                  <a:lnTo>
                    <a:pt x="4882899" y="2719498"/>
                  </a:lnTo>
                  <a:lnTo>
                    <a:pt x="4894047" y="2721423"/>
                  </a:lnTo>
                  <a:lnTo>
                    <a:pt x="4905195" y="2723299"/>
                  </a:lnTo>
                  <a:lnTo>
                    <a:pt x="4916343" y="2725137"/>
                  </a:lnTo>
                  <a:lnTo>
                    <a:pt x="4927491" y="2726943"/>
                  </a:lnTo>
                  <a:lnTo>
                    <a:pt x="4938639" y="2728718"/>
                  </a:lnTo>
                  <a:lnTo>
                    <a:pt x="4949788" y="2730453"/>
                  </a:lnTo>
                  <a:lnTo>
                    <a:pt x="4960936" y="2732156"/>
                  </a:lnTo>
                  <a:lnTo>
                    <a:pt x="4972084" y="2733831"/>
                  </a:lnTo>
                  <a:lnTo>
                    <a:pt x="4983232" y="2735479"/>
                  </a:lnTo>
                  <a:lnTo>
                    <a:pt x="4994380" y="2737094"/>
                  </a:lnTo>
                  <a:lnTo>
                    <a:pt x="5005528" y="2738680"/>
                  </a:lnTo>
                  <a:lnTo>
                    <a:pt x="5016677" y="2740240"/>
                  </a:lnTo>
                  <a:lnTo>
                    <a:pt x="5027825" y="2741776"/>
                  </a:lnTo>
                  <a:lnTo>
                    <a:pt x="5038973" y="2743282"/>
                  </a:lnTo>
                  <a:lnTo>
                    <a:pt x="5050121" y="2744758"/>
                  </a:lnTo>
                  <a:lnTo>
                    <a:pt x="5061269" y="2746209"/>
                  </a:lnTo>
                  <a:lnTo>
                    <a:pt x="5072417" y="2747636"/>
                  </a:lnTo>
                  <a:lnTo>
                    <a:pt x="5083566" y="2749034"/>
                  </a:lnTo>
                  <a:lnTo>
                    <a:pt x="5094714" y="2750398"/>
                  </a:lnTo>
                  <a:lnTo>
                    <a:pt x="5105862" y="2751737"/>
                  </a:lnTo>
                  <a:lnTo>
                    <a:pt x="5117010" y="2753050"/>
                  </a:lnTo>
                  <a:lnTo>
                    <a:pt x="5128158" y="2754331"/>
                  </a:lnTo>
                  <a:lnTo>
                    <a:pt x="5139306" y="2755575"/>
                  </a:lnTo>
                  <a:lnTo>
                    <a:pt x="5150455" y="2756791"/>
                  </a:lnTo>
                  <a:lnTo>
                    <a:pt x="5161603" y="2757977"/>
                  </a:lnTo>
                  <a:lnTo>
                    <a:pt x="5172751" y="2759130"/>
                  </a:lnTo>
                  <a:lnTo>
                    <a:pt x="5183899" y="2760240"/>
                  </a:lnTo>
                  <a:lnTo>
                    <a:pt x="5195047" y="2761320"/>
                  </a:lnTo>
                  <a:lnTo>
                    <a:pt x="5206195" y="2762367"/>
                  </a:lnTo>
                  <a:lnTo>
                    <a:pt x="5217344" y="2763378"/>
                  </a:lnTo>
                  <a:lnTo>
                    <a:pt x="5228492" y="2764344"/>
                  </a:lnTo>
                  <a:lnTo>
                    <a:pt x="5239640" y="2765276"/>
                  </a:lnTo>
                  <a:lnTo>
                    <a:pt x="5250788" y="2766173"/>
                  </a:lnTo>
                  <a:lnTo>
                    <a:pt x="5261936" y="2767035"/>
                  </a:lnTo>
                  <a:lnTo>
                    <a:pt x="5273085" y="2767849"/>
                  </a:lnTo>
                  <a:lnTo>
                    <a:pt x="5284233" y="2768627"/>
                  </a:lnTo>
                  <a:lnTo>
                    <a:pt x="5295381" y="2769372"/>
                  </a:lnTo>
                  <a:lnTo>
                    <a:pt x="5306529" y="2770083"/>
                  </a:lnTo>
                  <a:lnTo>
                    <a:pt x="5317677" y="2770744"/>
                  </a:lnTo>
                  <a:lnTo>
                    <a:pt x="5328825" y="2771373"/>
                  </a:lnTo>
                  <a:lnTo>
                    <a:pt x="5339974" y="2771969"/>
                  </a:lnTo>
                  <a:lnTo>
                    <a:pt x="5351122" y="2772533"/>
                  </a:lnTo>
                  <a:lnTo>
                    <a:pt x="5362270" y="2773053"/>
                  </a:lnTo>
                  <a:lnTo>
                    <a:pt x="5373418" y="2773542"/>
                  </a:lnTo>
                  <a:lnTo>
                    <a:pt x="5384566" y="2774001"/>
                  </a:lnTo>
                  <a:lnTo>
                    <a:pt x="5395714" y="2774433"/>
                  </a:lnTo>
                  <a:lnTo>
                    <a:pt x="5406863" y="2774826"/>
                  </a:lnTo>
                  <a:lnTo>
                    <a:pt x="5418011" y="2775191"/>
                  </a:lnTo>
                  <a:lnTo>
                    <a:pt x="5429159" y="2775532"/>
                  </a:lnTo>
                  <a:lnTo>
                    <a:pt x="5440307" y="2775849"/>
                  </a:lnTo>
                  <a:lnTo>
                    <a:pt x="5451455" y="2776135"/>
                  </a:lnTo>
                  <a:lnTo>
                    <a:pt x="5462603" y="2776398"/>
                  </a:lnTo>
                  <a:lnTo>
                    <a:pt x="5473752" y="2776641"/>
                  </a:lnTo>
                  <a:lnTo>
                    <a:pt x="5484900" y="2776865"/>
                  </a:lnTo>
                  <a:lnTo>
                    <a:pt x="5496048" y="2777065"/>
                  </a:lnTo>
                  <a:lnTo>
                    <a:pt x="5507196" y="2777246"/>
                  </a:lnTo>
                  <a:lnTo>
                    <a:pt x="5518344" y="2777413"/>
                  </a:lnTo>
                  <a:lnTo>
                    <a:pt x="5529492" y="2777564"/>
                  </a:lnTo>
                  <a:lnTo>
                    <a:pt x="5540641" y="2777699"/>
                  </a:lnTo>
                  <a:lnTo>
                    <a:pt x="5551789" y="2777819"/>
                  </a:lnTo>
                  <a:lnTo>
                    <a:pt x="5562937" y="2777929"/>
                  </a:lnTo>
                  <a:lnTo>
                    <a:pt x="5574085" y="2778028"/>
                  </a:lnTo>
                  <a:lnTo>
                    <a:pt x="5585233" y="2778115"/>
                  </a:lnTo>
                  <a:lnTo>
                    <a:pt x="5596381" y="2778192"/>
                  </a:lnTo>
                  <a:lnTo>
                    <a:pt x="5607530" y="2778261"/>
                  </a:lnTo>
                  <a:lnTo>
                    <a:pt x="5618678" y="2778323"/>
                  </a:lnTo>
                  <a:lnTo>
                    <a:pt x="5629826" y="2778377"/>
                  </a:lnTo>
                  <a:lnTo>
                    <a:pt x="5640974" y="2778424"/>
                  </a:lnTo>
                  <a:lnTo>
                    <a:pt x="5652122" y="2778466"/>
                  </a:lnTo>
                  <a:lnTo>
                    <a:pt x="5663270" y="2778503"/>
                  </a:lnTo>
                  <a:lnTo>
                    <a:pt x="5674419" y="2778535"/>
                  </a:lnTo>
                  <a:lnTo>
                    <a:pt x="5685567" y="2778563"/>
                  </a:lnTo>
                  <a:lnTo>
                    <a:pt x="5696715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9109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7545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302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3257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2597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1937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650402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3826291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002180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178069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03838" y="5907235"/>
              <a:ext cx="395496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(CKD-EPI Cr-Cys unindexed / Cockcroft-Gault)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129017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06572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408189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185743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51755" y="1923572"/>
              <a:ext cx="494699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0.99   |   Male: N = 428, median = 1.00   |   Mann-Whitney U p = 0.191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51755" y="1676115"/>
              <a:ext cx="157432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2026-07-07T08:59:36Z</dcterms:modified>
  <cp:category/>
</cp:coreProperties>
</file>