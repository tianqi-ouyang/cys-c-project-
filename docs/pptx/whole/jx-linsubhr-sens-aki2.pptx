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(1.09-1.41), p_Bonf = 0.008 (n = 6)  |  per IQR decline (Δ = 0.27): 1.80 (1.26-2.58)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2026-07-06T16:07:37Z</dcterms:modified>
  <cp:category/>
</cp:coreProperties>
</file>