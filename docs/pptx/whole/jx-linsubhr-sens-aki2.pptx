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0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6553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8606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4065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2711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1052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57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463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6685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411362"/>
              <a:ext cx="6964104" cy="928372"/>
            </a:xfrm>
            <a:custGeom>
              <a:avLst/>
              <a:pathLst>
                <a:path w="6964104" h="928372">
                  <a:moveTo>
                    <a:pt x="0" y="0"/>
                  </a:moveTo>
                  <a:lnTo>
                    <a:pt x="70344" y="27510"/>
                  </a:lnTo>
                  <a:lnTo>
                    <a:pt x="140688" y="54254"/>
                  </a:lnTo>
                  <a:lnTo>
                    <a:pt x="211033" y="80255"/>
                  </a:lnTo>
                  <a:lnTo>
                    <a:pt x="281377" y="105533"/>
                  </a:lnTo>
                  <a:lnTo>
                    <a:pt x="351722" y="130107"/>
                  </a:lnTo>
                  <a:lnTo>
                    <a:pt x="422066" y="153998"/>
                  </a:lnTo>
                  <a:lnTo>
                    <a:pt x="492411" y="177224"/>
                  </a:lnTo>
                  <a:lnTo>
                    <a:pt x="562755" y="199804"/>
                  </a:lnTo>
                  <a:lnTo>
                    <a:pt x="633100" y="221756"/>
                  </a:lnTo>
                  <a:lnTo>
                    <a:pt x="703444" y="243097"/>
                  </a:lnTo>
                  <a:lnTo>
                    <a:pt x="773789" y="263844"/>
                  </a:lnTo>
                  <a:lnTo>
                    <a:pt x="844133" y="284015"/>
                  </a:lnTo>
                  <a:lnTo>
                    <a:pt x="914478" y="303624"/>
                  </a:lnTo>
                  <a:lnTo>
                    <a:pt x="984822" y="322688"/>
                  </a:lnTo>
                  <a:lnTo>
                    <a:pt x="1055167" y="341221"/>
                  </a:lnTo>
                  <a:lnTo>
                    <a:pt x="1125511" y="359239"/>
                  </a:lnTo>
                  <a:lnTo>
                    <a:pt x="1195856" y="376756"/>
                  </a:lnTo>
                  <a:lnTo>
                    <a:pt x="1266200" y="393786"/>
                  </a:lnTo>
                  <a:lnTo>
                    <a:pt x="1336545" y="410341"/>
                  </a:lnTo>
                  <a:lnTo>
                    <a:pt x="1406889" y="426436"/>
                  </a:lnTo>
                  <a:lnTo>
                    <a:pt x="1477234" y="442084"/>
                  </a:lnTo>
                  <a:lnTo>
                    <a:pt x="1547578" y="457296"/>
                  </a:lnTo>
                  <a:lnTo>
                    <a:pt x="1617923" y="472085"/>
                  </a:lnTo>
                  <a:lnTo>
                    <a:pt x="1688267" y="486463"/>
                  </a:lnTo>
                  <a:lnTo>
                    <a:pt x="1758612" y="500440"/>
                  </a:lnTo>
                  <a:lnTo>
                    <a:pt x="1828956" y="514029"/>
                  </a:lnTo>
                  <a:lnTo>
                    <a:pt x="1899301" y="527240"/>
                  </a:lnTo>
                  <a:lnTo>
                    <a:pt x="1969645" y="540083"/>
                  </a:lnTo>
                  <a:lnTo>
                    <a:pt x="2039990" y="552569"/>
                  </a:lnTo>
                  <a:lnTo>
                    <a:pt x="2110334" y="564708"/>
                  </a:lnTo>
                  <a:lnTo>
                    <a:pt x="2180679" y="576509"/>
                  </a:lnTo>
                  <a:lnTo>
                    <a:pt x="2251023" y="587982"/>
                  </a:lnTo>
                  <a:lnTo>
                    <a:pt x="2321368" y="599135"/>
                  </a:lnTo>
                  <a:lnTo>
                    <a:pt x="2391712" y="609978"/>
                  </a:lnTo>
                  <a:lnTo>
                    <a:pt x="2462057" y="620520"/>
                  </a:lnTo>
                  <a:lnTo>
                    <a:pt x="2532401" y="630769"/>
                  </a:lnTo>
                  <a:lnTo>
                    <a:pt x="2602746" y="640732"/>
                  </a:lnTo>
                  <a:lnTo>
                    <a:pt x="2673090" y="650418"/>
                  </a:lnTo>
                  <a:lnTo>
                    <a:pt x="2743435" y="659835"/>
                  </a:lnTo>
                  <a:lnTo>
                    <a:pt x="2813779" y="668990"/>
                  </a:lnTo>
                  <a:lnTo>
                    <a:pt x="2884124" y="677890"/>
                  </a:lnTo>
                  <a:lnTo>
                    <a:pt x="2954468" y="686542"/>
                  </a:lnTo>
                  <a:lnTo>
                    <a:pt x="3024813" y="690894"/>
                  </a:lnTo>
                  <a:lnTo>
                    <a:pt x="3095157" y="692909"/>
                  </a:lnTo>
                  <a:lnTo>
                    <a:pt x="3165502" y="694911"/>
                  </a:lnTo>
                  <a:lnTo>
                    <a:pt x="3235846" y="696898"/>
                  </a:lnTo>
                  <a:lnTo>
                    <a:pt x="3306191" y="698873"/>
                  </a:lnTo>
                  <a:lnTo>
                    <a:pt x="3376535" y="700834"/>
                  </a:lnTo>
                  <a:lnTo>
                    <a:pt x="3446880" y="702782"/>
                  </a:lnTo>
                  <a:lnTo>
                    <a:pt x="3517224" y="704716"/>
                  </a:lnTo>
                  <a:lnTo>
                    <a:pt x="3587569" y="706638"/>
                  </a:lnTo>
                  <a:lnTo>
                    <a:pt x="3657913" y="708546"/>
                  </a:lnTo>
                  <a:lnTo>
                    <a:pt x="3728257" y="710442"/>
                  </a:lnTo>
                  <a:lnTo>
                    <a:pt x="3798602" y="712325"/>
                  </a:lnTo>
                  <a:lnTo>
                    <a:pt x="3868946" y="714195"/>
                  </a:lnTo>
                  <a:lnTo>
                    <a:pt x="3939291" y="716052"/>
                  </a:lnTo>
                  <a:lnTo>
                    <a:pt x="4009635" y="717897"/>
                  </a:lnTo>
                  <a:lnTo>
                    <a:pt x="4079980" y="719730"/>
                  </a:lnTo>
                  <a:lnTo>
                    <a:pt x="4150324" y="721550"/>
                  </a:lnTo>
                  <a:lnTo>
                    <a:pt x="4220669" y="723357"/>
                  </a:lnTo>
                  <a:lnTo>
                    <a:pt x="4291013" y="725153"/>
                  </a:lnTo>
                  <a:lnTo>
                    <a:pt x="4361358" y="726936"/>
                  </a:lnTo>
                  <a:lnTo>
                    <a:pt x="4431702" y="728708"/>
                  </a:lnTo>
                  <a:lnTo>
                    <a:pt x="4502047" y="730467"/>
                  </a:lnTo>
                  <a:lnTo>
                    <a:pt x="4572391" y="732214"/>
                  </a:lnTo>
                  <a:lnTo>
                    <a:pt x="4642736" y="733950"/>
                  </a:lnTo>
                  <a:lnTo>
                    <a:pt x="4713080" y="735674"/>
                  </a:lnTo>
                  <a:lnTo>
                    <a:pt x="4783425" y="737386"/>
                  </a:lnTo>
                  <a:lnTo>
                    <a:pt x="4853769" y="739087"/>
                  </a:lnTo>
                  <a:lnTo>
                    <a:pt x="4924114" y="740776"/>
                  </a:lnTo>
                  <a:lnTo>
                    <a:pt x="4994458" y="742454"/>
                  </a:lnTo>
                  <a:lnTo>
                    <a:pt x="5064803" y="744120"/>
                  </a:lnTo>
                  <a:lnTo>
                    <a:pt x="5135147" y="745775"/>
                  </a:lnTo>
                  <a:lnTo>
                    <a:pt x="5205492" y="747419"/>
                  </a:lnTo>
                  <a:lnTo>
                    <a:pt x="5275836" y="749052"/>
                  </a:lnTo>
                  <a:lnTo>
                    <a:pt x="5346181" y="750674"/>
                  </a:lnTo>
                  <a:lnTo>
                    <a:pt x="5416525" y="752284"/>
                  </a:lnTo>
                  <a:lnTo>
                    <a:pt x="5486870" y="753884"/>
                  </a:lnTo>
                  <a:lnTo>
                    <a:pt x="5557214" y="755473"/>
                  </a:lnTo>
                  <a:lnTo>
                    <a:pt x="5627559" y="757052"/>
                  </a:lnTo>
                  <a:lnTo>
                    <a:pt x="5697903" y="758620"/>
                  </a:lnTo>
                  <a:lnTo>
                    <a:pt x="5768248" y="760177"/>
                  </a:lnTo>
                  <a:lnTo>
                    <a:pt x="5838592" y="761723"/>
                  </a:lnTo>
                  <a:lnTo>
                    <a:pt x="5908937" y="763259"/>
                  </a:lnTo>
                  <a:lnTo>
                    <a:pt x="5979281" y="764785"/>
                  </a:lnTo>
                  <a:lnTo>
                    <a:pt x="6049626" y="766300"/>
                  </a:lnTo>
                  <a:lnTo>
                    <a:pt x="6119970" y="767806"/>
                  </a:lnTo>
                  <a:lnTo>
                    <a:pt x="6190315" y="769301"/>
                  </a:lnTo>
                  <a:lnTo>
                    <a:pt x="6260659" y="770786"/>
                  </a:lnTo>
                  <a:lnTo>
                    <a:pt x="6331004" y="772260"/>
                  </a:lnTo>
                  <a:lnTo>
                    <a:pt x="6401348" y="773725"/>
                  </a:lnTo>
                  <a:lnTo>
                    <a:pt x="6471693" y="775180"/>
                  </a:lnTo>
                  <a:lnTo>
                    <a:pt x="6542037" y="776625"/>
                  </a:lnTo>
                  <a:lnTo>
                    <a:pt x="6612382" y="778061"/>
                  </a:lnTo>
                  <a:lnTo>
                    <a:pt x="6682726" y="779486"/>
                  </a:lnTo>
                  <a:lnTo>
                    <a:pt x="6753071" y="780902"/>
                  </a:lnTo>
                  <a:lnTo>
                    <a:pt x="6823415" y="782309"/>
                  </a:lnTo>
                  <a:lnTo>
                    <a:pt x="6893760" y="783706"/>
                  </a:lnTo>
                  <a:lnTo>
                    <a:pt x="6964104" y="785093"/>
                  </a:lnTo>
                  <a:lnTo>
                    <a:pt x="6964104" y="928372"/>
                  </a:lnTo>
                  <a:lnTo>
                    <a:pt x="6893760" y="926639"/>
                  </a:lnTo>
                  <a:lnTo>
                    <a:pt x="6823415" y="924857"/>
                  </a:lnTo>
                  <a:lnTo>
                    <a:pt x="6753071" y="923023"/>
                  </a:lnTo>
                  <a:lnTo>
                    <a:pt x="6682726" y="921138"/>
                  </a:lnTo>
                  <a:lnTo>
                    <a:pt x="6612382" y="919198"/>
                  </a:lnTo>
                  <a:lnTo>
                    <a:pt x="6542037" y="917202"/>
                  </a:lnTo>
                  <a:lnTo>
                    <a:pt x="6471693" y="915150"/>
                  </a:lnTo>
                  <a:lnTo>
                    <a:pt x="6401348" y="913039"/>
                  </a:lnTo>
                  <a:lnTo>
                    <a:pt x="6331004" y="910867"/>
                  </a:lnTo>
                  <a:lnTo>
                    <a:pt x="6260659" y="908633"/>
                  </a:lnTo>
                  <a:lnTo>
                    <a:pt x="6190315" y="906336"/>
                  </a:lnTo>
                  <a:lnTo>
                    <a:pt x="6119970" y="903972"/>
                  </a:lnTo>
                  <a:lnTo>
                    <a:pt x="6049626" y="901541"/>
                  </a:lnTo>
                  <a:lnTo>
                    <a:pt x="5979281" y="899041"/>
                  </a:lnTo>
                  <a:lnTo>
                    <a:pt x="5908937" y="896469"/>
                  </a:lnTo>
                  <a:lnTo>
                    <a:pt x="5838592" y="893823"/>
                  </a:lnTo>
                  <a:lnTo>
                    <a:pt x="5768248" y="891102"/>
                  </a:lnTo>
                  <a:lnTo>
                    <a:pt x="5697903" y="888302"/>
                  </a:lnTo>
                  <a:lnTo>
                    <a:pt x="5627559" y="885423"/>
                  </a:lnTo>
                  <a:lnTo>
                    <a:pt x="5557214" y="882461"/>
                  </a:lnTo>
                  <a:lnTo>
                    <a:pt x="5486870" y="879415"/>
                  </a:lnTo>
                  <a:lnTo>
                    <a:pt x="5416525" y="876281"/>
                  </a:lnTo>
                  <a:lnTo>
                    <a:pt x="5346181" y="873058"/>
                  </a:lnTo>
                  <a:lnTo>
                    <a:pt x="5275836" y="869742"/>
                  </a:lnTo>
                  <a:lnTo>
                    <a:pt x="5205492" y="866331"/>
                  </a:lnTo>
                  <a:lnTo>
                    <a:pt x="5135147" y="862823"/>
                  </a:lnTo>
                  <a:lnTo>
                    <a:pt x="5064803" y="859215"/>
                  </a:lnTo>
                  <a:lnTo>
                    <a:pt x="4994458" y="855503"/>
                  </a:lnTo>
                  <a:lnTo>
                    <a:pt x="4924114" y="851685"/>
                  </a:lnTo>
                  <a:lnTo>
                    <a:pt x="4853769" y="847758"/>
                  </a:lnTo>
                  <a:lnTo>
                    <a:pt x="4783425" y="843719"/>
                  </a:lnTo>
                  <a:lnTo>
                    <a:pt x="4713080" y="839564"/>
                  </a:lnTo>
                  <a:lnTo>
                    <a:pt x="4642736" y="835290"/>
                  </a:lnTo>
                  <a:lnTo>
                    <a:pt x="4572391" y="830893"/>
                  </a:lnTo>
                  <a:lnTo>
                    <a:pt x="4502047" y="826371"/>
                  </a:lnTo>
                  <a:lnTo>
                    <a:pt x="4431702" y="821720"/>
                  </a:lnTo>
                  <a:lnTo>
                    <a:pt x="4361358" y="816935"/>
                  </a:lnTo>
                  <a:lnTo>
                    <a:pt x="4291013" y="812014"/>
                  </a:lnTo>
                  <a:lnTo>
                    <a:pt x="4220669" y="806952"/>
                  </a:lnTo>
                  <a:lnTo>
                    <a:pt x="4150324" y="801744"/>
                  </a:lnTo>
                  <a:lnTo>
                    <a:pt x="4079980" y="796388"/>
                  </a:lnTo>
                  <a:lnTo>
                    <a:pt x="4009635" y="790879"/>
                  </a:lnTo>
                  <a:lnTo>
                    <a:pt x="3939291" y="785212"/>
                  </a:lnTo>
                  <a:lnTo>
                    <a:pt x="3868946" y="779383"/>
                  </a:lnTo>
                  <a:lnTo>
                    <a:pt x="3798602" y="773387"/>
                  </a:lnTo>
                  <a:lnTo>
                    <a:pt x="3728257" y="767219"/>
                  </a:lnTo>
                  <a:lnTo>
                    <a:pt x="3657913" y="760875"/>
                  </a:lnTo>
                  <a:lnTo>
                    <a:pt x="3587569" y="754349"/>
                  </a:lnTo>
                  <a:lnTo>
                    <a:pt x="3517224" y="747637"/>
                  </a:lnTo>
                  <a:lnTo>
                    <a:pt x="3446880" y="740733"/>
                  </a:lnTo>
                  <a:lnTo>
                    <a:pt x="3376535" y="733631"/>
                  </a:lnTo>
                  <a:lnTo>
                    <a:pt x="3306191" y="726326"/>
                  </a:lnTo>
                  <a:lnTo>
                    <a:pt x="3235846" y="718811"/>
                  </a:lnTo>
                  <a:lnTo>
                    <a:pt x="3165502" y="711082"/>
                  </a:lnTo>
                  <a:lnTo>
                    <a:pt x="3095157" y="703132"/>
                  </a:lnTo>
                  <a:lnTo>
                    <a:pt x="3024813" y="694954"/>
                  </a:lnTo>
                  <a:lnTo>
                    <a:pt x="2954468" y="688866"/>
                  </a:lnTo>
                  <a:lnTo>
                    <a:pt x="2884124" y="686823"/>
                  </a:lnTo>
                  <a:lnTo>
                    <a:pt x="2813779" y="684767"/>
                  </a:lnTo>
                  <a:lnTo>
                    <a:pt x="2743435" y="682696"/>
                  </a:lnTo>
                  <a:lnTo>
                    <a:pt x="2673090" y="680612"/>
                  </a:lnTo>
                  <a:lnTo>
                    <a:pt x="2602746" y="678513"/>
                  </a:lnTo>
                  <a:lnTo>
                    <a:pt x="2532401" y="676400"/>
                  </a:lnTo>
                  <a:lnTo>
                    <a:pt x="2462057" y="674273"/>
                  </a:lnTo>
                  <a:lnTo>
                    <a:pt x="2391712" y="672131"/>
                  </a:lnTo>
                  <a:lnTo>
                    <a:pt x="2321368" y="669974"/>
                  </a:lnTo>
                  <a:lnTo>
                    <a:pt x="2251023" y="667803"/>
                  </a:lnTo>
                  <a:lnTo>
                    <a:pt x="2180679" y="665618"/>
                  </a:lnTo>
                  <a:lnTo>
                    <a:pt x="2110334" y="663417"/>
                  </a:lnTo>
                  <a:lnTo>
                    <a:pt x="2039990" y="661201"/>
                  </a:lnTo>
                  <a:lnTo>
                    <a:pt x="1969645" y="658970"/>
                  </a:lnTo>
                  <a:lnTo>
                    <a:pt x="1899301" y="656724"/>
                  </a:lnTo>
                  <a:lnTo>
                    <a:pt x="1828956" y="654463"/>
                  </a:lnTo>
                  <a:lnTo>
                    <a:pt x="1758612" y="652186"/>
                  </a:lnTo>
                  <a:lnTo>
                    <a:pt x="1688267" y="649894"/>
                  </a:lnTo>
                  <a:lnTo>
                    <a:pt x="1617923" y="647586"/>
                  </a:lnTo>
                  <a:lnTo>
                    <a:pt x="1547578" y="645263"/>
                  </a:lnTo>
                  <a:lnTo>
                    <a:pt x="1477234" y="642924"/>
                  </a:lnTo>
                  <a:lnTo>
                    <a:pt x="1406889" y="640568"/>
                  </a:lnTo>
                  <a:lnTo>
                    <a:pt x="1336545" y="638197"/>
                  </a:lnTo>
                  <a:lnTo>
                    <a:pt x="1266200" y="635810"/>
                  </a:lnTo>
                  <a:lnTo>
                    <a:pt x="1195856" y="633406"/>
                  </a:lnTo>
                  <a:lnTo>
                    <a:pt x="1125511" y="630986"/>
                  </a:lnTo>
                  <a:lnTo>
                    <a:pt x="1055167" y="628550"/>
                  </a:lnTo>
                  <a:lnTo>
                    <a:pt x="984822" y="626096"/>
                  </a:lnTo>
                  <a:lnTo>
                    <a:pt x="914478" y="623627"/>
                  </a:lnTo>
                  <a:lnTo>
                    <a:pt x="844133" y="621140"/>
                  </a:lnTo>
                  <a:lnTo>
                    <a:pt x="773789" y="618637"/>
                  </a:lnTo>
                  <a:lnTo>
                    <a:pt x="703444" y="616116"/>
                  </a:lnTo>
                  <a:lnTo>
                    <a:pt x="633100" y="613578"/>
                  </a:lnTo>
                  <a:lnTo>
                    <a:pt x="562755" y="611023"/>
                  </a:lnTo>
                  <a:lnTo>
                    <a:pt x="492411" y="608451"/>
                  </a:lnTo>
                  <a:lnTo>
                    <a:pt x="422066" y="605861"/>
                  </a:lnTo>
                  <a:lnTo>
                    <a:pt x="351722" y="603254"/>
                  </a:lnTo>
                  <a:lnTo>
                    <a:pt x="281377" y="600628"/>
                  </a:lnTo>
                  <a:lnTo>
                    <a:pt x="211033" y="597985"/>
                  </a:lnTo>
                  <a:lnTo>
                    <a:pt x="140688" y="595324"/>
                  </a:lnTo>
                  <a:lnTo>
                    <a:pt x="70344" y="592645"/>
                  </a:lnTo>
                  <a:lnTo>
                    <a:pt x="0" y="5899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411362"/>
              <a:ext cx="6964104" cy="785093"/>
            </a:xfrm>
            <a:custGeom>
              <a:avLst/>
              <a:pathLst>
                <a:path w="6964104" h="785093">
                  <a:moveTo>
                    <a:pt x="0" y="0"/>
                  </a:moveTo>
                  <a:lnTo>
                    <a:pt x="70344" y="27510"/>
                  </a:lnTo>
                  <a:lnTo>
                    <a:pt x="140688" y="54254"/>
                  </a:lnTo>
                  <a:lnTo>
                    <a:pt x="211033" y="80255"/>
                  </a:lnTo>
                  <a:lnTo>
                    <a:pt x="281377" y="105533"/>
                  </a:lnTo>
                  <a:lnTo>
                    <a:pt x="351722" y="130107"/>
                  </a:lnTo>
                  <a:lnTo>
                    <a:pt x="422066" y="153998"/>
                  </a:lnTo>
                  <a:lnTo>
                    <a:pt x="492411" y="177224"/>
                  </a:lnTo>
                  <a:lnTo>
                    <a:pt x="562755" y="199804"/>
                  </a:lnTo>
                  <a:lnTo>
                    <a:pt x="633100" y="221756"/>
                  </a:lnTo>
                  <a:lnTo>
                    <a:pt x="703444" y="243097"/>
                  </a:lnTo>
                  <a:lnTo>
                    <a:pt x="773789" y="263844"/>
                  </a:lnTo>
                  <a:lnTo>
                    <a:pt x="844133" y="284015"/>
                  </a:lnTo>
                  <a:lnTo>
                    <a:pt x="914478" y="303624"/>
                  </a:lnTo>
                  <a:lnTo>
                    <a:pt x="984822" y="322688"/>
                  </a:lnTo>
                  <a:lnTo>
                    <a:pt x="1055167" y="341221"/>
                  </a:lnTo>
                  <a:lnTo>
                    <a:pt x="1125511" y="359239"/>
                  </a:lnTo>
                  <a:lnTo>
                    <a:pt x="1195856" y="376756"/>
                  </a:lnTo>
                  <a:lnTo>
                    <a:pt x="1266200" y="393786"/>
                  </a:lnTo>
                  <a:lnTo>
                    <a:pt x="1336545" y="410341"/>
                  </a:lnTo>
                  <a:lnTo>
                    <a:pt x="1406889" y="426436"/>
                  </a:lnTo>
                  <a:lnTo>
                    <a:pt x="1477234" y="442084"/>
                  </a:lnTo>
                  <a:lnTo>
                    <a:pt x="1547578" y="457296"/>
                  </a:lnTo>
                  <a:lnTo>
                    <a:pt x="1617923" y="472085"/>
                  </a:lnTo>
                  <a:lnTo>
                    <a:pt x="1688267" y="486463"/>
                  </a:lnTo>
                  <a:lnTo>
                    <a:pt x="1758612" y="500440"/>
                  </a:lnTo>
                  <a:lnTo>
                    <a:pt x="1828956" y="514029"/>
                  </a:lnTo>
                  <a:lnTo>
                    <a:pt x="1899301" y="527240"/>
                  </a:lnTo>
                  <a:lnTo>
                    <a:pt x="1969645" y="540083"/>
                  </a:lnTo>
                  <a:lnTo>
                    <a:pt x="2039990" y="552569"/>
                  </a:lnTo>
                  <a:lnTo>
                    <a:pt x="2110334" y="564708"/>
                  </a:lnTo>
                  <a:lnTo>
                    <a:pt x="2180679" y="576509"/>
                  </a:lnTo>
                  <a:lnTo>
                    <a:pt x="2251023" y="587982"/>
                  </a:lnTo>
                  <a:lnTo>
                    <a:pt x="2321368" y="599135"/>
                  </a:lnTo>
                  <a:lnTo>
                    <a:pt x="2391712" y="609978"/>
                  </a:lnTo>
                  <a:lnTo>
                    <a:pt x="2462057" y="620520"/>
                  </a:lnTo>
                  <a:lnTo>
                    <a:pt x="2532401" y="630769"/>
                  </a:lnTo>
                  <a:lnTo>
                    <a:pt x="2602746" y="640732"/>
                  </a:lnTo>
                  <a:lnTo>
                    <a:pt x="2673090" y="650418"/>
                  </a:lnTo>
                  <a:lnTo>
                    <a:pt x="2743435" y="659835"/>
                  </a:lnTo>
                  <a:lnTo>
                    <a:pt x="2813779" y="668990"/>
                  </a:lnTo>
                  <a:lnTo>
                    <a:pt x="2884124" y="677890"/>
                  </a:lnTo>
                  <a:lnTo>
                    <a:pt x="2954468" y="686542"/>
                  </a:lnTo>
                  <a:lnTo>
                    <a:pt x="3024813" y="690894"/>
                  </a:lnTo>
                  <a:lnTo>
                    <a:pt x="3095157" y="692909"/>
                  </a:lnTo>
                  <a:lnTo>
                    <a:pt x="3165502" y="694911"/>
                  </a:lnTo>
                  <a:lnTo>
                    <a:pt x="3235846" y="696898"/>
                  </a:lnTo>
                  <a:lnTo>
                    <a:pt x="3306191" y="698873"/>
                  </a:lnTo>
                  <a:lnTo>
                    <a:pt x="3376535" y="700834"/>
                  </a:lnTo>
                  <a:lnTo>
                    <a:pt x="3446880" y="702782"/>
                  </a:lnTo>
                  <a:lnTo>
                    <a:pt x="3517224" y="704716"/>
                  </a:lnTo>
                  <a:lnTo>
                    <a:pt x="3587569" y="706638"/>
                  </a:lnTo>
                  <a:lnTo>
                    <a:pt x="3657913" y="708546"/>
                  </a:lnTo>
                  <a:lnTo>
                    <a:pt x="3728257" y="710442"/>
                  </a:lnTo>
                  <a:lnTo>
                    <a:pt x="3798602" y="712325"/>
                  </a:lnTo>
                  <a:lnTo>
                    <a:pt x="3868946" y="714195"/>
                  </a:lnTo>
                  <a:lnTo>
                    <a:pt x="3939291" y="716052"/>
                  </a:lnTo>
                  <a:lnTo>
                    <a:pt x="4009635" y="717897"/>
                  </a:lnTo>
                  <a:lnTo>
                    <a:pt x="4079980" y="719730"/>
                  </a:lnTo>
                  <a:lnTo>
                    <a:pt x="4150324" y="721550"/>
                  </a:lnTo>
                  <a:lnTo>
                    <a:pt x="4220669" y="723357"/>
                  </a:lnTo>
                  <a:lnTo>
                    <a:pt x="4291013" y="725153"/>
                  </a:lnTo>
                  <a:lnTo>
                    <a:pt x="4361358" y="726936"/>
                  </a:lnTo>
                  <a:lnTo>
                    <a:pt x="4431702" y="728708"/>
                  </a:lnTo>
                  <a:lnTo>
                    <a:pt x="4502047" y="730467"/>
                  </a:lnTo>
                  <a:lnTo>
                    <a:pt x="4572391" y="732214"/>
                  </a:lnTo>
                  <a:lnTo>
                    <a:pt x="4642736" y="733950"/>
                  </a:lnTo>
                  <a:lnTo>
                    <a:pt x="4713080" y="735674"/>
                  </a:lnTo>
                  <a:lnTo>
                    <a:pt x="4783425" y="737386"/>
                  </a:lnTo>
                  <a:lnTo>
                    <a:pt x="4853769" y="739087"/>
                  </a:lnTo>
                  <a:lnTo>
                    <a:pt x="4924114" y="740776"/>
                  </a:lnTo>
                  <a:lnTo>
                    <a:pt x="4994458" y="742454"/>
                  </a:lnTo>
                  <a:lnTo>
                    <a:pt x="5064803" y="744120"/>
                  </a:lnTo>
                  <a:lnTo>
                    <a:pt x="5135147" y="745775"/>
                  </a:lnTo>
                  <a:lnTo>
                    <a:pt x="5205492" y="747419"/>
                  </a:lnTo>
                  <a:lnTo>
                    <a:pt x="5275836" y="749052"/>
                  </a:lnTo>
                  <a:lnTo>
                    <a:pt x="5346181" y="750674"/>
                  </a:lnTo>
                  <a:lnTo>
                    <a:pt x="5416525" y="752284"/>
                  </a:lnTo>
                  <a:lnTo>
                    <a:pt x="5486870" y="753884"/>
                  </a:lnTo>
                  <a:lnTo>
                    <a:pt x="5557214" y="755473"/>
                  </a:lnTo>
                  <a:lnTo>
                    <a:pt x="5627559" y="757052"/>
                  </a:lnTo>
                  <a:lnTo>
                    <a:pt x="5697903" y="758620"/>
                  </a:lnTo>
                  <a:lnTo>
                    <a:pt x="5768248" y="760177"/>
                  </a:lnTo>
                  <a:lnTo>
                    <a:pt x="5838592" y="761723"/>
                  </a:lnTo>
                  <a:lnTo>
                    <a:pt x="5908937" y="763259"/>
                  </a:lnTo>
                  <a:lnTo>
                    <a:pt x="5979281" y="764785"/>
                  </a:lnTo>
                  <a:lnTo>
                    <a:pt x="6049626" y="766300"/>
                  </a:lnTo>
                  <a:lnTo>
                    <a:pt x="6119970" y="767806"/>
                  </a:lnTo>
                  <a:lnTo>
                    <a:pt x="6190315" y="769301"/>
                  </a:lnTo>
                  <a:lnTo>
                    <a:pt x="6260659" y="770786"/>
                  </a:lnTo>
                  <a:lnTo>
                    <a:pt x="6331004" y="772260"/>
                  </a:lnTo>
                  <a:lnTo>
                    <a:pt x="6401348" y="773725"/>
                  </a:lnTo>
                  <a:lnTo>
                    <a:pt x="6471693" y="775180"/>
                  </a:lnTo>
                  <a:lnTo>
                    <a:pt x="6542037" y="776625"/>
                  </a:lnTo>
                  <a:lnTo>
                    <a:pt x="6612382" y="778061"/>
                  </a:lnTo>
                  <a:lnTo>
                    <a:pt x="6682726" y="779486"/>
                  </a:lnTo>
                  <a:lnTo>
                    <a:pt x="6753071" y="780902"/>
                  </a:lnTo>
                  <a:lnTo>
                    <a:pt x="6823415" y="782309"/>
                  </a:lnTo>
                  <a:lnTo>
                    <a:pt x="6893760" y="783706"/>
                  </a:lnTo>
                  <a:lnTo>
                    <a:pt x="6964104" y="78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01310"/>
              <a:ext cx="6964104" cy="338424"/>
            </a:xfrm>
            <a:custGeom>
              <a:avLst/>
              <a:pathLst>
                <a:path w="6964104" h="338424">
                  <a:moveTo>
                    <a:pt x="6964104" y="338424"/>
                  </a:moveTo>
                  <a:lnTo>
                    <a:pt x="6893760" y="336691"/>
                  </a:lnTo>
                  <a:lnTo>
                    <a:pt x="6823415" y="334909"/>
                  </a:lnTo>
                  <a:lnTo>
                    <a:pt x="6753071" y="333075"/>
                  </a:lnTo>
                  <a:lnTo>
                    <a:pt x="6682726" y="331189"/>
                  </a:lnTo>
                  <a:lnTo>
                    <a:pt x="6612382" y="329250"/>
                  </a:lnTo>
                  <a:lnTo>
                    <a:pt x="6542037" y="327254"/>
                  </a:lnTo>
                  <a:lnTo>
                    <a:pt x="6471693" y="325202"/>
                  </a:lnTo>
                  <a:lnTo>
                    <a:pt x="6401348" y="323091"/>
                  </a:lnTo>
                  <a:lnTo>
                    <a:pt x="6331004" y="320919"/>
                  </a:lnTo>
                  <a:lnTo>
                    <a:pt x="6260659" y="318685"/>
                  </a:lnTo>
                  <a:lnTo>
                    <a:pt x="6190315" y="316388"/>
                  </a:lnTo>
                  <a:lnTo>
                    <a:pt x="6119970" y="314024"/>
                  </a:lnTo>
                  <a:lnTo>
                    <a:pt x="6049626" y="311593"/>
                  </a:lnTo>
                  <a:lnTo>
                    <a:pt x="5979281" y="309093"/>
                  </a:lnTo>
                  <a:lnTo>
                    <a:pt x="5908937" y="306521"/>
                  </a:lnTo>
                  <a:lnTo>
                    <a:pt x="5838592" y="303875"/>
                  </a:lnTo>
                  <a:lnTo>
                    <a:pt x="5768248" y="301154"/>
                  </a:lnTo>
                  <a:lnTo>
                    <a:pt x="5697903" y="298354"/>
                  </a:lnTo>
                  <a:lnTo>
                    <a:pt x="5627559" y="295475"/>
                  </a:lnTo>
                  <a:lnTo>
                    <a:pt x="5557214" y="292513"/>
                  </a:lnTo>
                  <a:lnTo>
                    <a:pt x="5486870" y="289467"/>
                  </a:lnTo>
                  <a:lnTo>
                    <a:pt x="5416525" y="286333"/>
                  </a:lnTo>
                  <a:lnTo>
                    <a:pt x="5346181" y="283110"/>
                  </a:lnTo>
                  <a:lnTo>
                    <a:pt x="5275836" y="279794"/>
                  </a:lnTo>
                  <a:lnTo>
                    <a:pt x="5205492" y="276383"/>
                  </a:lnTo>
                  <a:lnTo>
                    <a:pt x="5135147" y="272875"/>
                  </a:lnTo>
                  <a:lnTo>
                    <a:pt x="5064803" y="269267"/>
                  </a:lnTo>
                  <a:lnTo>
                    <a:pt x="4994458" y="265555"/>
                  </a:lnTo>
                  <a:lnTo>
                    <a:pt x="4924114" y="261737"/>
                  </a:lnTo>
                  <a:lnTo>
                    <a:pt x="4853769" y="257810"/>
                  </a:lnTo>
                  <a:lnTo>
                    <a:pt x="4783425" y="253771"/>
                  </a:lnTo>
                  <a:lnTo>
                    <a:pt x="4713080" y="249616"/>
                  </a:lnTo>
                  <a:lnTo>
                    <a:pt x="4642736" y="245342"/>
                  </a:lnTo>
                  <a:lnTo>
                    <a:pt x="4572391" y="240945"/>
                  </a:lnTo>
                  <a:lnTo>
                    <a:pt x="4502047" y="236423"/>
                  </a:lnTo>
                  <a:lnTo>
                    <a:pt x="4431702" y="231772"/>
                  </a:lnTo>
                  <a:lnTo>
                    <a:pt x="4361358" y="226987"/>
                  </a:lnTo>
                  <a:lnTo>
                    <a:pt x="4291013" y="222066"/>
                  </a:lnTo>
                  <a:lnTo>
                    <a:pt x="4220669" y="217003"/>
                  </a:lnTo>
                  <a:lnTo>
                    <a:pt x="4150324" y="211796"/>
                  </a:lnTo>
                  <a:lnTo>
                    <a:pt x="4079980" y="206440"/>
                  </a:lnTo>
                  <a:lnTo>
                    <a:pt x="4009635" y="200931"/>
                  </a:lnTo>
                  <a:lnTo>
                    <a:pt x="3939291" y="195264"/>
                  </a:lnTo>
                  <a:lnTo>
                    <a:pt x="3868946" y="189435"/>
                  </a:lnTo>
                  <a:lnTo>
                    <a:pt x="3798602" y="183438"/>
                  </a:lnTo>
                  <a:lnTo>
                    <a:pt x="3728257" y="177271"/>
                  </a:lnTo>
                  <a:lnTo>
                    <a:pt x="3657913" y="170927"/>
                  </a:lnTo>
                  <a:lnTo>
                    <a:pt x="3587569" y="164401"/>
                  </a:lnTo>
                  <a:lnTo>
                    <a:pt x="3517224" y="157689"/>
                  </a:lnTo>
                  <a:lnTo>
                    <a:pt x="3446880" y="150785"/>
                  </a:lnTo>
                  <a:lnTo>
                    <a:pt x="3376535" y="143683"/>
                  </a:lnTo>
                  <a:lnTo>
                    <a:pt x="3306191" y="136378"/>
                  </a:lnTo>
                  <a:lnTo>
                    <a:pt x="3235846" y="128863"/>
                  </a:lnTo>
                  <a:lnTo>
                    <a:pt x="3165502" y="121134"/>
                  </a:lnTo>
                  <a:lnTo>
                    <a:pt x="3095157" y="113184"/>
                  </a:lnTo>
                  <a:lnTo>
                    <a:pt x="3024813" y="105006"/>
                  </a:lnTo>
                  <a:lnTo>
                    <a:pt x="2954468" y="98918"/>
                  </a:lnTo>
                  <a:lnTo>
                    <a:pt x="2884124" y="96875"/>
                  </a:lnTo>
                  <a:lnTo>
                    <a:pt x="2813779" y="94819"/>
                  </a:lnTo>
                  <a:lnTo>
                    <a:pt x="2743435" y="92748"/>
                  </a:lnTo>
                  <a:lnTo>
                    <a:pt x="2673090" y="90664"/>
                  </a:lnTo>
                  <a:lnTo>
                    <a:pt x="2602746" y="88565"/>
                  </a:lnTo>
                  <a:lnTo>
                    <a:pt x="2532401" y="86452"/>
                  </a:lnTo>
                  <a:lnTo>
                    <a:pt x="2462057" y="84325"/>
                  </a:lnTo>
                  <a:lnTo>
                    <a:pt x="2391712" y="82183"/>
                  </a:lnTo>
                  <a:lnTo>
                    <a:pt x="2321368" y="80026"/>
                  </a:lnTo>
                  <a:lnTo>
                    <a:pt x="2251023" y="77855"/>
                  </a:lnTo>
                  <a:lnTo>
                    <a:pt x="2180679" y="75669"/>
                  </a:lnTo>
                  <a:lnTo>
                    <a:pt x="2110334" y="73469"/>
                  </a:lnTo>
                  <a:lnTo>
                    <a:pt x="2039990" y="71253"/>
                  </a:lnTo>
                  <a:lnTo>
                    <a:pt x="1969645" y="69022"/>
                  </a:lnTo>
                  <a:lnTo>
                    <a:pt x="1899301" y="66776"/>
                  </a:lnTo>
                  <a:lnTo>
                    <a:pt x="1828956" y="64515"/>
                  </a:lnTo>
                  <a:lnTo>
                    <a:pt x="1758612" y="62238"/>
                  </a:lnTo>
                  <a:lnTo>
                    <a:pt x="1688267" y="59946"/>
                  </a:lnTo>
                  <a:lnTo>
                    <a:pt x="1617923" y="57638"/>
                  </a:lnTo>
                  <a:lnTo>
                    <a:pt x="1547578" y="55315"/>
                  </a:lnTo>
                  <a:lnTo>
                    <a:pt x="1477234" y="52976"/>
                  </a:lnTo>
                  <a:lnTo>
                    <a:pt x="1406889" y="50620"/>
                  </a:lnTo>
                  <a:lnTo>
                    <a:pt x="1336545" y="48249"/>
                  </a:lnTo>
                  <a:lnTo>
                    <a:pt x="1266200" y="45862"/>
                  </a:lnTo>
                  <a:lnTo>
                    <a:pt x="1195856" y="43458"/>
                  </a:lnTo>
                  <a:lnTo>
                    <a:pt x="1125511" y="41038"/>
                  </a:lnTo>
                  <a:lnTo>
                    <a:pt x="1055167" y="38602"/>
                  </a:lnTo>
                  <a:lnTo>
                    <a:pt x="984822" y="36148"/>
                  </a:lnTo>
                  <a:lnTo>
                    <a:pt x="914478" y="33679"/>
                  </a:lnTo>
                  <a:lnTo>
                    <a:pt x="844133" y="31192"/>
                  </a:lnTo>
                  <a:lnTo>
                    <a:pt x="773789" y="28689"/>
                  </a:lnTo>
                  <a:lnTo>
                    <a:pt x="703444" y="26168"/>
                  </a:lnTo>
                  <a:lnTo>
                    <a:pt x="633100" y="23630"/>
                  </a:lnTo>
                  <a:lnTo>
                    <a:pt x="562755" y="21075"/>
                  </a:lnTo>
                  <a:lnTo>
                    <a:pt x="492411" y="18503"/>
                  </a:lnTo>
                  <a:lnTo>
                    <a:pt x="422066" y="15913"/>
                  </a:lnTo>
                  <a:lnTo>
                    <a:pt x="351722" y="13306"/>
                  </a:lnTo>
                  <a:lnTo>
                    <a:pt x="281377" y="10680"/>
                  </a:lnTo>
                  <a:lnTo>
                    <a:pt x="211033" y="8037"/>
                  </a:lnTo>
                  <a:lnTo>
                    <a:pt x="140688" y="5376"/>
                  </a:lnTo>
                  <a:lnTo>
                    <a:pt x="70344" y="26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772148"/>
              <a:ext cx="6964104" cy="517041"/>
            </a:xfrm>
            <a:custGeom>
              <a:avLst/>
              <a:pathLst>
                <a:path w="6964104" h="517041">
                  <a:moveTo>
                    <a:pt x="0" y="0"/>
                  </a:moveTo>
                  <a:lnTo>
                    <a:pt x="70344" y="10895"/>
                  </a:lnTo>
                  <a:lnTo>
                    <a:pt x="140688" y="21602"/>
                  </a:lnTo>
                  <a:lnTo>
                    <a:pt x="211033" y="32123"/>
                  </a:lnTo>
                  <a:lnTo>
                    <a:pt x="281377" y="42461"/>
                  </a:lnTo>
                  <a:lnTo>
                    <a:pt x="351722" y="52620"/>
                  </a:lnTo>
                  <a:lnTo>
                    <a:pt x="422066" y="62603"/>
                  </a:lnTo>
                  <a:lnTo>
                    <a:pt x="492411" y="72413"/>
                  </a:lnTo>
                  <a:lnTo>
                    <a:pt x="562755" y="82053"/>
                  </a:lnTo>
                  <a:lnTo>
                    <a:pt x="633100" y="91525"/>
                  </a:lnTo>
                  <a:lnTo>
                    <a:pt x="703444" y="100833"/>
                  </a:lnTo>
                  <a:lnTo>
                    <a:pt x="773789" y="109980"/>
                  </a:lnTo>
                  <a:lnTo>
                    <a:pt x="844133" y="118968"/>
                  </a:lnTo>
                  <a:lnTo>
                    <a:pt x="914478" y="127800"/>
                  </a:lnTo>
                  <a:lnTo>
                    <a:pt x="984822" y="136479"/>
                  </a:lnTo>
                  <a:lnTo>
                    <a:pt x="1055167" y="145007"/>
                  </a:lnTo>
                  <a:lnTo>
                    <a:pt x="1125511" y="153388"/>
                  </a:lnTo>
                  <a:lnTo>
                    <a:pt x="1195856" y="161623"/>
                  </a:lnTo>
                  <a:lnTo>
                    <a:pt x="1266200" y="169715"/>
                  </a:lnTo>
                  <a:lnTo>
                    <a:pt x="1336545" y="177667"/>
                  </a:lnTo>
                  <a:lnTo>
                    <a:pt x="1406889" y="185481"/>
                  </a:lnTo>
                  <a:lnTo>
                    <a:pt x="1477234" y="193159"/>
                  </a:lnTo>
                  <a:lnTo>
                    <a:pt x="1547578" y="200704"/>
                  </a:lnTo>
                  <a:lnTo>
                    <a:pt x="1617923" y="208119"/>
                  </a:lnTo>
                  <a:lnTo>
                    <a:pt x="1688267" y="215404"/>
                  </a:lnTo>
                  <a:lnTo>
                    <a:pt x="1758612" y="222564"/>
                  </a:lnTo>
                  <a:lnTo>
                    <a:pt x="1828956" y="229599"/>
                  </a:lnTo>
                  <a:lnTo>
                    <a:pt x="1899301" y="236512"/>
                  </a:lnTo>
                  <a:lnTo>
                    <a:pt x="1969645" y="243305"/>
                  </a:lnTo>
                  <a:lnTo>
                    <a:pt x="2039990" y="249980"/>
                  </a:lnTo>
                  <a:lnTo>
                    <a:pt x="2110334" y="256540"/>
                  </a:lnTo>
                  <a:lnTo>
                    <a:pt x="2180679" y="262986"/>
                  </a:lnTo>
                  <a:lnTo>
                    <a:pt x="2251023" y="269320"/>
                  </a:lnTo>
                  <a:lnTo>
                    <a:pt x="2321368" y="275544"/>
                  </a:lnTo>
                  <a:lnTo>
                    <a:pt x="2391712" y="281660"/>
                  </a:lnTo>
                  <a:lnTo>
                    <a:pt x="2462057" y="287670"/>
                  </a:lnTo>
                  <a:lnTo>
                    <a:pt x="2532401" y="293576"/>
                  </a:lnTo>
                  <a:lnTo>
                    <a:pt x="2602746" y="299379"/>
                  </a:lnTo>
                  <a:lnTo>
                    <a:pt x="2673090" y="305082"/>
                  </a:lnTo>
                  <a:lnTo>
                    <a:pt x="2743435" y="310686"/>
                  </a:lnTo>
                  <a:lnTo>
                    <a:pt x="2813779" y="316192"/>
                  </a:lnTo>
                  <a:lnTo>
                    <a:pt x="2884124" y="321603"/>
                  </a:lnTo>
                  <a:lnTo>
                    <a:pt x="2954468" y="326921"/>
                  </a:lnTo>
                  <a:lnTo>
                    <a:pt x="3024813" y="332146"/>
                  </a:lnTo>
                  <a:lnTo>
                    <a:pt x="3095157" y="337280"/>
                  </a:lnTo>
                  <a:lnTo>
                    <a:pt x="3165502" y="342325"/>
                  </a:lnTo>
                  <a:lnTo>
                    <a:pt x="3235846" y="347283"/>
                  </a:lnTo>
                  <a:lnTo>
                    <a:pt x="3306191" y="352155"/>
                  </a:lnTo>
                  <a:lnTo>
                    <a:pt x="3376535" y="356942"/>
                  </a:lnTo>
                  <a:lnTo>
                    <a:pt x="3446880" y="361646"/>
                  </a:lnTo>
                  <a:lnTo>
                    <a:pt x="3517224" y="366269"/>
                  </a:lnTo>
                  <a:lnTo>
                    <a:pt x="3587569" y="370811"/>
                  </a:lnTo>
                  <a:lnTo>
                    <a:pt x="3657913" y="375275"/>
                  </a:lnTo>
                  <a:lnTo>
                    <a:pt x="3728257" y="379661"/>
                  </a:lnTo>
                  <a:lnTo>
                    <a:pt x="3798602" y="383971"/>
                  </a:lnTo>
                  <a:lnTo>
                    <a:pt x="3868946" y="388207"/>
                  </a:lnTo>
                  <a:lnTo>
                    <a:pt x="3939291" y="392369"/>
                  </a:lnTo>
                  <a:lnTo>
                    <a:pt x="4009635" y="396459"/>
                  </a:lnTo>
                  <a:lnTo>
                    <a:pt x="4079980" y="400477"/>
                  </a:lnTo>
                  <a:lnTo>
                    <a:pt x="4150324" y="404426"/>
                  </a:lnTo>
                  <a:lnTo>
                    <a:pt x="4220669" y="408307"/>
                  </a:lnTo>
                  <a:lnTo>
                    <a:pt x="4291013" y="412120"/>
                  </a:lnTo>
                  <a:lnTo>
                    <a:pt x="4361358" y="415867"/>
                  </a:lnTo>
                  <a:lnTo>
                    <a:pt x="4431702" y="419550"/>
                  </a:lnTo>
                  <a:lnTo>
                    <a:pt x="4502047" y="423168"/>
                  </a:lnTo>
                  <a:lnTo>
                    <a:pt x="4572391" y="426723"/>
                  </a:lnTo>
                  <a:lnTo>
                    <a:pt x="4642736" y="430217"/>
                  </a:lnTo>
                  <a:lnTo>
                    <a:pt x="4713080" y="433650"/>
                  </a:lnTo>
                  <a:lnTo>
                    <a:pt x="4783425" y="437024"/>
                  </a:lnTo>
                  <a:lnTo>
                    <a:pt x="4853769" y="440339"/>
                  </a:lnTo>
                  <a:lnTo>
                    <a:pt x="4924114" y="443597"/>
                  </a:lnTo>
                  <a:lnTo>
                    <a:pt x="4994458" y="446798"/>
                  </a:lnTo>
                  <a:lnTo>
                    <a:pt x="5064803" y="449944"/>
                  </a:lnTo>
                  <a:lnTo>
                    <a:pt x="5135147" y="453035"/>
                  </a:lnTo>
                  <a:lnTo>
                    <a:pt x="5205492" y="456072"/>
                  </a:lnTo>
                  <a:lnTo>
                    <a:pt x="5275836" y="459057"/>
                  </a:lnTo>
                  <a:lnTo>
                    <a:pt x="5346181" y="461990"/>
                  </a:lnTo>
                  <a:lnTo>
                    <a:pt x="5416525" y="464872"/>
                  </a:lnTo>
                  <a:lnTo>
                    <a:pt x="5486870" y="467704"/>
                  </a:lnTo>
                  <a:lnTo>
                    <a:pt x="5557214" y="470487"/>
                  </a:lnTo>
                  <a:lnTo>
                    <a:pt x="5627559" y="473222"/>
                  </a:lnTo>
                  <a:lnTo>
                    <a:pt x="5697903" y="475909"/>
                  </a:lnTo>
                  <a:lnTo>
                    <a:pt x="5768248" y="478550"/>
                  </a:lnTo>
                  <a:lnTo>
                    <a:pt x="5838592" y="481144"/>
                  </a:lnTo>
                  <a:lnTo>
                    <a:pt x="5908937" y="483694"/>
                  </a:lnTo>
                  <a:lnTo>
                    <a:pt x="5979281" y="486200"/>
                  </a:lnTo>
                  <a:lnTo>
                    <a:pt x="6049626" y="488662"/>
                  </a:lnTo>
                  <a:lnTo>
                    <a:pt x="6119970" y="491082"/>
                  </a:lnTo>
                  <a:lnTo>
                    <a:pt x="6190315" y="493459"/>
                  </a:lnTo>
                  <a:lnTo>
                    <a:pt x="6260659" y="495795"/>
                  </a:lnTo>
                  <a:lnTo>
                    <a:pt x="6331004" y="498091"/>
                  </a:lnTo>
                  <a:lnTo>
                    <a:pt x="6401348" y="500347"/>
                  </a:lnTo>
                  <a:lnTo>
                    <a:pt x="6471693" y="502564"/>
                  </a:lnTo>
                  <a:lnTo>
                    <a:pt x="6542037" y="504742"/>
                  </a:lnTo>
                  <a:lnTo>
                    <a:pt x="6612382" y="506883"/>
                  </a:lnTo>
                  <a:lnTo>
                    <a:pt x="6682726" y="508986"/>
                  </a:lnTo>
                  <a:lnTo>
                    <a:pt x="6753071" y="511053"/>
                  </a:lnTo>
                  <a:lnTo>
                    <a:pt x="6823415" y="513084"/>
                  </a:lnTo>
                  <a:lnTo>
                    <a:pt x="6893760" y="515080"/>
                  </a:lnTo>
                  <a:lnTo>
                    <a:pt x="6964104" y="5170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151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467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0919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24485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7450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515235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20467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67514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354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9566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559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1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76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8367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6969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450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052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655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25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68606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5463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406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2668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2711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235312" y="4604755"/>
              <a:ext cx="6964104" cy="928372"/>
            </a:xfrm>
            <a:custGeom>
              <a:avLst/>
              <a:pathLst>
                <a:path w="6964104" h="928372">
                  <a:moveTo>
                    <a:pt x="0" y="0"/>
                  </a:moveTo>
                  <a:lnTo>
                    <a:pt x="70344" y="27510"/>
                  </a:lnTo>
                  <a:lnTo>
                    <a:pt x="140688" y="54254"/>
                  </a:lnTo>
                  <a:lnTo>
                    <a:pt x="211033" y="80255"/>
                  </a:lnTo>
                  <a:lnTo>
                    <a:pt x="281377" y="105533"/>
                  </a:lnTo>
                  <a:lnTo>
                    <a:pt x="351722" y="130107"/>
                  </a:lnTo>
                  <a:lnTo>
                    <a:pt x="422066" y="153998"/>
                  </a:lnTo>
                  <a:lnTo>
                    <a:pt x="492411" y="177224"/>
                  </a:lnTo>
                  <a:lnTo>
                    <a:pt x="562755" y="199804"/>
                  </a:lnTo>
                  <a:lnTo>
                    <a:pt x="633100" y="221756"/>
                  </a:lnTo>
                  <a:lnTo>
                    <a:pt x="703444" y="243097"/>
                  </a:lnTo>
                  <a:lnTo>
                    <a:pt x="773789" y="263844"/>
                  </a:lnTo>
                  <a:lnTo>
                    <a:pt x="844133" y="284015"/>
                  </a:lnTo>
                  <a:lnTo>
                    <a:pt x="914478" y="303624"/>
                  </a:lnTo>
                  <a:lnTo>
                    <a:pt x="984822" y="322688"/>
                  </a:lnTo>
                  <a:lnTo>
                    <a:pt x="1055167" y="341221"/>
                  </a:lnTo>
                  <a:lnTo>
                    <a:pt x="1125511" y="359239"/>
                  </a:lnTo>
                  <a:lnTo>
                    <a:pt x="1195856" y="376756"/>
                  </a:lnTo>
                  <a:lnTo>
                    <a:pt x="1266200" y="393786"/>
                  </a:lnTo>
                  <a:lnTo>
                    <a:pt x="1336545" y="410341"/>
                  </a:lnTo>
                  <a:lnTo>
                    <a:pt x="1406889" y="426436"/>
                  </a:lnTo>
                  <a:lnTo>
                    <a:pt x="1477234" y="442084"/>
                  </a:lnTo>
                  <a:lnTo>
                    <a:pt x="1547578" y="457296"/>
                  </a:lnTo>
                  <a:lnTo>
                    <a:pt x="1617923" y="472085"/>
                  </a:lnTo>
                  <a:lnTo>
                    <a:pt x="1688267" y="486463"/>
                  </a:lnTo>
                  <a:lnTo>
                    <a:pt x="1758612" y="500440"/>
                  </a:lnTo>
                  <a:lnTo>
                    <a:pt x="1828956" y="514029"/>
                  </a:lnTo>
                  <a:lnTo>
                    <a:pt x="1899301" y="527240"/>
                  </a:lnTo>
                  <a:lnTo>
                    <a:pt x="1969645" y="540083"/>
                  </a:lnTo>
                  <a:lnTo>
                    <a:pt x="2039990" y="552569"/>
                  </a:lnTo>
                  <a:lnTo>
                    <a:pt x="2110334" y="564708"/>
                  </a:lnTo>
                  <a:lnTo>
                    <a:pt x="2180679" y="576509"/>
                  </a:lnTo>
                  <a:lnTo>
                    <a:pt x="2251023" y="587982"/>
                  </a:lnTo>
                  <a:lnTo>
                    <a:pt x="2321368" y="599135"/>
                  </a:lnTo>
                  <a:lnTo>
                    <a:pt x="2391712" y="609978"/>
                  </a:lnTo>
                  <a:lnTo>
                    <a:pt x="2462057" y="620520"/>
                  </a:lnTo>
                  <a:lnTo>
                    <a:pt x="2532401" y="630769"/>
                  </a:lnTo>
                  <a:lnTo>
                    <a:pt x="2602746" y="640732"/>
                  </a:lnTo>
                  <a:lnTo>
                    <a:pt x="2673090" y="650418"/>
                  </a:lnTo>
                  <a:lnTo>
                    <a:pt x="2743435" y="659835"/>
                  </a:lnTo>
                  <a:lnTo>
                    <a:pt x="2813779" y="668990"/>
                  </a:lnTo>
                  <a:lnTo>
                    <a:pt x="2884124" y="677890"/>
                  </a:lnTo>
                  <a:lnTo>
                    <a:pt x="2954468" y="686542"/>
                  </a:lnTo>
                  <a:lnTo>
                    <a:pt x="3024813" y="690894"/>
                  </a:lnTo>
                  <a:lnTo>
                    <a:pt x="3095157" y="692909"/>
                  </a:lnTo>
                  <a:lnTo>
                    <a:pt x="3165502" y="694911"/>
                  </a:lnTo>
                  <a:lnTo>
                    <a:pt x="3235846" y="696898"/>
                  </a:lnTo>
                  <a:lnTo>
                    <a:pt x="3306191" y="698873"/>
                  </a:lnTo>
                  <a:lnTo>
                    <a:pt x="3376535" y="700834"/>
                  </a:lnTo>
                  <a:lnTo>
                    <a:pt x="3446880" y="702782"/>
                  </a:lnTo>
                  <a:lnTo>
                    <a:pt x="3517224" y="704716"/>
                  </a:lnTo>
                  <a:lnTo>
                    <a:pt x="3587569" y="706638"/>
                  </a:lnTo>
                  <a:lnTo>
                    <a:pt x="3657913" y="708546"/>
                  </a:lnTo>
                  <a:lnTo>
                    <a:pt x="3728257" y="710442"/>
                  </a:lnTo>
                  <a:lnTo>
                    <a:pt x="3798602" y="712325"/>
                  </a:lnTo>
                  <a:lnTo>
                    <a:pt x="3868946" y="714195"/>
                  </a:lnTo>
                  <a:lnTo>
                    <a:pt x="3939291" y="716052"/>
                  </a:lnTo>
                  <a:lnTo>
                    <a:pt x="4009635" y="717897"/>
                  </a:lnTo>
                  <a:lnTo>
                    <a:pt x="4079980" y="719730"/>
                  </a:lnTo>
                  <a:lnTo>
                    <a:pt x="4150324" y="721550"/>
                  </a:lnTo>
                  <a:lnTo>
                    <a:pt x="4220669" y="723357"/>
                  </a:lnTo>
                  <a:lnTo>
                    <a:pt x="4291013" y="725153"/>
                  </a:lnTo>
                  <a:lnTo>
                    <a:pt x="4361358" y="726936"/>
                  </a:lnTo>
                  <a:lnTo>
                    <a:pt x="4431702" y="728708"/>
                  </a:lnTo>
                  <a:lnTo>
                    <a:pt x="4502047" y="730467"/>
                  </a:lnTo>
                  <a:lnTo>
                    <a:pt x="4572391" y="732214"/>
                  </a:lnTo>
                  <a:lnTo>
                    <a:pt x="4642736" y="733950"/>
                  </a:lnTo>
                  <a:lnTo>
                    <a:pt x="4713080" y="735674"/>
                  </a:lnTo>
                  <a:lnTo>
                    <a:pt x="4783425" y="737386"/>
                  </a:lnTo>
                  <a:lnTo>
                    <a:pt x="4853769" y="739087"/>
                  </a:lnTo>
                  <a:lnTo>
                    <a:pt x="4924114" y="740776"/>
                  </a:lnTo>
                  <a:lnTo>
                    <a:pt x="4994458" y="742454"/>
                  </a:lnTo>
                  <a:lnTo>
                    <a:pt x="5064803" y="744120"/>
                  </a:lnTo>
                  <a:lnTo>
                    <a:pt x="5135147" y="745775"/>
                  </a:lnTo>
                  <a:lnTo>
                    <a:pt x="5205492" y="747419"/>
                  </a:lnTo>
                  <a:lnTo>
                    <a:pt x="5275836" y="749052"/>
                  </a:lnTo>
                  <a:lnTo>
                    <a:pt x="5346181" y="750674"/>
                  </a:lnTo>
                  <a:lnTo>
                    <a:pt x="5416525" y="752284"/>
                  </a:lnTo>
                  <a:lnTo>
                    <a:pt x="5486870" y="753884"/>
                  </a:lnTo>
                  <a:lnTo>
                    <a:pt x="5557214" y="755473"/>
                  </a:lnTo>
                  <a:lnTo>
                    <a:pt x="5627559" y="757052"/>
                  </a:lnTo>
                  <a:lnTo>
                    <a:pt x="5697903" y="758620"/>
                  </a:lnTo>
                  <a:lnTo>
                    <a:pt x="5768248" y="760177"/>
                  </a:lnTo>
                  <a:lnTo>
                    <a:pt x="5838592" y="761723"/>
                  </a:lnTo>
                  <a:lnTo>
                    <a:pt x="5908937" y="763259"/>
                  </a:lnTo>
                  <a:lnTo>
                    <a:pt x="5979281" y="764785"/>
                  </a:lnTo>
                  <a:lnTo>
                    <a:pt x="6049626" y="766300"/>
                  </a:lnTo>
                  <a:lnTo>
                    <a:pt x="6119970" y="767806"/>
                  </a:lnTo>
                  <a:lnTo>
                    <a:pt x="6190315" y="769301"/>
                  </a:lnTo>
                  <a:lnTo>
                    <a:pt x="6260659" y="770786"/>
                  </a:lnTo>
                  <a:lnTo>
                    <a:pt x="6331004" y="772260"/>
                  </a:lnTo>
                  <a:lnTo>
                    <a:pt x="6401348" y="773725"/>
                  </a:lnTo>
                  <a:lnTo>
                    <a:pt x="6471693" y="775180"/>
                  </a:lnTo>
                  <a:lnTo>
                    <a:pt x="6542037" y="776625"/>
                  </a:lnTo>
                  <a:lnTo>
                    <a:pt x="6612382" y="778061"/>
                  </a:lnTo>
                  <a:lnTo>
                    <a:pt x="6682726" y="779486"/>
                  </a:lnTo>
                  <a:lnTo>
                    <a:pt x="6753071" y="780902"/>
                  </a:lnTo>
                  <a:lnTo>
                    <a:pt x="6823415" y="782309"/>
                  </a:lnTo>
                  <a:lnTo>
                    <a:pt x="6893760" y="783706"/>
                  </a:lnTo>
                  <a:lnTo>
                    <a:pt x="6964104" y="785093"/>
                  </a:lnTo>
                  <a:lnTo>
                    <a:pt x="6964104" y="928372"/>
                  </a:lnTo>
                  <a:lnTo>
                    <a:pt x="6893760" y="926639"/>
                  </a:lnTo>
                  <a:lnTo>
                    <a:pt x="6823415" y="924857"/>
                  </a:lnTo>
                  <a:lnTo>
                    <a:pt x="6753071" y="923023"/>
                  </a:lnTo>
                  <a:lnTo>
                    <a:pt x="6682726" y="921138"/>
                  </a:lnTo>
                  <a:lnTo>
                    <a:pt x="6612382" y="919198"/>
                  </a:lnTo>
                  <a:lnTo>
                    <a:pt x="6542037" y="917202"/>
                  </a:lnTo>
                  <a:lnTo>
                    <a:pt x="6471693" y="915150"/>
                  </a:lnTo>
                  <a:lnTo>
                    <a:pt x="6401348" y="913039"/>
                  </a:lnTo>
                  <a:lnTo>
                    <a:pt x="6331004" y="910867"/>
                  </a:lnTo>
                  <a:lnTo>
                    <a:pt x="6260659" y="908633"/>
                  </a:lnTo>
                  <a:lnTo>
                    <a:pt x="6190315" y="906336"/>
                  </a:lnTo>
                  <a:lnTo>
                    <a:pt x="6119970" y="903972"/>
                  </a:lnTo>
                  <a:lnTo>
                    <a:pt x="6049626" y="901541"/>
                  </a:lnTo>
                  <a:lnTo>
                    <a:pt x="5979281" y="899041"/>
                  </a:lnTo>
                  <a:lnTo>
                    <a:pt x="5908937" y="896469"/>
                  </a:lnTo>
                  <a:lnTo>
                    <a:pt x="5838592" y="893823"/>
                  </a:lnTo>
                  <a:lnTo>
                    <a:pt x="5768248" y="891102"/>
                  </a:lnTo>
                  <a:lnTo>
                    <a:pt x="5697903" y="888302"/>
                  </a:lnTo>
                  <a:lnTo>
                    <a:pt x="5627559" y="885423"/>
                  </a:lnTo>
                  <a:lnTo>
                    <a:pt x="5557214" y="882461"/>
                  </a:lnTo>
                  <a:lnTo>
                    <a:pt x="5486870" y="879415"/>
                  </a:lnTo>
                  <a:lnTo>
                    <a:pt x="5416525" y="876281"/>
                  </a:lnTo>
                  <a:lnTo>
                    <a:pt x="5346181" y="873058"/>
                  </a:lnTo>
                  <a:lnTo>
                    <a:pt x="5275836" y="869742"/>
                  </a:lnTo>
                  <a:lnTo>
                    <a:pt x="5205492" y="866331"/>
                  </a:lnTo>
                  <a:lnTo>
                    <a:pt x="5135147" y="862823"/>
                  </a:lnTo>
                  <a:lnTo>
                    <a:pt x="5064803" y="859215"/>
                  </a:lnTo>
                  <a:lnTo>
                    <a:pt x="4994458" y="855503"/>
                  </a:lnTo>
                  <a:lnTo>
                    <a:pt x="4924114" y="851685"/>
                  </a:lnTo>
                  <a:lnTo>
                    <a:pt x="4853769" y="847758"/>
                  </a:lnTo>
                  <a:lnTo>
                    <a:pt x="4783425" y="843719"/>
                  </a:lnTo>
                  <a:lnTo>
                    <a:pt x="4713080" y="839564"/>
                  </a:lnTo>
                  <a:lnTo>
                    <a:pt x="4642736" y="835290"/>
                  </a:lnTo>
                  <a:lnTo>
                    <a:pt x="4572391" y="830893"/>
                  </a:lnTo>
                  <a:lnTo>
                    <a:pt x="4502047" y="826371"/>
                  </a:lnTo>
                  <a:lnTo>
                    <a:pt x="4431702" y="821720"/>
                  </a:lnTo>
                  <a:lnTo>
                    <a:pt x="4361358" y="816935"/>
                  </a:lnTo>
                  <a:lnTo>
                    <a:pt x="4291013" y="812014"/>
                  </a:lnTo>
                  <a:lnTo>
                    <a:pt x="4220669" y="806952"/>
                  </a:lnTo>
                  <a:lnTo>
                    <a:pt x="4150324" y="801744"/>
                  </a:lnTo>
                  <a:lnTo>
                    <a:pt x="4079980" y="796388"/>
                  </a:lnTo>
                  <a:lnTo>
                    <a:pt x="4009635" y="790879"/>
                  </a:lnTo>
                  <a:lnTo>
                    <a:pt x="3939291" y="785212"/>
                  </a:lnTo>
                  <a:lnTo>
                    <a:pt x="3868946" y="779383"/>
                  </a:lnTo>
                  <a:lnTo>
                    <a:pt x="3798602" y="773387"/>
                  </a:lnTo>
                  <a:lnTo>
                    <a:pt x="3728257" y="767219"/>
                  </a:lnTo>
                  <a:lnTo>
                    <a:pt x="3657913" y="760875"/>
                  </a:lnTo>
                  <a:lnTo>
                    <a:pt x="3587569" y="754349"/>
                  </a:lnTo>
                  <a:lnTo>
                    <a:pt x="3517224" y="747637"/>
                  </a:lnTo>
                  <a:lnTo>
                    <a:pt x="3446880" y="740733"/>
                  </a:lnTo>
                  <a:lnTo>
                    <a:pt x="3376535" y="733631"/>
                  </a:lnTo>
                  <a:lnTo>
                    <a:pt x="3306191" y="726326"/>
                  </a:lnTo>
                  <a:lnTo>
                    <a:pt x="3235846" y="718811"/>
                  </a:lnTo>
                  <a:lnTo>
                    <a:pt x="3165502" y="711082"/>
                  </a:lnTo>
                  <a:lnTo>
                    <a:pt x="3095157" y="703132"/>
                  </a:lnTo>
                  <a:lnTo>
                    <a:pt x="3024813" y="694954"/>
                  </a:lnTo>
                  <a:lnTo>
                    <a:pt x="2954468" y="688866"/>
                  </a:lnTo>
                  <a:lnTo>
                    <a:pt x="2884124" y="686823"/>
                  </a:lnTo>
                  <a:lnTo>
                    <a:pt x="2813779" y="684767"/>
                  </a:lnTo>
                  <a:lnTo>
                    <a:pt x="2743435" y="682696"/>
                  </a:lnTo>
                  <a:lnTo>
                    <a:pt x="2673090" y="680612"/>
                  </a:lnTo>
                  <a:lnTo>
                    <a:pt x="2602746" y="678513"/>
                  </a:lnTo>
                  <a:lnTo>
                    <a:pt x="2532401" y="676400"/>
                  </a:lnTo>
                  <a:lnTo>
                    <a:pt x="2462057" y="674273"/>
                  </a:lnTo>
                  <a:lnTo>
                    <a:pt x="2391712" y="672131"/>
                  </a:lnTo>
                  <a:lnTo>
                    <a:pt x="2321368" y="669974"/>
                  </a:lnTo>
                  <a:lnTo>
                    <a:pt x="2251023" y="667803"/>
                  </a:lnTo>
                  <a:lnTo>
                    <a:pt x="2180679" y="665618"/>
                  </a:lnTo>
                  <a:lnTo>
                    <a:pt x="2110334" y="663417"/>
                  </a:lnTo>
                  <a:lnTo>
                    <a:pt x="2039990" y="661201"/>
                  </a:lnTo>
                  <a:lnTo>
                    <a:pt x="1969645" y="658970"/>
                  </a:lnTo>
                  <a:lnTo>
                    <a:pt x="1899301" y="656724"/>
                  </a:lnTo>
                  <a:lnTo>
                    <a:pt x="1828956" y="654463"/>
                  </a:lnTo>
                  <a:lnTo>
                    <a:pt x="1758612" y="652186"/>
                  </a:lnTo>
                  <a:lnTo>
                    <a:pt x="1688267" y="649894"/>
                  </a:lnTo>
                  <a:lnTo>
                    <a:pt x="1617923" y="647586"/>
                  </a:lnTo>
                  <a:lnTo>
                    <a:pt x="1547578" y="645263"/>
                  </a:lnTo>
                  <a:lnTo>
                    <a:pt x="1477234" y="642924"/>
                  </a:lnTo>
                  <a:lnTo>
                    <a:pt x="1406889" y="640568"/>
                  </a:lnTo>
                  <a:lnTo>
                    <a:pt x="1336545" y="638197"/>
                  </a:lnTo>
                  <a:lnTo>
                    <a:pt x="1266200" y="635810"/>
                  </a:lnTo>
                  <a:lnTo>
                    <a:pt x="1195856" y="633406"/>
                  </a:lnTo>
                  <a:lnTo>
                    <a:pt x="1125511" y="630986"/>
                  </a:lnTo>
                  <a:lnTo>
                    <a:pt x="1055167" y="628550"/>
                  </a:lnTo>
                  <a:lnTo>
                    <a:pt x="984822" y="626096"/>
                  </a:lnTo>
                  <a:lnTo>
                    <a:pt x="914478" y="623627"/>
                  </a:lnTo>
                  <a:lnTo>
                    <a:pt x="844133" y="621140"/>
                  </a:lnTo>
                  <a:lnTo>
                    <a:pt x="773789" y="618637"/>
                  </a:lnTo>
                  <a:lnTo>
                    <a:pt x="703444" y="616116"/>
                  </a:lnTo>
                  <a:lnTo>
                    <a:pt x="633100" y="613578"/>
                  </a:lnTo>
                  <a:lnTo>
                    <a:pt x="562755" y="611023"/>
                  </a:lnTo>
                  <a:lnTo>
                    <a:pt x="492411" y="608451"/>
                  </a:lnTo>
                  <a:lnTo>
                    <a:pt x="422066" y="605861"/>
                  </a:lnTo>
                  <a:lnTo>
                    <a:pt x="351722" y="603254"/>
                  </a:lnTo>
                  <a:lnTo>
                    <a:pt x="281377" y="600628"/>
                  </a:lnTo>
                  <a:lnTo>
                    <a:pt x="211033" y="597985"/>
                  </a:lnTo>
                  <a:lnTo>
                    <a:pt x="140688" y="595324"/>
                  </a:lnTo>
                  <a:lnTo>
                    <a:pt x="70344" y="592645"/>
                  </a:lnTo>
                  <a:lnTo>
                    <a:pt x="0" y="5899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235312" y="4604755"/>
              <a:ext cx="6964104" cy="785093"/>
            </a:xfrm>
            <a:custGeom>
              <a:avLst/>
              <a:pathLst>
                <a:path w="6964104" h="785093">
                  <a:moveTo>
                    <a:pt x="0" y="0"/>
                  </a:moveTo>
                  <a:lnTo>
                    <a:pt x="70344" y="27510"/>
                  </a:lnTo>
                  <a:lnTo>
                    <a:pt x="140688" y="54254"/>
                  </a:lnTo>
                  <a:lnTo>
                    <a:pt x="211033" y="80255"/>
                  </a:lnTo>
                  <a:lnTo>
                    <a:pt x="281377" y="105533"/>
                  </a:lnTo>
                  <a:lnTo>
                    <a:pt x="351722" y="130107"/>
                  </a:lnTo>
                  <a:lnTo>
                    <a:pt x="422066" y="153998"/>
                  </a:lnTo>
                  <a:lnTo>
                    <a:pt x="492411" y="177224"/>
                  </a:lnTo>
                  <a:lnTo>
                    <a:pt x="562755" y="199804"/>
                  </a:lnTo>
                  <a:lnTo>
                    <a:pt x="633100" y="221756"/>
                  </a:lnTo>
                  <a:lnTo>
                    <a:pt x="703444" y="243097"/>
                  </a:lnTo>
                  <a:lnTo>
                    <a:pt x="773789" y="263844"/>
                  </a:lnTo>
                  <a:lnTo>
                    <a:pt x="844133" y="284015"/>
                  </a:lnTo>
                  <a:lnTo>
                    <a:pt x="914478" y="303624"/>
                  </a:lnTo>
                  <a:lnTo>
                    <a:pt x="984822" y="322688"/>
                  </a:lnTo>
                  <a:lnTo>
                    <a:pt x="1055167" y="341221"/>
                  </a:lnTo>
                  <a:lnTo>
                    <a:pt x="1125511" y="359239"/>
                  </a:lnTo>
                  <a:lnTo>
                    <a:pt x="1195856" y="376756"/>
                  </a:lnTo>
                  <a:lnTo>
                    <a:pt x="1266200" y="393786"/>
                  </a:lnTo>
                  <a:lnTo>
                    <a:pt x="1336545" y="410341"/>
                  </a:lnTo>
                  <a:lnTo>
                    <a:pt x="1406889" y="426436"/>
                  </a:lnTo>
                  <a:lnTo>
                    <a:pt x="1477234" y="442084"/>
                  </a:lnTo>
                  <a:lnTo>
                    <a:pt x="1547578" y="457296"/>
                  </a:lnTo>
                  <a:lnTo>
                    <a:pt x="1617923" y="472085"/>
                  </a:lnTo>
                  <a:lnTo>
                    <a:pt x="1688267" y="486463"/>
                  </a:lnTo>
                  <a:lnTo>
                    <a:pt x="1758612" y="500440"/>
                  </a:lnTo>
                  <a:lnTo>
                    <a:pt x="1828956" y="514029"/>
                  </a:lnTo>
                  <a:lnTo>
                    <a:pt x="1899301" y="527240"/>
                  </a:lnTo>
                  <a:lnTo>
                    <a:pt x="1969645" y="540083"/>
                  </a:lnTo>
                  <a:lnTo>
                    <a:pt x="2039990" y="552569"/>
                  </a:lnTo>
                  <a:lnTo>
                    <a:pt x="2110334" y="564708"/>
                  </a:lnTo>
                  <a:lnTo>
                    <a:pt x="2180679" y="576509"/>
                  </a:lnTo>
                  <a:lnTo>
                    <a:pt x="2251023" y="587982"/>
                  </a:lnTo>
                  <a:lnTo>
                    <a:pt x="2321368" y="599135"/>
                  </a:lnTo>
                  <a:lnTo>
                    <a:pt x="2391712" y="609978"/>
                  </a:lnTo>
                  <a:lnTo>
                    <a:pt x="2462057" y="620520"/>
                  </a:lnTo>
                  <a:lnTo>
                    <a:pt x="2532401" y="630769"/>
                  </a:lnTo>
                  <a:lnTo>
                    <a:pt x="2602746" y="640732"/>
                  </a:lnTo>
                  <a:lnTo>
                    <a:pt x="2673090" y="650418"/>
                  </a:lnTo>
                  <a:lnTo>
                    <a:pt x="2743435" y="659835"/>
                  </a:lnTo>
                  <a:lnTo>
                    <a:pt x="2813779" y="668990"/>
                  </a:lnTo>
                  <a:lnTo>
                    <a:pt x="2884124" y="677890"/>
                  </a:lnTo>
                  <a:lnTo>
                    <a:pt x="2954468" y="686542"/>
                  </a:lnTo>
                  <a:lnTo>
                    <a:pt x="3024813" y="690894"/>
                  </a:lnTo>
                  <a:lnTo>
                    <a:pt x="3095157" y="692909"/>
                  </a:lnTo>
                  <a:lnTo>
                    <a:pt x="3165502" y="694911"/>
                  </a:lnTo>
                  <a:lnTo>
                    <a:pt x="3235846" y="696898"/>
                  </a:lnTo>
                  <a:lnTo>
                    <a:pt x="3306191" y="698873"/>
                  </a:lnTo>
                  <a:lnTo>
                    <a:pt x="3376535" y="700834"/>
                  </a:lnTo>
                  <a:lnTo>
                    <a:pt x="3446880" y="702782"/>
                  </a:lnTo>
                  <a:lnTo>
                    <a:pt x="3517224" y="704716"/>
                  </a:lnTo>
                  <a:lnTo>
                    <a:pt x="3587569" y="706638"/>
                  </a:lnTo>
                  <a:lnTo>
                    <a:pt x="3657913" y="708546"/>
                  </a:lnTo>
                  <a:lnTo>
                    <a:pt x="3728257" y="710442"/>
                  </a:lnTo>
                  <a:lnTo>
                    <a:pt x="3798602" y="712325"/>
                  </a:lnTo>
                  <a:lnTo>
                    <a:pt x="3868946" y="714195"/>
                  </a:lnTo>
                  <a:lnTo>
                    <a:pt x="3939291" y="716052"/>
                  </a:lnTo>
                  <a:lnTo>
                    <a:pt x="4009635" y="717897"/>
                  </a:lnTo>
                  <a:lnTo>
                    <a:pt x="4079980" y="719730"/>
                  </a:lnTo>
                  <a:lnTo>
                    <a:pt x="4150324" y="721550"/>
                  </a:lnTo>
                  <a:lnTo>
                    <a:pt x="4220669" y="723357"/>
                  </a:lnTo>
                  <a:lnTo>
                    <a:pt x="4291013" y="725153"/>
                  </a:lnTo>
                  <a:lnTo>
                    <a:pt x="4361358" y="726936"/>
                  </a:lnTo>
                  <a:lnTo>
                    <a:pt x="4431702" y="728708"/>
                  </a:lnTo>
                  <a:lnTo>
                    <a:pt x="4502047" y="730467"/>
                  </a:lnTo>
                  <a:lnTo>
                    <a:pt x="4572391" y="732214"/>
                  </a:lnTo>
                  <a:lnTo>
                    <a:pt x="4642736" y="733950"/>
                  </a:lnTo>
                  <a:lnTo>
                    <a:pt x="4713080" y="735674"/>
                  </a:lnTo>
                  <a:lnTo>
                    <a:pt x="4783425" y="737386"/>
                  </a:lnTo>
                  <a:lnTo>
                    <a:pt x="4853769" y="739087"/>
                  </a:lnTo>
                  <a:lnTo>
                    <a:pt x="4924114" y="740776"/>
                  </a:lnTo>
                  <a:lnTo>
                    <a:pt x="4994458" y="742454"/>
                  </a:lnTo>
                  <a:lnTo>
                    <a:pt x="5064803" y="744120"/>
                  </a:lnTo>
                  <a:lnTo>
                    <a:pt x="5135147" y="745775"/>
                  </a:lnTo>
                  <a:lnTo>
                    <a:pt x="5205492" y="747419"/>
                  </a:lnTo>
                  <a:lnTo>
                    <a:pt x="5275836" y="749052"/>
                  </a:lnTo>
                  <a:lnTo>
                    <a:pt x="5346181" y="750674"/>
                  </a:lnTo>
                  <a:lnTo>
                    <a:pt x="5416525" y="752284"/>
                  </a:lnTo>
                  <a:lnTo>
                    <a:pt x="5486870" y="753884"/>
                  </a:lnTo>
                  <a:lnTo>
                    <a:pt x="5557214" y="755473"/>
                  </a:lnTo>
                  <a:lnTo>
                    <a:pt x="5627559" y="757052"/>
                  </a:lnTo>
                  <a:lnTo>
                    <a:pt x="5697903" y="758620"/>
                  </a:lnTo>
                  <a:lnTo>
                    <a:pt x="5768248" y="760177"/>
                  </a:lnTo>
                  <a:lnTo>
                    <a:pt x="5838592" y="761723"/>
                  </a:lnTo>
                  <a:lnTo>
                    <a:pt x="5908937" y="763259"/>
                  </a:lnTo>
                  <a:lnTo>
                    <a:pt x="5979281" y="764785"/>
                  </a:lnTo>
                  <a:lnTo>
                    <a:pt x="6049626" y="766300"/>
                  </a:lnTo>
                  <a:lnTo>
                    <a:pt x="6119970" y="767806"/>
                  </a:lnTo>
                  <a:lnTo>
                    <a:pt x="6190315" y="769301"/>
                  </a:lnTo>
                  <a:lnTo>
                    <a:pt x="6260659" y="770786"/>
                  </a:lnTo>
                  <a:lnTo>
                    <a:pt x="6331004" y="772260"/>
                  </a:lnTo>
                  <a:lnTo>
                    <a:pt x="6401348" y="773725"/>
                  </a:lnTo>
                  <a:lnTo>
                    <a:pt x="6471693" y="775180"/>
                  </a:lnTo>
                  <a:lnTo>
                    <a:pt x="6542037" y="776625"/>
                  </a:lnTo>
                  <a:lnTo>
                    <a:pt x="6612382" y="778061"/>
                  </a:lnTo>
                  <a:lnTo>
                    <a:pt x="6682726" y="779486"/>
                  </a:lnTo>
                  <a:lnTo>
                    <a:pt x="6753071" y="780902"/>
                  </a:lnTo>
                  <a:lnTo>
                    <a:pt x="6823415" y="782309"/>
                  </a:lnTo>
                  <a:lnTo>
                    <a:pt x="6893760" y="783706"/>
                  </a:lnTo>
                  <a:lnTo>
                    <a:pt x="6964104" y="78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5194703"/>
              <a:ext cx="6964104" cy="338424"/>
            </a:xfrm>
            <a:custGeom>
              <a:avLst/>
              <a:pathLst>
                <a:path w="6964104" h="338424">
                  <a:moveTo>
                    <a:pt x="6964104" y="338424"/>
                  </a:moveTo>
                  <a:lnTo>
                    <a:pt x="6893760" y="336691"/>
                  </a:lnTo>
                  <a:lnTo>
                    <a:pt x="6823415" y="334909"/>
                  </a:lnTo>
                  <a:lnTo>
                    <a:pt x="6753071" y="333075"/>
                  </a:lnTo>
                  <a:lnTo>
                    <a:pt x="6682726" y="331189"/>
                  </a:lnTo>
                  <a:lnTo>
                    <a:pt x="6612382" y="329250"/>
                  </a:lnTo>
                  <a:lnTo>
                    <a:pt x="6542037" y="327254"/>
                  </a:lnTo>
                  <a:lnTo>
                    <a:pt x="6471693" y="325202"/>
                  </a:lnTo>
                  <a:lnTo>
                    <a:pt x="6401348" y="323091"/>
                  </a:lnTo>
                  <a:lnTo>
                    <a:pt x="6331004" y="320919"/>
                  </a:lnTo>
                  <a:lnTo>
                    <a:pt x="6260659" y="318685"/>
                  </a:lnTo>
                  <a:lnTo>
                    <a:pt x="6190315" y="316388"/>
                  </a:lnTo>
                  <a:lnTo>
                    <a:pt x="6119970" y="314024"/>
                  </a:lnTo>
                  <a:lnTo>
                    <a:pt x="6049626" y="311593"/>
                  </a:lnTo>
                  <a:lnTo>
                    <a:pt x="5979281" y="309093"/>
                  </a:lnTo>
                  <a:lnTo>
                    <a:pt x="5908937" y="306521"/>
                  </a:lnTo>
                  <a:lnTo>
                    <a:pt x="5838592" y="303875"/>
                  </a:lnTo>
                  <a:lnTo>
                    <a:pt x="5768248" y="301154"/>
                  </a:lnTo>
                  <a:lnTo>
                    <a:pt x="5697903" y="298354"/>
                  </a:lnTo>
                  <a:lnTo>
                    <a:pt x="5627559" y="295475"/>
                  </a:lnTo>
                  <a:lnTo>
                    <a:pt x="5557214" y="292513"/>
                  </a:lnTo>
                  <a:lnTo>
                    <a:pt x="5486870" y="289467"/>
                  </a:lnTo>
                  <a:lnTo>
                    <a:pt x="5416525" y="286333"/>
                  </a:lnTo>
                  <a:lnTo>
                    <a:pt x="5346181" y="283110"/>
                  </a:lnTo>
                  <a:lnTo>
                    <a:pt x="5275836" y="279794"/>
                  </a:lnTo>
                  <a:lnTo>
                    <a:pt x="5205492" y="276383"/>
                  </a:lnTo>
                  <a:lnTo>
                    <a:pt x="5135147" y="272875"/>
                  </a:lnTo>
                  <a:lnTo>
                    <a:pt x="5064803" y="269267"/>
                  </a:lnTo>
                  <a:lnTo>
                    <a:pt x="4994458" y="265555"/>
                  </a:lnTo>
                  <a:lnTo>
                    <a:pt x="4924114" y="261737"/>
                  </a:lnTo>
                  <a:lnTo>
                    <a:pt x="4853769" y="257810"/>
                  </a:lnTo>
                  <a:lnTo>
                    <a:pt x="4783425" y="253771"/>
                  </a:lnTo>
                  <a:lnTo>
                    <a:pt x="4713080" y="249616"/>
                  </a:lnTo>
                  <a:lnTo>
                    <a:pt x="4642736" y="245342"/>
                  </a:lnTo>
                  <a:lnTo>
                    <a:pt x="4572391" y="240945"/>
                  </a:lnTo>
                  <a:lnTo>
                    <a:pt x="4502047" y="236423"/>
                  </a:lnTo>
                  <a:lnTo>
                    <a:pt x="4431702" y="231772"/>
                  </a:lnTo>
                  <a:lnTo>
                    <a:pt x="4361358" y="226987"/>
                  </a:lnTo>
                  <a:lnTo>
                    <a:pt x="4291013" y="222066"/>
                  </a:lnTo>
                  <a:lnTo>
                    <a:pt x="4220669" y="217003"/>
                  </a:lnTo>
                  <a:lnTo>
                    <a:pt x="4150324" y="211796"/>
                  </a:lnTo>
                  <a:lnTo>
                    <a:pt x="4079980" y="206440"/>
                  </a:lnTo>
                  <a:lnTo>
                    <a:pt x="4009635" y="200931"/>
                  </a:lnTo>
                  <a:lnTo>
                    <a:pt x="3939291" y="195264"/>
                  </a:lnTo>
                  <a:lnTo>
                    <a:pt x="3868946" y="189435"/>
                  </a:lnTo>
                  <a:lnTo>
                    <a:pt x="3798602" y="183438"/>
                  </a:lnTo>
                  <a:lnTo>
                    <a:pt x="3728257" y="177271"/>
                  </a:lnTo>
                  <a:lnTo>
                    <a:pt x="3657913" y="170927"/>
                  </a:lnTo>
                  <a:lnTo>
                    <a:pt x="3587569" y="164401"/>
                  </a:lnTo>
                  <a:lnTo>
                    <a:pt x="3517224" y="157689"/>
                  </a:lnTo>
                  <a:lnTo>
                    <a:pt x="3446880" y="150785"/>
                  </a:lnTo>
                  <a:lnTo>
                    <a:pt x="3376535" y="143683"/>
                  </a:lnTo>
                  <a:lnTo>
                    <a:pt x="3306191" y="136378"/>
                  </a:lnTo>
                  <a:lnTo>
                    <a:pt x="3235846" y="128863"/>
                  </a:lnTo>
                  <a:lnTo>
                    <a:pt x="3165502" y="121134"/>
                  </a:lnTo>
                  <a:lnTo>
                    <a:pt x="3095157" y="113184"/>
                  </a:lnTo>
                  <a:lnTo>
                    <a:pt x="3024813" y="105006"/>
                  </a:lnTo>
                  <a:lnTo>
                    <a:pt x="2954468" y="98918"/>
                  </a:lnTo>
                  <a:lnTo>
                    <a:pt x="2884124" y="96875"/>
                  </a:lnTo>
                  <a:lnTo>
                    <a:pt x="2813779" y="94819"/>
                  </a:lnTo>
                  <a:lnTo>
                    <a:pt x="2743435" y="92748"/>
                  </a:lnTo>
                  <a:lnTo>
                    <a:pt x="2673090" y="90664"/>
                  </a:lnTo>
                  <a:lnTo>
                    <a:pt x="2602746" y="88565"/>
                  </a:lnTo>
                  <a:lnTo>
                    <a:pt x="2532401" y="86452"/>
                  </a:lnTo>
                  <a:lnTo>
                    <a:pt x="2462057" y="84325"/>
                  </a:lnTo>
                  <a:lnTo>
                    <a:pt x="2391712" y="82183"/>
                  </a:lnTo>
                  <a:lnTo>
                    <a:pt x="2321368" y="80026"/>
                  </a:lnTo>
                  <a:lnTo>
                    <a:pt x="2251023" y="77855"/>
                  </a:lnTo>
                  <a:lnTo>
                    <a:pt x="2180679" y="75669"/>
                  </a:lnTo>
                  <a:lnTo>
                    <a:pt x="2110334" y="73469"/>
                  </a:lnTo>
                  <a:lnTo>
                    <a:pt x="2039990" y="71253"/>
                  </a:lnTo>
                  <a:lnTo>
                    <a:pt x="1969645" y="69022"/>
                  </a:lnTo>
                  <a:lnTo>
                    <a:pt x="1899301" y="66776"/>
                  </a:lnTo>
                  <a:lnTo>
                    <a:pt x="1828956" y="64515"/>
                  </a:lnTo>
                  <a:lnTo>
                    <a:pt x="1758612" y="62238"/>
                  </a:lnTo>
                  <a:lnTo>
                    <a:pt x="1688267" y="59946"/>
                  </a:lnTo>
                  <a:lnTo>
                    <a:pt x="1617923" y="57638"/>
                  </a:lnTo>
                  <a:lnTo>
                    <a:pt x="1547578" y="55315"/>
                  </a:lnTo>
                  <a:lnTo>
                    <a:pt x="1477234" y="52976"/>
                  </a:lnTo>
                  <a:lnTo>
                    <a:pt x="1406889" y="50620"/>
                  </a:lnTo>
                  <a:lnTo>
                    <a:pt x="1336545" y="48249"/>
                  </a:lnTo>
                  <a:lnTo>
                    <a:pt x="1266200" y="45862"/>
                  </a:lnTo>
                  <a:lnTo>
                    <a:pt x="1195856" y="43458"/>
                  </a:lnTo>
                  <a:lnTo>
                    <a:pt x="1125511" y="41038"/>
                  </a:lnTo>
                  <a:lnTo>
                    <a:pt x="1055167" y="38602"/>
                  </a:lnTo>
                  <a:lnTo>
                    <a:pt x="984822" y="36148"/>
                  </a:lnTo>
                  <a:lnTo>
                    <a:pt x="914478" y="33679"/>
                  </a:lnTo>
                  <a:lnTo>
                    <a:pt x="844133" y="31192"/>
                  </a:lnTo>
                  <a:lnTo>
                    <a:pt x="773789" y="28689"/>
                  </a:lnTo>
                  <a:lnTo>
                    <a:pt x="703444" y="26168"/>
                  </a:lnTo>
                  <a:lnTo>
                    <a:pt x="633100" y="23630"/>
                  </a:lnTo>
                  <a:lnTo>
                    <a:pt x="562755" y="21075"/>
                  </a:lnTo>
                  <a:lnTo>
                    <a:pt x="492411" y="18503"/>
                  </a:lnTo>
                  <a:lnTo>
                    <a:pt x="422066" y="15913"/>
                  </a:lnTo>
                  <a:lnTo>
                    <a:pt x="351722" y="13306"/>
                  </a:lnTo>
                  <a:lnTo>
                    <a:pt x="281377" y="10680"/>
                  </a:lnTo>
                  <a:lnTo>
                    <a:pt x="211033" y="8037"/>
                  </a:lnTo>
                  <a:lnTo>
                    <a:pt x="140688" y="5376"/>
                  </a:lnTo>
                  <a:lnTo>
                    <a:pt x="70344" y="26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4965540"/>
              <a:ext cx="6964104" cy="517041"/>
            </a:xfrm>
            <a:custGeom>
              <a:avLst/>
              <a:pathLst>
                <a:path w="6964104" h="517041">
                  <a:moveTo>
                    <a:pt x="0" y="0"/>
                  </a:moveTo>
                  <a:lnTo>
                    <a:pt x="70344" y="10895"/>
                  </a:lnTo>
                  <a:lnTo>
                    <a:pt x="140688" y="21602"/>
                  </a:lnTo>
                  <a:lnTo>
                    <a:pt x="211033" y="32123"/>
                  </a:lnTo>
                  <a:lnTo>
                    <a:pt x="281377" y="42461"/>
                  </a:lnTo>
                  <a:lnTo>
                    <a:pt x="351722" y="52620"/>
                  </a:lnTo>
                  <a:lnTo>
                    <a:pt x="422066" y="62603"/>
                  </a:lnTo>
                  <a:lnTo>
                    <a:pt x="492411" y="72413"/>
                  </a:lnTo>
                  <a:lnTo>
                    <a:pt x="562755" y="82053"/>
                  </a:lnTo>
                  <a:lnTo>
                    <a:pt x="633100" y="91525"/>
                  </a:lnTo>
                  <a:lnTo>
                    <a:pt x="703444" y="100833"/>
                  </a:lnTo>
                  <a:lnTo>
                    <a:pt x="773789" y="109980"/>
                  </a:lnTo>
                  <a:lnTo>
                    <a:pt x="844133" y="118968"/>
                  </a:lnTo>
                  <a:lnTo>
                    <a:pt x="914478" y="127800"/>
                  </a:lnTo>
                  <a:lnTo>
                    <a:pt x="984822" y="136479"/>
                  </a:lnTo>
                  <a:lnTo>
                    <a:pt x="1055167" y="145007"/>
                  </a:lnTo>
                  <a:lnTo>
                    <a:pt x="1125511" y="153388"/>
                  </a:lnTo>
                  <a:lnTo>
                    <a:pt x="1195856" y="161623"/>
                  </a:lnTo>
                  <a:lnTo>
                    <a:pt x="1266200" y="169715"/>
                  </a:lnTo>
                  <a:lnTo>
                    <a:pt x="1336545" y="177667"/>
                  </a:lnTo>
                  <a:lnTo>
                    <a:pt x="1406889" y="185481"/>
                  </a:lnTo>
                  <a:lnTo>
                    <a:pt x="1477234" y="193159"/>
                  </a:lnTo>
                  <a:lnTo>
                    <a:pt x="1547578" y="200704"/>
                  </a:lnTo>
                  <a:lnTo>
                    <a:pt x="1617923" y="208119"/>
                  </a:lnTo>
                  <a:lnTo>
                    <a:pt x="1688267" y="215404"/>
                  </a:lnTo>
                  <a:lnTo>
                    <a:pt x="1758612" y="222564"/>
                  </a:lnTo>
                  <a:lnTo>
                    <a:pt x="1828956" y="229599"/>
                  </a:lnTo>
                  <a:lnTo>
                    <a:pt x="1899301" y="236512"/>
                  </a:lnTo>
                  <a:lnTo>
                    <a:pt x="1969645" y="243305"/>
                  </a:lnTo>
                  <a:lnTo>
                    <a:pt x="2039990" y="249980"/>
                  </a:lnTo>
                  <a:lnTo>
                    <a:pt x="2110334" y="256540"/>
                  </a:lnTo>
                  <a:lnTo>
                    <a:pt x="2180679" y="262986"/>
                  </a:lnTo>
                  <a:lnTo>
                    <a:pt x="2251023" y="269320"/>
                  </a:lnTo>
                  <a:lnTo>
                    <a:pt x="2321368" y="275544"/>
                  </a:lnTo>
                  <a:lnTo>
                    <a:pt x="2391712" y="281660"/>
                  </a:lnTo>
                  <a:lnTo>
                    <a:pt x="2462057" y="287670"/>
                  </a:lnTo>
                  <a:lnTo>
                    <a:pt x="2532401" y="293576"/>
                  </a:lnTo>
                  <a:lnTo>
                    <a:pt x="2602746" y="299379"/>
                  </a:lnTo>
                  <a:lnTo>
                    <a:pt x="2673090" y="305082"/>
                  </a:lnTo>
                  <a:lnTo>
                    <a:pt x="2743435" y="310686"/>
                  </a:lnTo>
                  <a:lnTo>
                    <a:pt x="2813779" y="316192"/>
                  </a:lnTo>
                  <a:lnTo>
                    <a:pt x="2884124" y="321603"/>
                  </a:lnTo>
                  <a:lnTo>
                    <a:pt x="2954468" y="326921"/>
                  </a:lnTo>
                  <a:lnTo>
                    <a:pt x="3024813" y="332146"/>
                  </a:lnTo>
                  <a:lnTo>
                    <a:pt x="3095157" y="337280"/>
                  </a:lnTo>
                  <a:lnTo>
                    <a:pt x="3165502" y="342325"/>
                  </a:lnTo>
                  <a:lnTo>
                    <a:pt x="3235846" y="347283"/>
                  </a:lnTo>
                  <a:lnTo>
                    <a:pt x="3306191" y="352155"/>
                  </a:lnTo>
                  <a:lnTo>
                    <a:pt x="3376535" y="356942"/>
                  </a:lnTo>
                  <a:lnTo>
                    <a:pt x="3446880" y="361646"/>
                  </a:lnTo>
                  <a:lnTo>
                    <a:pt x="3517224" y="366269"/>
                  </a:lnTo>
                  <a:lnTo>
                    <a:pt x="3587569" y="370811"/>
                  </a:lnTo>
                  <a:lnTo>
                    <a:pt x="3657913" y="375275"/>
                  </a:lnTo>
                  <a:lnTo>
                    <a:pt x="3728257" y="379661"/>
                  </a:lnTo>
                  <a:lnTo>
                    <a:pt x="3798602" y="383971"/>
                  </a:lnTo>
                  <a:lnTo>
                    <a:pt x="3868946" y="388207"/>
                  </a:lnTo>
                  <a:lnTo>
                    <a:pt x="3939291" y="392369"/>
                  </a:lnTo>
                  <a:lnTo>
                    <a:pt x="4009635" y="396459"/>
                  </a:lnTo>
                  <a:lnTo>
                    <a:pt x="4079980" y="400477"/>
                  </a:lnTo>
                  <a:lnTo>
                    <a:pt x="4150324" y="404426"/>
                  </a:lnTo>
                  <a:lnTo>
                    <a:pt x="4220669" y="408307"/>
                  </a:lnTo>
                  <a:lnTo>
                    <a:pt x="4291013" y="412120"/>
                  </a:lnTo>
                  <a:lnTo>
                    <a:pt x="4361358" y="415867"/>
                  </a:lnTo>
                  <a:lnTo>
                    <a:pt x="4431702" y="419550"/>
                  </a:lnTo>
                  <a:lnTo>
                    <a:pt x="4502047" y="423168"/>
                  </a:lnTo>
                  <a:lnTo>
                    <a:pt x="4572391" y="426723"/>
                  </a:lnTo>
                  <a:lnTo>
                    <a:pt x="4642736" y="430217"/>
                  </a:lnTo>
                  <a:lnTo>
                    <a:pt x="4713080" y="433650"/>
                  </a:lnTo>
                  <a:lnTo>
                    <a:pt x="4783425" y="437024"/>
                  </a:lnTo>
                  <a:lnTo>
                    <a:pt x="4853769" y="440339"/>
                  </a:lnTo>
                  <a:lnTo>
                    <a:pt x="4924114" y="443597"/>
                  </a:lnTo>
                  <a:lnTo>
                    <a:pt x="4994458" y="446798"/>
                  </a:lnTo>
                  <a:lnTo>
                    <a:pt x="5064803" y="449944"/>
                  </a:lnTo>
                  <a:lnTo>
                    <a:pt x="5135147" y="453035"/>
                  </a:lnTo>
                  <a:lnTo>
                    <a:pt x="5205492" y="456072"/>
                  </a:lnTo>
                  <a:lnTo>
                    <a:pt x="5275836" y="459057"/>
                  </a:lnTo>
                  <a:lnTo>
                    <a:pt x="5346181" y="461990"/>
                  </a:lnTo>
                  <a:lnTo>
                    <a:pt x="5416525" y="464872"/>
                  </a:lnTo>
                  <a:lnTo>
                    <a:pt x="5486870" y="467704"/>
                  </a:lnTo>
                  <a:lnTo>
                    <a:pt x="5557214" y="470487"/>
                  </a:lnTo>
                  <a:lnTo>
                    <a:pt x="5627559" y="473222"/>
                  </a:lnTo>
                  <a:lnTo>
                    <a:pt x="5697903" y="475909"/>
                  </a:lnTo>
                  <a:lnTo>
                    <a:pt x="5768248" y="478550"/>
                  </a:lnTo>
                  <a:lnTo>
                    <a:pt x="5838592" y="481144"/>
                  </a:lnTo>
                  <a:lnTo>
                    <a:pt x="5908937" y="483694"/>
                  </a:lnTo>
                  <a:lnTo>
                    <a:pt x="5979281" y="486200"/>
                  </a:lnTo>
                  <a:lnTo>
                    <a:pt x="6049626" y="488662"/>
                  </a:lnTo>
                  <a:lnTo>
                    <a:pt x="6119970" y="491082"/>
                  </a:lnTo>
                  <a:lnTo>
                    <a:pt x="6190315" y="493459"/>
                  </a:lnTo>
                  <a:lnTo>
                    <a:pt x="6260659" y="495795"/>
                  </a:lnTo>
                  <a:lnTo>
                    <a:pt x="6331004" y="498091"/>
                  </a:lnTo>
                  <a:lnTo>
                    <a:pt x="6401348" y="500347"/>
                  </a:lnTo>
                  <a:lnTo>
                    <a:pt x="6471693" y="502564"/>
                  </a:lnTo>
                  <a:lnTo>
                    <a:pt x="6542037" y="504742"/>
                  </a:lnTo>
                  <a:lnTo>
                    <a:pt x="6612382" y="506883"/>
                  </a:lnTo>
                  <a:lnTo>
                    <a:pt x="6682726" y="508986"/>
                  </a:lnTo>
                  <a:lnTo>
                    <a:pt x="6753071" y="511053"/>
                  </a:lnTo>
                  <a:lnTo>
                    <a:pt x="6823415" y="513084"/>
                  </a:lnTo>
                  <a:lnTo>
                    <a:pt x="6893760" y="515080"/>
                  </a:lnTo>
                  <a:lnTo>
                    <a:pt x="6964104" y="5170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2151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467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4091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642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02448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88474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450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60527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515235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4440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0467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06493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(1.09-1.41), p_Bonf = 0.008 (n = 6)  |  per IQR decline (Δ = 27.5 %): 1.80 (1.26-2.58)  |  IQR: [-29.1, -1.6] %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3932770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2026-07-22T07:54:42Z</dcterms:modified>
  <cp:category/>
</cp:coreProperties>
</file>