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8367" y="2981797"/>
              <a:ext cx="6278843" cy="1724681"/>
            </a:xfrm>
            <a:custGeom>
              <a:avLst/>
              <a:pathLst>
                <a:path w="6278843" h="1724681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0.56 x +34.4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0.74 x +26.1   (R² = 0.71)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2026-07-18T08:49:22Z</dcterms:modified>
  <cp:category/>
</cp:coreProperties>
</file>