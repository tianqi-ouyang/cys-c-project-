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1436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4469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37501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0533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4920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67953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80985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94017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07049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647934" y="47525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565628" y="39867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527991" y="37531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42298" y="49315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820842" y="4771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745414" y="48904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59417" y="36645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059905" y="40938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792051" y="40633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828172" y="38356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10507" y="46175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27753" y="45822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38376" y="3983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38061" y="44045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74636" y="41041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27046" y="3940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279778" y="43263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836660" y="49112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376478" y="44444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618060" y="43210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833619" y="405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359485" y="42842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182732" y="37261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44671" y="43807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650756" y="41367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15676" y="44537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095198" y="36121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63214" y="44179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706884" y="4522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323622" y="44579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83950" y="4189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609000" y="4725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26902" y="42698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48657" y="43570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938592" y="4178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288556" y="30863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030284" y="4502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865818" y="4419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294" y="44807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620214" y="3835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481633" y="43236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35187" y="39274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943095" y="4325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79622" y="43621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411309" y="38251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222041" y="45054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428339" y="41466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31401" y="38363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782787" y="43887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757867" y="42421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257359" y="41684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951553" y="4401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671200" y="4933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078890" y="39083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837247" y="38086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28077" y="34334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544743" y="38965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346499" y="43693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165317" y="41573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323195" y="51526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405691" y="34640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88829" y="44279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280870" y="43739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832869" y="4056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694711" y="40331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133915" y="3408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745877" y="46313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675440" y="3662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884761" y="34598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947671" y="4902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656015" y="34050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465853" y="49250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223019" y="4676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863678" y="42576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929771" y="44682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419508" y="31525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865453" y="3491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370706" y="43583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887909" y="34694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015557" y="4378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970218" y="41871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595219" y="45128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093904" y="33520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691789" y="432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839142" y="37733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989285" y="4140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906861" y="35343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938768" y="40337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569621" y="37225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62586" y="35816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09416" y="4345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854842" y="4856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19812" y="39278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245447" y="37716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340389" y="39012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064241" y="35649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732460" y="3936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228341" y="39839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238763" y="36595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038719" y="40365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511343" y="43992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845362" y="3538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557418" y="38129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50781" y="38748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905878" y="40071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736225" y="44455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968979" y="4511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789853" y="44939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906980" y="37920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263188" y="4311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691263" y="48455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192516" y="46302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537487" y="33452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080134" y="39139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997079" y="41770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7438931" y="38363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23892" y="40002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876355" y="43843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256595" y="37897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796328" y="46431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99291" y="36226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322005" y="38668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517297" y="38964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453976" y="40796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142252" y="40768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001601" y="4435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698937" y="3898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671221" y="39371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828484" y="3998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418945" y="3347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098979" y="43337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039019" y="4137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232187" y="32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160910" y="4647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535533" y="3836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090675" y="46904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29174" y="3604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130831" y="3683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622931" y="41399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118670" y="42027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32440" y="4328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591003" y="36383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881376" y="39811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199133" y="41523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317292" y="42081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338477" y="42578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044504" y="41136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670930" y="40750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8701080" y="32107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841622" y="3902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042738" y="37986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211059" y="34594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976580" y="40448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865892" y="46204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400447" y="46388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6146643" y="29778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358834" y="34827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372644" y="34346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816061" y="36409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900617" y="44515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252091" y="38112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888174" y="40966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6706825" y="32519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25468" y="4656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059662" y="42542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102212" y="40705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456107" y="39355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836370" y="42589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930312" y="3950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896393" y="48449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884873" y="46353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701128" y="48420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789726" y="42634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646593" y="40725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99269" y="42522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099094" y="4140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899522" y="4321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922243" y="46760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157919" y="31126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157237" y="4164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035441" y="34063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18080" y="4447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527054" y="3825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281201" y="38602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85541" y="42244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892634" y="34345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488845" y="41573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424979" y="4515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295388" y="35858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7988727" y="35074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432574" y="41261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139700" y="4274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184822" y="4448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19139" y="39282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000972" y="37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336636" y="4253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146130" y="40485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239720" y="41482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494652" y="42693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599968" y="44047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686041" y="46110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135505" y="35903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246787" y="41393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18474" y="39282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451768" y="38876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562854" y="43496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097844" y="45272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20631" y="40575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641405" y="38065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397657" y="42548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449598" y="4136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759535" y="41091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937643" y="4423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838069" y="3947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749311" y="34936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2852819" y="4490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88873" y="3916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959634" y="4027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492653" y="40077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83129" y="34381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706312" y="356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732274" y="38682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408416" y="43223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740647" y="35816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114369" y="4152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470071" y="43457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725068" y="451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657385" y="35407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2390429" y="45991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75304" y="3663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160749" y="4189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399573" y="51627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433196" y="43681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422313" y="40839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067083" y="37400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368157" y="42834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223686" y="35153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989839" y="36838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64789" y="40762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301215" y="39871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278979" y="43752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012188" y="4540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249976" y="41549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224068" y="36946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884645" y="35118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710418" y="4313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340798" y="38725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263012" y="3807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653167" y="41329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034009" y="42507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537980" y="44566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750041" y="37177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894956" y="42112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753924" y="42180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344132" y="35680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026787" y="39188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709095" y="41106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324858" y="43434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715385" y="38504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576141" y="40731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084771" y="38855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035906" y="39235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678196" y="38628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080759" y="40326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083549" y="45120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84018" y="41694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680202" y="38852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7656090" y="34178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706179" y="47642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746955" y="43330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250677" y="38587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990444" y="43224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124791" y="42748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5234291" y="36536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456892" y="316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396531" y="44231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415603" y="4254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425994" y="44481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970789" y="4406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096158" y="36178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056725" y="39494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195920" y="47123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784012" y="42283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832142" y="3870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300351" y="38754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107847" y="4266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459477" y="3642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050236" y="37812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70463" y="38918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977957" y="4436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704467" y="28408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559294" y="35187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466387" y="4043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564514" y="47659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490651" y="39263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389135" y="42971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028007" y="38396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076219" y="38283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5113159" y="36458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241707" y="40212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291611" y="42273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499911" y="45084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021513" y="36658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520444" y="39936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438829" y="43813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019613" y="38067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184626" y="36882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590052" y="40778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260751" y="42133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770370" y="34076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145281" y="49598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079143" y="43331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460099" y="32608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728045" y="3958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797878" y="36982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907453" y="36175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172299" y="36016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134636" y="444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14917" y="43825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888710" y="36323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393956" y="46878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947009" y="3846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8223735" y="30223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918145" y="48474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7111148" y="32041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2886955" y="4796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372856" y="31764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620892" y="41625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558116" y="41382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579773" y="49052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435663" y="33676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430976" y="32646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726428" y="42048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752354" y="30984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237944" y="42093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863390" y="49703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5126964" y="37158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648120" y="39971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907638" y="38892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824742" y="43036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445402" y="34619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5070462" y="3835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422452" y="40162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2660226" y="48773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028503" y="4401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720092" y="33372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2312186" y="50485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151041" y="35038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977096" y="38402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2866814" y="4776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628013" y="3937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244681" y="350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247597" y="39934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5104376" y="39371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722718" y="3936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056749" y="38958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386924" y="4361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363004" y="38129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317494" y="44858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5354724" y="41113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414058" y="39583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2428275" y="4969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4732841" y="40527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32263" y="4309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075231" y="3957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6146290" y="34531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140031" y="42440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716083" y="40032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173324" y="44396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515127" y="43973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156452" y="35692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865121" y="40481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5083592" y="39628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263540" y="41844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003687" y="38633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422060" y="41144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440157" y="4225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5036679" y="42429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2806929" y="44403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670718" y="37668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2732209" y="46231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399008" y="3805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2803392" y="48163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487385" y="41260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686949" y="44027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484271" y="44609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7404184" y="31287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961684" y="3762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477280" y="43001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947179" y="4003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830792" y="39627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673596" y="34178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204038" y="39285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222431" y="42082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2244865" y="50895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540553" y="4325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357171" y="37127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927785" y="34551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430745" y="4988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662089" y="3900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661305" y="41779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2809527" y="4244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870217" y="41659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617294" y="32360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455133" y="38943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782805" y="3892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492402" y="4156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4658103" y="4051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148069" y="4894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049812" y="38141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910201" y="37905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2816003" y="4985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8331949" y="37914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509359" y="3502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4306564" y="39396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6390244" y="3020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628522" y="39932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327482" y="46707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5650021" y="40682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4274956" y="37542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696625" y="44761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25760" y="38865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934839" y="4157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5580993" y="38622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273305" y="4326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653825" y="38645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317017" y="4323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4729721" y="38089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013836" y="42521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475153" y="37332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432354" y="4076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526172" y="39438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712382" y="40205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802962" y="34916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721528" y="35067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243284" y="45985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00165" y="40808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5330768" y="35646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796440" y="41697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5186445" y="41624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4547521" y="38503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416789" y="34072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984262" y="47697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062046" y="38182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557965" y="35141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923662" y="43652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872767" y="37710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258381" y="41696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626713" y="46654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320630" y="3698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558480" y="40886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6302276" y="32503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928516" y="38156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903347" y="39523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869708" y="33181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031012" y="43573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742976" y="40781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474118" y="43528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692331" y="4074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847379" y="41646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5933635" y="31486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956221" y="40868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112313" y="4412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433689" y="37929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018953" y="3968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683094" y="40932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310129" y="42506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5418150" y="35220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487061" y="4430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2673087" y="45569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615613" y="34544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509837" y="42867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526167" y="42665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048280" y="34408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249111" y="3394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716355" y="42219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823415" y="39967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5346422" y="38883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096505" y="39096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495765" y="3903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2519080" y="4971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221771" y="37695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986922" y="34808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595593" y="38842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136655" y="38324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569977" y="41014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7929590" y="36883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718094" y="4302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921366" y="4125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954693" y="3885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5186611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7190853" y="38193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786184" y="37344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554803" y="4321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343925" y="33524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581580" y="43620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584266" y="37177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033944" y="43365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174465" y="4117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537599" y="41612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4803780" y="37341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7138911" y="31614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456989" y="40316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896694" y="36007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471876" y="37743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5118156" y="42519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664468" y="36254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5460198" y="43993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2709978" y="46966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814714" y="3949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983111" y="3606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5039064" y="3676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2940186" y="4866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332172" y="440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686637" y="4409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510806" y="43280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6079407" y="3602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68143" y="43232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164005" y="44634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603676" y="4145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837667" y="49201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592098" y="38348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6661802" y="39771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7177026" y="37967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748225" y="4077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774687" y="3608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958685" y="44156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4030395" y="46483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5551209" y="36483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4272347" y="40243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827119" y="4301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815884" y="4472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381329" y="40043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810021" y="38162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7284882" y="35541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232443" y="4211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445227" y="38767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451457" y="36867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076722" y="3632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540700" y="35846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699077" y="36373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905929" y="3777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753650" y="3861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5329086" y="37233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444984" y="41794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043214" y="40550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435750" y="42011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159916" y="38911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819749" y="3971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230369" y="42222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342471" y="3504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712996" y="38250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075832" y="42476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779553" y="4757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5899524" y="32967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762917" y="38028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2796660" y="45862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342352" y="4147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791956" y="42295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752584" y="43823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068656" y="49058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300806" y="43148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468225" y="41898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364230" y="3698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200175" y="45006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989742" y="36270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897796" y="37399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5067667" y="3669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5061781" y="39931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4931387" y="38692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365688" y="4623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441632" y="39377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4248428" y="38525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414318" y="3429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311681" y="36472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342321" y="49766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449572" y="46674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694103" y="4681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627288" y="46779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461700" y="4152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2995833" y="42747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097403" y="44810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038178" y="46019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525932" y="3681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119479" y="4607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5808328" y="41867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268486" y="37491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376449" y="3960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891883" y="35736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122420" y="46926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600063" y="34150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629336" y="41185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278069" y="40898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148513" y="45007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142678" y="41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082884" y="4082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2668235" y="4714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966048" y="41005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2954849" y="44881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188670" y="38188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2992196" y="4304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103132" y="3774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4986422" y="4020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079333" y="46689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6103485" y="35632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2306931" y="48829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670581" y="40562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7576389" y="37857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675616" y="39354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089176" y="4565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857006" y="37539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304038" y="41125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883146" y="37439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287727" y="44336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4118927" y="40728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622871" y="4172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403040" y="40065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089052" y="40789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601194" y="36391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192932" y="43129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885176" y="3335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187657" y="34479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666777" y="35609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6242485" y="39641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4776000" y="40222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6622072" y="33230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5145853" y="35336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184287" y="42296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610912" y="4095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873497" y="43870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4503490" y="3730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5606129" y="35077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421973" y="46315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259435" y="38305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724215" y="46443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6565755" y="3142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6470738" y="3138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927089" y="30643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4488985" y="36586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238688" y="47202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622922" y="33339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305003" y="45534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951740" y="39671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738008" y="41076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314110" y="36427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4366908" y="36047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178959" y="38520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816547" y="40399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6214534" y="36204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6683267" y="36490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973983" y="40448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575112" y="38564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4808348" y="37713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4598321" y="41942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5598082" y="35067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14830610" y="24079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838809" y="43125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810569" y="42486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572322" y="37101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893238" y="38581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769842" y="38122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763500" y="40087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5628864" y="3463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261643" y="436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126665" y="4221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2979308" y="4520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330324" y="38318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4338979" y="35506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6440281" y="30693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614409" y="40139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715059" y="42965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921487" y="4196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6100827" y="37871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4892732" y="35894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6884758" y="3430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7653398" y="38881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738309" y="3899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891734" y="3830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143336" y="4474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361511" y="39362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743273" y="4351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5938612" y="38474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2833536" y="44543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206489" y="36781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865222" y="3752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4328087" y="40949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5074097" y="39849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869140" y="47421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154123" y="4578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747111" y="4064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558617" y="38925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173448" y="47225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5215231" y="41342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875404" y="43091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012844" y="46458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405570" y="4295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257432" y="351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735227" y="4099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4968388" y="35811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2940285" y="4830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504887" y="39352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597494" y="36490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6144724" y="39661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092310" y="42931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4674599" y="36588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4365157" y="41625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5705745" y="3409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384938" y="44159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277475" y="45080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6311465" y="2886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753173" y="45554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785801" y="39134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652347" y="39140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786533" y="4107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450249" y="34404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4689823" y="38454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944383" y="35321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322819" y="37249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2743459" y="43161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798063" y="40188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4246820" y="43197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626117" y="42470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952300" y="36931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533715" y="43237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342031" y="34570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581552" y="4423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601054" y="3996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7820330" y="29900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866002" y="3359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813801" y="36616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7741311" y="37482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528266" y="43967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509196" y="41159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703571" y="36047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7469095" y="33596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4497142" y="39059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934923" y="33208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312463" y="39386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752415" y="40288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770014" y="3807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022283" y="44210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852002" y="41911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699787" y="35295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463059" y="34981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402545" y="46496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866429" y="40587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889492" y="40319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365951" y="40550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400208" y="3800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208705" y="37132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983228" y="4093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2903896" y="4400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5232657" y="3158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837987" y="33411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7253945" y="32812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383525" y="41432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3193206" y="42694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5326356" y="38844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5024921" y="37094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338224" y="36887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946894" y="40549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7098241" y="33986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398233" y="3899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231451" y="48334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669293" y="45289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7109168" y="32260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988116" y="42518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8023121" y="30550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826149" y="30593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433138" y="45268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5084714" y="40227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029089" y="38581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5003127" y="33728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4108227" y="41443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6058232" y="3451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5257676" y="38570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026000" y="49150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047082" y="3940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077465" y="38739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501312" y="3927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060864" y="4216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951883" y="46679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882660" y="41205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3840197" y="46510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139322" y="43095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316967" y="35105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824531" y="36172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4798494" y="40581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941253" y="43936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4099475" y="41093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4997152" y="386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5307403" y="33982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579621" y="37910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5586558" y="33032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763559" y="41839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714195" y="3673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909438" y="44860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869410" y="40539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496005" y="42555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4378218" y="43582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4982280" y="37711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4177381" y="43220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638222" y="38848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4913146" y="3893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792526" y="41540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2999069" y="4511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2926973" y="43282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703277" y="41213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6180717" y="36073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4616825" y="38879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003999" y="4659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3179854" y="45757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430918" y="37613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065313" y="39251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310907" y="4088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348491" y="39515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231188" y="4346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8525379" y="29169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7270229" y="30258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244920" y="49545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170501" y="39057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6836029" y="31457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959486" y="522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393376" y="4343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566762" y="439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946447" y="41558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5569703" y="36836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427486" y="4314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3284888" y="43352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4262898" y="3639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9918622" y="32797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275870" y="37001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167787" y="35832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7219475" y="29990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725517" y="36323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3691054" y="42687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7382896" y="31648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673810" y="42748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330855" y="39420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426707" y="44291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6341887" y="34324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462335" y="3992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753824" y="36321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4543879" y="38189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861325" y="45232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5558049" y="35356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185187" y="3312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513173" y="37259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684292" y="41200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281909" y="40818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339035" y="44586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089403" y="3712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402817" y="3825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2881482" y="43860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7466442" y="29081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6176514" y="42427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5205047" y="36396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330638" y="4264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6563966" y="3319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472592" y="40571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6280432" y="36009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2610626" y="52153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981185" y="34911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563892" y="44217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883510" y="4548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275923" y="4031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308237" y="45678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158116" y="40752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164982" y="36865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801511" y="4253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656600" y="36141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503778" y="42355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437992" y="3532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427828" y="38568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442326" y="40902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649724" y="38693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2992476" y="45166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617710" y="4116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4704669" y="40173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6052386" y="36849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480252" y="36695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194585" y="39012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728098" y="3711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6333672" y="37550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491374" y="4440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639907" y="42833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506217" y="4143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888570" y="393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138501" y="38288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3516546" y="4619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982878" y="397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4990245" y="36489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747751" y="39189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989461" y="40820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661753" y="41361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5017049" y="37787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067386" y="4124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5016680" y="40847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548204" y="41128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879701" y="3594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7993316" y="34718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2933492" y="47470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4449696" y="4182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2796606" y="45001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6636871" y="3172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951170" y="3439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283275" y="40759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363158" y="4192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972995" y="38084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288728" y="37454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226902" y="38509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010711" y="34327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4261651" y="35986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2554627" y="50159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2934818" y="48560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844867" y="30450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647058" y="32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6158917" y="30999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6719082" y="34669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4724363" y="3730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4532124" y="3578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4915568" y="3873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856320" y="3908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861034" y="39030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5592269" y="37816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871724" y="32995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4775852" y="3461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7169781" y="30097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011295" y="3851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4344990" y="396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399911" y="39045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243085" y="403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7989826" y="31814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120299" y="4582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611603" y="38899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6950086" y="38122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3832859" y="37139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7485681" y="30226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846030" y="40752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321852" y="37957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6329442" y="3667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096619" y="38647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084621" y="4336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5"/>
            <p:cNvSpPr/>
            <p:nvPr/>
          </p:nvSpPr>
          <p:spPr>
            <a:xfrm>
              <a:off x="1985667" y="2703878"/>
              <a:ext cx="5500613" cy="2186089"/>
            </a:xfrm>
            <a:custGeom>
              <a:avLst/>
              <a:pathLst>
                <a:path w="5500613" h="2186089">
                  <a:moveTo>
                    <a:pt x="0" y="2079986"/>
                  </a:moveTo>
                  <a:lnTo>
                    <a:pt x="69628" y="2055748"/>
                  </a:lnTo>
                  <a:lnTo>
                    <a:pt x="139256" y="2031499"/>
                  </a:lnTo>
                  <a:lnTo>
                    <a:pt x="208884" y="2007237"/>
                  </a:lnTo>
                  <a:lnTo>
                    <a:pt x="278512" y="1982962"/>
                  </a:lnTo>
                  <a:lnTo>
                    <a:pt x="348140" y="1958670"/>
                  </a:lnTo>
                  <a:lnTo>
                    <a:pt x="417768" y="1934362"/>
                  </a:lnTo>
                  <a:lnTo>
                    <a:pt x="487396" y="1910035"/>
                  </a:lnTo>
                  <a:lnTo>
                    <a:pt x="557024" y="1885686"/>
                  </a:lnTo>
                  <a:lnTo>
                    <a:pt x="626652" y="1861315"/>
                  </a:lnTo>
                  <a:lnTo>
                    <a:pt x="696280" y="1836918"/>
                  </a:lnTo>
                  <a:lnTo>
                    <a:pt x="765908" y="1812491"/>
                  </a:lnTo>
                  <a:lnTo>
                    <a:pt x="835536" y="1788032"/>
                  </a:lnTo>
                  <a:lnTo>
                    <a:pt x="905164" y="1763537"/>
                  </a:lnTo>
                  <a:lnTo>
                    <a:pt x="974792" y="1739001"/>
                  </a:lnTo>
                  <a:lnTo>
                    <a:pt x="1044420" y="1714419"/>
                  </a:lnTo>
                  <a:lnTo>
                    <a:pt x="1114048" y="1689786"/>
                  </a:lnTo>
                  <a:lnTo>
                    <a:pt x="1183676" y="1665095"/>
                  </a:lnTo>
                  <a:lnTo>
                    <a:pt x="1253304" y="1640340"/>
                  </a:lnTo>
                  <a:lnTo>
                    <a:pt x="1322932" y="1615512"/>
                  </a:lnTo>
                  <a:lnTo>
                    <a:pt x="1392560" y="1590604"/>
                  </a:lnTo>
                  <a:lnTo>
                    <a:pt x="1462188" y="1565607"/>
                  </a:lnTo>
                  <a:lnTo>
                    <a:pt x="1531816" y="1540511"/>
                  </a:lnTo>
                  <a:lnTo>
                    <a:pt x="1601444" y="1515308"/>
                  </a:lnTo>
                  <a:lnTo>
                    <a:pt x="1671072" y="1489990"/>
                  </a:lnTo>
                  <a:lnTo>
                    <a:pt x="1740700" y="1464548"/>
                  </a:lnTo>
                  <a:lnTo>
                    <a:pt x="1810328" y="1438978"/>
                  </a:lnTo>
                  <a:lnTo>
                    <a:pt x="1879956" y="1413274"/>
                  </a:lnTo>
                  <a:lnTo>
                    <a:pt x="1949584" y="1387434"/>
                  </a:lnTo>
                  <a:lnTo>
                    <a:pt x="2019212" y="1361460"/>
                  </a:lnTo>
                  <a:lnTo>
                    <a:pt x="2088840" y="1335353"/>
                  </a:lnTo>
                  <a:lnTo>
                    <a:pt x="2158468" y="1309119"/>
                  </a:lnTo>
                  <a:lnTo>
                    <a:pt x="2228096" y="1282764"/>
                  </a:lnTo>
                  <a:lnTo>
                    <a:pt x="2297724" y="1256296"/>
                  </a:lnTo>
                  <a:lnTo>
                    <a:pt x="2367352" y="1229724"/>
                  </a:lnTo>
                  <a:lnTo>
                    <a:pt x="2436980" y="1203056"/>
                  </a:lnTo>
                  <a:lnTo>
                    <a:pt x="2506608" y="1176302"/>
                  </a:lnTo>
                  <a:lnTo>
                    <a:pt x="2576236" y="1149470"/>
                  </a:lnTo>
                  <a:lnTo>
                    <a:pt x="2645864" y="1122568"/>
                  </a:lnTo>
                  <a:lnTo>
                    <a:pt x="2715492" y="1095604"/>
                  </a:lnTo>
                  <a:lnTo>
                    <a:pt x="2785120" y="1068584"/>
                  </a:lnTo>
                  <a:lnTo>
                    <a:pt x="2854748" y="1041515"/>
                  </a:lnTo>
                  <a:lnTo>
                    <a:pt x="2924376" y="1014401"/>
                  </a:lnTo>
                  <a:lnTo>
                    <a:pt x="2994004" y="987248"/>
                  </a:lnTo>
                  <a:lnTo>
                    <a:pt x="3063632" y="960060"/>
                  </a:lnTo>
                  <a:lnTo>
                    <a:pt x="3133260" y="932841"/>
                  </a:lnTo>
                  <a:lnTo>
                    <a:pt x="3202888" y="905594"/>
                  </a:lnTo>
                  <a:lnTo>
                    <a:pt x="3272516" y="878322"/>
                  </a:lnTo>
                  <a:lnTo>
                    <a:pt x="3342144" y="851027"/>
                  </a:lnTo>
                  <a:lnTo>
                    <a:pt x="3411772" y="823712"/>
                  </a:lnTo>
                  <a:lnTo>
                    <a:pt x="3481400" y="796378"/>
                  </a:lnTo>
                  <a:lnTo>
                    <a:pt x="3551028" y="769029"/>
                  </a:lnTo>
                  <a:lnTo>
                    <a:pt x="3620656" y="741664"/>
                  </a:lnTo>
                  <a:lnTo>
                    <a:pt x="3690284" y="714285"/>
                  </a:lnTo>
                  <a:lnTo>
                    <a:pt x="3759912" y="686894"/>
                  </a:lnTo>
                  <a:lnTo>
                    <a:pt x="3829540" y="659492"/>
                  </a:lnTo>
                  <a:lnTo>
                    <a:pt x="3899168" y="632080"/>
                  </a:lnTo>
                  <a:lnTo>
                    <a:pt x="3968796" y="604658"/>
                  </a:lnTo>
                  <a:lnTo>
                    <a:pt x="4038424" y="577228"/>
                  </a:lnTo>
                  <a:lnTo>
                    <a:pt x="4108052" y="549789"/>
                  </a:lnTo>
                  <a:lnTo>
                    <a:pt x="4177680" y="522343"/>
                  </a:lnTo>
                  <a:lnTo>
                    <a:pt x="4247308" y="494891"/>
                  </a:lnTo>
                  <a:lnTo>
                    <a:pt x="4316936" y="467432"/>
                  </a:lnTo>
                  <a:lnTo>
                    <a:pt x="4386564" y="439968"/>
                  </a:lnTo>
                  <a:lnTo>
                    <a:pt x="4456192" y="412498"/>
                  </a:lnTo>
                  <a:lnTo>
                    <a:pt x="4525820" y="385023"/>
                  </a:lnTo>
                  <a:lnTo>
                    <a:pt x="4595448" y="357543"/>
                  </a:lnTo>
                  <a:lnTo>
                    <a:pt x="4665077" y="330059"/>
                  </a:lnTo>
                  <a:lnTo>
                    <a:pt x="4734705" y="302571"/>
                  </a:lnTo>
                  <a:lnTo>
                    <a:pt x="4804333" y="275080"/>
                  </a:lnTo>
                  <a:lnTo>
                    <a:pt x="4873961" y="247584"/>
                  </a:lnTo>
                  <a:lnTo>
                    <a:pt x="4943589" y="220086"/>
                  </a:lnTo>
                  <a:lnTo>
                    <a:pt x="5013217" y="192584"/>
                  </a:lnTo>
                  <a:lnTo>
                    <a:pt x="5082845" y="165079"/>
                  </a:lnTo>
                  <a:lnTo>
                    <a:pt x="5152473" y="137572"/>
                  </a:lnTo>
                  <a:lnTo>
                    <a:pt x="5222101" y="110062"/>
                  </a:lnTo>
                  <a:lnTo>
                    <a:pt x="5291729" y="82550"/>
                  </a:lnTo>
                  <a:lnTo>
                    <a:pt x="5361357" y="55035"/>
                  </a:lnTo>
                  <a:lnTo>
                    <a:pt x="5430985" y="27518"/>
                  </a:lnTo>
                  <a:lnTo>
                    <a:pt x="5500613" y="0"/>
                  </a:lnTo>
                  <a:lnTo>
                    <a:pt x="5500613" y="186818"/>
                  </a:lnTo>
                  <a:lnTo>
                    <a:pt x="5430985" y="210935"/>
                  </a:lnTo>
                  <a:lnTo>
                    <a:pt x="5361357" y="235054"/>
                  </a:lnTo>
                  <a:lnTo>
                    <a:pt x="5291729" y="259176"/>
                  </a:lnTo>
                  <a:lnTo>
                    <a:pt x="5222101" y="283300"/>
                  </a:lnTo>
                  <a:lnTo>
                    <a:pt x="5152473" y="307426"/>
                  </a:lnTo>
                  <a:lnTo>
                    <a:pt x="5082845" y="331555"/>
                  </a:lnTo>
                  <a:lnTo>
                    <a:pt x="5013217" y="355686"/>
                  </a:lnTo>
                  <a:lnTo>
                    <a:pt x="4943589" y="379821"/>
                  </a:lnTo>
                  <a:lnTo>
                    <a:pt x="4873961" y="403958"/>
                  </a:lnTo>
                  <a:lnTo>
                    <a:pt x="4804333" y="428099"/>
                  </a:lnTo>
                  <a:lnTo>
                    <a:pt x="4734705" y="452244"/>
                  </a:lnTo>
                  <a:lnTo>
                    <a:pt x="4665077" y="476392"/>
                  </a:lnTo>
                  <a:lnTo>
                    <a:pt x="4595448" y="500544"/>
                  </a:lnTo>
                  <a:lnTo>
                    <a:pt x="4525820" y="524701"/>
                  </a:lnTo>
                  <a:lnTo>
                    <a:pt x="4456192" y="548862"/>
                  </a:lnTo>
                  <a:lnTo>
                    <a:pt x="4386564" y="573028"/>
                  </a:lnTo>
                  <a:lnTo>
                    <a:pt x="4316936" y="597200"/>
                  </a:lnTo>
                  <a:lnTo>
                    <a:pt x="4247308" y="621377"/>
                  </a:lnTo>
                  <a:lnTo>
                    <a:pt x="4177680" y="645561"/>
                  </a:lnTo>
                  <a:lnTo>
                    <a:pt x="4108052" y="669751"/>
                  </a:lnTo>
                  <a:lnTo>
                    <a:pt x="4038424" y="693949"/>
                  </a:lnTo>
                  <a:lnTo>
                    <a:pt x="3968796" y="718155"/>
                  </a:lnTo>
                  <a:lnTo>
                    <a:pt x="3899168" y="742369"/>
                  </a:lnTo>
                  <a:lnTo>
                    <a:pt x="3829540" y="766593"/>
                  </a:lnTo>
                  <a:lnTo>
                    <a:pt x="3759912" y="790827"/>
                  </a:lnTo>
                  <a:lnTo>
                    <a:pt x="3690284" y="815072"/>
                  </a:lnTo>
                  <a:lnTo>
                    <a:pt x="3620656" y="839330"/>
                  </a:lnTo>
                  <a:lnTo>
                    <a:pt x="3551028" y="863601"/>
                  </a:lnTo>
                  <a:lnTo>
                    <a:pt x="3481400" y="887888"/>
                  </a:lnTo>
                  <a:lnTo>
                    <a:pt x="3411772" y="912191"/>
                  </a:lnTo>
                  <a:lnTo>
                    <a:pt x="3342144" y="936512"/>
                  </a:lnTo>
                  <a:lnTo>
                    <a:pt x="3272516" y="960853"/>
                  </a:lnTo>
                  <a:lnTo>
                    <a:pt x="3202888" y="985217"/>
                  </a:lnTo>
                  <a:lnTo>
                    <a:pt x="3133260" y="1009606"/>
                  </a:lnTo>
                  <a:lnTo>
                    <a:pt x="3063632" y="1034023"/>
                  </a:lnTo>
                  <a:lnTo>
                    <a:pt x="2994004" y="1058471"/>
                  </a:lnTo>
                  <a:lnTo>
                    <a:pt x="2924376" y="1082954"/>
                  </a:lnTo>
                  <a:lnTo>
                    <a:pt x="2854748" y="1107477"/>
                  </a:lnTo>
                  <a:lnTo>
                    <a:pt x="2785120" y="1132044"/>
                  </a:lnTo>
                  <a:lnTo>
                    <a:pt x="2715492" y="1156660"/>
                  </a:lnTo>
                  <a:lnTo>
                    <a:pt x="2645864" y="1181332"/>
                  </a:lnTo>
                  <a:lnTo>
                    <a:pt x="2576236" y="1206066"/>
                  </a:lnTo>
                  <a:lnTo>
                    <a:pt x="2506608" y="1230871"/>
                  </a:lnTo>
                  <a:lnTo>
                    <a:pt x="2436980" y="1255753"/>
                  </a:lnTo>
                  <a:lnTo>
                    <a:pt x="2367352" y="1280721"/>
                  </a:lnTo>
                  <a:lnTo>
                    <a:pt x="2297724" y="1305785"/>
                  </a:lnTo>
                  <a:lnTo>
                    <a:pt x="2228096" y="1330953"/>
                  </a:lnTo>
                  <a:lnTo>
                    <a:pt x="2158468" y="1356234"/>
                  </a:lnTo>
                  <a:lnTo>
                    <a:pt x="2088840" y="1381636"/>
                  </a:lnTo>
                  <a:lnTo>
                    <a:pt x="2019212" y="1407166"/>
                  </a:lnTo>
                  <a:lnTo>
                    <a:pt x="1949584" y="1432828"/>
                  </a:lnTo>
                  <a:lnTo>
                    <a:pt x="1879956" y="1458624"/>
                  </a:lnTo>
                  <a:lnTo>
                    <a:pt x="1810328" y="1484557"/>
                  </a:lnTo>
                  <a:lnTo>
                    <a:pt x="1740700" y="1510622"/>
                  </a:lnTo>
                  <a:lnTo>
                    <a:pt x="1671072" y="1536817"/>
                  </a:lnTo>
                  <a:lnTo>
                    <a:pt x="1601444" y="1563135"/>
                  </a:lnTo>
                  <a:lnTo>
                    <a:pt x="1531816" y="1589568"/>
                  </a:lnTo>
                  <a:lnTo>
                    <a:pt x="1462188" y="1616109"/>
                  </a:lnTo>
                  <a:lnTo>
                    <a:pt x="1392560" y="1642747"/>
                  </a:lnTo>
                  <a:lnTo>
                    <a:pt x="1322932" y="1669475"/>
                  </a:lnTo>
                  <a:lnTo>
                    <a:pt x="1253304" y="1696284"/>
                  </a:lnTo>
                  <a:lnTo>
                    <a:pt x="1183676" y="1723164"/>
                  </a:lnTo>
                  <a:lnTo>
                    <a:pt x="1114048" y="1750110"/>
                  </a:lnTo>
                  <a:lnTo>
                    <a:pt x="1044420" y="1777113"/>
                  </a:lnTo>
                  <a:lnTo>
                    <a:pt x="974792" y="1804167"/>
                  </a:lnTo>
                  <a:lnTo>
                    <a:pt x="905164" y="1831267"/>
                  </a:lnTo>
                  <a:lnTo>
                    <a:pt x="835536" y="1858408"/>
                  </a:lnTo>
                  <a:lnTo>
                    <a:pt x="765908" y="1885586"/>
                  </a:lnTo>
                  <a:lnTo>
                    <a:pt x="696280" y="1912795"/>
                  </a:lnTo>
                  <a:lnTo>
                    <a:pt x="626652" y="1940034"/>
                  </a:lnTo>
                  <a:lnTo>
                    <a:pt x="557024" y="1967299"/>
                  </a:lnTo>
                  <a:lnTo>
                    <a:pt x="487396" y="1994587"/>
                  </a:lnTo>
                  <a:lnTo>
                    <a:pt x="417768" y="2021896"/>
                  </a:lnTo>
                  <a:lnTo>
                    <a:pt x="348140" y="2049224"/>
                  </a:lnTo>
                  <a:lnTo>
                    <a:pt x="278512" y="2076568"/>
                  </a:lnTo>
                  <a:lnTo>
                    <a:pt x="208884" y="2103929"/>
                  </a:lnTo>
                  <a:lnTo>
                    <a:pt x="139256" y="2131303"/>
                  </a:lnTo>
                  <a:lnTo>
                    <a:pt x="69628" y="2158690"/>
                  </a:lnTo>
                  <a:lnTo>
                    <a:pt x="0" y="2186089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1985667" y="2703878"/>
              <a:ext cx="5500613" cy="2079986"/>
            </a:xfrm>
            <a:custGeom>
              <a:avLst/>
              <a:pathLst>
                <a:path w="5500613" h="2079986">
                  <a:moveTo>
                    <a:pt x="0" y="2079986"/>
                  </a:moveTo>
                  <a:lnTo>
                    <a:pt x="69628" y="2055748"/>
                  </a:lnTo>
                  <a:lnTo>
                    <a:pt x="139256" y="2031499"/>
                  </a:lnTo>
                  <a:lnTo>
                    <a:pt x="208884" y="2007237"/>
                  </a:lnTo>
                  <a:lnTo>
                    <a:pt x="278512" y="1982962"/>
                  </a:lnTo>
                  <a:lnTo>
                    <a:pt x="348140" y="1958670"/>
                  </a:lnTo>
                  <a:lnTo>
                    <a:pt x="417768" y="1934362"/>
                  </a:lnTo>
                  <a:lnTo>
                    <a:pt x="487396" y="1910035"/>
                  </a:lnTo>
                  <a:lnTo>
                    <a:pt x="557024" y="1885686"/>
                  </a:lnTo>
                  <a:lnTo>
                    <a:pt x="626652" y="1861315"/>
                  </a:lnTo>
                  <a:lnTo>
                    <a:pt x="696280" y="1836918"/>
                  </a:lnTo>
                  <a:lnTo>
                    <a:pt x="765908" y="1812491"/>
                  </a:lnTo>
                  <a:lnTo>
                    <a:pt x="835536" y="1788032"/>
                  </a:lnTo>
                  <a:lnTo>
                    <a:pt x="905164" y="1763537"/>
                  </a:lnTo>
                  <a:lnTo>
                    <a:pt x="974792" y="1739001"/>
                  </a:lnTo>
                  <a:lnTo>
                    <a:pt x="1044420" y="1714419"/>
                  </a:lnTo>
                  <a:lnTo>
                    <a:pt x="1114048" y="1689786"/>
                  </a:lnTo>
                  <a:lnTo>
                    <a:pt x="1183676" y="1665095"/>
                  </a:lnTo>
                  <a:lnTo>
                    <a:pt x="1253304" y="1640340"/>
                  </a:lnTo>
                  <a:lnTo>
                    <a:pt x="1322932" y="1615512"/>
                  </a:lnTo>
                  <a:lnTo>
                    <a:pt x="1392560" y="1590604"/>
                  </a:lnTo>
                  <a:lnTo>
                    <a:pt x="1462188" y="1565607"/>
                  </a:lnTo>
                  <a:lnTo>
                    <a:pt x="1531816" y="1540511"/>
                  </a:lnTo>
                  <a:lnTo>
                    <a:pt x="1601444" y="1515308"/>
                  </a:lnTo>
                  <a:lnTo>
                    <a:pt x="1671072" y="1489990"/>
                  </a:lnTo>
                  <a:lnTo>
                    <a:pt x="1740700" y="1464548"/>
                  </a:lnTo>
                  <a:lnTo>
                    <a:pt x="1810328" y="1438978"/>
                  </a:lnTo>
                  <a:lnTo>
                    <a:pt x="1879956" y="1413274"/>
                  </a:lnTo>
                  <a:lnTo>
                    <a:pt x="1949584" y="1387434"/>
                  </a:lnTo>
                  <a:lnTo>
                    <a:pt x="2019212" y="1361460"/>
                  </a:lnTo>
                  <a:lnTo>
                    <a:pt x="2088840" y="1335353"/>
                  </a:lnTo>
                  <a:lnTo>
                    <a:pt x="2158468" y="1309119"/>
                  </a:lnTo>
                  <a:lnTo>
                    <a:pt x="2228096" y="1282764"/>
                  </a:lnTo>
                  <a:lnTo>
                    <a:pt x="2297724" y="1256296"/>
                  </a:lnTo>
                  <a:lnTo>
                    <a:pt x="2367352" y="1229724"/>
                  </a:lnTo>
                  <a:lnTo>
                    <a:pt x="2436980" y="1203056"/>
                  </a:lnTo>
                  <a:lnTo>
                    <a:pt x="2506608" y="1176302"/>
                  </a:lnTo>
                  <a:lnTo>
                    <a:pt x="2576236" y="1149470"/>
                  </a:lnTo>
                  <a:lnTo>
                    <a:pt x="2645864" y="1122568"/>
                  </a:lnTo>
                  <a:lnTo>
                    <a:pt x="2715492" y="1095604"/>
                  </a:lnTo>
                  <a:lnTo>
                    <a:pt x="2785120" y="1068584"/>
                  </a:lnTo>
                  <a:lnTo>
                    <a:pt x="2854748" y="1041515"/>
                  </a:lnTo>
                  <a:lnTo>
                    <a:pt x="2924376" y="1014401"/>
                  </a:lnTo>
                  <a:lnTo>
                    <a:pt x="2994004" y="987248"/>
                  </a:lnTo>
                  <a:lnTo>
                    <a:pt x="3063632" y="960060"/>
                  </a:lnTo>
                  <a:lnTo>
                    <a:pt x="3133260" y="932841"/>
                  </a:lnTo>
                  <a:lnTo>
                    <a:pt x="3202888" y="905594"/>
                  </a:lnTo>
                  <a:lnTo>
                    <a:pt x="3272516" y="878322"/>
                  </a:lnTo>
                  <a:lnTo>
                    <a:pt x="3342144" y="851027"/>
                  </a:lnTo>
                  <a:lnTo>
                    <a:pt x="3411772" y="823712"/>
                  </a:lnTo>
                  <a:lnTo>
                    <a:pt x="3481400" y="796378"/>
                  </a:lnTo>
                  <a:lnTo>
                    <a:pt x="3551028" y="769029"/>
                  </a:lnTo>
                  <a:lnTo>
                    <a:pt x="3620656" y="741664"/>
                  </a:lnTo>
                  <a:lnTo>
                    <a:pt x="3690284" y="714285"/>
                  </a:lnTo>
                  <a:lnTo>
                    <a:pt x="3759912" y="686894"/>
                  </a:lnTo>
                  <a:lnTo>
                    <a:pt x="3829540" y="659492"/>
                  </a:lnTo>
                  <a:lnTo>
                    <a:pt x="3899168" y="632080"/>
                  </a:lnTo>
                  <a:lnTo>
                    <a:pt x="3968796" y="604658"/>
                  </a:lnTo>
                  <a:lnTo>
                    <a:pt x="4038424" y="577228"/>
                  </a:lnTo>
                  <a:lnTo>
                    <a:pt x="4108052" y="549789"/>
                  </a:lnTo>
                  <a:lnTo>
                    <a:pt x="4177680" y="522343"/>
                  </a:lnTo>
                  <a:lnTo>
                    <a:pt x="4247308" y="494891"/>
                  </a:lnTo>
                  <a:lnTo>
                    <a:pt x="4316936" y="467432"/>
                  </a:lnTo>
                  <a:lnTo>
                    <a:pt x="4386564" y="439968"/>
                  </a:lnTo>
                  <a:lnTo>
                    <a:pt x="4456192" y="412498"/>
                  </a:lnTo>
                  <a:lnTo>
                    <a:pt x="4525820" y="385023"/>
                  </a:lnTo>
                  <a:lnTo>
                    <a:pt x="4595448" y="357543"/>
                  </a:lnTo>
                  <a:lnTo>
                    <a:pt x="4665077" y="330059"/>
                  </a:lnTo>
                  <a:lnTo>
                    <a:pt x="4734705" y="302571"/>
                  </a:lnTo>
                  <a:lnTo>
                    <a:pt x="4804333" y="275080"/>
                  </a:lnTo>
                  <a:lnTo>
                    <a:pt x="4873961" y="247584"/>
                  </a:lnTo>
                  <a:lnTo>
                    <a:pt x="4943589" y="220086"/>
                  </a:lnTo>
                  <a:lnTo>
                    <a:pt x="5013217" y="192584"/>
                  </a:lnTo>
                  <a:lnTo>
                    <a:pt x="5082845" y="165079"/>
                  </a:lnTo>
                  <a:lnTo>
                    <a:pt x="5152473" y="137572"/>
                  </a:lnTo>
                  <a:lnTo>
                    <a:pt x="5222101" y="110062"/>
                  </a:lnTo>
                  <a:lnTo>
                    <a:pt x="5291729" y="82550"/>
                  </a:lnTo>
                  <a:lnTo>
                    <a:pt x="5361357" y="55035"/>
                  </a:lnTo>
                  <a:lnTo>
                    <a:pt x="5430985" y="27518"/>
                  </a:lnTo>
                  <a:lnTo>
                    <a:pt x="550061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1985667" y="2890696"/>
              <a:ext cx="5500613" cy="1999271"/>
            </a:xfrm>
            <a:custGeom>
              <a:avLst/>
              <a:pathLst>
                <a:path w="5500613" h="1999271">
                  <a:moveTo>
                    <a:pt x="5500613" y="0"/>
                  </a:moveTo>
                  <a:lnTo>
                    <a:pt x="5430985" y="24117"/>
                  </a:lnTo>
                  <a:lnTo>
                    <a:pt x="5361357" y="48236"/>
                  </a:lnTo>
                  <a:lnTo>
                    <a:pt x="5291729" y="72358"/>
                  </a:lnTo>
                  <a:lnTo>
                    <a:pt x="5222101" y="96482"/>
                  </a:lnTo>
                  <a:lnTo>
                    <a:pt x="5152473" y="120608"/>
                  </a:lnTo>
                  <a:lnTo>
                    <a:pt x="5082845" y="144737"/>
                  </a:lnTo>
                  <a:lnTo>
                    <a:pt x="5013217" y="168868"/>
                  </a:lnTo>
                  <a:lnTo>
                    <a:pt x="4943589" y="193003"/>
                  </a:lnTo>
                  <a:lnTo>
                    <a:pt x="4873961" y="217140"/>
                  </a:lnTo>
                  <a:lnTo>
                    <a:pt x="4804333" y="241281"/>
                  </a:lnTo>
                  <a:lnTo>
                    <a:pt x="4734705" y="265426"/>
                  </a:lnTo>
                  <a:lnTo>
                    <a:pt x="4665077" y="289574"/>
                  </a:lnTo>
                  <a:lnTo>
                    <a:pt x="4595448" y="313726"/>
                  </a:lnTo>
                  <a:lnTo>
                    <a:pt x="4525820" y="337883"/>
                  </a:lnTo>
                  <a:lnTo>
                    <a:pt x="4456192" y="362044"/>
                  </a:lnTo>
                  <a:lnTo>
                    <a:pt x="4386564" y="386210"/>
                  </a:lnTo>
                  <a:lnTo>
                    <a:pt x="4316936" y="410382"/>
                  </a:lnTo>
                  <a:lnTo>
                    <a:pt x="4247308" y="434559"/>
                  </a:lnTo>
                  <a:lnTo>
                    <a:pt x="4177680" y="458743"/>
                  </a:lnTo>
                  <a:lnTo>
                    <a:pt x="4108052" y="482933"/>
                  </a:lnTo>
                  <a:lnTo>
                    <a:pt x="4038424" y="507131"/>
                  </a:lnTo>
                  <a:lnTo>
                    <a:pt x="3968796" y="531337"/>
                  </a:lnTo>
                  <a:lnTo>
                    <a:pt x="3899168" y="555551"/>
                  </a:lnTo>
                  <a:lnTo>
                    <a:pt x="3829540" y="579775"/>
                  </a:lnTo>
                  <a:lnTo>
                    <a:pt x="3759912" y="604009"/>
                  </a:lnTo>
                  <a:lnTo>
                    <a:pt x="3690284" y="628254"/>
                  </a:lnTo>
                  <a:lnTo>
                    <a:pt x="3620656" y="652512"/>
                  </a:lnTo>
                  <a:lnTo>
                    <a:pt x="3551028" y="676783"/>
                  </a:lnTo>
                  <a:lnTo>
                    <a:pt x="3481400" y="701070"/>
                  </a:lnTo>
                  <a:lnTo>
                    <a:pt x="3411772" y="725372"/>
                  </a:lnTo>
                  <a:lnTo>
                    <a:pt x="3342144" y="749693"/>
                  </a:lnTo>
                  <a:lnTo>
                    <a:pt x="3272516" y="774035"/>
                  </a:lnTo>
                  <a:lnTo>
                    <a:pt x="3202888" y="798399"/>
                  </a:lnTo>
                  <a:lnTo>
                    <a:pt x="3133260" y="822788"/>
                  </a:lnTo>
                  <a:lnTo>
                    <a:pt x="3063632" y="847205"/>
                  </a:lnTo>
                  <a:lnTo>
                    <a:pt x="2994004" y="871653"/>
                  </a:lnTo>
                  <a:lnTo>
                    <a:pt x="2924376" y="896136"/>
                  </a:lnTo>
                  <a:lnTo>
                    <a:pt x="2854748" y="920659"/>
                  </a:lnTo>
                  <a:lnTo>
                    <a:pt x="2785120" y="945226"/>
                  </a:lnTo>
                  <a:lnTo>
                    <a:pt x="2715492" y="969842"/>
                  </a:lnTo>
                  <a:lnTo>
                    <a:pt x="2645864" y="994514"/>
                  </a:lnTo>
                  <a:lnTo>
                    <a:pt x="2576236" y="1019248"/>
                  </a:lnTo>
                  <a:lnTo>
                    <a:pt x="2506608" y="1044052"/>
                  </a:lnTo>
                  <a:lnTo>
                    <a:pt x="2436980" y="1068934"/>
                  </a:lnTo>
                  <a:lnTo>
                    <a:pt x="2367352" y="1093903"/>
                  </a:lnTo>
                  <a:lnTo>
                    <a:pt x="2297724" y="1118967"/>
                  </a:lnTo>
                  <a:lnTo>
                    <a:pt x="2228096" y="1144135"/>
                  </a:lnTo>
                  <a:lnTo>
                    <a:pt x="2158468" y="1169416"/>
                  </a:lnTo>
                  <a:lnTo>
                    <a:pt x="2088840" y="1194818"/>
                  </a:lnTo>
                  <a:lnTo>
                    <a:pt x="2019212" y="1220348"/>
                  </a:lnTo>
                  <a:lnTo>
                    <a:pt x="1949584" y="1246009"/>
                  </a:lnTo>
                  <a:lnTo>
                    <a:pt x="1879956" y="1271806"/>
                  </a:lnTo>
                  <a:lnTo>
                    <a:pt x="1810328" y="1297738"/>
                  </a:lnTo>
                  <a:lnTo>
                    <a:pt x="1740700" y="1323804"/>
                  </a:lnTo>
                  <a:lnTo>
                    <a:pt x="1671072" y="1349999"/>
                  </a:lnTo>
                  <a:lnTo>
                    <a:pt x="1601444" y="1376317"/>
                  </a:lnTo>
                  <a:lnTo>
                    <a:pt x="1531816" y="1402750"/>
                  </a:lnTo>
                  <a:lnTo>
                    <a:pt x="1462188" y="1429290"/>
                  </a:lnTo>
                  <a:lnTo>
                    <a:pt x="1392560" y="1455929"/>
                  </a:lnTo>
                  <a:lnTo>
                    <a:pt x="1322932" y="1482657"/>
                  </a:lnTo>
                  <a:lnTo>
                    <a:pt x="1253304" y="1509465"/>
                  </a:lnTo>
                  <a:lnTo>
                    <a:pt x="1183676" y="1536346"/>
                  </a:lnTo>
                  <a:lnTo>
                    <a:pt x="1114048" y="1563292"/>
                  </a:lnTo>
                  <a:lnTo>
                    <a:pt x="1044420" y="1590295"/>
                  </a:lnTo>
                  <a:lnTo>
                    <a:pt x="974792" y="1617349"/>
                  </a:lnTo>
                  <a:lnTo>
                    <a:pt x="905164" y="1644449"/>
                  </a:lnTo>
                  <a:lnTo>
                    <a:pt x="835536" y="1671590"/>
                  </a:lnTo>
                  <a:lnTo>
                    <a:pt x="765908" y="1698768"/>
                  </a:lnTo>
                  <a:lnTo>
                    <a:pt x="696280" y="1725977"/>
                  </a:lnTo>
                  <a:lnTo>
                    <a:pt x="626652" y="1753216"/>
                  </a:lnTo>
                  <a:lnTo>
                    <a:pt x="557024" y="1780481"/>
                  </a:lnTo>
                  <a:lnTo>
                    <a:pt x="487396" y="1807769"/>
                  </a:lnTo>
                  <a:lnTo>
                    <a:pt x="417768" y="1835078"/>
                  </a:lnTo>
                  <a:lnTo>
                    <a:pt x="348140" y="1862405"/>
                  </a:lnTo>
                  <a:lnTo>
                    <a:pt x="278512" y="1889750"/>
                  </a:lnTo>
                  <a:lnTo>
                    <a:pt x="208884" y="1917111"/>
                  </a:lnTo>
                  <a:lnTo>
                    <a:pt x="139256" y="1944485"/>
                  </a:lnTo>
                  <a:lnTo>
                    <a:pt x="69628" y="1971872"/>
                  </a:lnTo>
                  <a:lnTo>
                    <a:pt x="0" y="19992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1985667" y="2797287"/>
              <a:ext cx="5500613" cy="2039628"/>
            </a:xfrm>
            <a:custGeom>
              <a:avLst/>
              <a:pathLst>
                <a:path w="5500613" h="2039628">
                  <a:moveTo>
                    <a:pt x="0" y="2039628"/>
                  </a:moveTo>
                  <a:lnTo>
                    <a:pt x="69628" y="2013810"/>
                  </a:lnTo>
                  <a:lnTo>
                    <a:pt x="139256" y="1987992"/>
                  </a:lnTo>
                  <a:lnTo>
                    <a:pt x="208884" y="1962174"/>
                  </a:lnTo>
                  <a:lnTo>
                    <a:pt x="278512" y="1936356"/>
                  </a:lnTo>
                  <a:lnTo>
                    <a:pt x="348140" y="1910538"/>
                  </a:lnTo>
                  <a:lnTo>
                    <a:pt x="417768" y="1884720"/>
                  </a:lnTo>
                  <a:lnTo>
                    <a:pt x="487396" y="1858902"/>
                  </a:lnTo>
                  <a:lnTo>
                    <a:pt x="557024" y="1833084"/>
                  </a:lnTo>
                  <a:lnTo>
                    <a:pt x="626652" y="1807265"/>
                  </a:lnTo>
                  <a:lnTo>
                    <a:pt x="696280" y="1781447"/>
                  </a:lnTo>
                  <a:lnTo>
                    <a:pt x="765908" y="1755629"/>
                  </a:lnTo>
                  <a:lnTo>
                    <a:pt x="835536" y="1729811"/>
                  </a:lnTo>
                  <a:lnTo>
                    <a:pt x="905164" y="1703993"/>
                  </a:lnTo>
                  <a:lnTo>
                    <a:pt x="974792" y="1678175"/>
                  </a:lnTo>
                  <a:lnTo>
                    <a:pt x="1044420" y="1652357"/>
                  </a:lnTo>
                  <a:lnTo>
                    <a:pt x="1114048" y="1626539"/>
                  </a:lnTo>
                  <a:lnTo>
                    <a:pt x="1183676" y="1600721"/>
                  </a:lnTo>
                  <a:lnTo>
                    <a:pt x="1253304" y="1574903"/>
                  </a:lnTo>
                  <a:lnTo>
                    <a:pt x="1322932" y="1549085"/>
                  </a:lnTo>
                  <a:lnTo>
                    <a:pt x="1392560" y="1523267"/>
                  </a:lnTo>
                  <a:lnTo>
                    <a:pt x="1462188" y="1497448"/>
                  </a:lnTo>
                  <a:lnTo>
                    <a:pt x="1531816" y="1471630"/>
                  </a:lnTo>
                  <a:lnTo>
                    <a:pt x="1601444" y="1445812"/>
                  </a:lnTo>
                  <a:lnTo>
                    <a:pt x="1671072" y="1419994"/>
                  </a:lnTo>
                  <a:lnTo>
                    <a:pt x="1740700" y="1394176"/>
                  </a:lnTo>
                  <a:lnTo>
                    <a:pt x="1810328" y="1368358"/>
                  </a:lnTo>
                  <a:lnTo>
                    <a:pt x="1879956" y="1342540"/>
                  </a:lnTo>
                  <a:lnTo>
                    <a:pt x="1949584" y="1316722"/>
                  </a:lnTo>
                  <a:lnTo>
                    <a:pt x="2019212" y="1290904"/>
                  </a:lnTo>
                  <a:lnTo>
                    <a:pt x="2088840" y="1265086"/>
                  </a:lnTo>
                  <a:lnTo>
                    <a:pt x="2158468" y="1239268"/>
                  </a:lnTo>
                  <a:lnTo>
                    <a:pt x="2228096" y="1213450"/>
                  </a:lnTo>
                  <a:lnTo>
                    <a:pt x="2297724" y="1187631"/>
                  </a:lnTo>
                  <a:lnTo>
                    <a:pt x="2367352" y="1161813"/>
                  </a:lnTo>
                  <a:lnTo>
                    <a:pt x="2436980" y="1135995"/>
                  </a:lnTo>
                  <a:lnTo>
                    <a:pt x="2506608" y="1110177"/>
                  </a:lnTo>
                  <a:lnTo>
                    <a:pt x="2576236" y="1084359"/>
                  </a:lnTo>
                  <a:lnTo>
                    <a:pt x="2645864" y="1058541"/>
                  </a:lnTo>
                  <a:lnTo>
                    <a:pt x="2715492" y="1032723"/>
                  </a:lnTo>
                  <a:lnTo>
                    <a:pt x="2785120" y="1006905"/>
                  </a:lnTo>
                  <a:lnTo>
                    <a:pt x="2854748" y="981087"/>
                  </a:lnTo>
                  <a:lnTo>
                    <a:pt x="2924376" y="955269"/>
                  </a:lnTo>
                  <a:lnTo>
                    <a:pt x="2994004" y="929451"/>
                  </a:lnTo>
                  <a:lnTo>
                    <a:pt x="3063632" y="903632"/>
                  </a:lnTo>
                  <a:lnTo>
                    <a:pt x="3133260" y="877814"/>
                  </a:lnTo>
                  <a:lnTo>
                    <a:pt x="3202888" y="851996"/>
                  </a:lnTo>
                  <a:lnTo>
                    <a:pt x="3272516" y="826178"/>
                  </a:lnTo>
                  <a:lnTo>
                    <a:pt x="3342144" y="800360"/>
                  </a:lnTo>
                  <a:lnTo>
                    <a:pt x="3411772" y="774542"/>
                  </a:lnTo>
                  <a:lnTo>
                    <a:pt x="3481400" y="748724"/>
                  </a:lnTo>
                  <a:lnTo>
                    <a:pt x="3551028" y="722906"/>
                  </a:lnTo>
                  <a:lnTo>
                    <a:pt x="3620656" y="697088"/>
                  </a:lnTo>
                  <a:lnTo>
                    <a:pt x="3690284" y="671270"/>
                  </a:lnTo>
                  <a:lnTo>
                    <a:pt x="3759912" y="645452"/>
                  </a:lnTo>
                  <a:lnTo>
                    <a:pt x="3829540" y="619634"/>
                  </a:lnTo>
                  <a:lnTo>
                    <a:pt x="3899168" y="593815"/>
                  </a:lnTo>
                  <a:lnTo>
                    <a:pt x="3968796" y="567997"/>
                  </a:lnTo>
                  <a:lnTo>
                    <a:pt x="4038424" y="542179"/>
                  </a:lnTo>
                  <a:lnTo>
                    <a:pt x="4108052" y="516361"/>
                  </a:lnTo>
                  <a:lnTo>
                    <a:pt x="4177680" y="490543"/>
                  </a:lnTo>
                  <a:lnTo>
                    <a:pt x="4247308" y="464725"/>
                  </a:lnTo>
                  <a:lnTo>
                    <a:pt x="4316936" y="438907"/>
                  </a:lnTo>
                  <a:lnTo>
                    <a:pt x="4386564" y="413089"/>
                  </a:lnTo>
                  <a:lnTo>
                    <a:pt x="4456192" y="387271"/>
                  </a:lnTo>
                  <a:lnTo>
                    <a:pt x="4525820" y="361453"/>
                  </a:lnTo>
                  <a:lnTo>
                    <a:pt x="4595448" y="335635"/>
                  </a:lnTo>
                  <a:lnTo>
                    <a:pt x="4665077" y="309817"/>
                  </a:lnTo>
                  <a:lnTo>
                    <a:pt x="4734705" y="283998"/>
                  </a:lnTo>
                  <a:lnTo>
                    <a:pt x="4804333" y="258180"/>
                  </a:lnTo>
                  <a:lnTo>
                    <a:pt x="4873961" y="232362"/>
                  </a:lnTo>
                  <a:lnTo>
                    <a:pt x="4943589" y="206544"/>
                  </a:lnTo>
                  <a:lnTo>
                    <a:pt x="5013217" y="180726"/>
                  </a:lnTo>
                  <a:lnTo>
                    <a:pt x="5082845" y="154908"/>
                  </a:lnTo>
                  <a:lnTo>
                    <a:pt x="5152473" y="129090"/>
                  </a:lnTo>
                  <a:lnTo>
                    <a:pt x="5222101" y="103272"/>
                  </a:lnTo>
                  <a:lnTo>
                    <a:pt x="5291729" y="77454"/>
                  </a:lnTo>
                  <a:lnTo>
                    <a:pt x="5361357" y="51636"/>
                  </a:lnTo>
                  <a:lnTo>
                    <a:pt x="5430985" y="25818"/>
                  </a:lnTo>
                  <a:lnTo>
                    <a:pt x="5500613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9"/>
            <p:cNvSpPr/>
            <p:nvPr/>
          </p:nvSpPr>
          <p:spPr>
            <a:xfrm>
              <a:off x="2338367" y="2842360"/>
              <a:ext cx="6278843" cy="1864119"/>
            </a:xfrm>
            <a:custGeom>
              <a:avLst/>
              <a:pathLst>
                <a:path w="6278843" h="1864119">
                  <a:moveTo>
                    <a:pt x="0" y="1770526"/>
                  </a:moveTo>
                  <a:lnTo>
                    <a:pt x="158461" y="1728804"/>
                  </a:lnTo>
                  <a:lnTo>
                    <a:pt x="316922" y="1687041"/>
                  </a:lnTo>
                  <a:lnTo>
                    <a:pt x="475383" y="1645231"/>
                  </a:lnTo>
                  <a:lnTo>
                    <a:pt x="633844" y="1603365"/>
                  </a:lnTo>
                  <a:lnTo>
                    <a:pt x="792305" y="1561432"/>
                  </a:lnTo>
                  <a:lnTo>
                    <a:pt x="950766" y="1519420"/>
                  </a:lnTo>
                  <a:lnTo>
                    <a:pt x="1109227" y="1477311"/>
                  </a:lnTo>
                  <a:lnTo>
                    <a:pt x="1267688" y="1435087"/>
                  </a:lnTo>
                  <a:lnTo>
                    <a:pt x="1426149" y="1392724"/>
                  </a:lnTo>
                  <a:lnTo>
                    <a:pt x="1584610" y="1350194"/>
                  </a:lnTo>
                  <a:lnTo>
                    <a:pt x="1743071" y="1307465"/>
                  </a:lnTo>
                  <a:lnTo>
                    <a:pt x="1901532" y="1264503"/>
                  </a:lnTo>
                  <a:lnTo>
                    <a:pt x="2059993" y="1221271"/>
                  </a:lnTo>
                  <a:lnTo>
                    <a:pt x="2218454" y="1177739"/>
                  </a:lnTo>
                  <a:lnTo>
                    <a:pt x="2376915" y="1133882"/>
                  </a:lnTo>
                  <a:lnTo>
                    <a:pt x="2535377" y="1089690"/>
                  </a:lnTo>
                  <a:lnTo>
                    <a:pt x="2693838" y="1045166"/>
                  </a:lnTo>
                  <a:lnTo>
                    <a:pt x="2852299" y="1000329"/>
                  </a:lnTo>
                  <a:lnTo>
                    <a:pt x="3010760" y="955207"/>
                  </a:lnTo>
                  <a:lnTo>
                    <a:pt x="3169221" y="909834"/>
                  </a:lnTo>
                  <a:lnTo>
                    <a:pt x="3327682" y="864245"/>
                  </a:lnTo>
                  <a:lnTo>
                    <a:pt x="3486143" y="818475"/>
                  </a:lnTo>
                  <a:lnTo>
                    <a:pt x="3644604" y="772553"/>
                  </a:lnTo>
                  <a:lnTo>
                    <a:pt x="3803065" y="726505"/>
                  </a:lnTo>
                  <a:lnTo>
                    <a:pt x="3961526" y="680352"/>
                  </a:lnTo>
                  <a:lnTo>
                    <a:pt x="4119987" y="634112"/>
                  </a:lnTo>
                  <a:lnTo>
                    <a:pt x="4278448" y="587799"/>
                  </a:lnTo>
                  <a:lnTo>
                    <a:pt x="4436909" y="541425"/>
                  </a:lnTo>
                  <a:lnTo>
                    <a:pt x="4595370" y="495000"/>
                  </a:lnTo>
                  <a:lnTo>
                    <a:pt x="4753831" y="448531"/>
                  </a:lnTo>
                  <a:lnTo>
                    <a:pt x="4912293" y="402025"/>
                  </a:lnTo>
                  <a:lnTo>
                    <a:pt x="5070754" y="355488"/>
                  </a:lnTo>
                  <a:lnTo>
                    <a:pt x="5229215" y="308922"/>
                  </a:lnTo>
                  <a:lnTo>
                    <a:pt x="5387676" y="262333"/>
                  </a:lnTo>
                  <a:lnTo>
                    <a:pt x="5546137" y="215724"/>
                  </a:lnTo>
                  <a:lnTo>
                    <a:pt x="5704598" y="169096"/>
                  </a:lnTo>
                  <a:lnTo>
                    <a:pt x="5863059" y="122452"/>
                  </a:lnTo>
                  <a:lnTo>
                    <a:pt x="6021520" y="75794"/>
                  </a:lnTo>
                  <a:lnTo>
                    <a:pt x="6179981" y="29124"/>
                  </a:lnTo>
                  <a:lnTo>
                    <a:pt x="6278843" y="0"/>
                  </a:lnTo>
                  <a:lnTo>
                    <a:pt x="6278843" y="139437"/>
                  </a:lnTo>
                  <a:lnTo>
                    <a:pt x="6179981" y="165346"/>
                  </a:lnTo>
                  <a:lnTo>
                    <a:pt x="6021520" y="206885"/>
                  </a:lnTo>
                  <a:lnTo>
                    <a:pt x="5863059" y="248437"/>
                  </a:lnTo>
                  <a:lnTo>
                    <a:pt x="5704598" y="290003"/>
                  </a:lnTo>
                  <a:lnTo>
                    <a:pt x="5546137" y="331584"/>
                  </a:lnTo>
                  <a:lnTo>
                    <a:pt x="5387676" y="373184"/>
                  </a:lnTo>
                  <a:lnTo>
                    <a:pt x="5229215" y="414805"/>
                  </a:lnTo>
                  <a:lnTo>
                    <a:pt x="5070754" y="456449"/>
                  </a:lnTo>
                  <a:lnTo>
                    <a:pt x="4912293" y="498121"/>
                  </a:lnTo>
                  <a:lnTo>
                    <a:pt x="4753831" y="539825"/>
                  </a:lnTo>
                  <a:lnTo>
                    <a:pt x="4595370" y="581566"/>
                  </a:lnTo>
                  <a:lnTo>
                    <a:pt x="4436909" y="623350"/>
                  </a:lnTo>
                  <a:lnTo>
                    <a:pt x="4278448" y="665186"/>
                  </a:lnTo>
                  <a:lnTo>
                    <a:pt x="4119987" y="707083"/>
                  </a:lnTo>
                  <a:lnTo>
                    <a:pt x="3961526" y="749052"/>
                  </a:lnTo>
                  <a:lnTo>
                    <a:pt x="3803065" y="791109"/>
                  </a:lnTo>
                  <a:lnTo>
                    <a:pt x="3644604" y="833270"/>
                  </a:lnTo>
                  <a:lnTo>
                    <a:pt x="3486143" y="875558"/>
                  </a:lnTo>
                  <a:lnTo>
                    <a:pt x="3327682" y="917998"/>
                  </a:lnTo>
                  <a:lnTo>
                    <a:pt x="3169221" y="960619"/>
                  </a:lnTo>
                  <a:lnTo>
                    <a:pt x="3010760" y="1003455"/>
                  </a:lnTo>
                  <a:lnTo>
                    <a:pt x="2852299" y="1046543"/>
                  </a:lnTo>
                  <a:lnTo>
                    <a:pt x="2693838" y="1089915"/>
                  </a:lnTo>
                  <a:lnTo>
                    <a:pt x="2535377" y="1133601"/>
                  </a:lnTo>
                  <a:lnTo>
                    <a:pt x="2376915" y="1177618"/>
                  </a:lnTo>
                  <a:lnTo>
                    <a:pt x="2218454" y="1221971"/>
                  </a:lnTo>
                  <a:lnTo>
                    <a:pt x="2059993" y="1266649"/>
                  </a:lnTo>
                  <a:lnTo>
                    <a:pt x="1901532" y="1311627"/>
                  </a:lnTo>
                  <a:lnTo>
                    <a:pt x="1743071" y="1356874"/>
                  </a:lnTo>
                  <a:lnTo>
                    <a:pt x="1584610" y="1402355"/>
                  </a:lnTo>
                  <a:lnTo>
                    <a:pt x="1426149" y="1448035"/>
                  </a:lnTo>
                  <a:lnTo>
                    <a:pt x="1267688" y="1493881"/>
                  </a:lnTo>
                  <a:lnTo>
                    <a:pt x="1109227" y="1539867"/>
                  </a:lnTo>
                  <a:lnTo>
                    <a:pt x="950766" y="1585968"/>
                  </a:lnTo>
                  <a:lnTo>
                    <a:pt x="792305" y="1632165"/>
                  </a:lnTo>
                  <a:lnTo>
                    <a:pt x="633844" y="1678441"/>
                  </a:lnTo>
                  <a:lnTo>
                    <a:pt x="475383" y="1724785"/>
                  </a:lnTo>
                  <a:lnTo>
                    <a:pt x="316922" y="1771185"/>
                  </a:lnTo>
                  <a:lnTo>
                    <a:pt x="158461" y="1817632"/>
                  </a:lnTo>
                  <a:lnTo>
                    <a:pt x="0" y="1864119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2338367" y="2842360"/>
              <a:ext cx="6278843" cy="1770526"/>
            </a:xfrm>
            <a:custGeom>
              <a:avLst/>
              <a:pathLst>
                <a:path w="6278843" h="1770526">
                  <a:moveTo>
                    <a:pt x="0" y="1770526"/>
                  </a:moveTo>
                  <a:lnTo>
                    <a:pt x="158461" y="1728804"/>
                  </a:lnTo>
                  <a:lnTo>
                    <a:pt x="316922" y="1687041"/>
                  </a:lnTo>
                  <a:lnTo>
                    <a:pt x="475383" y="1645231"/>
                  </a:lnTo>
                  <a:lnTo>
                    <a:pt x="633844" y="1603365"/>
                  </a:lnTo>
                  <a:lnTo>
                    <a:pt x="792305" y="1561432"/>
                  </a:lnTo>
                  <a:lnTo>
                    <a:pt x="950766" y="1519420"/>
                  </a:lnTo>
                  <a:lnTo>
                    <a:pt x="1109227" y="1477311"/>
                  </a:lnTo>
                  <a:lnTo>
                    <a:pt x="1267688" y="1435087"/>
                  </a:lnTo>
                  <a:lnTo>
                    <a:pt x="1426149" y="1392724"/>
                  </a:lnTo>
                  <a:lnTo>
                    <a:pt x="1584610" y="1350194"/>
                  </a:lnTo>
                  <a:lnTo>
                    <a:pt x="1743071" y="1307465"/>
                  </a:lnTo>
                  <a:lnTo>
                    <a:pt x="1901532" y="1264503"/>
                  </a:lnTo>
                  <a:lnTo>
                    <a:pt x="2059993" y="1221271"/>
                  </a:lnTo>
                  <a:lnTo>
                    <a:pt x="2218454" y="1177739"/>
                  </a:lnTo>
                  <a:lnTo>
                    <a:pt x="2376915" y="1133882"/>
                  </a:lnTo>
                  <a:lnTo>
                    <a:pt x="2535377" y="1089690"/>
                  </a:lnTo>
                  <a:lnTo>
                    <a:pt x="2693838" y="1045166"/>
                  </a:lnTo>
                  <a:lnTo>
                    <a:pt x="2852299" y="1000329"/>
                  </a:lnTo>
                  <a:lnTo>
                    <a:pt x="3010760" y="955207"/>
                  </a:lnTo>
                  <a:lnTo>
                    <a:pt x="3169221" y="909834"/>
                  </a:lnTo>
                  <a:lnTo>
                    <a:pt x="3327682" y="864245"/>
                  </a:lnTo>
                  <a:lnTo>
                    <a:pt x="3486143" y="818475"/>
                  </a:lnTo>
                  <a:lnTo>
                    <a:pt x="3644604" y="772553"/>
                  </a:lnTo>
                  <a:lnTo>
                    <a:pt x="3803065" y="726505"/>
                  </a:lnTo>
                  <a:lnTo>
                    <a:pt x="3961526" y="680352"/>
                  </a:lnTo>
                  <a:lnTo>
                    <a:pt x="4119987" y="634112"/>
                  </a:lnTo>
                  <a:lnTo>
                    <a:pt x="4278448" y="587799"/>
                  </a:lnTo>
                  <a:lnTo>
                    <a:pt x="4436909" y="541425"/>
                  </a:lnTo>
                  <a:lnTo>
                    <a:pt x="4595370" y="495000"/>
                  </a:lnTo>
                  <a:lnTo>
                    <a:pt x="4753831" y="448531"/>
                  </a:lnTo>
                  <a:lnTo>
                    <a:pt x="4912293" y="402025"/>
                  </a:lnTo>
                  <a:lnTo>
                    <a:pt x="5070754" y="355488"/>
                  </a:lnTo>
                  <a:lnTo>
                    <a:pt x="5229215" y="308922"/>
                  </a:lnTo>
                  <a:lnTo>
                    <a:pt x="5387676" y="262333"/>
                  </a:lnTo>
                  <a:lnTo>
                    <a:pt x="5546137" y="215724"/>
                  </a:lnTo>
                  <a:lnTo>
                    <a:pt x="5704598" y="169096"/>
                  </a:lnTo>
                  <a:lnTo>
                    <a:pt x="5863059" y="122452"/>
                  </a:lnTo>
                  <a:lnTo>
                    <a:pt x="6021520" y="75794"/>
                  </a:lnTo>
                  <a:lnTo>
                    <a:pt x="6179981" y="29124"/>
                  </a:lnTo>
                  <a:lnTo>
                    <a:pt x="627884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2338367" y="2981797"/>
              <a:ext cx="6278843" cy="1724681"/>
            </a:xfrm>
            <a:custGeom>
              <a:avLst/>
              <a:pathLst>
                <a:path w="6278843" h="1724681">
                  <a:moveTo>
                    <a:pt x="6278843" y="0"/>
                  </a:moveTo>
                  <a:lnTo>
                    <a:pt x="6179981" y="25908"/>
                  </a:lnTo>
                  <a:lnTo>
                    <a:pt x="6021520" y="67448"/>
                  </a:lnTo>
                  <a:lnTo>
                    <a:pt x="5863059" y="108999"/>
                  </a:lnTo>
                  <a:lnTo>
                    <a:pt x="5704598" y="150565"/>
                  </a:lnTo>
                  <a:lnTo>
                    <a:pt x="5546137" y="192147"/>
                  </a:lnTo>
                  <a:lnTo>
                    <a:pt x="5387676" y="233747"/>
                  </a:lnTo>
                  <a:lnTo>
                    <a:pt x="5229215" y="275368"/>
                  </a:lnTo>
                  <a:lnTo>
                    <a:pt x="5070754" y="317012"/>
                  </a:lnTo>
                  <a:lnTo>
                    <a:pt x="4912293" y="358684"/>
                  </a:lnTo>
                  <a:lnTo>
                    <a:pt x="4753831" y="400388"/>
                  </a:lnTo>
                  <a:lnTo>
                    <a:pt x="4595370" y="442128"/>
                  </a:lnTo>
                  <a:lnTo>
                    <a:pt x="4436909" y="483913"/>
                  </a:lnTo>
                  <a:lnTo>
                    <a:pt x="4278448" y="525749"/>
                  </a:lnTo>
                  <a:lnTo>
                    <a:pt x="4119987" y="567645"/>
                  </a:lnTo>
                  <a:lnTo>
                    <a:pt x="3961526" y="609615"/>
                  </a:lnTo>
                  <a:lnTo>
                    <a:pt x="3803065" y="651671"/>
                  </a:lnTo>
                  <a:lnTo>
                    <a:pt x="3644604" y="693833"/>
                  </a:lnTo>
                  <a:lnTo>
                    <a:pt x="3486143" y="736121"/>
                  </a:lnTo>
                  <a:lnTo>
                    <a:pt x="3327682" y="778560"/>
                  </a:lnTo>
                  <a:lnTo>
                    <a:pt x="3169221" y="821181"/>
                  </a:lnTo>
                  <a:lnTo>
                    <a:pt x="3010760" y="864018"/>
                  </a:lnTo>
                  <a:lnTo>
                    <a:pt x="2852299" y="907105"/>
                  </a:lnTo>
                  <a:lnTo>
                    <a:pt x="2693838" y="950478"/>
                  </a:lnTo>
                  <a:lnTo>
                    <a:pt x="2535377" y="994163"/>
                  </a:lnTo>
                  <a:lnTo>
                    <a:pt x="2376915" y="1038181"/>
                  </a:lnTo>
                  <a:lnTo>
                    <a:pt x="2218454" y="1082534"/>
                  </a:lnTo>
                  <a:lnTo>
                    <a:pt x="2059993" y="1127211"/>
                  </a:lnTo>
                  <a:lnTo>
                    <a:pt x="1901532" y="1172189"/>
                  </a:lnTo>
                  <a:lnTo>
                    <a:pt x="1743071" y="1217437"/>
                  </a:lnTo>
                  <a:lnTo>
                    <a:pt x="1584610" y="1262918"/>
                  </a:lnTo>
                  <a:lnTo>
                    <a:pt x="1426149" y="1308597"/>
                  </a:lnTo>
                  <a:lnTo>
                    <a:pt x="1267688" y="1354444"/>
                  </a:lnTo>
                  <a:lnTo>
                    <a:pt x="1109227" y="1400429"/>
                  </a:lnTo>
                  <a:lnTo>
                    <a:pt x="950766" y="1446530"/>
                  </a:lnTo>
                  <a:lnTo>
                    <a:pt x="792305" y="1492727"/>
                  </a:lnTo>
                  <a:lnTo>
                    <a:pt x="633844" y="1539004"/>
                  </a:lnTo>
                  <a:lnTo>
                    <a:pt x="475383" y="1585347"/>
                  </a:lnTo>
                  <a:lnTo>
                    <a:pt x="316922" y="1631747"/>
                  </a:lnTo>
                  <a:lnTo>
                    <a:pt x="158461" y="1678194"/>
                  </a:lnTo>
                  <a:lnTo>
                    <a:pt x="0" y="172468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2338367" y="2912078"/>
              <a:ext cx="6278843" cy="1747604"/>
            </a:xfrm>
            <a:custGeom>
              <a:avLst/>
              <a:pathLst>
                <a:path w="6278843" h="1747604">
                  <a:moveTo>
                    <a:pt x="0" y="1747604"/>
                  </a:moveTo>
                  <a:lnTo>
                    <a:pt x="158461" y="1703499"/>
                  </a:lnTo>
                  <a:lnTo>
                    <a:pt x="316922" y="1659394"/>
                  </a:lnTo>
                  <a:lnTo>
                    <a:pt x="475383" y="1615289"/>
                  </a:lnTo>
                  <a:lnTo>
                    <a:pt x="633844" y="1571185"/>
                  </a:lnTo>
                  <a:lnTo>
                    <a:pt x="792305" y="1527080"/>
                  </a:lnTo>
                  <a:lnTo>
                    <a:pt x="950766" y="1482975"/>
                  </a:lnTo>
                  <a:lnTo>
                    <a:pt x="1109227" y="1438870"/>
                  </a:lnTo>
                  <a:lnTo>
                    <a:pt x="1267688" y="1394765"/>
                  </a:lnTo>
                  <a:lnTo>
                    <a:pt x="1426149" y="1350661"/>
                  </a:lnTo>
                  <a:lnTo>
                    <a:pt x="1584610" y="1306556"/>
                  </a:lnTo>
                  <a:lnTo>
                    <a:pt x="1743071" y="1262451"/>
                  </a:lnTo>
                  <a:lnTo>
                    <a:pt x="1901532" y="1218346"/>
                  </a:lnTo>
                  <a:lnTo>
                    <a:pt x="2059993" y="1174241"/>
                  </a:lnTo>
                  <a:lnTo>
                    <a:pt x="2218454" y="1130136"/>
                  </a:lnTo>
                  <a:lnTo>
                    <a:pt x="2376915" y="1086032"/>
                  </a:lnTo>
                  <a:lnTo>
                    <a:pt x="2535377" y="1041927"/>
                  </a:lnTo>
                  <a:lnTo>
                    <a:pt x="2693838" y="997822"/>
                  </a:lnTo>
                  <a:lnTo>
                    <a:pt x="2852299" y="953717"/>
                  </a:lnTo>
                  <a:lnTo>
                    <a:pt x="3010760" y="909612"/>
                  </a:lnTo>
                  <a:lnTo>
                    <a:pt x="3169221" y="865508"/>
                  </a:lnTo>
                  <a:lnTo>
                    <a:pt x="3327682" y="821403"/>
                  </a:lnTo>
                  <a:lnTo>
                    <a:pt x="3486143" y="777298"/>
                  </a:lnTo>
                  <a:lnTo>
                    <a:pt x="3644604" y="733193"/>
                  </a:lnTo>
                  <a:lnTo>
                    <a:pt x="3803065" y="689088"/>
                  </a:lnTo>
                  <a:lnTo>
                    <a:pt x="3961526" y="644983"/>
                  </a:lnTo>
                  <a:lnTo>
                    <a:pt x="4119987" y="600879"/>
                  </a:lnTo>
                  <a:lnTo>
                    <a:pt x="4278448" y="556774"/>
                  </a:lnTo>
                  <a:lnTo>
                    <a:pt x="4436909" y="512669"/>
                  </a:lnTo>
                  <a:lnTo>
                    <a:pt x="4595370" y="468564"/>
                  </a:lnTo>
                  <a:lnTo>
                    <a:pt x="4753831" y="424459"/>
                  </a:lnTo>
                  <a:lnTo>
                    <a:pt x="4912293" y="380355"/>
                  </a:lnTo>
                  <a:lnTo>
                    <a:pt x="5070754" y="336250"/>
                  </a:lnTo>
                  <a:lnTo>
                    <a:pt x="5229215" y="292145"/>
                  </a:lnTo>
                  <a:lnTo>
                    <a:pt x="5387676" y="248040"/>
                  </a:lnTo>
                  <a:lnTo>
                    <a:pt x="5546137" y="203935"/>
                  </a:lnTo>
                  <a:lnTo>
                    <a:pt x="5704598" y="159830"/>
                  </a:lnTo>
                  <a:lnTo>
                    <a:pt x="5863059" y="115726"/>
                  </a:lnTo>
                  <a:lnTo>
                    <a:pt x="6021520" y="71621"/>
                  </a:lnTo>
                  <a:lnTo>
                    <a:pt x="6179981" y="27516"/>
                  </a:lnTo>
                  <a:lnTo>
                    <a:pt x="627884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tx973"/>
            <p:cNvSpPr/>
            <p:nvPr/>
          </p:nvSpPr>
          <p:spPr>
            <a:xfrm>
              <a:off x="1465194" y="2113392"/>
              <a:ext cx="2324221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&gt;= threshold: y = 0.56 x +34.4   (R² = 0.63)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1465194" y="2339508"/>
              <a:ext cx="228664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&lt; threshold:  y = 0.74 x +26.1   (R² = 0.71)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817066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754887" y="46394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92708" y="376980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92708" y="290012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5" name="tx985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986" name="tx986"/>
            <p:cNvSpPr/>
            <p:nvPr/>
          </p:nvSpPr>
          <p:spPr>
            <a:xfrm rot="-5400000">
              <a:off x="-804851" y="3759743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987" name="tx987"/>
            <p:cNvSpPr/>
            <p:nvPr/>
          </p:nvSpPr>
          <p:spPr>
            <a:xfrm>
              <a:off x="941876" y="1669789"/>
              <a:ext cx="267919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&gt;= 25   |   N = 943, n_red = 606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2026-09-28T15:19:55Z</dcterms:modified>
  <cp:category/>
</cp:coreProperties>
</file>