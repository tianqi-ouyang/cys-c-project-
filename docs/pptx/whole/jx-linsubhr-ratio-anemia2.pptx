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81956"/>
              <a:ext cx="7235830" cy="2301810"/>
            </a:xfrm>
            <a:custGeom>
              <a:avLst/>
              <a:pathLst>
                <a:path w="7235830" h="2301810">
                  <a:moveTo>
                    <a:pt x="0" y="0"/>
                  </a:moveTo>
                  <a:lnTo>
                    <a:pt x="7347" y="5970"/>
                  </a:lnTo>
                  <a:lnTo>
                    <a:pt x="81107" y="64536"/>
                  </a:lnTo>
                  <a:lnTo>
                    <a:pt x="154867" y="121763"/>
                  </a:lnTo>
                  <a:lnTo>
                    <a:pt x="228627" y="177681"/>
                  </a:lnTo>
                  <a:lnTo>
                    <a:pt x="302387" y="232321"/>
                  </a:lnTo>
                  <a:lnTo>
                    <a:pt x="376147" y="285711"/>
                  </a:lnTo>
                  <a:lnTo>
                    <a:pt x="449907" y="337880"/>
                  </a:lnTo>
                  <a:lnTo>
                    <a:pt x="523667" y="388857"/>
                  </a:lnTo>
                  <a:lnTo>
                    <a:pt x="597427" y="438668"/>
                  </a:lnTo>
                  <a:lnTo>
                    <a:pt x="671187" y="487340"/>
                  </a:lnTo>
                  <a:lnTo>
                    <a:pt x="744947" y="534899"/>
                  </a:lnTo>
                  <a:lnTo>
                    <a:pt x="818707" y="581370"/>
                  </a:lnTo>
                  <a:lnTo>
                    <a:pt x="892467" y="626779"/>
                  </a:lnTo>
                  <a:lnTo>
                    <a:pt x="966227" y="671150"/>
                  </a:lnTo>
                  <a:lnTo>
                    <a:pt x="1039987" y="714506"/>
                  </a:lnTo>
                  <a:lnTo>
                    <a:pt x="1113747" y="756870"/>
                  </a:lnTo>
                  <a:lnTo>
                    <a:pt x="1187508" y="798266"/>
                  </a:lnTo>
                  <a:lnTo>
                    <a:pt x="1261268" y="838716"/>
                  </a:lnTo>
                  <a:lnTo>
                    <a:pt x="1335028" y="878240"/>
                  </a:lnTo>
                  <a:lnTo>
                    <a:pt x="1408788" y="916861"/>
                  </a:lnTo>
                  <a:lnTo>
                    <a:pt x="1482548" y="954599"/>
                  </a:lnTo>
                  <a:lnTo>
                    <a:pt x="1556308" y="991473"/>
                  </a:lnTo>
                  <a:lnTo>
                    <a:pt x="1630068" y="1027505"/>
                  </a:lnTo>
                  <a:lnTo>
                    <a:pt x="1703828" y="1062712"/>
                  </a:lnTo>
                  <a:lnTo>
                    <a:pt x="1777588" y="1097115"/>
                  </a:lnTo>
                  <a:lnTo>
                    <a:pt x="1851348" y="1130731"/>
                  </a:lnTo>
                  <a:lnTo>
                    <a:pt x="1925108" y="1163578"/>
                  </a:lnTo>
                  <a:lnTo>
                    <a:pt x="1998868" y="1195674"/>
                  </a:lnTo>
                  <a:lnTo>
                    <a:pt x="2072628" y="1227037"/>
                  </a:lnTo>
                  <a:lnTo>
                    <a:pt x="2146388" y="1257682"/>
                  </a:lnTo>
                  <a:lnTo>
                    <a:pt x="2220148" y="1287626"/>
                  </a:lnTo>
                  <a:lnTo>
                    <a:pt x="2293908" y="1316886"/>
                  </a:lnTo>
                  <a:lnTo>
                    <a:pt x="2367668" y="1345477"/>
                  </a:lnTo>
                  <a:lnTo>
                    <a:pt x="2441428" y="1373414"/>
                  </a:lnTo>
                  <a:lnTo>
                    <a:pt x="2515188" y="1400712"/>
                  </a:lnTo>
                  <a:lnTo>
                    <a:pt x="2588948" y="1427386"/>
                  </a:lnTo>
                  <a:lnTo>
                    <a:pt x="2662708" y="1453450"/>
                  </a:lnTo>
                  <a:lnTo>
                    <a:pt x="2736468" y="1478918"/>
                  </a:lnTo>
                  <a:lnTo>
                    <a:pt x="2810228" y="1503804"/>
                  </a:lnTo>
                  <a:lnTo>
                    <a:pt x="2883988" y="1528120"/>
                  </a:lnTo>
                  <a:lnTo>
                    <a:pt x="2957748" y="1551881"/>
                  </a:lnTo>
                  <a:lnTo>
                    <a:pt x="3031508" y="1575098"/>
                  </a:lnTo>
                  <a:lnTo>
                    <a:pt x="3105268" y="1597785"/>
                  </a:lnTo>
                  <a:lnTo>
                    <a:pt x="3179028" y="1619952"/>
                  </a:lnTo>
                  <a:lnTo>
                    <a:pt x="3252788" y="1641613"/>
                  </a:lnTo>
                  <a:lnTo>
                    <a:pt x="3326548" y="1662779"/>
                  </a:lnTo>
                  <a:lnTo>
                    <a:pt x="3400308" y="1683460"/>
                  </a:lnTo>
                  <a:lnTo>
                    <a:pt x="3474068" y="1700420"/>
                  </a:lnTo>
                  <a:lnTo>
                    <a:pt x="3547828" y="1709717"/>
                  </a:lnTo>
                  <a:lnTo>
                    <a:pt x="3621588" y="1718914"/>
                  </a:lnTo>
                  <a:lnTo>
                    <a:pt x="3695348" y="1728012"/>
                  </a:lnTo>
                  <a:lnTo>
                    <a:pt x="3769108" y="1737013"/>
                  </a:lnTo>
                  <a:lnTo>
                    <a:pt x="3842868" y="1745918"/>
                  </a:lnTo>
                  <a:lnTo>
                    <a:pt x="3916628" y="1754727"/>
                  </a:lnTo>
                  <a:lnTo>
                    <a:pt x="3990388" y="1763441"/>
                  </a:lnTo>
                  <a:lnTo>
                    <a:pt x="4064149" y="1772062"/>
                  </a:lnTo>
                  <a:lnTo>
                    <a:pt x="4137909" y="1780590"/>
                  </a:lnTo>
                  <a:lnTo>
                    <a:pt x="4211669" y="1789027"/>
                  </a:lnTo>
                  <a:lnTo>
                    <a:pt x="4285429" y="1797374"/>
                  </a:lnTo>
                  <a:lnTo>
                    <a:pt x="4359189" y="1805631"/>
                  </a:lnTo>
                  <a:lnTo>
                    <a:pt x="4432949" y="1813799"/>
                  </a:lnTo>
                  <a:lnTo>
                    <a:pt x="4506709" y="1821880"/>
                  </a:lnTo>
                  <a:lnTo>
                    <a:pt x="4580469" y="1829874"/>
                  </a:lnTo>
                  <a:lnTo>
                    <a:pt x="4654229" y="1837783"/>
                  </a:lnTo>
                  <a:lnTo>
                    <a:pt x="4727989" y="1845606"/>
                  </a:lnTo>
                  <a:lnTo>
                    <a:pt x="4801749" y="1853346"/>
                  </a:lnTo>
                  <a:lnTo>
                    <a:pt x="4875509" y="1861003"/>
                  </a:lnTo>
                  <a:lnTo>
                    <a:pt x="4949269" y="1868577"/>
                  </a:lnTo>
                  <a:lnTo>
                    <a:pt x="5023029" y="1876070"/>
                  </a:lnTo>
                  <a:lnTo>
                    <a:pt x="5096789" y="1883483"/>
                  </a:lnTo>
                  <a:lnTo>
                    <a:pt x="5170549" y="1890817"/>
                  </a:lnTo>
                  <a:lnTo>
                    <a:pt x="5244309" y="1898072"/>
                  </a:lnTo>
                  <a:lnTo>
                    <a:pt x="5318069" y="1905249"/>
                  </a:lnTo>
                  <a:lnTo>
                    <a:pt x="5391829" y="1912349"/>
                  </a:lnTo>
                  <a:lnTo>
                    <a:pt x="5465589" y="1919372"/>
                  </a:lnTo>
                  <a:lnTo>
                    <a:pt x="5539349" y="1926321"/>
                  </a:lnTo>
                  <a:lnTo>
                    <a:pt x="5613109" y="1933195"/>
                  </a:lnTo>
                  <a:lnTo>
                    <a:pt x="5686869" y="1939995"/>
                  </a:lnTo>
                  <a:lnTo>
                    <a:pt x="5760629" y="1946723"/>
                  </a:lnTo>
                  <a:lnTo>
                    <a:pt x="5834389" y="1953378"/>
                  </a:lnTo>
                  <a:lnTo>
                    <a:pt x="5908149" y="1959962"/>
                  </a:lnTo>
                  <a:lnTo>
                    <a:pt x="5981909" y="1966475"/>
                  </a:lnTo>
                  <a:lnTo>
                    <a:pt x="6055669" y="1972918"/>
                  </a:lnTo>
                  <a:lnTo>
                    <a:pt x="6129429" y="1979293"/>
                  </a:lnTo>
                  <a:lnTo>
                    <a:pt x="6203189" y="1985598"/>
                  </a:lnTo>
                  <a:lnTo>
                    <a:pt x="6276949" y="1991837"/>
                  </a:lnTo>
                  <a:lnTo>
                    <a:pt x="6350709" y="1998008"/>
                  </a:lnTo>
                  <a:lnTo>
                    <a:pt x="6424469" y="2004113"/>
                  </a:lnTo>
                  <a:lnTo>
                    <a:pt x="6498229" y="2010153"/>
                  </a:lnTo>
                  <a:lnTo>
                    <a:pt x="6571989" y="2016128"/>
                  </a:lnTo>
                  <a:lnTo>
                    <a:pt x="6645749" y="2022039"/>
                  </a:lnTo>
                  <a:lnTo>
                    <a:pt x="6719509" y="2027886"/>
                  </a:lnTo>
                  <a:lnTo>
                    <a:pt x="6793269" y="2033671"/>
                  </a:lnTo>
                  <a:lnTo>
                    <a:pt x="6867029" y="2039393"/>
                  </a:lnTo>
                  <a:lnTo>
                    <a:pt x="6940789" y="2045055"/>
                  </a:lnTo>
                  <a:lnTo>
                    <a:pt x="7014550" y="2050655"/>
                  </a:lnTo>
                  <a:lnTo>
                    <a:pt x="7088310" y="2056196"/>
                  </a:lnTo>
                  <a:lnTo>
                    <a:pt x="7162070" y="2061677"/>
                  </a:lnTo>
                  <a:lnTo>
                    <a:pt x="7235830" y="2067099"/>
                  </a:lnTo>
                  <a:lnTo>
                    <a:pt x="7235830" y="2301810"/>
                  </a:lnTo>
                  <a:lnTo>
                    <a:pt x="7162070" y="2295599"/>
                  </a:lnTo>
                  <a:lnTo>
                    <a:pt x="7088310" y="2289242"/>
                  </a:lnTo>
                  <a:lnTo>
                    <a:pt x="7014550" y="2282736"/>
                  </a:lnTo>
                  <a:lnTo>
                    <a:pt x="6940789" y="2276078"/>
                  </a:lnTo>
                  <a:lnTo>
                    <a:pt x="6867029" y="2269265"/>
                  </a:lnTo>
                  <a:lnTo>
                    <a:pt x="6793269" y="2262291"/>
                  </a:lnTo>
                  <a:lnTo>
                    <a:pt x="6719509" y="2255155"/>
                  </a:lnTo>
                  <a:lnTo>
                    <a:pt x="6645749" y="2247852"/>
                  </a:lnTo>
                  <a:lnTo>
                    <a:pt x="6571989" y="2240378"/>
                  </a:lnTo>
                  <a:lnTo>
                    <a:pt x="6498229" y="2232728"/>
                  </a:lnTo>
                  <a:lnTo>
                    <a:pt x="6424469" y="2224900"/>
                  </a:lnTo>
                  <a:lnTo>
                    <a:pt x="6350709" y="2216889"/>
                  </a:lnTo>
                  <a:lnTo>
                    <a:pt x="6276949" y="2208690"/>
                  </a:lnTo>
                  <a:lnTo>
                    <a:pt x="6203189" y="2200300"/>
                  </a:lnTo>
                  <a:lnTo>
                    <a:pt x="6129429" y="2191713"/>
                  </a:lnTo>
                  <a:lnTo>
                    <a:pt x="6055669" y="2182925"/>
                  </a:lnTo>
                  <a:lnTo>
                    <a:pt x="5981909" y="2173931"/>
                  </a:lnTo>
                  <a:lnTo>
                    <a:pt x="5908149" y="2164727"/>
                  </a:lnTo>
                  <a:lnTo>
                    <a:pt x="5834389" y="2155307"/>
                  </a:lnTo>
                  <a:lnTo>
                    <a:pt x="5760629" y="2145668"/>
                  </a:lnTo>
                  <a:lnTo>
                    <a:pt x="5686869" y="2135802"/>
                  </a:lnTo>
                  <a:lnTo>
                    <a:pt x="5613109" y="2125706"/>
                  </a:lnTo>
                  <a:lnTo>
                    <a:pt x="5539349" y="2115373"/>
                  </a:lnTo>
                  <a:lnTo>
                    <a:pt x="5465589" y="2104799"/>
                  </a:lnTo>
                  <a:lnTo>
                    <a:pt x="5391829" y="2093977"/>
                  </a:lnTo>
                  <a:lnTo>
                    <a:pt x="5318069" y="2082902"/>
                  </a:lnTo>
                  <a:lnTo>
                    <a:pt x="5244309" y="2071568"/>
                  </a:lnTo>
                  <a:lnTo>
                    <a:pt x="5170549" y="2059968"/>
                  </a:lnTo>
                  <a:lnTo>
                    <a:pt x="5096789" y="2048098"/>
                  </a:lnTo>
                  <a:lnTo>
                    <a:pt x="5023029" y="2035949"/>
                  </a:lnTo>
                  <a:lnTo>
                    <a:pt x="4949269" y="2023516"/>
                  </a:lnTo>
                  <a:lnTo>
                    <a:pt x="4875509" y="2010792"/>
                  </a:lnTo>
                  <a:lnTo>
                    <a:pt x="4801749" y="1997770"/>
                  </a:lnTo>
                  <a:lnTo>
                    <a:pt x="4727989" y="1984444"/>
                  </a:lnTo>
                  <a:lnTo>
                    <a:pt x="4654229" y="1970806"/>
                  </a:lnTo>
                  <a:lnTo>
                    <a:pt x="4580469" y="1956848"/>
                  </a:lnTo>
                  <a:lnTo>
                    <a:pt x="4506709" y="1942564"/>
                  </a:lnTo>
                  <a:lnTo>
                    <a:pt x="4432949" y="1927946"/>
                  </a:lnTo>
                  <a:lnTo>
                    <a:pt x="4359189" y="1912986"/>
                  </a:lnTo>
                  <a:lnTo>
                    <a:pt x="4285429" y="1897675"/>
                  </a:lnTo>
                  <a:lnTo>
                    <a:pt x="4211669" y="1882007"/>
                  </a:lnTo>
                  <a:lnTo>
                    <a:pt x="4137909" y="1865971"/>
                  </a:lnTo>
                  <a:lnTo>
                    <a:pt x="4064149" y="1849561"/>
                  </a:lnTo>
                  <a:lnTo>
                    <a:pt x="3990388" y="1832766"/>
                  </a:lnTo>
                  <a:lnTo>
                    <a:pt x="3916628" y="1815578"/>
                  </a:lnTo>
                  <a:lnTo>
                    <a:pt x="3842868" y="1797988"/>
                  </a:lnTo>
                  <a:lnTo>
                    <a:pt x="3769108" y="1779987"/>
                  </a:lnTo>
                  <a:lnTo>
                    <a:pt x="3695348" y="1761564"/>
                  </a:lnTo>
                  <a:lnTo>
                    <a:pt x="3621588" y="1742710"/>
                  </a:lnTo>
                  <a:lnTo>
                    <a:pt x="3547828" y="1723415"/>
                  </a:lnTo>
                  <a:lnTo>
                    <a:pt x="3474068" y="1703669"/>
                  </a:lnTo>
                  <a:lnTo>
                    <a:pt x="3400308" y="1691022"/>
                  </a:lnTo>
                  <a:lnTo>
                    <a:pt x="3326548" y="1681523"/>
                  </a:lnTo>
                  <a:lnTo>
                    <a:pt x="3252788" y="1671920"/>
                  </a:lnTo>
                  <a:lnTo>
                    <a:pt x="3179028" y="1662214"/>
                  </a:lnTo>
                  <a:lnTo>
                    <a:pt x="3105268" y="1652402"/>
                  </a:lnTo>
                  <a:lnTo>
                    <a:pt x="3031508" y="1642484"/>
                  </a:lnTo>
                  <a:lnTo>
                    <a:pt x="2957748" y="1632458"/>
                  </a:lnTo>
                  <a:lnTo>
                    <a:pt x="2883988" y="1622324"/>
                  </a:lnTo>
                  <a:lnTo>
                    <a:pt x="2810228" y="1612080"/>
                  </a:lnTo>
                  <a:lnTo>
                    <a:pt x="2736468" y="1601724"/>
                  </a:lnTo>
                  <a:lnTo>
                    <a:pt x="2662708" y="1591257"/>
                  </a:lnTo>
                  <a:lnTo>
                    <a:pt x="2588948" y="1580676"/>
                  </a:lnTo>
                  <a:lnTo>
                    <a:pt x="2515188" y="1569980"/>
                  </a:lnTo>
                  <a:lnTo>
                    <a:pt x="2441428" y="1559168"/>
                  </a:lnTo>
                  <a:lnTo>
                    <a:pt x="2367668" y="1548239"/>
                  </a:lnTo>
                  <a:lnTo>
                    <a:pt x="2293908" y="1537192"/>
                  </a:lnTo>
                  <a:lnTo>
                    <a:pt x="2220148" y="1526024"/>
                  </a:lnTo>
                  <a:lnTo>
                    <a:pt x="2146388" y="1514736"/>
                  </a:lnTo>
                  <a:lnTo>
                    <a:pt x="2072628" y="1503325"/>
                  </a:lnTo>
                  <a:lnTo>
                    <a:pt x="1998868" y="1491791"/>
                  </a:lnTo>
                  <a:lnTo>
                    <a:pt x="1925108" y="1480132"/>
                  </a:lnTo>
                  <a:lnTo>
                    <a:pt x="1851348" y="1468346"/>
                  </a:lnTo>
                  <a:lnTo>
                    <a:pt x="1777588" y="1456432"/>
                  </a:lnTo>
                  <a:lnTo>
                    <a:pt x="1703828" y="1444389"/>
                  </a:lnTo>
                  <a:lnTo>
                    <a:pt x="1630068" y="1432216"/>
                  </a:lnTo>
                  <a:lnTo>
                    <a:pt x="1556308" y="1419911"/>
                  </a:lnTo>
                  <a:lnTo>
                    <a:pt x="1482548" y="1407472"/>
                  </a:lnTo>
                  <a:lnTo>
                    <a:pt x="1408788" y="1394898"/>
                  </a:lnTo>
                  <a:lnTo>
                    <a:pt x="1335028" y="1382189"/>
                  </a:lnTo>
                  <a:lnTo>
                    <a:pt x="1261268" y="1369341"/>
                  </a:lnTo>
                  <a:lnTo>
                    <a:pt x="1187508" y="1356354"/>
                  </a:lnTo>
                  <a:lnTo>
                    <a:pt x="1113747" y="1343226"/>
                  </a:lnTo>
                  <a:lnTo>
                    <a:pt x="1039987" y="1329956"/>
                  </a:lnTo>
                  <a:lnTo>
                    <a:pt x="966227" y="1316542"/>
                  </a:lnTo>
                  <a:lnTo>
                    <a:pt x="892467" y="1302983"/>
                  </a:lnTo>
                  <a:lnTo>
                    <a:pt x="818707" y="1289277"/>
                  </a:lnTo>
                  <a:lnTo>
                    <a:pt x="744947" y="1275422"/>
                  </a:lnTo>
                  <a:lnTo>
                    <a:pt x="671187" y="1261416"/>
                  </a:lnTo>
                  <a:lnTo>
                    <a:pt x="597427" y="1247259"/>
                  </a:lnTo>
                  <a:lnTo>
                    <a:pt x="523667" y="1232949"/>
                  </a:lnTo>
                  <a:lnTo>
                    <a:pt x="449907" y="1218483"/>
                  </a:lnTo>
                  <a:lnTo>
                    <a:pt x="376147" y="1203861"/>
                  </a:lnTo>
                  <a:lnTo>
                    <a:pt x="302387" y="1189080"/>
                  </a:lnTo>
                  <a:lnTo>
                    <a:pt x="228627" y="1174139"/>
                  </a:lnTo>
                  <a:lnTo>
                    <a:pt x="154867" y="1159035"/>
                  </a:lnTo>
                  <a:lnTo>
                    <a:pt x="81107" y="1143768"/>
                  </a:lnTo>
                  <a:lnTo>
                    <a:pt x="7347" y="1128336"/>
                  </a:lnTo>
                  <a:lnTo>
                    <a:pt x="0" y="1126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81956"/>
              <a:ext cx="7235830" cy="2067099"/>
            </a:xfrm>
            <a:custGeom>
              <a:avLst/>
              <a:pathLst>
                <a:path w="7235830" h="2067099">
                  <a:moveTo>
                    <a:pt x="0" y="0"/>
                  </a:moveTo>
                  <a:lnTo>
                    <a:pt x="7347" y="5970"/>
                  </a:lnTo>
                  <a:lnTo>
                    <a:pt x="81107" y="64536"/>
                  </a:lnTo>
                  <a:lnTo>
                    <a:pt x="154867" y="121763"/>
                  </a:lnTo>
                  <a:lnTo>
                    <a:pt x="228627" y="177681"/>
                  </a:lnTo>
                  <a:lnTo>
                    <a:pt x="302387" y="232321"/>
                  </a:lnTo>
                  <a:lnTo>
                    <a:pt x="376147" y="285711"/>
                  </a:lnTo>
                  <a:lnTo>
                    <a:pt x="449907" y="337880"/>
                  </a:lnTo>
                  <a:lnTo>
                    <a:pt x="523667" y="388857"/>
                  </a:lnTo>
                  <a:lnTo>
                    <a:pt x="597427" y="438668"/>
                  </a:lnTo>
                  <a:lnTo>
                    <a:pt x="671187" y="487340"/>
                  </a:lnTo>
                  <a:lnTo>
                    <a:pt x="744947" y="534899"/>
                  </a:lnTo>
                  <a:lnTo>
                    <a:pt x="818707" y="581370"/>
                  </a:lnTo>
                  <a:lnTo>
                    <a:pt x="892467" y="626779"/>
                  </a:lnTo>
                  <a:lnTo>
                    <a:pt x="966227" y="671150"/>
                  </a:lnTo>
                  <a:lnTo>
                    <a:pt x="1039987" y="714506"/>
                  </a:lnTo>
                  <a:lnTo>
                    <a:pt x="1113747" y="756870"/>
                  </a:lnTo>
                  <a:lnTo>
                    <a:pt x="1187508" y="798266"/>
                  </a:lnTo>
                  <a:lnTo>
                    <a:pt x="1261268" y="838716"/>
                  </a:lnTo>
                  <a:lnTo>
                    <a:pt x="1335028" y="878240"/>
                  </a:lnTo>
                  <a:lnTo>
                    <a:pt x="1408788" y="916861"/>
                  </a:lnTo>
                  <a:lnTo>
                    <a:pt x="1482548" y="954599"/>
                  </a:lnTo>
                  <a:lnTo>
                    <a:pt x="1556308" y="991473"/>
                  </a:lnTo>
                  <a:lnTo>
                    <a:pt x="1630068" y="1027505"/>
                  </a:lnTo>
                  <a:lnTo>
                    <a:pt x="1703828" y="1062712"/>
                  </a:lnTo>
                  <a:lnTo>
                    <a:pt x="1777588" y="1097115"/>
                  </a:lnTo>
                  <a:lnTo>
                    <a:pt x="1851348" y="1130731"/>
                  </a:lnTo>
                  <a:lnTo>
                    <a:pt x="1925108" y="1163578"/>
                  </a:lnTo>
                  <a:lnTo>
                    <a:pt x="1998868" y="1195674"/>
                  </a:lnTo>
                  <a:lnTo>
                    <a:pt x="2072628" y="1227037"/>
                  </a:lnTo>
                  <a:lnTo>
                    <a:pt x="2146388" y="1257682"/>
                  </a:lnTo>
                  <a:lnTo>
                    <a:pt x="2220148" y="1287626"/>
                  </a:lnTo>
                  <a:lnTo>
                    <a:pt x="2293908" y="1316886"/>
                  </a:lnTo>
                  <a:lnTo>
                    <a:pt x="2367668" y="1345477"/>
                  </a:lnTo>
                  <a:lnTo>
                    <a:pt x="2441428" y="1373414"/>
                  </a:lnTo>
                  <a:lnTo>
                    <a:pt x="2515188" y="1400712"/>
                  </a:lnTo>
                  <a:lnTo>
                    <a:pt x="2588948" y="1427386"/>
                  </a:lnTo>
                  <a:lnTo>
                    <a:pt x="2662708" y="1453450"/>
                  </a:lnTo>
                  <a:lnTo>
                    <a:pt x="2736468" y="1478918"/>
                  </a:lnTo>
                  <a:lnTo>
                    <a:pt x="2810228" y="1503804"/>
                  </a:lnTo>
                  <a:lnTo>
                    <a:pt x="2883988" y="1528120"/>
                  </a:lnTo>
                  <a:lnTo>
                    <a:pt x="2957748" y="1551881"/>
                  </a:lnTo>
                  <a:lnTo>
                    <a:pt x="3031508" y="1575098"/>
                  </a:lnTo>
                  <a:lnTo>
                    <a:pt x="3105268" y="1597785"/>
                  </a:lnTo>
                  <a:lnTo>
                    <a:pt x="3179028" y="1619952"/>
                  </a:lnTo>
                  <a:lnTo>
                    <a:pt x="3252788" y="1641613"/>
                  </a:lnTo>
                  <a:lnTo>
                    <a:pt x="3326548" y="1662779"/>
                  </a:lnTo>
                  <a:lnTo>
                    <a:pt x="3400308" y="1683460"/>
                  </a:lnTo>
                  <a:lnTo>
                    <a:pt x="3474068" y="1700420"/>
                  </a:lnTo>
                  <a:lnTo>
                    <a:pt x="3547828" y="1709717"/>
                  </a:lnTo>
                  <a:lnTo>
                    <a:pt x="3621588" y="1718914"/>
                  </a:lnTo>
                  <a:lnTo>
                    <a:pt x="3695348" y="1728012"/>
                  </a:lnTo>
                  <a:lnTo>
                    <a:pt x="3769108" y="1737013"/>
                  </a:lnTo>
                  <a:lnTo>
                    <a:pt x="3842868" y="1745918"/>
                  </a:lnTo>
                  <a:lnTo>
                    <a:pt x="3916628" y="1754727"/>
                  </a:lnTo>
                  <a:lnTo>
                    <a:pt x="3990388" y="1763441"/>
                  </a:lnTo>
                  <a:lnTo>
                    <a:pt x="4064149" y="1772062"/>
                  </a:lnTo>
                  <a:lnTo>
                    <a:pt x="4137909" y="1780590"/>
                  </a:lnTo>
                  <a:lnTo>
                    <a:pt x="4211669" y="1789027"/>
                  </a:lnTo>
                  <a:lnTo>
                    <a:pt x="4285429" y="1797374"/>
                  </a:lnTo>
                  <a:lnTo>
                    <a:pt x="4359189" y="1805631"/>
                  </a:lnTo>
                  <a:lnTo>
                    <a:pt x="4432949" y="1813799"/>
                  </a:lnTo>
                  <a:lnTo>
                    <a:pt x="4506709" y="1821880"/>
                  </a:lnTo>
                  <a:lnTo>
                    <a:pt x="4580469" y="1829874"/>
                  </a:lnTo>
                  <a:lnTo>
                    <a:pt x="4654229" y="1837783"/>
                  </a:lnTo>
                  <a:lnTo>
                    <a:pt x="4727989" y="1845606"/>
                  </a:lnTo>
                  <a:lnTo>
                    <a:pt x="4801749" y="1853346"/>
                  </a:lnTo>
                  <a:lnTo>
                    <a:pt x="4875509" y="1861003"/>
                  </a:lnTo>
                  <a:lnTo>
                    <a:pt x="4949269" y="1868577"/>
                  </a:lnTo>
                  <a:lnTo>
                    <a:pt x="5023029" y="1876070"/>
                  </a:lnTo>
                  <a:lnTo>
                    <a:pt x="5096789" y="1883483"/>
                  </a:lnTo>
                  <a:lnTo>
                    <a:pt x="5170549" y="1890817"/>
                  </a:lnTo>
                  <a:lnTo>
                    <a:pt x="5244309" y="1898072"/>
                  </a:lnTo>
                  <a:lnTo>
                    <a:pt x="5318069" y="1905249"/>
                  </a:lnTo>
                  <a:lnTo>
                    <a:pt x="5391829" y="1912349"/>
                  </a:lnTo>
                  <a:lnTo>
                    <a:pt x="5465589" y="1919372"/>
                  </a:lnTo>
                  <a:lnTo>
                    <a:pt x="5539349" y="1926321"/>
                  </a:lnTo>
                  <a:lnTo>
                    <a:pt x="5613109" y="1933195"/>
                  </a:lnTo>
                  <a:lnTo>
                    <a:pt x="5686869" y="1939995"/>
                  </a:lnTo>
                  <a:lnTo>
                    <a:pt x="5760629" y="1946723"/>
                  </a:lnTo>
                  <a:lnTo>
                    <a:pt x="5834389" y="1953378"/>
                  </a:lnTo>
                  <a:lnTo>
                    <a:pt x="5908149" y="1959962"/>
                  </a:lnTo>
                  <a:lnTo>
                    <a:pt x="5981909" y="1966475"/>
                  </a:lnTo>
                  <a:lnTo>
                    <a:pt x="6055669" y="1972918"/>
                  </a:lnTo>
                  <a:lnTo>
                    <a:pt x="6129429" y="1979293"/>
                  </a:lnTo>
                  <a:lnTo>
                    <a:pt x="6203189" y="1985598"/>
                  </a:lnTo>
                  <a:lnTo>
                    <a:pt x="6276949" y="1991837"/>
                  </a:lnTo>
                  <a:lnTo>
                    <a:pt x="6350709" y="1998008"/>
                  </a:lnTo>
                  <a:lnTo>
                    <a:pt x="6424469" y="2004113"/>
                  </a:lnTo>
                  <a:lnTo>
                    <a:pt x="6498229" y="2010153"/>
                  </a:lnTo>
                  <a:lnTo>
                    <a:pt x="6571989" y="2016128"/>
                  </a:lnTo>
                  <a:lnTo>
                    <a:pt x="6645749" y="2022039"/>
                  </a:lnTo>
                  <a:lnTo>
                    <a:pt x="6719509" y="2027886"/>
                  </a:lnTo>
                  <a:lnTo>
                    <a:pt x="6793269" y="2033671"/>
                  </a:lnTo>
                  <a:lnTo>
                    <a:pt x="6867029" y="2039393"/>
                  </a:lnTo>
                  <a:lnTo>
                    <a:pt x="6940789" y="2045055"/>
                  </a:lnTo>
                  <a:lnTo>
                    <a:pt x="7014550" y="2050655"/>
                  </a:lnTo>
                  <a:lnTo>
                    <a:pt x="7088310" y="2056196"/>
                  </a:lnTo>
                  <a:lnTo>
                    <a:pt x="7162070" y="2061677"/>
                  </a:lnTo>
                  <a:lnTo>
                    <a:pt x="7235830" y="2067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08739"/>
              <a:ext cx="7235830" cy="1175028"/>
            </a:xfrm>
            <a:custGeom>
              <a:avLst/>
              <a:pathLst>
                <a:path w="7235830" h="1175028">
                  <a:moveTo>
                    <a:pt x="7235830" y="1175028"/>
                  </a:moveTo>
                  <a:lnTo>
                    <a:pt x="7162070" y="1168816"/>
                  </a:lnTo>
                  <a:lnTo>
                    <a:pt x="7088310" y="1162459"/>
                  </a:lnTo>
                  <a:lnTo>
                    <a:pt x="7014550" y="1155954"/>
                  </a:lnTo>
                  <a:lnTo>
                    <a:pt x="6940789" y="1149296"/>
                  </a:lnTo>
                  <a:lnTo>
                    <a:pt x="6867029" y="1142482"/>
                  </a:lnTo>
                  <a:lnTo>
                    <a:pt x="6793269" y="1135509"/>
                  </a:lnTo>
                  <a:lnTo>
                    <a:pt x="6719509" y="1128373"/>
                  </a:lnTo>
                  <a:lnTo>
                    <a:pt x="6645749" y="1121069"/>
                  </a:lnTo>
                  <a:lnTo>
                    <a:pt x="6571989" y="1113595"/>
                  </a:lnTo>
                  <a:lnTo>
                    <a:pt x="6498229" y="1105946"/>
                  </a:lnTo>
                  <a:lnTo>
                    <a:pt x="6424469" y="1098118"/>
                  </a:lnTo>
                  <a:lnTo>
                    <a:pt x="6350709" y="1090106"/>
                  </a:lnTo>
                  <a:lnTo>
                    <a:pt x="6276949" y="1081908"/>
                  </a:lnTo>
                  <a:lnTo>
                    <a:pt x="6203189" y="1073517"/>
                  </a:lnTo>
                  <a:lnTo>
                    <a:pt x="6129429" y="1064930"/>
                  </a:lnTo>
                  <a:lnTo>
                    <a:pt x="6055669" y="1056142"/>
                  </a:lnTo>
                  <a:lnTo>
                    <a:pt x="5981909" y="1047148"/>
                  </a:lnTo>
                  <a:lnTo>
                    <a:pt x="5908149" y="1037944"/>
                  </a:lnTo>
                  <a:lnTo>
                    <a:pt x="5834389" y="1028525"/>
                  </a:lnTo>
                  <a:lnTo>
                    <a:pt x="5760629" y="1018885"/>
                  </a:lnTo>
                  <a:lnTo>
                    <a:pt x="5686869" y="1009020"/>
                  </a:lnTo>
                  <a:lnTo>
                    <a:pt x="5613109" y="998923"/>
                  </a:lnTo>
                  <a:lnTo>
                    <a:pt x="5539349" y="988591"/>
                  </a:lnTo>
                  <a:lnTo>
                    <a:pt x="5465589" y="978016"/>
                  </a:lnTo>
                  <a:lnTo>
                    <a:pt x="5391829" y="967195"/>
                  </a:lnTo>
                  <a:lnTo>
                    <a:pt x="5318069" y="956120"/>
                  </a:lnTo>
                  <a:lnTo>
                    <a:pt x="5244309" y="944785"/>
                  </a:lnTo>
                  <a:lnTo>
                    <a:pt x="5170549" y="933186"/>
                  </a:lnTo>
                  <a:lnTo>
                    <a:pt x="5096789" y="921315"/>
                  </a:lnTo>
                  <a:lnTo>
                    <a:pt x="5023029" y="909166"/>
                  </a:lnTo>
                  <a:lnTo>
                    <a:pt x="4949269" y="896733"/>
                  </a:lnTo>
                  <a:lnTo>
                    <a:pt x="4875509" y="884009"/>
                  </a:lnTo>
                  <a:lnTo>
                    <a:pt x="4801749" y="870988"/>
                  </a:lnTo>
                  <a:lnTo>
                    <a:pt x="4727989" y="857661"/>
                  </a:lnTo>
                  <a:lnTo>
                    <a:pt x="4654229" y="844023"/>
                  </a:lnTo>
                  <a:lnTo>
                    <a:pt x="4580469" y="830066"/>
                  </a:lnTo>
                  <a:lnTo>
                    <a:pt x="4506709" y="815782"/>
                  </a:lnTo>
                  <a:lnTo>
                    <a:pt x="4432949" y="801163"/>
                  </a:lnTo>
                  <a:lnTo>
                    <a:pt x="4359189" y="786203"/>
                  </a:lnTo>
                  <a:lnTo>
                    <a:pt x="4285429" y="770893"/>
                  </a:lnTo>
                  <a:lnTo>
                    <a:pt x="4211669" y="755224"/>
                  </a:lnTo>
                  <a:lnTo>
                    <a:pt x="4137909" y="739189"/>
                  </a:lnTo>
                  <a:lnTo>
                    <a:pt x="4064149" y="722778"/>
                  </a:lnTo>
                  <a:lnTo>
                    <a:pt x="3990388" y="705983"/>
                  </a:lnTo>
                  <a:lnTo>
                    <a:pt x="3916628" y="688796"/>
                  </a:lnTo>
                  <a:lnTo>
                    <a:pt x="3842868" y="671206"/>
                  </a:lnTo>
                  <a:lnTo>
                    <a:pt x="3769108" y="653204"/>
                  </a:lnTo>
                  <a:lnTo>
                    <a:pt x="3695348" y="634782"/>
                  </a:lnTo>
                  <a:lnTo>
                    <a:pt x="3621588" y="615928"/>
                  </a:lnTo>
                  <a:lnTo>
                    <a:pt x="3547828" y="596633"/>
                  </a:lnTo>
                  <a:lnTo>
                    <a:pt x="3474068" y="576886"/>
                  </a:lnTo>
                  <a:lnTo>
                    <a:pt x="3400308" y="564240"/>
                  </a:lnTo>
                  <a:lnTo>
                    <a:pt x="3326548" y="554740"/>
                  </a:lnTo>
                  <a:lnTo>
                    <a:pt x="3252788" y="545138"/>
                  </a:lnTo>
                  <a:lnTo>
                    <a:pt x="3179028" y="535431"/>
                  </a:lnTo>
                  <a:lnTo>
                    <a:pt x="3105268" y="525620"/>
                  </a:lnTo>
                  <a:lnTo>
                    <a:pt x="3031508" y="515701"/>
                  </a:lnTo>
                  <a:lnTo>
                    <a:pt x="2957748" y="505676"/>
                  </a:lnTo>
                  <a:lnTo>
                    <a:pt x="2883988" y="495541"/>
                  </a:lnTo>
                  <a:lnTo>
                    <a:pt x="2810228" y="485297"/>
                  </a:lnTo>
                  <a:lnTo>
                    <a:pt x="2736468" y="474942"/>
                  </a:lnTo>
                  <a:lnTo>
                    <a:pt x="2662708" y="464474"/>
                  </a:lnTo>
                  <a:lnTo>
                    <a:pt x="2588948" y="453893"/>
                  </a:lnTo>
                  <a:lnTo>
                    <a:pt x="2515188" y="443197"/>
                  </a:lnTo>
                  <a:lnTo>
                    <a:pt x="2441428" y="432385"/>
                  </a:lnTo>
                  <a:lnTo>
                    <a:pt x="2367668" y="421456"/>
                  </a:lnTo>
                  <a:lnTo>
                    <a:pt x="2293908" y="410409"/>
                  </a:lnTo>
                  <a:lnTo>
                    <a:pt x="2220148" y="399242"/>
                  </a:lnTo>
                  <a:lnTo>
                    <a:pt x="2146388" y="387953"/>
                  </a:lnTo>
                  <a:lnTo>
                    <a:pt x="2072628" y="376543"/>
                  </a:lnTo>
                  <a:lnTo>
                    <a:pt x="1998868" y="365008"/>
                  </a:lnTo>
                  <a:lnTo>
                    <a:pt x="1925108" y="353349"/>
                  </a:lnTo>
                  <a:lnTo>
                    <a:pt x="1851348" y="341563"/>
                  </a:lnTo>
                  <a:lnTo>
                    <a:pt x="1777588" y="329650"/>
                  </a:lnTo>
                  <a:lnTo>
                    <a:pt x="1703828" y="317607"/>
                  </a:lnTo>
                  <a:lnTo>
                    <a:pt x="1630068" y="305433"/>
                  </a:lnTo>
                  <a:lnTo>
                    <a:pt x="1556308" y="293128"/>
                  </a:lnTo>
                  <a:lnTo>
                    <a:pt x="1482548" y="280689"/>
                  </a:lnTo>
                  <a:lnTo>
                    <a:pt x="1408788" y="268116"/>
                  </a:lnTo>
                  <a:lnTo>
                    <a:pt x="1335028" y="255406"/>
                  </a:lnTo>
                  <a:lnTo>
                    <a:pt x="1261268" y="242558"/>
                  </a:lnTo>
                  <a:lnTo>
                    <a:pt x="1187508" y="229571"/>
                  </a:lnTo>
                  <a:lnTo>
                    <a:pt x="1113747" y="216444"/>
                  </a:lnTo>
                  <a:lnTo>
                    <a:pt x="1039987" y="203174"/>
                  </a:lnTo>
                  <a:lnTo>
                    <a:pt x="966227" y="189760"/>
                  </a:lnTo>
                  <a:lnTo>
                    <a:pt x="892467" y="176200"/>
                  </a:lnTo>
                  <a:lnTo>
                    <a:pt x="818707" y="162494"/>
                  </a:lnTo>
                  <a:lnTo>
                    <a:pt x="744947" y="148639"/>
                  </a:lnTo>
                  <a:lnTo>
                    <a:pt x="671187" y="134634"/>
                  </a:lnTo>
                  <a:lnTo>
                    <a:pt x="597427" y="120477"/>
                  </a:lnTo>
                  <a:lnTo>
                    <a:pt x="523667" y="106166"/>
                  </a:lnTo>
                  <a:lnTo>
                    <a:pt x="449907" y="91701"/>
                  </a:lnTo>
                  <a:lnTo>
                    <a:pt x="376147" y="77078"/>
                  </a:lnTo>
                  <a:lnTo>
                    <a:pt x="302387" y="62297"/>
                  </a:lnTo>
                  <a:lnTo>
                    <a:pt x="228627" y="47356"/>
                  </a:lnTo>
                  <a:lnTo>
                    <a:pt x="154867" y="32253"/>
                  </a:lnTo>
                  <a:lnTo>
                    <a:pt x="81107" y="16986"/>
                  </a:lnTo>
                  <a:lnTo>
                    <a:pt x="7347" y="15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26180"/>
              <a:ext cx="7235830" cy="1558663"/>
            </a:xfrm>
            <a:custGeom>
              <a:avLst/>
              <a:pathLst>
                <a:path w="7235830" h="1558663">
                  <a:moveTo>
                    <a:pt x="0" y="0"/>
                  </a:moveTo>
                  <a:lnTo>
                    <a:pt x="7347" y="3270"/>
                  </a:lnTo>
                  <a:lnTo>
                    <a:pt x="81107" y="35549"/>
                  </a:lnTo>
                  <a:lnTo>
                    <a:pt x="154867" y="67286"/>
                  </a:lnTo>
                  <a:lnTo>
                    <a:pt x="228627" y="98488"/>
                  </a:lnTo>
                  <a:lnTo>
                    <a:pt x="302387" y="129167"/>
                  </a:lnTo>
                  <a:lnTo>
                    <a:pt x="376147" y="159329"/>
                  </a:lnTo>
                  <a:lnTo>
                    <a:pt x="449907" y="188984"/>
                  </a:lnTo>
                  <a:lnTo>
                    <a:pt x="523667" y="218141"/>
                  </a:lnTo>
                  <a:lnTo>
                    <a:pt x="597427" y="246807"/>
                  </a:lnTo>
                  <a:lnTo>
                    <a:pt x="671187" y="274991"/>
                  </a:lnTo>
                  <a:lnTo>
                    <a:pt x="744947" y="302702"/>
                  </a:lnTo>
                  <a:lnTo>
                    <a:pt x="818707" y="329946"/>
                  </a:lnTo>
                  <a:lnTo>
                    <a:pt x="892467" y="356733"/>
                  </a:lnTo>
                  <a:lnTo>
                    <a:pt x="966227" y="383069"/>
                  </a:lnTo>
                  <a:lnTo>
                    <a:pt x="1039987" y="408962"/>
                  </a:lnTo>
                  <a:lnTo>
                    <a:pt x="1113747" y="434420"/>
                  </a:lnTo>
                  <a:lnTo>
                    <a:pt x="1187508" y="459449"/>
                  </a:lnTo>
                  <a:lnTo>
                    <a:pt x="1261268" y="484058"/>
                  </a:lnTo>
                  <a:lnTo>
                    <a:pt x="1335028" y="508253"/>
                  </a:lnTo>
                  <a:lnTo>
                    <a:pt x="1408788" y="532042"/>
                  </a:lnTo>
                  <a:lnTo>
                    <a:pt x="1482548" y="555430"/>
                  </a:lnTo>
                  <a:lnTo>
                    <a:pt x="1556308" y="578425"/>
                  </a:lnTo>
                  <a:lnTo>
                    <a:pt x="1630068" y="601033"/>
                  </a:lnTo>
                  <a:lnTo>
                    <a:pt x="1703828" y="623262"/>
                  </a:lnTo>
                  <a:lnTo>
                    <a:pt x="1777588" y="645116"/>
                  </a:lnTo>
                  <a:lnTo>
                    <a:pt x="1851348" y="666603"/>
                  </a:lnTo>
                  <a:lnTo>
                    <a:pt x="1925108" y="687729"/>
                  </a:lnTo>
                  <a:lnTo>
                    <a:pt x="1998868" y="708500"/>
                  </a:lnTo>
                  <a:lnTo>
                    <a:pt x="2072628" y="728921"/>
                  </a:lnTo>
                  <a:lnTo>
                    <a:pt x="2146388" y="748999"/>
                  </a:lnTo>
                  <a:lnTo>
                    <a:pt x="2220148" y="768739"/>
                  </a:lnTo>
                  <a:lnTo>
                    <a:pt x="2293908" y="788148"/>
                  </a:lnTo>
                  <a:lnTo>
                    <a:pt x="2367668" y="807230"/>
                  </a:lnTo>
                  <a:lnTo>
                    <a:pt x="2441428" y="825991"/>
                  </a:lnTo>
                  <a:lnTo>
                    <a:pt x="2515188" y="844437"/>
                  </a:lnTo>
                  <a:lnTo>
                    <a:pt x="2588948" y="862572"/>
                  </a:lnTo>
                  <a:lnTo>
                    <a:pt x="2662708" y="880403"/>
                  </a:lnTo>
                  <a:lnTo>
                    <a:pt x="2736468" y="897934"/>
                  </a:lnTo>
                  <a:lnTo>
                    <a:pt x="2810228" y="915170"/>
                  </a:lnTo>
                  <a:lnTo>
                    <a:pt x="2883988" y="932116"/>
                  </a:lnTo>
                  <a:lnTo>
                    <a:pt x="2957748" y="948778"/>
                  </a:lnTo>
                  <a:lnTo>
                    <a:pt x="3031508" y="965159"/>
                  </a:lnTo>
                  <a:lnTo>
                    <a:pt x="3105268" y="981265"/>
                  </a:lnTo>
                  <a:lnTo>
                    <a:pt x="3179028" y="997100"/>
                  </a:lnTo>
                  <a:lnTo>
                    <a:pt x="3252788" y="1012668"/>
                  </a:lnTo>
                  <a:lnTo>
                    <a:pt x="3326548" y="1027975"/>
                  </a:lnTo>
                  <a:lnTo>
                    <a:pt x="3400308" y="1043025"/>
                  </a:lnTo>
                  <a:lnTo>
                    <a:pt x="3474068" y="1057822"/>
                  </a:lnTo>
                  <a:lnTo>
                    <a:pt x="3547828" y="1072369"/>
                  </a:lnTo>
                  <a:lnTo>
                    <a:pt x="3621588" y="1086672"/>
                  </a:lnTo>
                  <a:lnTo>
                    <a:pt x="3695348" y="1100735"/>
                  </a:lnTo>
                  <a:lnTo>
                    <a:pt x="3769108" y="1114561"/>
                  </a:lnTo>
                  <a:lnTo>
                    <a:pt x="3842868" y="1128155"/>
                  </a:lnTo>
                  <a:lnTo>
                    <a:pt x="3916628" y="1141520"/>
                  </a:lnTo>
                  <a:lnTo>
                    <a:pt x="3990388" y="1154660"/>
                  </a:lnTo>
                  <a:lnTo>
                    <a:pt x="4064149" y="1167580"/>
                  </a:lnTo>
                  <a:lnTo>
                    <a:pt x="4137909" y="1180282"/>
                  </a:lnTo>
                  <a:lnTo>
                    <a:pt x="4211669" y="1192771"/>
                  </a:lnTo>
                  <a:lnTo>
                    <a:pt x="4285429" y="1205049"/>
                  </a:lnTo>
                  <a:lnTo>
                    <a:pt x="4359189" y="1217122"/>
                  </a:lnTo>
                  <a:lnTo>
                    <a:pt x="4432949" y="1228991"/>
                  </a:lnTo>
                  <a:lnTo>
                    <a:pt x="4506709" y="1240661"/>
                  </a:lnTo>
                  <a:lnTo>
                    <a:pt x="4580469" y="1252134"/>
                  </a:lnTo>
                  <a:lnTo>
                    <a:pt x="4654229" y="1263415"/>
                  </a:lnTo>
                  <a:lnTo>
                    <a:pt x="4727989" y="1274505"/>
                  </a:lnTo>
                  <a:lnTo>
                    <a:pt x="4801749" y="1285410"/>
                  </a:lnTo>
                  <a:lnTo>
                    <a:pt x="4875509" y="1296131"/>
                  </a:lnTo>
                  <a:lnTo>
                    <a:pt x="4949269" y="1306672"/>
                  </a:lnTo>
                  <a:lnTo>
                    <a:pt x="5023029" y="1317035"/>
                  </a:lnTo>
                  <a:lnTo>
                    <a:pt x="5096789" y="1327224"/>
                  </a:lnTo>
                  <a:lnTo>
                    <a:pt x="5170549" y="1337242"/>
                  </a:lnTo>
                  <a:lnTo>
                    <a:pt x="5244309" y="1347092"/>
                  </a:lnTo>
                  <a:lnTo>
                    <a:pt x="5318069" y="1356776"/>
                  </a:lnTo>
                  <a:lnTo>
                    <a:pt x="5391829" y="1366297"/>
                  </a:lnTo>
                  <a:lnTo>
                    <a:pt x="5465589" y="1375658"/>
                  </a:lnTo>
                  <a:lnTo>
                    <a:pt x="5539349" y="1384861"/>
                  </a:lnTo>
                  <a:lnTo>
                    <a:pt x="5613109" y="1393910"/>
                  </a:lnTo>
                  <a:lnTo>
                    <a:pt x="5686869" y="1402807"/>
                  </a:lnTo>
                  <a:lnTo>
                    <a:pt x="5760629" y="1411554"/>
                  </a:lnTo>
                  <a:lnTo>
                    <a:pt x="5834389" y="1420154"/>
                  </a:lnTo>
                  <a:lnTo>
                    <a:pt x="5908149" y="1428609"/>
                  </a:lnTo>
                  <a:lnTo>
                    <a:pt x="5981909" y="1436922"/>
                  </a:lnTo>
                  <a:lnTo>
                    <a:pt x="6055669" y="1445096"/>
                  </a:lnTo>
                  <a:lnTo>
                    <a:pt x="6129429" y="1453132"/>
                  </a:lnTo>
                  <a:lnTo>
                    <a:pt x="6203189" y="1461033"/>
                  </a:lnTo>
                  <a:lnTo>
                    <a:pt x="6276949" y="1468801"/>
                  </a:lnTo>
                  <a:lnTo>
                    <a:pt x="6350709" y="1476438"/>
                  </a:lnTo>
                  <a:lnTo>
                    <a:pt x="6424469" y="1483947"/>
                  </a:lnTo>
                  <a:lnTo>
                    <a:pt x="6498229" y="1491330"/>
                  </a:lnTo>
                  <a:lnTo>
                    <a:pt x="6571989" y="1498589"/>
                  </a:lnTo>
                  <a:lnTo>
                    <a:pt x="6645749" y="1505725"/>
                  </a:lnTo>
                  <a:lnTo>
                    <a:pt x="6719509" y="1512742"/>
                  </a:lnTo>
                  <a:lnTo>
                    <a:pt x="6793269" y="1519640"/>
                  </a:lnTo>
                  <a:lnTo>
                    <a:pt x="6867029" y="1526423"/>
                  </a:lnTo>
                  <a:lnTo>
                    <a:pt x="6940789" y="1533092"/>
                  </a:lnTo>
                  <a:lnTo>
                    <a:pt x="7014550" y="1539648"/>
                  </a:lnTo>
                  <a:lnTo>
                    <a:pt x="7088310" y="1546094"/>
                  </a:lnTo>
                  <a:lnTo>
                    <a:pt x="7162070" y="1552432"/>
                  </a:lnTo>
                  <a:lnTo>
                    <a:pt x="7235830" y="1558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2026-05-27T10:00:49Z</dcterms:modified>
  <cp:category/>
</cp:coreProperties>
</file>