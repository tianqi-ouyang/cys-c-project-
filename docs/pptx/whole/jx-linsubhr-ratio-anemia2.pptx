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8707"/>
              <a:ext cx="7235830" cy="2195375"/>
            </a:xfrm>
            <a:custGeom>
              <a:avLst/>
              <a:pathLst>
                <a:path w="7235830" h="2195375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  <a:lnTo>
                    <a:pt x="7235830" y="2195375"/>
                  </a:lnTo>
                  <a:lnTo>
                    <a:pt x="7162070" y="2189451"/>
                  </a:lnTo>
                  <a:lnTo>
                    <a:pt x="7088310" y="2183388"/>
                  </a:lnTo>
                  <a:lnTo>
                    <a:pt x="7014550" y="2177183"/>
                  </a:lnTo>
                  <a:lnTo>
                    <a:pt x="6940789" y="2170833"/>
                  </a:lnTo>
                  <a:lnTo>
                    <a:pt x="6867029" y="2164335"/>
                  </a:lnTo>
                  <a:lnTo>
                    <a:pt x="6793269" y="2157684"/>
                  </a:lnTo>
                  <a:lnTo>
                    <a:pt x="6719509" y="2150878"/>
                  </a:lnTo>
                  <a:lnTo>
                    <a:pt x="6645749" y="2143912"/>
                  </a:lnTo>
                  <a:lnTo>
                    <a:pt x="6571989" y="2136783"/>
                  </a:lnTo>
                  <a:lnTo>
                    <a:pt x="6498229" y="2129488"/>
                  </a:lnTo>
                  <a:lnTo>
                    <a:pt x="6424469" y="2122022"/>
                  </a:lnTo>
                  <a:lnTo>
                    <a:pt x="6350709" y="2114381"/>
                  </a:lnTo>
                  <a:lnTo>
                    <a:pt x="6276949" y="2106561"/>
                  </a:lnTo>
                  <a:lnTo>
                    <a:pt x="6203189" y="2098558"/>
                  </a:lnTo>
                  <a:lnTo>
                    <a:pt x="6129429" y="2090369"/>
                  </a:lnTo>
                  <a:lnTo>
                    <a:pt x="6055669" y="2081987"/>
                  </a:lnTo>
                  <a:lnTo>
                    <a:pt x="5981909" y="2073409"/>
                  </a:lnTo>
                  <a:lnTo>
                    <a:pt x="5908149" y="2064631"/>
                  </a:lnTo>
                  <a:lnTo>
                    <a:pt x="5834389" y="2055647"/>
                  </a:lnTo>
                  <a:lnTo>
                    <a:pt x="5760629" y="2046453"/>
                  </a:lnTo>
                  <a:lnTo>
                    <a:pt x="5686869" y="2037043"/>
                  </a:lnTo>
                  <a:lnTo>
                    <a:pt x="5613109" y="2027414"/>
                  </a:lnTo>
                  <a:lnTo>
                    <a:pt x="5539349" y="2017559"/>
                  </a:lnTo>
                  <a:lnTo>
                    <a:pt x="5465589" y="2007474"/>
                  </a:lnTo>
                  <a:lnTo>
                    <a:pt x="5391829" y="1997152"/>
                  </a:lnTo>
                  <a:lnTo>
                    <a:pt x="5318069" y="1986589"/>
                  </a:lnTo>
                  <a:lnTo>
                    <a:pt x="5244309" y="1975779"/>
                  </a:lnTo>
                  <a:lnTo>
                    <a:pt x="5170549" y="1964716"/>
                  </a:lnTo>
                  <a:lnTo>
                    <a:pt x="5096789" y="1953394"/>
                  </a:lnTo>
                  <a:lnTo>
                    <a:pt x="5023029" y="1941807"/>
                  </a:lnTo>
                  <a:lnTo>
                    <a:pt x="4949269" y="1929949"/>
                  </a:lnTo>
                  <a:lnTo>
                    <a:pt x="4875509" y="1917814"/>
                  </a:lnTo>
                  <a:lnTo>
                    <a:pt x="4801749" y="1905394"/>
                  </a:lnTo>
                  <a:lnTo>
                    <a:pt x="4727989" y="1892684"/>
                  </a:lnTo>
                  <a:lnTo>
                    <a:pt x="4654229" y="1879676"/>
                  </a:lnTo>
                  <a:lnTo>
                    <a:pt x="4580469" y="1866364"/>
                  </a:lnTo>
                  <a:lnTo>
                    <a:pt x="4506709" y="1852741"/>
                  </a:lnTo>
                  <a:lnTo>
                    <a:pt x="4432949" y="1838799"/>
                  </a:lnTo>
                  <a:lnTo>
                    <a:pt x="4359189" y="1824530"/>
                  </a:lnTo>
                  <a:lnTo>
                    <a:pt x="4285429" y="1809927"/>
                  </a:lnTo>
                  <a:lnTo>
                    <a:pt x="4211669" y="1794983"/>
                  </a:lnTo>
                  <a:lnTo>
                    <a:pt x="4137909" y="1779689"/>
                  </a:lnTo>
                  <a:lnTo>
                    <a:pt x="4064149" y="1764038"/>
                  </a:lnTo>
                  <a:lnTo>
                    <a:pt x="3990388" y="1748020"/>
                  </a:lnTo>
                  <a:lnTo>
                    <a:pt x="3916628" y="1731627"/>
                  </a:lnTo>
                  <a:lnTo>
                    <a:pt x="3842868" y="1714850"/>
                  </a:lnTo>
                  <a:lnTo>
                    <a:pt x="3769108" y="1697681"/>
                  </a:lnTo>
                  <a:lnTo>
                    <a:pt x="3695348" y="1680110"/>
                  </a:lnTo>
                  <a:lnTo>
                    <a:pt x="3621588" y="1662128"/>
                  </a:lnTo>
                  <a:lnTo>
                    <a:pt x="3547828" y="1643725"/>
                  </a:lnTo>
                  <a:lnTo>
                    <a:pt x="3474068" y="1624892"/>
                  </a:lnTo>
                  <a:lnTo>
                    <a:pt x="3400308" y="1612830"/>
                  </a:lnTo>
                  <a:lnTo>
                    <a:pt x="3326548" y="1603770"/>
                  </a:lnTo>
                  <a:lnTo>
                    <a:pt x="3252788" y="1594611"/>
                  </a:lnTo>
                  <a:lnTo>
                    <a:pt x="3179028" y="1585354"/>
                  </a:lnTo>
                  <a:lnTo>
                    <a:pt x="3105268" y="1575996"/>
                  </a:lnTo>
                  <a:lnTo>
                    <a:pt x="3031508" y="1566536"/>
                  </a:lnTo>
                  <a:lnTo>
                    <a:pt x="2957748" y="1556974"/>
                  </a:lnTo>
                  <a:lnTo>
                    <a:pt x="2883988" y="1547308"/>
                  </a:lnTo>
                  <a:lnTo>
                    <a:pt x="2810228" y="1537538"/>
                  </a:lnTo>
                  <a:lnTo>
                    <a:pt x="2736468" y="1527661"/>
                  </a:lnTo>
                  <a:lnTo>
                    <a:pt x="2662708" y="1517677"/>
                  </a:lnTo>
                  <a:lnTo>
                    <a:pt x="2588948" y="1507586"/>
                  </a:lnTo>
                  <a:lnTo>
                    <a:pt x="2515188" y="1497384"/>
                  </a:lnTo>
                  <a:lnTo>
                    <a:pt x="2441428" y="1487073"/>
                  </a:lnTo>
                  <a:lnTo>
                    <a:pt x="2367668" y="1476649"/>
                  </a:lnTo>
                  <a:lnTo>
                    <a:pt x="2293908" y="1466112"/>
                  </a:lnTo>
                  <a:lnTo>
                    <a:pt x="2220148" y="1455461"/>
                  </a:lnTo>
                  <a:lnTo>
                    <a:pt x="2146388" y="1444695"/>
                  </a:lnTo>
                  <a:lnTo>
                    <a:pt x="2072628" y="1433812"/>
                  </a:lnTo>
                  <a:lnTo>
                    <a:pt x="1998868" y="1422811"/>
                  </a:lnTo>
                  <a:lnTo>
                    <a:pt x="1925108" y="1411691"/>
                  </a:lnTo>
                  <a:lnTo>
                    <a:pt x="1851348" y="1400450"/>
                  </a:lnTo>
                  <a:lnTo>
                    <a:pt x="1777588" y="1389087"/>
                  </a:lnTo>
                  <a:lnTo>
                    <a:pt x="1703828" y="1377601"/>
                  </a:lnTo>
                  <a:lnTo>
                    <a:pt x="1630068" y="1365991"/>
                  </a:lnTo>
                  <a:lnTo>
                    <a:pt x="1556308" y="1354255"/>
                  </a:lnTo>
                  <a:lnTo>
                    <a:pt x="1482548" y="1342391"/>
                  </a:lnTo>
                  <a:lnTo>
                    <a:pt x="1408788" y="1330399"/>
                  </a:lnTo>
                  <a:lnTo>
                    <a:pt x="1335028" y="1318277"/>
                  </a:lnTo>
                  <a:lnTo>
                    <a:pt x="1261268" y="1306023"/>
                  </a:lnTo>
                  <a:lnTo>
                    <a:pt x="1187508" y="1293637"/>
                  </a:lnTo>
                  <a:lnTo>
                    <a:pt x="1113747" y="1281116"/>
                  </a:lnTo>
                  <a:lnTo>
                    <a:pt x="1039987" y="1268459"/>
                  </a:lnTo>
                  <a:lnTo>
                    <a:pt x="966227" y="1255666"/>
                  </a:lnTo>
                  <a:lnTo>
                    <a:pt x="892467" y="1242733"/>
                  </a:lnTo>
                  <a:lnTo>
                    <a:pt x="818707" y="1229661"/>
                  </a:lnTo>
                  <a:lnTo>
                    <a:pt x="744947" y="1216447"/>
                  </a:lnTo>
                  <a:lnTo>
                    <a:pt x="671187" y="1203089"/>
                  </a:lnTo>
                  <a:lnTo>
                    <a:pt x="597427" y="1189587"/>
                  </a:lnTo>
                  <a:lnTo>
                    <a:pt x="523667" y="1175938"/>
                  </a:lnTo>
                  <a:lnTo>
                    <a:pt x="449907" y="1162141"/>
                  </a:lnTo>
                  <a:lnTo>
                    <a:pt x="376147" y="1148195"/>
                  </a:lnTo>
                  <a:lnTo>
                    <a:pt x="302387" y="1134097"/>
                  </a:lnTo>
                  <a:lnTo>
                    <a:pt x="228627" y="1119847"/>
                  </a:lnTo>
                  <a:lnTo>
                    <a:pt x="154867" y="1105442"/>
                  </a:lnTo>
                  <a:lnTo>
                    <a:pt x="81107" y="1090881"/>
                  </a:lnTo>
                  <a:lnTo>
                    <a:pt x="7347" y="1076162"/>
                  </a:lnTo>
                  <a:lnTo>
                    <a:pt x="0" y="107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8707"/>
              <a:ext cx="7235830" cy="1971517"/>
            </a:xfrm>
            <a:custGeom>
              <a:avLst/>
              <a:pathLst>
                <a:path w="7235830" h="1971517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3388"/>
              <a:ext cx="7235830" cy="1120695"/>
            </a:xfrm>
            <a:custGeom>
              <a:avLst/>
              <a:pathLst>
                <a:path w="7235830" h="1120695">
                  <a:moveTo>
                    <a:pt x="7235830" y="1120695"/>
                  </a:moveTo>
                  <a:lnTo>
                    <a:pt x="7162070" y="1114771"/>
                  </a:lnTo>
                  <a:lnTo>
                    <a:pt x="7088310" y="1108708"/>
                  </a:lnTo>
                  <a:lnTo>
                    <a:pt x="7014550" y="1102503"/>
                  </a:lnTo>
                  <a:lnTo>
                    <a:pt x="6940789" y="1096153"/>
                  </a:lnTo>
                  <a:lnTo>
                    <a:pt x="6867029" y="1089654"/>
                  </a:lnTo>
                  <a:lnTo>
                    <a:pt x="6793269" y="1083003"/>
                  </a:lnTo>
                  <a:lnTo>
                    <a:pt x="6719509" y="1076197"/>
                  </a:lnTo>
                  <a:lnTo>
                    <a:pt x="6645749" y="1069231"/>
                  </a:lnTo>
                  <a:lnTo>
                    <a:pt x="6571989" y="1062103"/>
                  </a:lnTo>
                  <a:lnTo>
                    <a:pt x="6498229" y="1054807"/>
                  </a:lnTo>
                  <a:lnTo>
                    <a:pt x="6424469" y="1047341"/>
                  </a:lnTo>
                  <a:lnTo>
                    <a:pt x="6350709" y="1039700"/>
                  </a:lnTo>
                  <a:lnTo>
                    <a:pt x="6276949" y="1031881"/>
                  </a:lnTo>
                  <a:lnTo>
                    <a:pt x="6203189" y="1023878"/>
                  </a:lnTo>
                  <a:lnTo>
                    <a:pt x="6129429" y="1015688"/>
                  </a:lnTo>
                  <a:lnTo>
                    <a:pt x="6055669" y="1007306"/>
                  </a:lnTo>
                  <a:lnTo>
                    <a:pt x="5981909" y="998729"/>
                  </a:lnTo>
                  <a:lnTo>
                    <a:pt x="5908149" y="989950"/>
                  </a:lnTo>
                  <a:lnTo>
                    <a:pt x="5834389" y="980966"/>
                  </a:lnTo>
                  <a:lnTo>
                    <a:pt x="5760629" y="971772"/>
                  </a:lnTo>
                  <a:lnTo>
                    <a:pt x="5686869" y="962363"/>
                  </a:lnTo>
                  <a:lnTo>
                    <a:pt x="5613109" y="952733"/>
                  </a:lnTo>
                  <a:lnTo>
                    <a:pt x="5539349" y="942879"/>
                  </a:lnTo>
                  <a:lnTo>
                    <a:pt x="5465589" y="932793"/>
                  </a:lnTo>
                  <a:lnTo>
                    <a:pt x="5391829" y="922472"/>
                  </a:lnTo>
                  <a:lnTo>
                    <a:pt x="5318069" y="911909"/>
                  </a:lnTo>
                  <a:lnTo>
                    <a:pt x="5244309" y="901099"/>
                  </a:lnTo>
                  <a:lnTo>
                    <a:pt x="5170549" y="890036"/>
                  </a:lnTo>
                  <a:lnTo>
                    <a:pt x="5096789" y="878714"/>
                  </a:lnTo>
                  <a:lnTo>
                    <a:pt x="5023029" y="867127"/>
                  </a:lnTo>
                  <a:lnTo>
                    <a:pt x="4949269" y="855269"/>
                  </a:lnTo>
                  <a:lnTo>
                    <a:pt x="4875509" y="843133"/>
                  </a:lnTo>
                  <a:lnTo>
                    <a:pt x="4801749" y="830714"/>
                  </a:lnTo>
                  <a:lnTo>
                    <a:pt x="4727989" y="818003"/>
                  </a:lnTo>
                  <a:lnTo>
                    <a:pt x="4654229" y="804996"/>
                  </a:lnTo>
                  <a:lnTo>
                    <a:pt x="4580469" y="791684"/>
                  </a:lnTo>
                  <a:lnTo>
                    <a:pt x="4506709" y="778060"/>
                  </a:lnTo>
                  <a:lnTo>
                    <a:pt x="4432949" y="764118"/>
                  </a:lnTo>
                  <a:lnTo>
                    <a:pt x="4359189" y="749849"/>
                  </a:lnTo>
                  <a:lnTo>
                    <a:pt x="4285429" y="735247"/>
                  </a:lnTo>
                  <a:lnTo>
                    <a:pt x="4211669" y="720303"/>
                  </a:lnTo>
                  <a:lnTo>
                    <a:pt x="4137909" y="705009"/>
                  </a:lnTo>
                  <a:lnTo>
                    <a:pt x="4064149" y="689357"/>
                  </a:lnTo>
                  <a:lnTo>
                    <a:pt x="3990388" y="673339"/>
                  </a:lnTo>
                  <a:lnTo>
                    <a:pt x="3916628" y="656946"/>
                  </a:lnTo>
                  <a:lnTo>
                    <a:pt x="3842868" y="640170"/>
                  </a:lnTo>
                  <a:lnTo>
                    <a:pt x="3769108" y="623000"/>
                  </a:lnTo>
                  <a:lnTo>
                    <a:pt x="3695348" y="605430"/>
                  </a:lnTo>
                  <a:lnTo>
                    <a:pt x="3621588" y="587448"/>
                  </a:lnTo>
                  <a:lnTo>
                    <a:pt x="3547828" y="569045"/>
                  </a:lnTo>
                  <a:lnTo>
                    <a:pt x="3474068" y="550211"/>
                  </a:lnTo>
                  <a:lnTo>
                    <a:pt x="3400308" y="538150"/>
                  </a:lnTo>
                  <a:lnTo>
                    <a:pt x="3326548" y="529089"/>
                  </a:lnTo>
                  <a:lnTo>
                    <a:pt x="3252788" y="519931"/>
                  </a:lnTo>
                  <a:lnTo>
                    <a:pt x="3179028" y="510673"/>
                  </a:lnTo>
                  <a:lnTo>
                    <a:pt x="3105268" y="501315"/>
                  </a:lnTo>
                  <a:lnTo>
                    <a:pt x="3031508" y="491855"/>
                  </a:lnTo>
                  <a:lnTo>
                    <a:pt x="2957748" y="482293"/>
                  </a:lnTo>
                  <a:lnTo>
                    <a:pt x="2883988" y="472628"/>
                  </a:lnTo>
                  <a:lnTo>
                    <a:pt x="2810228" y="462857"/>
                  </a:lnTo>
                  <a:lnTo>
                    <a:pt x="2736468" y="452980"/>
                  </a:lnTo>
                  <a:lnTo>
                    <a:pt x="2662708" y="442997"/>
                  </a:lnTo>
                  <a:lnTo>
                    <a:pt x="2588948" y="432905"/>
                  </a:lnTo>
                  <a:lnTo>
                    <a:pt x="2515188" y="422704"/>
                  </a:lnTo>
                  <a:lnTo>
                    <a:pt x="2441428" y="412392"/>
                  </a:lnTo>
                  <a:lnTo>
                    <a:pt x="2367668" y="401968"/>
                  </a:lnTo>
                  <a:lnTo>
                    <a:pt x="2293908" y="391432"/>
                  </a:lnTo>
                  <a:lnTo>
                    <a:pt x="2220148" y="380781"/>
                  </a:lnTo>
                  <a:lnTo>
                    <a:pt x="2146388" y="370015"/>
                  </a:lnTo>
                  <a:lnTo>
                    <a:pt x="2072628" y="359132"/>
                  </a:lnTo>
                  <a:lnTo>
                    <a:pt x="1998868" y="348131"/>
                  </a:lnTo>
                  <a:lnTo>
                    <a:pt x="1925108" y="337010"/>
                  </a:lnTo>
                  <a:lnTo>
                    <a:pt x="1851348" y="325769"/>
                  </a:lnTo>
                  <a:lnTo>
                    <a:pt x="1777588" y="314407"/>
                  </a:lnTo>
                  <a:lnTo>
                    <a:pt x="1703828" y="302921"/>
                  </a:lnTo>
                  <a:lnTo>
                    <a:pt x="1630068" y="291310"/>
                  </a:lnTo>
                  <a:lnTo>
                    <a:pt x="1556308" y="279574"/>
                  </a:lnTo>
                  <a:lnTo>
                    <a:pt x="1482548" y="267710"/>
                  </a:lnTo>
                  <a:lnTo>
                    <a:pt x="1408788" y="255718"/>
                  </a:lnTo>
                  <a:lnTo>
                    <a:pt x="1335028" y="243596"/>
                  </a:lnTo>
                  <a:lnTo>
                    <a:pt x="1261268" y="231343"/>
                  </a:lnTo>
                  <a:lnTo>
                    <a:pt x="1187508" y="218956"/>
                  </a:lnTo>
                  <a:lnTo>
                    <a:pt x="1113747" y="206435"/>
                  </a:lnTo>
                  <a:lnTo>
                    <a:pt x="1039987" y="193779"/>
                  </a:lnTo>
                  <a:lnTo>
                    <a:pt x="966227" y="180985"/>
                  </a:lnTo>
                  <a:lnTo>
                    <a:pt x="892467" y="168053"/>
                  </a:lnTo>
                  <a:lnTo>
                    <a:pt x="818707" y="154980"/>
                  </a:lnTo>
                  <a:lnTo>
                    <a:pt x="744947" y="141766"/>
                  </a:lnTo>
                  <a:lnTo>
                    <a:pt x="671187" y="128408"/>
                  </a:lnTo>
                  <a:lnTo>
                    <a:pt x="597427" y="114906"/>
                  </a:lnTo>
                  <a:lnTo>
                    <a:pt x="523667" y="101257"/>
                  </a:lnTo>
                  <a:lnTo>
                    <a:pt x="449907" y="87460"/>
                  </a:lnTo>
                  <a:lnTo>
                    <a:pt x="376147" y="73514"/>
                  </a:lnTo>
                  <a:lnTo>
                    <a:pt x="302387" y="59417"/>
                  </a:lnTo>
                  <a:lnTo>
                    <a:pt x="228627" y="45166"/>
                  </a:lnTo>
                  <a:lnTo>
                    <a:pt x="154867" y="30761"/>
                  </a:lnTo>
                  <a:lnTo>
                    <a:pt x="81107" y="16200"/>
                  </a:lnTo>
                  <a:lnTo>
                    <a:pt x="7347" y="14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23143"/>
              <a:ext cx="7235830" cy="1486591"/>
            </a:xfrm>
            <a:custGeom>
              <a:avLst/>
              <a:pathLst>
                <a:path w="7235830" h="1486591">
                  <a:moveTo>
                    <a:pt x="0" y="0"/>
                  </a:moveTo>
                  <a:lnTo>
                    <a:pt x="7347" y="3119"/>
                  </a:lnTo>
                  <a:lnTo>
                    <a:pt x="81107" y="33905"/>
                  </a:lnTo>
                  <a:lnTo>
                    <a:pt x="154867" y="64174"/>
                  </a:lnTo>
                  <a:lnTo>
                    <a:pt x="228627" y="93934"/>
                  </a:lnTo>
                  <a:lnTo>
                    <a:pt x="302387" y="123194"/>
                  </a:lnTo>
                  <a:lnTo>
                    <a:pt x="376147" y="151962"/>
                  </a:lnTo>
                  <a:lnTo>
                    <a:pt x="449907" y="180246"/>
                  </a:lnTo>
                  <a:lnTo>
                    <a:pt x="523667" y="208054"/>
                  </a:lnTo>
                  <a:lnTo>
                    <a:pt x="597427" y="235395"/>
                  </a:lnTo>
                  <a:lnTo>
                    <a:pt x="671187" y="262276"/>
                  </a:lnTo>
                  <a:lnTo>
                    <a:pt x="744947" y="288705"/>
                  </a:lnTo>
                  <a:lnTo>
                    <a:pt x="818707" y="314690"/>
                  </a:lnTo>
                  <a:lnTo>
                    <a:pt x="892467" y="340237"/>
                  </a:lnTo>
                  <a:lnTo>
                    <a:pt x="966227" y="365356"/>
                  </a:lnTo>
                  <a:lnTo>
                    <a:pt x="1039987" y="390052"/>
                  </a:lnTo>
                  <a:lnTo>
                    <a:pt x="1113747" y="414332"/>
                  </a:lnTo>
                  <a:lnTo>
                    <a:pt x="1187508" y="438205"/>
                  </a:lnTo>
                  <a:lnTo>
                    <a:pt x="1261268" y="461676"/>
                  </a:lnTo>
                  <a:lnTo>
                    <a:pt x="1335028" y="484752"/>
                  </a:lnTo>
                  <a:lnTo>
                    <a:pt x="1408788" y="507440"/>
                  </a:lnTo>
                  <a:lnTo>
                    <a:pt x="1482548" y="529747"/>
                  </a:lnTo>
                  <a:lnTo>
                    <a:pt x="1556308" y="551679"/>
                  </a:lnTo>
                  <a:lnTo>
                    <a:pt x="1630068" y="573242"/>
                  </a:lnTo>
                  <a:lnTo>
                    <a:pt x="1703828" y="594442"/>
                  </a:lnTo>
                  <a:lnTo>
                    <a:pt x="1777588" y="615286"/>
                  </a:lnTo>
                  <a:lnTo>
                    <a:pt x="1851348" y="635780"/>
                  </a:lnTo>
                  <a:lnTo>
                    <a:pt x="1925108" y="655929"/>
                  </a:lnTo>
                  <a:lnTo>
                    <a:pt x="1998868" y="675739"/>
                  </a:lnTo>
                  <a:lnTo>
                    <a:pt x="2072628" y="695216"/>
                  </a:lnTo>
                  <a:lnTo>
                    <a:pt x="2146388" y="714365"/>
                  </a:lnTo>
                  <a:lnTo>
                    <a:pt x="2220148" y="733193"/>
                  </a:lnTo>
                  <a:lnTo>
                    <a:pt x="2293908" y="751704"/>
                  </a:lnTo>
                  <a:lnTo>
                    <a:pt x="2367668" y="769904"/>
                  </a:lnTo>
                  <a:lnTo>
                    <a:pt x="2441428" y="787797"/>
                  </a:lnTo>
                  <a:lnTo>
                    <a:pt x="2515188" y="805390"/>
                  </a:lnTo>
                  <a:lnTo>
                    <a:pt x="2588948" y="822687"/>
                  </a:lnTo>
                  <a:lnTo>
                    <a:pt x="2662708" y="839694"/>
                  </a:lnTo>
                  <a:lnTo>
                    <a:pt x="2736468" y="856414"/>
                  </a:lnTo>
                  <a:lnTo>
                    <a:pt x="2810228" y="872853"/>
                  </a:lnTo>
                  <a:lnTo>
                    <a:pt x="2883988" y="889016"/>
                  </a:lnTo>
                  <a:lnTo>
                    <a:pt x="2957748" y="904907"/>
                  </a:lnTo>
                  <a:lnTo>
                    <a:pt x="3031508" y="920530"/>
                  </a:lnTo>
                  <a:lnTo>
                    <a:pt x="3105268" y="935891"/>
                  </a:lnTo>
                  <a:lnTo>
                    <a:pt x="3179028" y="950994"/>
                  </a:lnTo>
                  <a:lnTo>
                    <a:pt x="3252788" y="965843"/>
                  </a:lnTo>
                  <a:lnTo>
                    <a:pt x="3326548" y="980442"/>
                  </a:lnTo>
                  <a:lnTo>
                    <a:pt x="3400308" y="994796"/>
                  </a:lnTo>
                  <a:lnTo>
                    <a:pt x="3474068" y="1008908"/>
                  </a:lnTo>
                  <a:lnTo>
                    <a:pt x="3547828" y="1022783"/>
                  </a:lnTo>
                  <a:lnTo>
                    <a:pt x="3621588" y="1036425"/>
                  </a:lnTo>
                  <a:lnTo>
                    <a:pt x="3695348" y="1049837"/>
                  </a:lnTo>
                  <a:lnTo>
                    <a:pt x="3769108" y="1063024"/>
                  </a:lnTo>
                  <a:lnTo>
                    <a:pt x="3842868" y="1075989"/>
                  </a:lnTo>
                  <a:lnTo>
                    <a:pt x="3916628" y="1088737"/>
                  </a:lnTo>
                  <a:lnTo>
                    <a:pt x="3990388" y="1101269"/>
                  </a:lnTo>
                  <a:lnTo>
                    <a:pt x="4064149" y="1113591"/>
                  </a:lnTo>
                  <a:lnTo>
                    <a:pt x="4137909" y="1125706"/>
                  </a:lnTo>
                  <a:lnTo>
                    <a:pt x="4211669" y="1137618"/>
                  </a:lnTo>
                  <a:lnTo>
                    <a:pt x="4285429" y="1149328"/>
                  </a:lnTo>
                  <a:lnTo>
                    <a:pt x="4359189" y="1160842"/>
                  </a:lnTo>
                  <a:lnTo>
                    <a:pt x="4432949" y="1172163"/>
                  </a:lnTo>
                  <a:lnTo>
                    <a:pt x="4506709" y="1183293"/>
                  </a:lnTo>
                  <a:lnTo>
                    <a:pt x="4580469" y="1194236"/>
                  </a:lnTo>
                  <a:lnTo>
                    <a:pt x="4654229" y="1204995"/>
                  </a:lnTo>
                  <a:lnTo>
                    <a:pt x="4727989" y="1215573"/>
                  </a:lnTo>
                  <a:lnTo>
                    <a:pt x="4801749" y="1225973"/>
                  </a:lnTo>
                  <a:lnTo>
                    <a:pt x="4875509" y="1236198"/>
                  </a:lnTo>
                  <a:lnTo>
                    <a:pt x="4949269" y="1246251"/>
                  </a:lnTo>
                  <a:lnTo>
                    <a:pt x="5023029" y="1256136"/>
                  </a:lnTo>
                  <a:lnTo>
                    <a:pt x="5096789" y="1265854"/>
                  </a:lnTo>
                  <a:lnTo>
                    <a:pt x="5170549" y="1275409"/>
                  </a:lnTo>
                  <a:lnTo>
                    <a:pt x="5244309" y="1284803"/>
                  </a:lnTo>
                  <a:lnTo>
                    <a:pt x="5318069" y="1294039"/>
                  </a:lnTo>
                  <a:lnTo>
                    <a:pt x="5391829" y="1303120"/>
                  </a:lnTo>
                  <a:lnTo>
                    <a:pt x="5465589" y="1312048"/>
                  </a:lnTo>
                  <a:lnTo>
                    <a:pt x="5539349" y="1320826"/>
                  </a:lnTo>
                  <a:lnTo>
                    <a:pt x="5613109" y="1329456"/>
                  </a:lnTo>
                  <a:lnTo>
                    <a:pt x="5686869" y="1337941"/>
                  </a:lnTo>
                  <a:lnTo>
                    <a:pt x="5760629" y="1346284"/>
                  </a:lnTo>
                  <a:lnTo>
                    <a:pt x="5834389" y="1354486"/>
                  </a:lnTo>
                  <a:lnTo>
                    <a:pt x="5908149" y="1362551"/>
                  </a:lnTo>
                  <a:lnTo>
                    <a:pt x="5981909" y="1370480"/>
                  </a:lnTo>
                  <a:lnTo>
                    <a:pt x="6055669" y="1378275"/>
                  </a:lnTo>
                  <a:lnTo>
                    <a:pt x="6129429" y="1385940"/>
                  </a:lnTo>
                  <a:lnTo>
                    <a:pt x="6203189" y="1393475"/>
                  </a:lnTo>
                  <a:lnTo>
                    <a:pt x="6276949" y="1400884"/>
                  </a:lnTo>
                  <a:lnTo>
                    <a:pt x="6350709" y="1408168"/>
                  </a:lnTo>
                  <a:lnTo>
                    <a:pt x="6424469" y="1415330"/>
                  </a:lnTo>
                  <a:lnTo>
                    <a:pt x="6498229" y="1422371"/>
                  </a:lnTo>
                  <a:lnTo>
                    <a:pt x="6571989" y="1429294"/>
                  </a:lnTo>
                  <a:lnTo>
                    <a:pt x="6645749" y="1436101"/>
                  </a:lnTo>
                  <a:lnTo>
                    <a:pt x="6719509" y="1442793"/>
                  </a:lnTo>
                  <a:lnTo>
                    <a:pt x="6793269" y="1449373"/>
                  </a:lnTo>
                  <a:lnTo>
                    <a:pt x="6867029" y="1455842"/>
                  </a:lnTo>
                  <a:lnTo>
                    <a:pt x="6940789" y="1462202"/>
                  </a:lnTo>
                  <a:lnTo>
                    <a:pt x="7014550" y="1468455"/>
                  </a:lnTo>
                  <a:lnTo>
                    <a:pt x="7088310" y="1474603"/>
                  </a:lnTo>
                  <a:lnTo>
                    <a:pt x="7162070" y="1480648"/>
                  </a:lnTo>
                  <a:lnTo>
                    <a:pt x="7235830" y="1486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1.23 (1.14-1.32), p_Bonf = &lt;0.001 (n = 6)  |  per IQR decline (Δ = 0.29): 1.82 (1.46-2.26)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2026-07-03T17:08:00Z</dcterms:modified>
  <cp:category/>
</cp:coreProperties>
</file>