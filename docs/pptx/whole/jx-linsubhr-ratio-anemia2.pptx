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498098"/>
              <a:ext cx="6964104" cy="810834"/>
            </a:xfrm>
            <a:custGeom>
              <a:avLst/>
              <a:pathLst>
                <a:path w="6964104" h="810834">
                  <a:moveTo>
                    <a:pt x="0" y="0"/>
                  </a:moveTo>
                  <a:lnTo>
                    <a:pt x="70344" y="20629"/>
                  </a:lnTo>
                  <a:lnTo>
                    <a:pt x="140688" y="40787"/>
                  </a:lnTo>
                  <a:lnTo>
                    <a:pt x="211033" y="60484"/>
                  </a:lnTo>
                  <a:lnTo>
                    <a:pt x="281377" y="79730"/>
                  </a:lnTo>
                  <a:lnTo>
                    <a:pt x="351722" y="98537"/>
                  </a:lnTo>
                  <a:lnTo>
                    <a:pt x="422066" y="116913"/>
                  </a:lnTo>
                  <a:lnTo>
                    <a:pt x="492411" y="134869"/>
                  </a:lnTo>
                  <a:lnTo>
                    <a:pt x="562755" y="152415"/>
                  </a:lnTo>
                  <a:lnTo>
                    <a:pt x="633100" y="169559"/>
                  </a:lnTo>
                  <a:lnTo>
                    <a:pt x="703444" y="186311"/>
                  </a:lnTo>
                  <a:lnTo>
                    <a:pt x="773789" y="202681"/>
                  </a:lnTo>
                  <a:lnTo>
                    <a:pt x="844133" y="218676"/>
                  </a:lnTo>
                  <a:lnTo>
                    <a:pt x="914478" y="234305"/>
                  </a:lnTo>
                  <a:lnTo>
                    <a:pt x="984822" y="249577"/>
                  </a:lnTo>
                  <a:lnTo>
                    <a:pt x="1055167" y="264500"/>
                  </a:lnTo>
                  <a:lnTo>
                    <a:pt x="1125511" y="279081"/>
                  </a:lnTo>
                  <a:lnTo>
                    <a:pt x="1195856" y="293329"/>
                  </a:lnTo>
                  <a:lnTo>
                    <a:pt x="1266200" y="307251"/>
                  </a:lnTo>
                  <a:lnTo>
                    <a:pt x="1336545" y="320855"/>
                  </a:lnTo>
                  <a:lnTo>
                    <a:pt x="1406889" y="334148"/>
                  </a:lnTo>
                  <a:lnTo>
                    <a:pt x="1477234" y="347137"/>
                  </a:lnTo>
                  <a:lnTo>
                    <a:pt x="1547578" y="359829"/>
                  </a:lnTo>
                  <a:lnTo>
                    <a:pt x="1617923" y="372231"/>
                  </a:lnTo>
                  <a:lnTo>
                    <a:pt x="1688267" y="384349"/>
                  </a:lnTo>
                  <a:lnTo>
                    <a:pt x="1758612" y="396190"/>
                  </a:lnTo>
                  <a:lnTo>
                    <a:pt x="1828956" y="407760"/>
                  </a:lnTo>
                  <a:lnTo>
                    <a:pt x="1899301" y="419066"/>
                  </a:lnTo>
                  <a:lnTo>
                    <a:pt x="1969645" y="430113"/>
                  </a:lnTo>
                  <a:lnTo>
                    <a:pt x="2039990" y="440908"/>
                  </a:lnTo>
                  <a:lnTo>
                    <a:pt x="2110334" y="451455"/>
                  </a:lnTo>
                  <a:lnTo>
                    <a:pt x="2180679" y="461762"/>
                  </a:lnTo>
                  <a:lnTo>
                    <a:pt x="2251023" y="471833"/>
                  </a:lnTo>
                  <a:lnTo>
                    <a:pt x="2321368" y="481673"/>
                  </a:lnTo>
                  <a:lnTo>
                    <a:pt x="2391712" y="491289"/>
                  </a:lnTo>
                  <a:lnTo>
                    <a:pt x="2462057" y="500685"/>
                  </a:lnTo>
                  <a:lnTo>
                    <a:pt x="2532401" y="509866"/>
                  </a:lnTo>
                  <a:lnTo>
                    <a:pt x="2602746" y="518837"/>
                  </a:lnTo>
                  <a:lnTo>
                    <a:pt x="2673090" y="527602"/>
                  </a:lnTo>
                  <a:lnTo>
                    <a:pt x="2743435" y="536168"/>
                  </a:lnTo>
                  <a:lnTo>
                    <a:pt x="2813779" y="544537"/>
                  </a:lnTo>
                  <a:lnTo>
                    <a:pt x="2884124" y="552716"/>
                  </a:lnTo>
                  <a:lnTo>
                    <a:pt x="2954468" y="560707"/>
                  </a:lnTo>
                  <a:lnTo>
                    <a:pt x="3024813" y="568515"/>
                  </a:lnTo>
                  <a:lnTo>
                    <a:pt x="3095157" y="576145"/>
                  </a:lnTo>
                  <a:lnTo>
                    <a:pt x="3165502" y="583600"/>
                  </a:lnTo>
                  <a:lnTo>
                    <a:pt x="3235846" y="590885"/>
                  </a:lnTo>
                  <a:lnTo>
                    <a:pt x="3306191" y="598004"/>
                  </a:lnTo>
                  <a:lnTo>
                    <a:pt x="3376535" y="603841"/>
                  </a:lnTo>
                  <a:lnTo>
                    <a:pt x="3446880" y="607041"/>
                  </a:lnTo>
                  <a:lnTo>
                    <a:pt x="3517224" y="610207"/>
                  </a:lnTo>
                  <a:lnTo>
                    <a:pt x="3587569" y="613338"/>
                  </a:lnTo>
                  <a:lnTo>
                    <a:pt x="3657913" y="616436"/>
                  </a:lnTo>
                  <a:lnTo>
                    <a:pt x="3728257" y="619501"/>
                  </a:lnTo>
                  <a:lnTo>
                    <a:pt x="3798602" y="622533"/>
                  </a:lnTo>
                  <a:lnTo>
                    <a:pt x="3868946" y="625532"/>
                  </a:lnTo>
                  <a:lnTo>
                    <a:pt x="3939291" y="628500"/>
                  </a:lnTo>
                  <a:lnTo>
                    <a:pt x="4009635" y="631435"/>
                  </a:lnTo>
                  <a:lnTo>
                    <a:pt x="4079980" y="634339"/>
                  </a:lnTo>
                  <a:lnTo>
                    <a:pt x="4150324" y="637212"/>
                  </a:lnTo>
                  <a:lnTo>
                    <a:pt x="4220669" y="640054"/>
                  </a:lnTo>
                  <a:lnTo>
                    <a:pt x="4291013" y="642865"/>
                  </a:lnTo>
                  <a:lnTo>
                    <a:pt x="4361358" y="645646"/>
                  </a:lnTo>
                  <a:lnTo>
                    <a:pt x="4431702" y="648398"/>
                  </a:lnTo>
                  <a:lnTo>
                    <a:pt x="4502047" y="651120"/>
                  </a:lnTo>
                  <a:lnTo>
                    <a:pt x="4572391" y="653813"/>
                  </a:lnTo>
                  <a:lnTo>
                    <a:pt x="4642736" y="656477"/>
                  </a:lnTo>
                  <a:lnTo>
                    <a:pt x="4713080" y="659112"/>
                  </a:lnTo>
                  <a:lnTo>
                    <a:pt x="4783425" y="661719"/>
                  </a:lnTo>
                  <a:lnTo>
                    <a:pt x="4853769" y="664298"/>
                  </a:lnTo>
                  <a:lnTo>
                    <a:pt x="4924114" y="666850"/>
                  </a:lnTo>
                  <a:lnTo>
                    <a:pt x="4994458" y="669374"/>
                  </a:lnTo>
                  <a:lnTo>
                    <a:pt x="5064803" y="671871"/>
                  </a:lnTo>
                  <a:lnTo>
                    <a:pt x="5135147" y="674341"/>
                  </a:lnTo>
                  <a:lnTo>
                    <a:pt x="5205492" y="676785"/>
                  </a:lnTo>
                  <a:lnTo>
                    <a:pt x="5275836" y="679202"/>
                  </a:lnTo>
                  <a:lnTo>
                    <a:pt x="5346181" y="681594"/>
                  </a:lnTo>
                  <a:lnTo>
                    <a:pt x="5416525" y="683960"/>
                  </a:lnTo>
                  <a:lnTo>
                    <a:pt x="5486870" y="686301"/>
                  </a:lnTo>
                  <a:lnTo>
                    <a:pt x="5557214" y="688616"/>
                  </a:lnTo>
                  <a:lnTo>
                    <a:pt x="5627559" y="690907"/>
                  </a:lnTo>
                  <a:lnTo>
                    <a:pt x="5697903" y="693173"/>
                  </a:lnTo>
                  <a:lnTo>
                    <a:pt x="5768248" y="695415"/>
                  </a:lnTo>
                  <a:lnTo>
                    <a:pt x="5838592" y="697632"/>
                  </a:lnTo>
                  <a:lnTo>
                    <a:pt x="5908937" y="699826"/>
                  </a:lnTo>
                  <a:lnTo>
                    <a:pt x="5979281" y="701997"/>
                  </a:lnTo>
                  <a:lnTo>
                    <a:pt x="6049626" y="704144"/>
                  </a:lnTo>
                  <a:lnTo>
                    <a:pt x="6119970" y="706268"/>
                  </a:lnTo>
                  <a:lnTo>
                    <a:pt x="6190315" y="708369"/>
                  </a:lnTo>
                  <a:lnTo>
                    <a:pt x="6260659" y="710448"/>
                  </a:lnTo>
                  <a:lnTo>
                    <a:pt x="6331004" y="712505"/>
                  </a:lnTo>
                  <a:lnTo>
                    <a:pt x="6401348" y="714539"/>
                  </a:lnTo>
                  <a:lnTo>
                    <a:pt x="6471693" y="716552"/>
                  </a:lnTo>
                  <a:lnTo>
                    <a:pt x="6542037" y="718543"/>
                  </a:lnTo>
                  <a:lnTo>
                    <a:pt x="6612382" y="720512"/>
                  </a:lnTo>
                  <a:lnTo>
                    <a:pt x="6682726" y="722461"/>
                  </a:lnTo>
                  <a:lnTo>
                    <a:pt x="6753071" y="724389"/>
                  </a:lnTo>
                  <a:lnTo>
                    <a:pt x="6823415" y="726296"/>
                  </a:lnTo>
                  <a:lnTo>
                    <a:pt x="6893760" y="728182"/>
                  </a:lnTo>
                  <a:lnTo>
                    <a:pt x="6964104" y="730048"/>
                  </a:lnTo>
                  <a:lnTo>
                    <a:pt x="6964104" y="810834"/>
                  </a:lnTo>
                  <a:lnTo>
                    <a:pt x="6893760" y="808696"/>
                  </a:lnTo>
                  <a:lnTo>
                    <a:pt x="6823415" y="806508"/>
                  </a:lnTo>
                  <a:lnTo>
                    <a:pt x="6753071" y="804268"/>
                  </a:lnTo>
                  <a:lnTo>
                    <a:pt x="6682726" y="801977"/>
                  </a:lnTo>
                  <a:lnTo>
                    <a:pt x="6612382" y="799632"/>
                  </a:lnTo>
                  <a:lnTo>
                    <a:pt x="6542037" y="797232"/>
                  </a:lnTo>
                  <a:lnTo>
                    <a:pt x="6471693" y="794775"/>
                  </a:lnTo>
                  <a:lnTo>
                    <a:pt x="6401348" y="792262"/>
                  </a:lnTo>
                  <a:lnTo>
                    <a:pt x="6331004" y="789689"/>
                  </a:lnTo>
                  <a:lnTo>
                    <a:pt x="6260659" y="787056"/>
                  </a:lnTo>
                  <a:lnTo>
                    <a:pt x="6190315" y="784362"/>
                  </a:lnTo>
                  <a:lnTo>
                    <a:pt x="6119970" y="781604"/>
                  </a:lnTo>
                  <a:lnTo>
                    <a:pt x="6049626" y="778783"/>
                  </a:lnTo>
                  <a:lnTo>
                    <a:pt x="5979281" y="775895"/>
                  </a:lnTo>
                  <a:lnTo>
                    <a:pt x="5908937" y="772939"/>
                  </a:lnTo>
                  <a:lnTo>
                    <a:pt x="5838592" y="769914"/>
                  </a:lnTo>
                  <a:lnTo>
                    <a:pt x="5768248" y="766819"/>
                  </a:lnTo>
                  <a:lnTo>
                    <a:pt x="5697903" y="763651"/>
                  </a:lnTo>
                  <a:lnTo>
                    <a:pt x="5627559" y="760409"/>
                  </a:lnTo>
                  <a:lnTo>
                    <a:pt x="5557214" y="757091"/>
                  </a:lnTo>
                  <a:lnTo>
                    <a:pt x="5486870" y="753695"/>
                  </a:lnTo>
                  <a:lnTo>
                    <a:pt x="5416525" y="750220"/>
                  </a:lnTo>
                  <a:lnTo>
                    <a:pt x="5346181" y="746664"/>
                  </a:lnTo>
                  <a:lnTo>
                    <a:pt x="5275836" y="743024"/>
                  </a:lnTo>
                  <a:lnTo>
                    <a:pt x="5205492" y="739299"/>
                  </a:lnTo>
                  <a:lnTo>
                    <a:pt x="5135147" y="735488"/>
                  </a:lnTo>
                  <a:lnTo>
                    <a:pt x="5064803" y="731586"/>
                  </a:lnTo>
                  <a:lnTo>
                    <a:pt x="4994458" y="727594"/>
                  </a:lnTo>
                  <a:lnTo>
                    <a:pt x="4924114" y="723508"/>
                  </a:lnTo>
                  <a:lnTo>
                    <a:pt x="4853769" y="719327"/>
                  </a:lnTo>
                  <a:lnTo>
                    <a:pt x="4783425" y="715047"/>
                  </a:lnTo>
                  <a:lnTo>
                    <a:pt x="4713080" y="710668"/>
                  </a:lnTo>
                  <a:lnTo>
                    <a:pt x="4642736" y="706186"/>
                  </a:lnTo>
                  <a:lnTo>
                    <a:pt x="4572391" y="701599"/>
                  </a:lnTo>
                  <a:lnTo>
                    <a:pt x="4502047" y="696905"/>
                  </a:lnTo>
                  <a:lnTo>
                    <a:pt x="4431702" y="692101"/>
                  </a:lnTo>
                  <a:lnTo>
                    <a:pt x="4361358" y="687185"/>
                  </a:lnTo>
                  <a:lnTo>
                    <a:pt x="4291013" y="682153"/>
                  </a:lnTo>
                  <a:lnTo>
                    <a:pt x="4220669" y="677004"/>
                  </a:lnTo>
                  <a:lnTo>
                    <a:pt x="4150324" y="671734"/>
                  </a:lnTo>
                  <a:lnTo>
                    <a:pt x="4079980" y="666341"/>
                  </a:lnTo>
                  <a:lnTo>
                    <a:pt x="4009635" y="660822"/>
                  </a:lnTo>
                  <a:lnTo>
                    <a:pt x="3939291" y="655174"/>
                  </a:lnTo>
                  <a:lnTo>
                    <a:pt x="3868946" y="649393"/>
                  </a:lnTo>
                  <a:lnTo>
                    <a:pt x="3798602" y="643477"/>
                  </a:lnTo>
                  <a:lnTo>
                    <a:pt x="3728257" y="637423"/>
                  </a:lnTo>
                  <a:lnTo>
                    <a:pt x="3657913" y="631227"/>
                  </a:lnTo>
                  <a:lnTo>
                    <a:pt x="3587569" y="624886"/>
                  </a:lnTo>
                  <a:lnTo>
                    <a:pt x="3517224" y="618397"/>
                  </a:lnTo>
                  <a:lnTo>
                    <a:pt x="3446880" y="611756"/>
                  </a:lnTo>
                  <a:lnTo>
                    <a:pt x="3376535" y="604959"/>
                  </a:lnTo>
                  <a:lnTo>
                    <a:pt x="3306191" y="600607"/>
                  </a:lnTo>
                  <a:lnTo>
                    <a:pt x="3235846" y="597337"/>
                  </a:lnTo>
                  <a:lnTo>
                    <a:pt x="3165502" y="594032"/>
                  </a:lnTo>
                  <a:lnTo>
                    <a:pt x="3095157" y="590691"/>
                  </a:lnTo>
                  <a:lnTo>
                    <a:pt x="3024813" y="587314"/>
                  </a:lnTo>
                  <a:lnTo>
                    <a:pt x="2954468" y="583900"/>
                  </a:lnTo>
                  <a:lnTo>
                    <a:pt x="2884124" y="580449"/>
                  </a:lnTo>
                  <a:lnTo>
                    <a:pt x="2813779" y="576961"/>
                  </a:lnTo>
                  <a:lnTo>
                    <a:pt x="2743435" y="573435"/>
                  </a:lnTo>
                  <a:lnTo>
                    <a:pt x="2673090" y="569871"/>
                  </a:lnTo>
                  <a:lnTo>
                    <a:pt x="2602746" y="566268"/>
                  </a:lnTo>
                  <a:lnTo>
                    <a:pt x="2532401" y="562626"/>
                  </a:lnTo>
                  <a:lnTo>
                    <a:pt x="2462057" y="558945"/>
                  </a:lnTo>
                  <a:lnTo>
                    <a:pt x="2391712" y="555224"/>
                  </a:lnTo>
                  <a:lnTo>
                    <a:pt x="2321368" y="551462"/>
                  </a:lnTo>
                  <a:lnTo>
                    <a:pt x="2251023" y="547660"/>
                  </a:lnTo>
                  <a:lnTo>
                    <a:pt x="2180679" y="543816"/>
                  </a:lnTo>
                  <a:lnTo>
                    <a:pt x="2110334" y="539931"/>
                  </a:lnTo>
                  <a:lnTo>
                    <a:pt x="2039990" y="536003"/>
                  </a:lnTo>
                  <a:lnTo>
                    <a:pt x="1969645" y="532033"/>
                  </a:lnTo>
                  <a:lnTo>
                    <a:pt x="1899301" y="528020"/>
                  </a:lnTo>
                  <a:lnTo>
                    <a:pt x="1828956" y="523964"/>
                  </a:lnTo>
                  <a:lnTo>
                    <a:pt x="1758612" y="519863"/>
                  </a:lnTo>
                  <a:lnTo>
                    <a:pt x="1688267" y="515718"/>
                  </a:lnTo>
                  <a:lnTo>
                    <a:pt x="1617923" y="511528"/>
                  </a:lnTo>
                  <a:lnTo>
                    <a:pt x="1547578" y="507293"/>
                  </a:lnTo>
                  <a:lnTo>
                    <a:pt x="1477234" y="503012"/>
                  </a:lnTo>
                  <a:lnTo>
                    <a:pt x="1406889" y="498684"/>
                  </a:lnTo>
                  <a:lnTo>
                    <a:pt x="1336545" y="494309"/>
                  </a:lnTo>
                  <a:lnTo>
                    <a:pt x="1266200" y="489887"/>
                  </a:lnTo>
                  <a:lnTo>
                    <a:pt x="1195856" y="485417"/>
                  </a:lnTo>
                  <a:lnTo>
                    <a:pt x="1125511" y="480899"/>
                  </a:lnTo>
                  <a:lnTo>
                    <a:pt x="1055167" y="476331"/>
                  </a:lnTo>
                  <a:lnTo>
                    <a:pt x="984822" y="471714"/>
                  </a:lnTo>
                  <a:lnTo>
                    <a:pt x="914478" y="467047"/>
                  </a:lnTo>
                  <a:lnTo>
                    <a:pt x="844133" y="462330"/>
                  </a:lnTo>
                  <a:lnTo>
                    <a:pt x="773789" y="457561"/>
                  </a:lnTo>
                  <a:lnTo>
                    <a:pt x="703444" y="452741"/>
                  </a:lnTo>
                  <a:lnTo>
                    <a:pt x="633100" y="447868"/>
                  </a:lnTo>
                  <a:lnTo>
                    <a:pt x="562755" y="442942"/>
                  </a:lnTo>
                  <a:lnTo>
                    <a:pt x="492411" y="437964"/>
                  </a:lnTo>
                  <a:lnTo>
                    <a:pt x="422066" y="432931"/>
                  </a:lnTo>
                  <a:lnTo>
                    <a:pt x="351722" y="427843"/>
                  </a:lnTo>
                  <a:lnTo>
                    <a:pt x="281377" y="422701"/>
                  </a:lnTo>
                  <a:lnTo>
                    <a:pt x="211033" y="417502"/>
                  </a:lnTo>
                  <a:lnTo>
                    <a:pt x="140688" y="412247"/>
                  </a:lnTo>
                  <a:lnTo>
                    <a:pt x="70344" y="406936"/>
                  </a:lnTo>
                  <a:lnTo>
                    <a:pt x="0" y="4015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5312" y="2498098"/>
              <a:ext cx="6964104" cy="730048"/>
            </a:xfrm>
            <a:custGeom>
              <a:avLst/>
              <a:pathLst>
                <a:path w="6964104" h="730048">
                  <a:moveTo>
                    <a:pt x="0" y="0"/>
                  </a:moveTo>
                  <a:lnTo>
                    <a:pt x="70344" y="20629"/>
                  </a:lnTo>
                  <a:lnTo>
                    <a:pt x="140688" y="40787"/>
                  </a:lnTo>
                  <a:lnTo>
                    <a:pt x="211033" y="60484"/>
                  </a:lnTo>
                  <a:lnTo>
                    <a:pt x="281377" y="79730"/>
                  </a:lnTo>
                  <a:lnTo>
                    <a:pt x="351722" y="98537"/>
                  </a:lnTo>
                  <a:lnTo>
                    <a:pt x="422066" y="116913"/>
                  </a:lnTo>
                  <a:lnTo>
                    <a:pt x="492411" y="134869"/>
                  </a:lnTo>
                  <a:lnTo>
                    <a:pt x="562755" y="152415"/>
                  </a:lnTo>
                  <a:lnTo>
                    <a:pt x="633100" y="169559"/>
                  </a:lnTo>
                  <a:lnTo>
                    <a:pt x="703444" y="186311"/>
                  </a:lnTo>
                  <a:lnTo>
                    <a:pt x="773789" y="202681"/>
                  </a:lnTo>
                  <a:lnTo>
                    <a:pt x="844133" y="218676"/>
                  </a:lnTo>
                  <a:lnTo>
                    <a:pt x="914478" y="234305"/>
                  </a:lnTo>
                  <a:lnTo>
                    <a:pt x="984822" y="249577"/>
                  </a:lnTo>
                  <a:lnTo>
                    <a:pt x="1055167" y="264500"/>
                  </a:lnTo>
                  <a:lnTo>
                    <a:pt x="1125511" y="279081"/>
                  </a:lnTo>
                  <a:lnTo>
                    <a:pt x="1195856" y="293329"/>
                  </a:lnTo>
                  <a:lnTo>
                    <a:pt x="1266200" y="307251"/>
                  </a:lnTo>
                  <a:lnTo>
                    <a:pt x="1336545" y="320855"/>
                  </a:lnTo>
                  <a:lnTo>
                    <a:pt x="1406889" y="334148"/>
                  </a:lnTo>
                  <a:lnTo>
                    <a:pt x="1477234" y="347137"/>
                  </a:lnTo>
                  <a:lnTo>
                    <a:pt x="1547578" y="359829"/>
                  </a:lnTo>
                  <a:lnTo>
                    <a:pt x="1617923" y="372231"/>
                  </a:lnTo>
                  <a:lnTo>
                    <a:pt x="1688267" y="384349"/>
                  </a:lnTo>
                  <a:lnTo>
                    <a:pt x="1758612" y="396190"/>
                  </a:lnTo>
                  <a:lnTo>
                    <a:pt x="1828956" y="407760"/>
                  </a:lnTo>
                  <a:lnTo>
                    <a:pt x="1899301" y="419066"/>
                  </a:lnTo>
                  <a:lnTo>
                    <a:pt x="1969645" y="430113"/>
                  </a:lnTo>
                  <a:lnTo>
                    <a:pt x="2039990" y="440908"/>
                  </a:lnTo>
                  <a:lnTo>
                    <a:pt x="2110334" y="451455"/>
                  </a:lnTo>
                  <a:lnTo>
                    <a:pt x="2180679" y="461762"/>
                  </a:lnTo>
                  <a:lnTo>
                    <a:pt x="2251023" y="471833"/>
                  </a:lnTo>
                  <a:lnTo>
                    <a:pt x="2321368" y="481673"/>
                  </a:lnTo>
                  <a:lnTo>
                    <a:pt x="2391712" y="491289"/>
                  </a:lnTo>
                  <a:lnTo>
                    <a:pt x="2462057" y="500685"/>
                  </a:lnTo>
                  <a:lnTo>
                    <a:pt x="2532401" y="509866"/>
                  </a:lnTo>
                  <a:lnTo>
                    <a:pt x="2602746" y="518837"/>
                  </a:lnTo>
                  <a:lnTo>
                    <a:pt x="2673090" y="527602"/>
                  </a:lnTo>
                  <a:lnTo>
                    <a:pt x="2743435" y="536168"/>
                  </a:lnTo>
                  <a:lnTo>
                    <a:pt x="2813779" y="544537"/>
                  </a:lnTo>
                  <a:lnTo>
                    <a:pt x="2884124" y="552716"/>
                  </a:lnTo>
                  <a:lnTo>
                    <a:pt x="2954468" y="560707"/>
                  </a:lnTo>
                  <a:lnTo>
                    <a:pt x="3024813" y="568515"/>
                  </a:lnTo>
                  <a:lnTo>
                    <a:pt x="3095157" y="576145"/>
                  </a:lnTo>
                  <a:lnTo>
                    <a:pt x="3165502" y="583600"/>
                  </a:lnTo>
                  <a:lnTo>
                    <a:pt x="3235846" y="590885"/>
                  </a:lnTo>
                  <a:lnTo>
                    <a:pt x="3306191" y="598004"/>
                  </a:lnTo>
                  <a:lnTo>
                    <a:pt x="3376535" y="603841"/>
                  </a:lnTo>
                  <a:lnTo>
                    <a:pt x="3446880" y="607041"/>
                  </a:lnTo>
                  <a:lnTo>
                    <a:pt x="3517224" y="610207"/>
                  </a:lnTo>
                  <a:lnTo>
                    <a:pt x="3587569" y="613338"/>
                  </a:lnTo>
                  <a:lnTo>
                    <a:pt x="3657913" y="616436"/>
                  </a:lnTo>
                  <a:lnTo>
                    <a:pt x="3728257" y="619501"/>
                  </a:lnTo>
                  <a:lnTo>
                    <a:pt x="3798602" y="622533"/>
                  </a:lnTo>
                  <a:lnTo>
                    <a:pt x="3868946" y="625532"/>
                  </a:lnTo>
                  <a:lnTo>
                    <a:pt x="3939291" y="628500"/>
                  </a:lnTo>
                  <a:lnTo>
                    <a:pt x="4009635" y="631435"/>
                  </a:lnTo>
                  <a:lnTo>
                    <a:pt x="4079980" y="634339"/>
                  </a:lnTo>
                  <a:lnTo>
                    <a:pt x="4150324" y="637212"/>
                  </a:lnTo>
                  <a:lnTo>
                    <a:pt x="4220669" y="640054"/>
                  </a:lnTo>
                  <a:lnTo>
                    <a:pt x="4291013" y="642865"/>
                  </a:lnTo>
                  <a:lnTo>
                    <a:pt x="4361358" y="645646"/>
                  </a:lnTo>
                  <a:lnTo>
                    <a:pt x="4431702" y="648398"/>
                  </a:lnTo>
                  <a:lnTo>
                    <a:pt x="4502047" y="651120"/>
                  </a:lnTo>
                  <a:lnTo>
                    <a:pt x="4572391" y="653813"/>
                  </a:lnTo>
                  <a:lnTo>
                    <a:pt x="4642736" y="656477"/>
                  </a:lnTo>
                  <a:lnTo>
                    <a:pt x="4713080" y="659112"/>
                  </a:lnTo>
                  <a:lnTo>
                    <a:pt x="4783425" y="661719"/>
                  </a:lnTo>
                  <a:lnTo>
                    <a:pt x="4853769" y="664298"/>
                  </a:lnTo>
                  <a:lnTo>
                    <a:pt x="4924114" y="666850"/>
                  </a:lnTo>
                  <a:lnTo>
                    <a:pt x="4994458" y="669374"/>
                  </a:lnTo>
                  <a:lnTo>
                    <a:pt x="5064803" y="671871"/>
                  </a:lnTo>
                  <a:lnTo>
                    <a:pt x="5135147" y="674341"/>
                  </a:lnTo>
                  <a:lnTo>
                    <a:pt x="5205492" y="676785"/>
                  </a:lnTo>
                  <a:lnTo>
                    <a:pt x="5275836" y="679202"/>
                  </a:lnTo>
                  <a:lnTo>
                    <a:pt x="5346181" y="681594"/>
                  </a:lnTo>
                  <a:lnTo>
                    <a:pt x="5416525" y="683960"/>
                  </a:lnTo>
                  <a:lnTo>
                    <a:pt x="5486870" y="686301"/>
                  </a:lnTo>
                  <a:lnTo>
                    <a:pt x="5557214" y="688616"/>
                  </a:lnTo>
                  <a:lnTo>
                    <a:pt x="5627559" y="690907"/>
                  </a:lnTo>
                  <a:lnTo>
                    <a:pt x="5697903" y="693173"/>
                  </a:lnTo>
                  <a:lnTo>
                    <a:pt x="5768248" y="695415"/>
                  </a:lnTo>
                  <a:lnTo>
                    <a:pt x="5838592" y="697632"/>
                  </a:lnTo>
                  <a:lnTo>
                    <a:pt x="5908937" y="699826"/>
                  </a:lnTo>
                  <a:lnTo>
                    <a:pt x="5979281" y="701997"/>
                  </a:lnTo>
                  <a:lnTo>
                    <a:pt x="6049626" y="704144"/>
                  </a:lnTo>
                  <a:lnTo>
                    <a:pt x="6119970" y="706268"/>
                  </a:lnTo>
                  <a:lnTo>
                    <a:pt x="6190315" y="708369"/>
                  </a:lnTo>
                  <a:lnTo>
                    <a:pt x="6260659" y="710448"/>
                  </a:lnTo>
                  <a:lnTo>
                    <a:pt x="6331004" y="712505"/>
                  </a:lnTo>
                  <a:lnTo>
                    <a:pt x="6401348" y="714539"/>
                  </a:lnTo>
                  <a:lnTo>
                    <a:pt x="6471693" y="716552"/>
                  </a:lnTo>
                  <a:lnTo>
                    <a:pt x="6542037" y="718543"/>
                  </a:lnTo>
                  <a:lnTo>
                    <a:pt x="6612382" y="720512"/>
                  </a:lnTo>
                  <a:lnTo>
                    <a:pt x="6682726" y="722461"/>
                  </a:lnTo>
                  <a:lnTo>
                    <a:pt x="6753071" y="724389"/>
                  </a:lnTo>
                  <a:lnTo>
                    <a:pt x="6823415" y="726296"/>
                  </a:lnTo>
                  <a:lnTo>
                    <a:pt x="6893760" y="728182"/>
                  </a:lnTo>
                  <a:lnTo>
                    <a:pt x="6964104" y="730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899665"/>
              <a:ext cx="6964104" cy="409267"/>
            </a:xfrm>
            <a:custGeom>
              <a:avLst/>
              <a:pathLst>
                <a:path w="6964104" h="409267">
                  <a:moveTo>
                    <a:pt x="6964104" y="409267"/>
                  </a:moveTo>
                  <a:lnTo>
                    <a:pt x="6893760" y="407129"/>
                  </a:lnTo>
                  <a:lnTo>
                    <a:pt x="6823415" y="404941"/>
                  </a:lnTo>
                  <a:lnTo>
                    <a:pt x="6753071" y="402701"/>
                  </a:lnTo>
                  <a:lnTo>
                    <a:pt x="6682726" y="400410"/>
                  </a:lnTo>
                  <a:lnTo>
                    <a:pt x="6612382" y="398065"/>
                  </a:lnTo>
                  <a:lnTo>
                    <a:pt x="6542037" y="395665"/>
                  </a:lnTo>
                  <a:lnTo>
                    <a:pt x="6471693" y="393208"/>
                  </a:lnTo>
                  <a:lnTo>
                    <a:pt x="6401348" y="390695"/>
                  </a:lnTo>
                  <a:lnTo>
                    <a:pt x="6331004" y="388122"/>
                  </a:lnTo>
                  <a:lnTo>
                    <a:pt x="6260659" y="385489"/>
                  </a:lnTo>
                  <a:lnTo>
                    <a:pt x="6190315" y="382795"/>
                  </a:lnTo>
                  <a:lnTo>
                    <a:pt x="6119970" y="380037"/>
                  </a:lnTo>
                  <a:lnTo>
                    <a:pt x="6049626" y="377216"/>
                  </a:lnTo>
                  <a:lnTo>
                    <a:pt x="5979281" y="374328"/>
                  </a:lnTo>
                  <a:lnTo>
                    <a:pt x="5908937" y="371372"/>
                  </a:lnTo>
                  <a:lnTo>
                    <a:pt x="5838592" y="368347"/>
                  </a:lnTo>
                  <a:lnTo>
                    <a:pt x="5768248" y="365252"/>
                  </a:lnTo>
                  <a:lnTo>
                    <a:pt x="5697903" y="362084"/>
                  </a:lnTo>
                  <a:lnTo>
                    <a:pt x="5627559" y="358842"/>
                  </a:lnTo>
                  <a:lnTo>
                    <a:pt x="5557214" y="355524"/>
                  </a:lnTo>
                  <a:lnTo>
                    <a:pt x="5486870" y="352128"/>
                  </a:lnTo>
                  <a:lnTo>
                    <a:pt x="5416525" y="348653"/>
                  </a:lnTo>
                  <a:lnTo>
                    <a:pt x="5346181" y="345097"/>
                  </a:lnTo>
                  <a:lnTo>
                    <a:pt x="5275836" y="341457"/>
                  </a:lnTo>
                  <a:lnTo>
                    <a:pt x="5205492" y="337732"/>
                  </a:lnTo>
                  <a:lnTo>
                    <a:pt x="5135147" y="333921"/>
                  </a:lnTo>
                  <a:lnTo>
                    <a:pt x="5064803" y="330019"/>
                  </a:lnTo>
                  <a:lnTo>
                    <a:pt x="4994458" y="326027"/>
                  </a:lnTo>
                  <a:lnTo>
                    <a:pt x="4924114" y="321941"/>
                  </a:lnTo>
                  <a:lnTo>
                    <a:pt x="4853769" y="317760"/>
                  </a:lnTo>
                  <a:lnTo>
                    <a:pt x="4783425" y="313480"/>
                  </a:lnTo>
                  <a:lnTo>
                    <a:pt x="4713080" y="309101"/>
                  </a:lnTo>
                  <a:lnTo>
                    <a:pt x="4642736" y="304619"/>
                  </a:lnTo>
                  <a:lnTo>
                    <a:pt x="4572391" y="300032"/>
                  </a:lnTo>
                  <a:lnTo>
                    <a:pt x="4502047" y="295338"/>
                  </a:lnTo>
                  <a:lnTo>
                    <a:pt x="4431702" y="290534"/>
                  </a:lnTo>
                  <a:lnTo>
                    <a:pt x="4361358" y="285618"/>
                  </a:lnTo>
                  <a:lnTo>
                    <a:pt x="4291013" y="280586"/>
                  </a:lnTo>
                  <a:lnTo>
                    <a:pt x="4220669" y="275437"/>
                  </a:lnTo>
                  <a:lnTo>
                    <a:pt x="4150324" y="270167"/>
                  </a:lnTo>
                  <a:lnTo>
                    <a:pt x="4079980" y="264774"/>
                  </a:lnTo>
                  <a:lnTo>
                    <a:pt x="4009635" y="259255"/>
                  </a:lnTo>
                  <a:lnTo>
                    <a:pt x="3939291" y="253607"/>
                  </a:lnTo>
                  <a:lnTo>
                    <a:pt x="3868946" y="247826"/>
                  </a:lnTo>
                  <a:lnTo>
                    <a:pt x="3798602" y="241910"/>
                  </a:lnTo>
                  <a:lnTo>
                    <a:pt x="3728257" y="235856"/>
                  </a:lnTo>
                  <a:lnTo>
                    <a:pt x="3657913" y="229660"/>
                  </a:lnTo>
                  <a:lnTo>
                    <a:pt x="3587569" y="223319"/>
                  </a:lnTo>
                  <a:lnTo>
                    <a:pt x="3517224" y="216830"/>
                  </a:lnTo>
                  <a:lnTo>
                    <a:pt x="3446880" y="210189"/>
                  </a:lnTo>
                  <a:lnTo>
                    <a:pt x="3376535" y="203392"/>
                  </a:lnTo>
                  <a:lnTo>
                    <a:pt x="3306191" y="199040"/>
                  </a:lnTo>
                  <a:lnTo>
                    <a:pt x="3235846" y="195770"/>
                  </a:lnTo>
                  <a:lnTo>
                    <a:pt x="3165502" y="192465"/>
                  </a:lnTo>
                  <a:lnTo>
                    <a:pt x="3095157" y="189124"/>
                  </a:lnTo>
                  <a:lnTo>
                    <a:pt x="3024813" y="185747"/>
                  </a:lnTo>
                  <a:lnTo>
                    <a:pt x="2954468" y="182333"/>
                  </a:lnTo>
                  <a:lnTo>
                    <a:pt x="2884124" y="178882"/>
                  </a:lnTo>
                  <a:lnTo>
                    <a:pt x="2813779" y="175394"/>
                  </a:lnTo>
                  <a:lnTo>
                    <a:pt x="2743435" y="171868"/>
                  </a:lnTo>
                  <a:lnTo>
                    <a:pt x="2673090" y="168304"/>
                  </a:lnTo>
                  <a:lnTo>
                    <a:pt x="2602746" y="164701"/>
                  </a:lnTo>
                  <a:lnTo>
                    <a:pt x="2532401" y="161059"/>
                  </a:lnTo>
                  <a:lnTo>
                    <a:pt x="2462057" y="157378"/>
                  </a:lnTo>
                  <a:lnTo>
                    <a:pt x="2391712" y="153657"/>
                  </a:lnTo>
                  <a:lnTo>
                    <a:pt x="2321368" y="149895"/>
                  </a:lnTo>
                  <a:lnTo>
                    <a:pt x="2251023" y="146093"/>
                  </a:lnTo>
                  <a:lnTo>
                    <a:pt x="2180679" y="142249"/>
                  </a:lnTo>
                  <a:lnTo>
                    <a:pt x="2110334" y="138364"/>
                  </a:lnTo>
                  <a:lnTo>
                    <a:pt x="2039990" y="134436"/>
                  </a:lnTo>
                  <a:lnTo>
                    <a:pt x="1969645" y="130466"/>
                  </a:lnTo>
                  <a:lnTo>
                    <a:pt x="1899301" y="126453"/>
                  </a:lnTo>
                  <a:lnTo>
                    <a:pt x="1828956" y="122397"/>
                  </a:lnTo>
                  <a:lnTo>
                    <a:pt x="1758612" y="118296"/>
                  </a:lnTo>
                  <a:lnTo>
                    <a:pt x="1688267" y="114151"/>
                  </a:lnTo>
                  <a:lnTo>
                    <a:pt x="1617923" y="109961"/>
                  </a:lnTo>
                  <a:lnTo>
                    <a:pt x="1547578" y="105726"/>
                  </a:lnTo>
                  <a:lnTo>
                    <a:pt x="1477234" y="101445"/>
                  </a:lnTo>
                  <a:lnTo>
                    <a:pt x="1406889" y="97117"/>
                  </a:lnTo>
                  <a:lnTo>
                    <a:pt x="1336545" y="92742"/>
                  </a:lnTo>
                  <a:lnTo>
                    <a:pt x="1266200" y="88320"/>
                  </a:lnTo>
                  <a:lnTo>
                    <a:pt x="1195856" y="83850"/>
                  </a:lnTo>
                  <a:lnTo>
                    <a:pt x="1125511" y="79332"/>
                  </a:lnTo>
                  <a:lnTo>
                    <a:pt x="1055167" y="74764"/>
                  </a:lnTo>
                  <a:lnTo>
                    <a:pt x="984822" y="70147"/>
                  </a:lnTo>
                  <a:lnTo>
                    <a:pt x="914478" y="65480"/>
                  </a:lnTo>
                  <a:lnTo>
                    <a:pt x="844133" y="60763"/>
                  </a:lnTo>
                  <a:lnTo>
                    <a:pt x="773789" y="55994"/>
                  </a:lnTo>
                  <a:lnTo>
                    <a:pt x="703444" y="51174"/>
                  </a:lnTo>
                  <a:lnTo>
                    <a:pt x="633100" y="46301"/>
                  </a:lnTo>
                  <a:lnTo>
                    <a:pt x="562755" y="41375"/>
                  </a:lnTo>
                  <a:lnTo>
                    <a:pt x="492411" y="36397"/>
                  </a:lnTo>
                  <a:lnTo>
                    <a:pt x="422066" y="31364"/>
                  </a:lnTo>
                  <a:lnTo>
                    <a:pt x="351722" y="26276"/>
                  </a:lnTo>
                  <a:lnTo>
                    <a:pt x="281377" y="21134"/>
                  </a:lnTo>
                  <a:lnTo>
                    <a:pt x="211033" y="15935"/>
                  </a:lnTo>
                  <a:lnTo>
                    <a:pt x="140688" y="10680"/>
                  </a:lnTo>
                  <a:lnTo>
                    <a:pt x="70344" y="53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728234"/>
              <a:ext cx="6964104" cy="546650"/>
            </a:xfrm>
            <a:custGeom>
              <a:avLst/>
              <a:pathLst>
                <a:path w="6964104" h="546650">
                  <a:moveTo>
                    <a:pt x="0" y="0"/>
                  </a:moveTo>
                  <a:lnTo>
                    <a:pt x="70344" y="11300"/>
                  </a:lnTo>
                  <a:lnTo>
                    <a:pt x="140688" y="22410"/>
                  </a:lnTo>
                  <a:lnTo>
                    <a:pt x="211033" y="33333"/>
                  </a:lnTo>
                  <a:lnTo>
                    <a:pt x="281377" y="44073"/>
                  </a:lnTo>
                  <a:lnTo>
                    <a:pt x="351722" y="54632"/>
                  </a:lnTo>
                  <a:lnTo>
                    <a:pt x="422066" y="65014"/>
                  </a:lnTo>
                  <a:lnTo>
                    <a:pt x="492411" y="75221"/>
                  </a:lnTo>
                  <a:lnTo>
                    <a:pt x="562755" y="85256"/>
                  </a:lnTo>
                  <a:lnTo>
                    <a:pt x="633100" y="95123"/>
                  </a:lnTo>
                  <a:lnTo>
                    <a:pt x="703444" y="104823"/>
                  </a:lnTo>
                  <a:lnTo>
                    <a:pt x="773789" y="114361"/>
                  </a:lnTo>
                  <a:lnTo>
                    <a:pt x="844133" y="123738"/>
                  </a:lnTo>
                  <a:lnTo>
                    <a:pt x="914478" y="132958"/>
                  </a:lnTo>
                  <a:lnTo>
                    <a:pt x="984822" y="142022"/>
                  </a:lnTo>
                  <a:lnTo>
                    <a:pt x="1055167" y="150935"/>
                  </a:lnTo>
                  <a:lnTo>
                    <a:pt x="1125511" y="159697"/>
                  </a:lnTo>
                  <a:lnTo>
                    <a:pt x="1195856" y="168312"/>
                  </a:lnTo>
                  <a:lnTo>
                    <a:pt x="1266200" y="176782"/>
                  </a:lnTo>
                  <a:lnTo>
                    <a:pt x="1336545" y="185110"/>
                  </a:lnTo>
                  <a:lnTo>
                    <a:pt x="1406889" y="193297"/>
                  </a:lnTo>
                  <a:lnTo>
                    <a:pt x="1477234" y="201347"/>
                  </a:lnTo>
                  <a:lnTo>
                    <a:pt x="1547578" y="209262"/>
                  </a:lnTo>
                  <a:lnTo>
                    <a:pt x="1617923" y="217044"/>
                  </a:lnTo>
                  <a:lnTo>
                    <a:pt x="1688267" y="224694"/>
                  </a:lnTo>
                  <a:lnTo>
                    <a:pt x="1758612" y="232217"/>
                  </a:lnTo>
                  <a:lnTo>
                    <a:pt x="1828956" y="239612"/>
                  </a:lnTo>
                  <a:lnTo>
                    <a:pt x="1899301" y="246883"/>
                  </a:lnTo>
                  <a:lnTo>
                    <a:pt x="1969645" y="254032"/>
                  </a:lnTo>
                  <a:lnTo>
                    <a:pt x="2039990" y="261061"/>
                  </a:lnTo>
                  <a:lnTo>
                    <a:pt x="2110334" y="267972"/>
                  </a:lnTo>
                  <a:lnTo>
                    <a:pt x="2180679" y="274766"/>
                  </a:lnTo>
                  <a:lnTo>
                    <a:pt x="2251023" y="281446"/>
                  </a:lnTo>
                  <a:lnTo>
                    <a:pt x="2321368" y="288014"/>
                  </a:lnTo>
                  <a:lnTo>
                    <a:pt x="2391712" y="294472"/>
                  </a:lnTo>
                  <a:lnTo>
                    <a:pt x="2462057" y="300821"/>
                  </a:lnTo>
                  <a:lnTo>
                    <a:pt x="2532401" y="307063"/>
                  </a:lnTo>
                  <a:lnTo>
                    <a:pt x="2602746" y="313200"/>
                  </a:lnTo>
                  <a:lnTo>
                    <a:pt x="2673090" y="319234"/>
                  </a:lnTo>
                  <a:lnTo>
                    <a:pt x="2743435" y="325166"/>
                  </a:lnTo>
                  <a:lnTo>
                    <a:pt x="2813779" y="330999"/>
                  </a:lnTo>
                  <a:lnTo>
                    <a:pt x="2884124" y="336734"/>
                  </a:lnTo>
                  <a:lnTo>
                    <a:pt x="2954468" y="342372"/>
                  </a:lnTo>
                  <a:lnTo>
                    <a:pt x="3024813" y="347915"/>
                  </a:lnTo>
                  <a:lnTo>
                    <a:pt x="3095157" y="353366"/>
                  </a:lnTo>
                  <a:lnTo>
                    <a:pt x="3165502" y="358724"/>
                  </a:lnTo>
                  <a:lnTo>
                    <a:pt x="3235846" y="363993"/>
                  </a:lnTo>
                  <a:lnTo>
                    <a:pt x="3306191" y="369173"/>
                  </a:lnTo>
                  <a:lnTo>
                    <a:pt x="3376535" y="374265"/>
                  </a:lnTo>
                  <a:lnTo>
                    <a:pt x="3446880" y="379273"/>
                  </a:lnTo>
                  <a:lnTo>
                    <a:pt x="3517224" y="384196"/>
                  </a:lnTo>
                  <a:lnTo>
                    <a:pt x="3587569" y="389036"/>
                  </a:lnTo>
                  <a:lnTo>
                    <a:pt x="3657913" y="393795"/>
                  </a:lnTo>
                  <a:lnTo>
                    <a:pt x="3728257" y="398473"/>
                  </a:lnTo>
                  <a:lnTo>
                    <a:pt x="3798602" y="403074"/>
                  </a:lnTo>
                  <a:lnTo>
                    <a:pt x="3868946" y="407596"/>
                  </a:lnTo>
                  <a:lnTo>
                    <a:pt x="3939291" y="412043"/>
                  </a:lnTo>
                  <a:lnTo>
                    <a:pt x="4009635" y="416415"/>
                  </a:lnTo>
                  <a:lnTo>
                    <a:pt x="4079980" y="420714"/>
                  </a:lnTo>
                  <a:lnTo>
                    <a:pt x="4150324" y="424940"/>
                  </a:lnTo>
                  <a:lnTo>
                    <a:pt x="4220669" y="429095"/>
                  </a:lnTo>
                  <a:lnTo>
                    <a:pt x="4291013" y="433180"/>
                  </a:lnTo>
                  <a:lnTo>
                    <a:pt x="4361358" y="437197"/>
                  </a:lnTo>
                  <a:lnTo>
                    <a:pt x="4431702" y="441146"/>
                  </a:lnTo>
                  <a:lnTo>
                    <a:pt x="4502047" y="445028"/>
                  </a:lnTo>
                  <a:lnTo>
                    <a:pt x="4572391" y="448846"/>
                  </a:lnTo>
                  <a:lnTo>
                    <a:pt x="4642736" y="452599"/>
                  </a:lnTo>
                  <a:lnTo>
                    <a:pt x="4713080" y="456289"/>
                  </a:lnTo>
                  <a:lnTo>
                    <a:pt x="4783425" y="459917"/>
                  </a:lnTo>
                  <a:lnTo>
                    <a:pt x="4853769" y="463484"/>
                  </a:lnTo>
                  <a:lnTo>
                    <a:pt x="4924114" y="466991"/>
                  </a:lnTo>
                  <a:lnTo>
                    <a:pt x="4994458" y="470439"/>
                  </a:lnTo>
                  <a:lnTo>
                    <a:pt x="5064803" y="473829"/>
                  </a:lnTo>
                  <a:lnTo>
                    <a:pt x="5135147" y="477162"/>
                  </a:lnTo>
                  <a:lnTo>
                    <a:pt x="5205492" y="480439"/>
                  </a:lnTo>
                  <a:lnTo>
                    <a:pt x="5275836" y="483661"/>
                  </a:lnTo>
                  <a:lnTo>
                    <a:pt x="5346181" y="486829"/>
                  </a:lnTo>
                  <a:lnTo>
                    <a:pt x="5416525" y="489944"/>
                  </a:lnTo>
                  <a:lnTo>
                    <a:pt x="5486870" y="493006"/>
                  </a:lnTo>
                  <a:lnTo>
                    <a:pt x="5557214" y="496016"/>
                  </a:lnTo>
                  <a:lnTo>
                    <a:pt x="5627559" y="498976"/>
                  </a:lnTo>
                  <a:lnTo>
                    <a:pt x="5697903" y="501887"/>
                  </a:lnTo>
                  <a:lnTo>
                    <a:pt x="5768248" y="504748"/>
                  </a:lnTo>
                  <a:lnTo>
                    <a:pt x="5838592" y="507561"/>
                  </a:lnTo>
                  <a:lnTo>
                    <a:pt x="5908937" y="510327"/>
                  </a:lnTo>
                  <a:lnTo>
                    <a:pt x="5979281" y="513047"/>
                  </a:lnTo>
                  <a:lnTo>
                    <a:pt x="6049626" y="515720"/>
                  </a:lnTo>
                  <a:lnTo>
                    <a:pt x="6119970" y="518349"/>
                  </a:lnTo>
                  <a:lnTo>
                    <a:pt x="6190315" y="520934"/>
                  </a:lnTo>
                  <a:lnTo>
                    <a:pt x="6260659" y="523475"/>
                  </a:lnTo>
                  <a:lnTo>
                    <a:pt x="6331004" y="525973"/>
                  </a:lnTo>
                  <a:lnTo>
                    <a:pt x="6401348" y="528429"/>
                  </a:lnTo>
                  <a:lnTo>
                    <a:pt x="6471693" y="530844"/>
                  </a:lnTo>
                  <a:lnTo>
                    <a:pt x="6542037" y="533219"/>
                  </a:lnTo>
                  <a:lnTo>
                    <a:pt x="6612382" y="535553"/>
                  </a:lnTo>
                  <a:lnTo>
                    <a:pt x="6682726" y="537848"/>
                  </a:lnTo>
                  <a:lnTo>
                    <a:pt x="6753071" y="540105"/>
                  </a:lnTo>
                  <a:lnTo>
                    <a:pt x="6823415" y="542324"/>
                  </a:lnTo>
                  <a:lnTo>
                    <a:pt x="6893760" y="544505"/>
                  </a:lnTo>
                  <a:lnTo>
                    <a:pt x="6964104" y="54665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(1.14-1.32), p_Bonf = &lt;0.001 (n = 6)  |  per IQR decline (Δ = 29.3 %): 1.82 (1.46-2.26)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691491"/>
              <a:ext cx="6964104" cy="810834"/>
            </a:xfrm>
            <a:custGeom>
              <a:avLst/>
              <a:pathLst>
                <a:path w="6964104" h="810834">
                  <a:moveTo>
                    <a:pt x="0" y="0"/>
                  </a:moveTo>
                  <a:lnTo>
                    <a:pt x="70344" y="20629"/>
                  </a:lnTo>
                  <a:lnTo>
                    <a:pt x="140688" y="40787"/>
                  </a:lnTo>
                  <a:lnTo>
                    <a:pt x="211033" y="60484"/>
                  </a:lnTo>
                  <a:lnTo>
                    <a:pt x="281377" y="79730"/>
                  </a:lnTo>
                  <a:lnTo>
                    <a:pt x="351722" y="98537"/>
                  </a:lnTo>
                  <a:lnTo>
                    <a:pt x="422066" y="116913"/>
                  </a:lnTo>
                  <a:lnTo>
                    <a:pt x="492411" y="134869"/>
                  </a:lnTo>
                  <a:lnTo>
                    <a:pt x="562755" y="152415"/>
                  </a:lnTo>
                  <a:lnTo>
                    <a:pt x="633100" y="169559"/>
                  </a:lnTo>
                  <a:lnTo>
                    <a:pt x="703444" y="186311"/>
                  </a:lnTo>
                  <a:lnTo>
                    <a:pt x="773789" y="202681"/>
                  </a:lnTo>
                  <a:lnTo>
                    <a:pt x="844133" y="218676"/>
                  </a:lnTo>
                  <a:lnTo>
                    <a:pt x="914478" y="234305"/>
                  </a:lnTo>
                  <a:lnTo>
                    <a:pt x="984822" y="249577"/>
                  </a:lnTo>
                  <a:lnTo>
                    <a:pt x="1055167" y="264500"/>
                  </a:lnTo>
                  <a:lnTo>
                    <a:pt x="1125511" y="279081"/>
                  </a:lnTo>
                  <a:lnTo>
                    <a:pt x="1195856" y="293329"/>
                  </a:lnTo>
                  <a:lnTo>
                    <a:pt x="1266200" y="307251"/>
                  </a:lnTo>
                  <a:lnTo>
                    <a:pt x="1336545" y="320855"/>
                  </a:lnTo>
                  <a:lnTo>
                    <a:pt x="1406889" y="334148"/>
                  </a:lnTo>
                  <a:lnTo>
                    <a:pt x="1477234" y="347137"/>
                  </a:lnTo>
                  <a:lnTo>
                    <a:pt x="1547578" y="359829"/>
                  </a:lnTo>
                  <a:lnTo>
                    <a:pt x="1617923" y="372231"/>
                  </a:lnTo>
                  <a:lnTo>
                    <a:pt x="1688267" y="384349"/>
                  </a:lnTo>
                  <a:lnTo>
                    <a:pt x="1758612" y="396190"/>
                  </a:lnTo>
                  <a:lnTo>
                    <a:pt x="1828956" y="407760"/>
                  </a:lnTo>
                  <a:lnTo>
                    <a:pt x="1899301" y="419066"/>
                  </a:lnTo>
                  <a:lnTo>
                    <a:pt x="1969645" y="430113"/>
                  </a:lnTo>
                  <a:lnTo>
                    <a:pt x="2039990" y="440908"/>
                  </a:lnTo>
                  <a:lnTo>
                    <a:pt x="2110334" y="451455"/>
                  </a:lnTo>
                  <a:lnTo>
                    <a:pt x="2180679" y="461762"/>
                  </a:lnTo>
                  <a:lnTo>
                    <a:pt x="2251023" y="471833"/>
                  </a:lnTo>
                  <a:lnTo>
                    <a:pt x="2321368" y="481673"/>
                  </a:lnTo>
                  <a:lnTo>
                    <a:pt x="2391712" y="491289"/>
                  </a:lnTo>
                  <a:lnTo>
                    <a:pt x="2462057" y="500685"/>
                  </a:lnTo>
                  <a:lnTo>
                    <a:pt x="2532401" y="509866"/>
                  </a:lnTo>
                  <a:lnTo>
                    <a:pt x="2602746" y="518837"/>
                  </a:lnTo>
                  <a:lnTo>
                    <a:pt x="2673090" y="527602"/>
                  </a:lnTo>
                  <a:lnTo>
                    <a:pt x="2743435" y="536168"/>
                  </a:lnTo>
                  <a:lnTo>
                    <a:pt x="2813779" y="544537"/>
                  </a:lnTo>
                  <a:lnTo>
                    <a:pt x="2884124" y="552716"/>
                  </a:lnTo>
                  <a:lnTo>
                    <a:pt x="2954468" y="560707"/>
                  </a:lnTo>
                  <a:lnTo>
                    <a:pt x="3024813" y="568515"/>
                  </a:lnTo>
                  <a:lnTo>
                    <a:pt x="3095157" y="576145"/>
                  </a:lnTo>
                  <a:lnTo>
                    <a:pt x="3165502" y="583600"/>
                  </a:lnTo>
                  <a:lnTo>
                    <a:pt x="3235846" y="590885"/>
                  </a:lnTo>
                  <a:lnTo>
                    <a:pt x="3306191" y="598004"/>
                  </a:lnTo>
                  <a:lnTo>
                    <a:pt x="3376535" y="603841"/>
                  </a:lnTo>
                  <a:lnTo>
                    <a:pt x="3446880" y="607041"/>
                  </a:lnTo>
                  <a:lnTo>
                    <a:pt x="3517224" y="610207"/>
                  </a:lnTo>
                  <a:lnTo>
                    <a:pt x="3587569" y="613338"/>
                  </a:lnTo>
                  <a:lnTo>
                    <a:pt x="3657913" y="616436"/>
                  </a:lnTo>
                  <a:lnTo>
                    <a:pt x="3728257" y="619501"/>
                  </a:lnTo>
                  <a:lnTo>
                    <a:pt x="3798602" y="622533"/>
                  </a:lnTo>
                  <a:lnTo>
                    <a:pt x="3868946" y="625532"/>
                  </a:lnTo>
                  <a:lnTo>
                    <a:pt x="3939291" y="628500"/>
                  </a:lnTo>
                  <a:lnTo>
                    <a:pt x="4009635" y="631435"/>
                  </a:lnTo>
                  <a:lnTo>
                    <a:pt x="4079980" y="634339"/>
                  </a:lnTo>
                  <a:lnTo>
                    <a:pt x="4150324" y="637212"/>
                  </a:lnTo>
                  <a:lnTo>
                    <a:pt x="4220669" y="640054"/>
                  </a:lnTo>
                  <a:lnTo>
                    <a:pt x="4291013" y="642865"/>
                  </a:lnTo>
                  <a:lnTo>
                    <a:pt x="4361358" y="645646"/>
                  </a:lnTo>
                  <a:lnTo>
                    <a:pt x="4431702" y="648398"/>
                  </a:lnTo>
                  <a:lnTo>
                    <a:pt x="4502047" y="651120"/>
                  </a:lnTo>
                  <a:lnTo>
                    <a:pt x="4572391" y="653813"/>
                  </a:lnTo>
                  <a:lnTo>
                    <a:pt x="4642736" y="656477"/>
                  </a:lnTo>
                  <a:lnTo>
                    <a:pt x="4713080" y="659112"/>
                  </a:lnTo>
                  <a:lnTo>
                    <a:pt x="4783425" y="661719"/>
                  </a:lnTo>
                  <a:lnTo>
                    <a:pt x="4853769" y="664298"/>
                  </a:lnTo>
                  <a:lnTo>
                    <a:pt x="4924114" y="666850"/>
                  </a:lnTo>
                  <a:lnTo>
                    <a:pt x="4994458" y="669374"/>
                  </a:lnTo>
                  <a:lnTo>
                    <a:pt x="5064803" y="671871"/>
                  </a:lnTo>
                  <a:lnTo>
                    <a:pt x="5135147" y="674341"/>
                  </a:lnTo>
                  <a:lnTo>
                    <a:pt x="5205492" y="676785"/>
                  </a:lnTo>
                  <a:lnTo>
                    <a:pt x="5275836" y="679202"/>
                  </a:lnTo>
                  <a:lnTo>
                    <a:pt x="5346181" y="681594"/>
                  </a:lnTo>
                  <a:lnTo>
                    <a:pt x="5416525" y="683960"/>
                  </a:lnTo>
                  <a:lnTo>
                    <a:pt x="5486870" y="686301"/>
                  </a:lnTo>
                  <a:lnTo>
                    <a:pt x="5557214" y="688616"/>
                  </a:lnTo>
                  <a:lnTo>
                    <a:pt x="5627559" y="690907"/>
                  </a:lnTo>
                  <a:lnTo>
                    <a:pt x="5697903" y="693173"/>
                  </a:lnTo>
                  <a:lnTo>
                    <a:pt x="5768248" y="695415"/>
                  </a:lnTo>
                  <a:lnTo>
                    <a:pt x="5838592" y="697632"/>
                  </a:lnTo>
                  <a:lnTo>
                    <a:pt x="5908937" y="699826"/>
                  </a:lnTo>
                  <a:lnTo>
                    <a:pt x="5979281" y="701997"/>
                  </a:lnTo>
                  <a:lnTo>
                    <a:pt x="6049626" y="704144"/>
                  </a:lnTo>
                  <a:lnTo>
                    <a:pt x="6119970" y="706268"/>
                  </a:lnTo>
                  <a:lnTo>
                    <a:pt x="6190315" y="708369"/>
                  </a:lnTo>
                  <a:lnTo>
                    <a:pt x="6260659" y="710448"/>
                  </a:lnTo>
                  <a:lnTo>
                    <a:pt x="6331004" y="712505"/>
                  </a:lnTo>
                  <a:lnTo>
                    <a:pt x="6401348" y="714539"/>
                  </a:lnTo>
                  <a:lnTo>
                    <a:pt x="6471693" y="716552"/>
                  </a:lnTo>
                  <a:lnTo>
                    <a:pt x="6542037" y="718543"/>
                  </a:lnTo>
                  <a:lnTo>
                    <a:pt x="6612382" y="720512"/>
                  </a:lnTo>
                  <a:lnTo>
                    <a:pt x="6682726" y="722461"/>
                  </a:lnTo>
                  <a:lnTo>
                    <a:pt x="6753071" y="724389"/>
                  </a:lnTo>
                  <a:lnTo>
                    <a:pt x="6823415" y="726296"/>
                  </a:lnTo>
                  <a:lnTo>
                    <a:pt x="6893760" y="728182"/>
                  </a:lnTo>
                  <a:lnTo>
                    <a:pt x="6964104" y="730048"/>
                  </a:lnTo>
                  <a:lnTo>
                    <a:pt x="6964104" y="810834"/>
                  </a:lnTo>
                  <a:lnTo>
                    <a:pt x="6893760" y="808696"/>
                  </a:lnTo>
                  <a:lnTo>
                    <a:pt x="6823415" y="806508"/>
                  </a:lnTo>
                  <a:lnTo>
                    <a:pt x="6753071" y="804268"/>
                  </a:lnTo>
                  <a:lnTo>
                    <a:pt x="6682726" y="801977"/>
                  </a:lnTo>
                  <a:lnTo>
                    <a:pt x="6612382" y="799632"/>
                  </a:lnTo>
                  <a:lnTo>
                    <a:pt x="6542037" y="797232"/>
                  </a:lnTo>
                  <a:lnTo>
                    <a:pt x="6471693" y="794775"/>
                  </a:lnTo>
                  <a:lnTo>
                    <a:pt x="6401348" y="792262"/>
                  </a:lnTo>
                  <a:lnTo>
                    <a:pt x="6331004" y="789689"/>
                  </a:lnTo>
                  <a:lnTo>
                    <a:pt x="6260659" y="787056"/>
                  </a:lnTo>
                  <a:lnTo>
                    <a:pt x="6190315" y="784362"/>
                  </a:lnTo>
                  <a:lnTo>
                    <a:pt x="6119970" y="781604"/>
                  </a:lnTo>
                  <a:lnTo>
                    <a:pt x="6049626" y="778783"/>
                  </a:lnTo>
                  <a:lnTo>
                    <a:pt x="5979281" y="775895"/>
                  </a:lnTo>
                  <a:lnTo>
                    <a:pt x="5908937" y="772939"/>
                  </a:lnTo>
                  <a:lnTo>
                    <a:pt x="5838592" y="769914"/>
                  </a:lnTo>
                  <a:lnTo>
                    <a:pt x="5768248" y="766819"/>
                  </a:lnTo>
                  <a:lnTo>
                    <a:pt x="5697903" y="763651"/>
                  </a:lnTo>
                  <a:lnTo>
                    <a:pt x="5627559" y="760409"/>
                  </a:lnTo>
                  <a:lnTo>
                    <a:pt x="5557214" y="757091"/>
                  </a:lnTo>
                  <a:lnTo>
                    <a:pt x="5486870" y="753695"/>
                  </a:lnTo>
                  <a:lnTo>
                    <a:pt x="5416525" y="750220"/>
                  </a:lnTo>
                  <a:lnTo>
                    <a:pt x="5346181" y="746664"/>
                  </a:lnTo>
                  <a:lnTo>
                    <a:pt x="5275836" y="743024"/>
                  </a:lnTo>
                  <a:lnTo>
                    <a:pt x="5205492" y="739299"/>
                  </a:lnTo>
                  <a:lnTo>
                    <a:pt x="5135147" y="735488"/>
                  </a:lnTo>
                  <a:lnTo>
                    <a:pt x="5064803" y="731586"/>
                  </a:lnTo>
                  <a:lnTo>
                    <a:pt x="4994458" y="727594"/>
                  </a:lnTo>
                  <a:lnTo>
                    <a:pt x="4924114" y="723508"/>
                  </a:lnTo>
                  <a:lnTo>
                    <a:pt x="4853769" y="719327"/>
                  </a:lnTo>
                  <a:lnTo>
                    <a:pt x="4783425" y="715047"/>
                  </a:lnTo>
                  <a:lnTo>
                    <a:pt x="4713080" y="710668"/>
                  </a:lnTo>
                  <a:lnTo>
                    <a:pt x="4642736" y="706186"/>
                  </a:lnTo>
                  <a:lnTo>
                    <a:pt x="4572391" y="701599"/>
                  </a:lnTo>
                  <a:lnTo>
                    <a:pt x="4502047" y="696905"/>
                  </a:lnTo>
                  <a:lnTo>
                    <a:pt x="4431702" y="692101"/>
                  </a:lnTo>
                  <a:lnTo>
                    <a:pt x="4361358" y="687185"/>
                  </a:lnTo>
                  <a:lnTo>
                    <a:pt x="4291013" y="682153"/>
                  </a:lnTo>
                  <a:lnTo>
                    <a:pt x="4220669" y="677004"/>
                  </a:lnTo>
                  <a:lnTo>
                    <a:pt x="4150324" y="671734"/>
                  </a:lnTo>
                  <a:lnTo>
                    <a:pt x="4079980" y="666341"/>
                  </a:lnTo>
                  <a:lnTo>
                    <a:pt x="4009635" y="660822"/>
                  </a:lnTo>
                  <a:lnTo>
                    <a:pt x="3939291" y="655174"/>
                  </a:lnTo>
                  <a:lnTo>
                    <a:pt x="3868946" y="649393"/>
                  </a:lnTo>
                  <a:lnTo>
                    <a:pt x="3798602" y="643477"/>
                  </a:lnTo>
                  <a:lnTo>
                    <a:pt x="3728257" y="637423"/>
                  </a:lnTo>
                  <a:lnTo>
                    <a:pt x="3657913" y="631227"/>
                  </a:lnTo>
                  <a:lnTo>
                    <a:pt x="3587569" y="624886"/>
                  </a:lnTo>
                  <a:lnTo>
                    <a:pt x="3517224" y="618397"/>
                  </a:lnTo>
                  <a:lnTo>
                    <a:pt x="3446880" y="611756"/>
                  </a:lnTo>
                  <a:lnTo>
                    <a:pt x="3376535" y="604959"/>
                  </a:lnTo>
                  <a:lnTo>
                    <a:pt x="3306191" y="600607"/>
                  </a:lnTo>
                  <a:lnTo>
                    <a:pt x="3235846" y="597337"/>
                  </a:lnTo>
                  <a:lnTo>
                    <a:pt x="3165502" y="594032"/>
                  </a:lnTo>
                  <a:lnTo>
                    <a:pt x="3095157" y="590691"/>
                  </a:lnTo>
                  <a:lnTo>
                    <a:pt x="3024813" y="587314"/>
                  </a:lnTo>
                  <a:lnTo>
                    <a:pt x="2954468" y="583900"/>
                  </a:lnTo>
                  <a:lnTo>
                    <a:pt x="2884124" y="580449"/>
                  </a:lnTo>
                  <a:lnTo>
                    <a:pt x="2813779" y="576961"/>
                  </a:lnTo>
                  <a:lnTo>
                    <a:pt x="2743435" y="573435"/>
                  </a:lnTo>
                  <a:lnTo>
                    <a:pt x="2673090" y="569871"/>
                  </a:lnTo>
                  <a:lnTo>
                    <a:pt x="2602746" y="566268"/>
                  </a:lnTo>
                  <a:lnTo>
                    <a:pt x="2532401" y="562626"/>
                  </a:lnTo>
                  <a:lnTo>
                    <a:pt x="2462057" y="558945"/>
                  </a:lnTo>
                  <a:lnTo>
                    <a:pt x="2391712" y="555224"/>
                  </a:lnTo>
                  <a:lnTo>
                    <a:pt x="2321368" y="551462"/>
                  </a:lnTo>
                  <a:lnTo>
                    <a:pt x="2251023" y="547660"/>
                  </a:lnTo>
                  <a:lnTo>
                    <a:pt x="2180679" y="543816"/>
                  </a:lnTo>
                  <a:lnTo>
                    <a:pt x="2110334" y="539931"/>
                  </a:lnTo>
                  <a:lnTo>
                    <a:pt x="2039990" y="536003"/>
                  </a:lnTo>
                  <a:lnTo>
                    <a:pt x="1969645" y="532033"/>
                  </a:lnTo>
                  <a:lnTo>
                    <a:pt x="1899301" y="528020"/>
                  </a:lnTo>
                  <a:lnTo>
                    <a:pt x="1828956" y="523964"/>
                  </a:lnTo>
                  <a:lnTo>
                    <a:pt x="1758612" y="519863"/>
                  </a:lnTo>
                  <a:lnTo>
                    <a:pt x="1688267" y="515718"/>
                  </a:lnTo>
                  <a:lnTo>
                    <a:pt x="1617923" y="511528"/>
                  </a:lnTo>
                  <a:lnTo>
                    <a:pt x="1547578" y="507293"/>
                  </a:lnTo>
                  <a:lnTo>
                    <a:pt x="1477234" y="503012"/>
                  </a:lnTo>
                  <a:lnTo>
                    <a:pt x="1406889" y="498684"/>
                  </a:lnTo>
                  <a:lnTo>
                    <a:pt x="1336545" y="494309"/>
                  </a:lnTo>
                  <a:lnTo>
                    <a:pt x="1266200" y="489887"/>
                  </a:lnTo>
                  <a:lnTo>
                    <a:pt x="1195856" y="485417"/>
                  </a:lnTo>
                  <a:lnTo>
                    <a:pt x="1125511" y="480899"/>
                  </a:lnTo>
                  <a:lnTo>
                    <a:pt x="1055167" y="476331"/>
                  </a:lnTo>
                  <a:lnTo>
                    <a:pt x="984822" y="471714"/>
                  </a:lnTo>
                  <a:lnTo>
                    <a:pt x="914478" y="467047"/>
                  </a:lnTo>
                  <a:lnTo>
                    <a:pt x="844133" y="462330"/>
                  </a:lnTo>
                  <a:lnTo>
                    <a:pt x="773789" y="457561"/>
                  </a:lnTo>
                  <a:lnTo>
                    <a:pt x="703444" y="452741"/>
                  </a:lnTo>
                  <a:lnTo>
                    <a:pt x="633100" y="447868"/>
                  </a:lnTo>
                  <a:lnTo>
                    <a:pt x="562755" y="442942"/>
                  </a:lnTo>
                  <a:lnTo>
                    <a:pt x="492411" y="437964"/>
                  </a:lnTo>
                  <a:lnTo>
                    <a:pt x="422066" y="432931"/>
                  </a:lnTo>
                  <a:lnTo>
                    <a:pt x="351722" y="427843"/>
                  </a:lnTo>
                  <a:lnTo>
                    <a:pt x="281377" y="422701"/>
                  </a:lnTo>
                  <a:lnTo>
                    <a:pt x="211033" y="417502"/>
                  </a:lnTo>
                  <a:lnTo>
                    <a:pt x="140688" y="412247"/>
                  </a:lnTo>
                  <a:lnTo>
                    <a:pt x="70344" y="406936"/>
                  </a:lnTo>
                  <a:lnTo>
                    <a:pt x="0" y="4015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1235312" y="4691491"/>
              <a:ext cx="6964104" cy="730048"/>
            </a:xfrm>
            <a:custGeom>
              <a:avLst/>
              <a:pathLst>
                <a:path w="6964104" h="730048">
                  <a:moveTo>
                    <a:pt x="0" y="0"/>
                  </a:moveTo>
                  <a:lnTo>
                    <a:pt x="70344" y="20629"/>
                  </a:lnTo>
                  <a:lnTo>
                    <a:pt x="140688" y="40787"/>
                  </a:lnTo>
                  <a:lnTo>
                    <a:pt x="211033" y="60484"/>
                  </a:lnTo>
                  <a:lnTo>
                    <a:pt x="281377" y="79730"/>
                  </a:lnTo>
                  <a:lnTo>
                    <a:pt x="351722" y="98537"/>
                  </a:lnTo>
                  <a:lnTo>
                    <a:pt x="422066" y="116913"/>
                  </a:lnTo>
                  <a:lnTo>
                    <a:pt x="492411" y="134869"/>
                  </a:lnTo>
                  <a:lnTo>
                    <a:pt x="562755" y="152415"/>
                  </a:lnTo>
                  <a:lnTo>
                    <a:pt x="633100" y="169559"/>
                  </a:lnTo>
                  <a:lnTo>
                    <a:pt x="703444" y="186311"/>
                  </a:lnTo>
                  <a:lnTo>
                    <a:pt x="773789" y="202681"/>
                  </a:lnTo>
                  <a:lnTo>
                    <a:pt x="844133" y="218676"/>
                  </a:lnTo>
                  <a:lnTo>
                    <a:pt x="914478" y="234305"/>
                  </a:lnTo>
                  <a:lnTo>
                    <a:pt x="984822" y="249577"/>
                  </a:lnTo>
                  <a:lnTo>
                    <a:pt x="1055167" y="264500"/>
                  </a:lnTo>
                  <a:lnTo>
                    <a:pt x="1125511" y="279081"/>
                  </a:lnTo>
                  <a:lnTo>
                    <a:pt x="1195856" y="293329"/>
                  </a:lnTo>
                  <a:lnTo>
                    <a:pt x="1266200" y="307251"/>
                  </a:lnTo>
                  <a:lnTo>
                    <a:pt x="1336545" y="320855"/>
                  </a:lnTo>
                  <a:lnTo>
                    <a:pt x="1406889" y="334148"/>
                  </a:lnTo>
                  <a:lnTo>
                    <a:pt x="1477234" y="347137"/>
                  </a:lnTo>
                  <a:lnTo>
                    <a:pt x="1547578" y="359829"/>
                  </a:lnTo>
                  <a:lnTo>
                    <a:pt x="1617923" y="372231"/>
                  </a:lnTo>
                  <a:lnTo>
                    <a:pt x="1688267" y="384349"/>
                  </a:lnTo>
                  <a:lnTo>
                    <a:pt x="1758612" y="396190"/>
                  </a:lnTo>
                  <a:lnTo>
                    <a:pt x="1828956" y="407760"/>
                  </a:lnTo>
                  <a:lnTo>
                    <a:pt x="1899301" y="419066"/>
                  </a:lnTo>
                  <a:lnTo>
                    <a:pt x="1969645" y="430113"/>
                  </a:lnTo>
                  <a:lnTo>
                    <a:pt x="2039990" y="440908"/>
                  </a:lnTo>
                  <a:lnTo>
                    <a:pt x="2110334" y="451455"/>
                  </a:lnTo>
                  <a:lnTo>
                    <a:pt x="2180679" y="461762"/>
                  </a:lnTo>
                  <a:lnTo>
                    <a:pt x="2251023" y="471833"/>
                  </a:lnTo>
                  <a:lnTo>
                    <a:pt x="2321368" y="481673"/>
                  </a:lnTo>
                  <a:lnTo>
                    <a:pt x="2391712" y="491289"/>
                  </a:lnTo>
                  <a:lnTo>
                    <a:pt x="2462057" y="500685"/>
                  </a:lnTo>
                  <a:lnTo>
                    <a:pt x="2532401" y="509866"/>
                  </a:lnTo>
                  <a:lnTo>
                    <a:pt x="2602746" y="518837"/>
                  </a:lnTo>
                  <a:lnTo>
                    <a:pt x="2673090" y="527602"/>
                  </a:lnTo>
                  <a:lnTo>
                    <a:pt x="2743435" y="536168"/>
                  </a:lnTo>
                  <a:lnTo>
                    <a:pt x="2813779" y="544537"/>
                  </a:lnTo>
                  <a:lnTo>
                    <a:pt x="2884124" y="552716"/>
                  </a:lnTo>
                  <a:lnTo>
                    <a:pt x="2954468" y="560707"/>
                  </a:lnTo>
                  <a:lnTo>
                    <a:pt x="3024813" y="568515"/>
                  </a:lnTo>
                  <a:lnTo>
                    <a:pt x="3095157" y="576145"/>
                  </a:lnTo>
                  <a:lnTo>
                    <a:pt x="3165502" y="583600"/>
                  </a:lnTo>
                  <a:lnTo>
                    <a:pt x="3235846" y="590885"/>
                  </a:lnTo>
                  <a:lnTo>
                    <a:pt x="3306191" y="598004"/>
                  </a:lnTo>
                  <a:lnTo>
                    <a:pt x="3376535" y="603841"/>
                  </a:lnTo>
                  <a:lnTo>
                    <a:pt x="3446880" y="607041"/>
                  </a:lnTo>
                  <a:lnTo>
                    <a:pt x="3517224" y="610207"/>
                  </a:lnTo>
                  <a:lnTo>
                    <a:pt x="3587569" y="613338"/>
                  </a:lnTo>
                  <a:lnTo>
                    <a:pt x="3657913" y="616436"/>
                  </a:lnTo>
                  <a:lnTo>
                    <a:pt x="3728257" y="619501"/>
                  </a:lnTo>
                  <a:lnTo>
                    <a:pt x="3798602" y="622533"/>
                  </a:lnTo>
                  <a:lnTo>
                    <a:pt x="3868946" y="625532"/>
                  </a:lnTo>
                  <a:lnTo>
                    <a:pt x="3939291" y="628500"/>
                  </a:lnTo>
                  <a:lnTo>
                    <a:pt x="4009635" y="631435"/>
                  </a:lnTo>
                  <a:lnTo>
                    <a:pt x="4079980" y="634339"/>
                  </a:lnTo>
                  <a:lnTo>
                    <a:pt x="4150324" y="637212"/>
                  </a:lnTo>
                  <a:lnTo>
                    <a:pt x="4220669" y="640054"/>
                  </a:lnTo>
                  <a:lnTo>
                    <a:pt x="4291013" y="642865"/>
                  </a:lnTo>
                  <a:lnTo>
                    <a:pt x="4361358" y="645646"/>
                  </a:lnTo>
                  <a:lnTo>
                    <a:pt x="4431702" y="648398"/>
                  </a:lnTo>
                  <a:lnTo>
                    <a:pt x="4502047" y="651120"/>
                  </a:lnTo>
                  <a:lnTo>
                    <a:pt x="4572391" y="653813"/>
                  </a:lnTo>
                  <a:lnTo>
                    <a:pt x="4642736" y="656477"/>
                  </a:lnTo>
                  <a:lnTo>
                    <a:pt x="4713080" y="659112"/>
                  </a:lnTo>
                  <a:lnTo>
                    <a:pt x="4783425" y="661719"/>
                  </a:lnTo>
                  <a:lnTo>
                    <a:pt x="4853769" y="664298"/>
                  </a:lnTo>
                  <a:lnTo>
                    <a:pt x="4924114" y="666850"/>
                  </a:lnTo>
                  <a:lnTo>
                    <a:pt x="4994458" y="669374"/>
                  </a:lnTo>
                  <a:lnTo>
                    <a:pt x="5064803" y="671871"/>
                  </a:lnTo>
                  <a:lnTo>
                    <a:pt x="5135147" y="674341"/>
                  </a:lnTo>
                  <a:lnTo>
                    <a:pt x="5205492" y="676785"/>
                  </a:lnTo>
                  <a:lnTo>
                    <a:pt x="5275836" y="679202"/>
                  </a:lnTo>
                  <a:lnTo>
                    <a:pt x="5346181" y="681594"/>
                  </a:lnTo>
                  <a:lnTo>
                    <a:pt x="5416525" y="683960"/>
                  </a:lnTo>
                  <a:lnTo>
                    <a:pt x="5486870" y="686301"/>
                  </a:lnTo>
                  <a:lnTo>
                    <a:pt x="5557214" y="688616"/>
                  </a:lnTo>
                  <a:lnTo>
                    <a:pt x="5627559" y="690907"/>
                  </a:lnTo>
                  <a:lnTo>
                    <a:pt x="5697903" y="693173"/>
                  </a:lnTo>
                  <a:lnTo>
                    <a:pt x="5768248" y="695415"/>
                  </a:lnTo>
                  <a:lnTo>
                    <a:pt x="5838592" y="697632"/>
                  </a:lnTo>
                  <a:lnTo>
                    <a:pt x="5908937" y="699826"/>
                  </a:lnTo>
                  <a:lnTo>
                    <a:pt x="5979281" y="701997"/>
                  </a:lnTo>
                  <a:lnTo>
                    <a:pt x="6049626" y="704144"/>
                  </a:lnTo>
                  <a:lnTo>
                    <a:pt x="6119970" y="706268"/>
                  </a:lnTo>
                  <a:lnTo>
                    <a:pt x="6190315" y="708369"/>
                  </a:lnTo>
                  <a:lnTo>
                    <a:pt x="6260659" y="710448"/>
                  </a:lnTo>
                  <a:lnTo>
                    <a:pt x="6331004" y="712505"/>
                  </a:lnTo>
                  <a:lnTo>
                    <a:pt x="6401348" y="714539"/>
                  </a:lnTo>
                  <a:lnTo>
                    <a:pt x="6471693" y="716552"/>
                  </a:lnTo>
                  <a:lnTo>
                    <a:pt x="6542037" y="718543"/>
                  </a:lnTo>
                  <a:lnTo>
                    <a:pt x="6612382" y="720512"/>
                  </a:lnTo>
                  <a:lnTo>
                    <a:pt x="6682726" y="722461"/>
                  </a:lnTo>
                  <a:lnTo>
                    <a:pt x="6753071" y="724389"/>
                  </a:lnTo>
                  <a:lnTo>
                    <a:pt x="6823415" y="726296"/>
                  </a:lnTo>
                  <a:lnTo>
                    <a:pt x="6893760" y="728182"/>
                  </a:lnTo>
                  <a:lnTo>
                    <a:pt x="6964104" y="730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5093058"/>
              <a:ext cx="6964104" cy="409267"/>
            </a:xfrm>
            <a:custGeom>
              <a:avLst/>
              <a:pathLst>
                <a:path w="6964104" h="409267">
                  <a:moveTo>
                    <a:pt x="6964104" y="409267"/>
                  </a:moveTo>
                  <a:lnTo>
                    <a:pt x="6893760" y="407129"/>
                  </a:lnTo>
                  <a:lnTo>
                    <a:pt x="6823415" y="404941"/>
                  </a:lnTo>
                  <a:lnTo>
                    <a:pt x="6753071" y="402701"/>
                  </a:lnTo>
                  <a:lnTo>
                    <a:pt x="6682726" y="400410"/>
                  </a:lnTo>
                  <a:lnTo>
                    <a:pt x="6612382" y="398065"/>
                  </a:lnTo>
                  <a:lnTo>
                    <a:pt x="6542037" y="395665"/>
                  </a:lnTo>
                  <a:lnTo>
                    <a:pt x="6471693" y="393208"/>
                  </a:lnTo>
                  <a:lnTo>
                    <a:pt x="6401348" y="390695"/>
                  </a:lnTo>
                  <a:lnTo>
                    <a:pt x="6331004" y="388122"/>
                  </a:lnTo>
                  <a:lnTo>
                    <a:pt x="6260659" y="385489"/>
                  </a:lnTo>
                  <a:lnTo>
                    <a:pt x="6190315" y="382795"/>
                  </a:lnTo>
                  <a:lnTo>
                    <a:pt x="6119970" y="380037"/>
                  </a:lnTo>
                  <a:lnTo>
                    <a:pt x="6049626" y="377216"/>
                  </a:lnTo>
                  <a:lnTo>
                    <a:pt x="5979281" y="374328"/>
                  </a:lnTo>
                  <a:lnTo>
                    <a:pt x="5908937" y="371372"/>
                  </a:lnTo>
                  <a:lnTo>
                    <a:pt x="5838592" y="368347"/>
                  </a:lnTo>
                  <a:lnTo>
                    <a:pt x="5768248" y="365252"/>
                  </a:lnTo>
                  <a:lnTo>
                    <a:pt x="5697903" y="362084"/>
                  </a:lnTo>
                  <a:lnTo>
                    <a:pt x="5627559" y="358842"/>
                  </a:lnTo>
                  <a:lnTo>
                    <a:pt x="5557214" y="355524"/>
                  </a:lnTo>
                  <a:lnTo>
                    <a:pt x="5486870" y="352128"/>
                  </a:lnTo>
                  <a:lnTo>
                    <a:pt x="5416525" y="348653"/>
                  </a:lnTo>
                  <a:lnTo>
                    <a:pt x="5346181" y="345097"/>
                  </a:lnTo>
                  <a:lnTo>
                    <a:pt x="5275836" y="341457"/>
                  </a:lnTo>
                  <a:lnTo>
                    <a:pt x="5205492" y="337732"/>
                  </a:lnTo>
                  <a:lnTo>
                    <a:pt x="5135147" y="333921"/>
                  </a:lnTo>
                  <a:lnTo>
                    <a:pt x="5064803" y="330019"/>
                  </a:lnTo>
                  <a:lnTo>
                    <a:pt x="4994458" y="326027"/>
                  </a:lnTo>
                  <a:lnTo>
                    <a:pt x="4924114" y="321941"/>
                  </a:lnTo>
                  <a:lnTo>
                    <a:pt x="4853769" y="317760"/>
                  </a:lnTo>
                  <a:lnTo>
                    <a:pt x="4783425" y="313480"/>
                  </a:lnTo>
                  <a:lnTo>
                    <a:pt x="4713080" y="309101"/>
                  </a:lnTo>
                  <a:lnTo>
                    <a:pt x="4642736" y="304619"/>
                  </a:lnTo>
                  <a:lnTo>
                    <a:pt x="4572391" y="300032"/>
                  </a:lnTo>
                  <a:lnTo>
                    <a:pt x="4502047" y="295338"/>
                  </a:lnTo>
                  <a:lnTo>
                    <a:pt x="4431702" y="290534"/>
                  </a:lnTo>
                  <a:lnTo>
                    <a:pt x="4361358" y="285618"/>
                  </a:lnTo>
                  <a:lnTo>
                    <a:pt x="4291013" y="280586"/>
                  </a:lnTo>
                  <a:lnTo>
                    <a:pt x="4220669" y="275437"/>
                  </a:lnTo>
                  <a:lnTo>
                    <a:pt x="4150324" y="270167"/>
                  </a:lnTo>
                  <a:lnTo>
                    <a:pt x="4079980" y="264774"/>
                  </a:lnTo>
                  <a:lnTo>
                    <a:pt x="4009635" y="259255"/>
                  </a:lnTo>
                  <a:lnTo>
                    <a:pt x="3939291" y="253607"/>
                  </a:lnTo>
                  <a:lnTo>
                    <a:pt x="3868946" y="247826"/>
                  </a:lnTo>
                  <a:lnTo>
                    <a:pt x="3798602" y="241910"/>
                  </a:lnTo>
                  <a:lnTo>
                    <a:pt x="3728257" y="235856"/>
                  </a:lnTo>
                  <a:lnTo>
                    <a:pt x="3657913" y="229660"/>
                  </a:lnTo>
                  <a:lnTo>
                    <a:pt x="3587569" y="223319"/>
                  </a:lnTo>
                  <a:lnTo>
                    <a:pt x="3517224" y="216830"/>
                  </a:lnTo>
                  <a:lnTo>
                    <a:pt x="3446880" y="210189"/>
                  </a:lnTo>
                  <a:lnTo>
                    <a:pt x="3376535" y="203392"/>
                  </a:lnTo>
                  <a:lnTo>
                    <a:pt x="3306191" y="199040"/>
                  </a:lnTo>
                  <a:lnTo>
                    <a:pt x="3235846" y="195770"/>
                  </a:lnTo>
                  <a:lnTo>
                    <a:pt x="3165502" y="192465"/>
                  </a:lnTo>
                  <a:lnTo>
                    <a:pt x="3095157" y="189124"/>
                  </a:lnTo>
                  <a:lnTo>
                    <a:pt x="3024813" y="185747"/>
                  </a:lnTo>
                  <a:lnTo>
                    <a:pt x="2954468" y="182333"/>
                  </a:lnTo>
                  <a:lnTo>
                    <a:pt x="2884124" y="178882"/>
                  </a:lnTo>
                  <a:lnTo>
                    <a:pt x="2813779" y="175394"/>
                  </a:lnTo>
                  <a:lnTo>
                    <a:pt x="2743435" y="171868"/>
                  </a:lnTo>
                  <a:lnTo>
                    <a:pt x="2673090" y="168304"/>
                  </a:lnTo>
                  <a:lnTo>
                    <a:pt x="2602746" y="164701"/>
                  </a:lnTo>
                  <a:lnTo>
                    <a:pt x="2532401" y="161059"/>
                  </a:lnTo>
                  <a:lnTo>
                    <a:pt x="2462057" y="157378"/>
                  </a:lnTo>
                  <a:lnTo>
                    <a:pt x="2391712" y="153657"/>
                  </a:lnTo>
                  <a:lnTo>
                    <a:pt x="2321368" y="149895"/>
                  </a:lnTo>
                  <a:lnTo>
                    <a:pt x="2251023" y="146093"/>
                  </a:lnTo>
                  <a:lnTo>
                    <a:pt x="2180679" y="142249"/>
                  </a:lnTo>
                  <a:lnTo>
                    <a:pt x="2110334" y="138364"/>
                  </a:lnTo>
                  <a:lnTo>
                    <a:pt x="2039990" y="134436"/>
                  </a:lnTo>
                  <a:lnTo>
                    <a:pt x="1969645" y="130466"/>
                  </a:lnTo>
                  <a:lnTo>
                    <a:pt x="1899301" y="126453"/>
                  </a:lnTo>
                  <a:lnTo>
                    <a:pt x="1828956" y="122397"/>
                  </a:lnTo>
                  <a:lnTo>
                    <a:pt x="1758612" y="118296"/>
                  </a:lnTo>
                  <a:lnTo>
                    <a:pt x="1688267" y="114151"/>
                  </a:lnTo>
                  <a:lnTo>
                    <a:pt x="1617923" y="109961"/>
                  </a:lnTo>
                  <a:lnTo>
                    <a:pt x="1547578" y="105726"/>
                  </a:lnTo>
                  <a:lnTo>
                    <a:pt x="1477234" y="101445"/>
                  </a:lnTo>
                  <a:lnTo>
                    <a:pt x="1406889" y="97117"/>
                  </a:lnTo>
                  <a:lnTo>
                    <a:pt x="1336545" y="92742"/>
                  </a:lnTo>
                  <a:lnTo>
                    <a:pt x="1266200" y="88320"/>
                  </a:lnTo>
                  <a:lnTo>
                    <a:pt x="1195856" y="83850"/>
                  </a:lnTo>
                  <a:lnTo>
                    <a:pt x="1125511" y="79332"/>
                  </a:lnTo>
                  <a:lnTo>
                    <a:pt x="1055167" y="74764"/>
                  </a:lnTo>
                  <a:lnTo>
                    <a:pt x="984822" y="70147"/>
                  </a:lnTo>
                  <a:lnTo>
                    <a:pt x="914478" y="65480"/>
                  </a:lnTo>
                  <a:lnTo>
                    <a:pt x="844133" y="60763"/>
                  </a:lnTo>
                  <a:lnTo>
                    <a:pt x="773789" y="55994"/>
                  </a:lnTo>
                  <a:lnTo>
                    <a:pt x="703444" y="51174"/>
                  </a:lnTo>
                  <a:lnTo>
                    <a:pt x="633100" y="46301"/>
                  </a:lnTo>
                  <a:lnTo>
                    <a:pt x="562755" y="41375"/>
                  </a:lnTo>
                  <a:lnTo>
                    <a:pt x="492411" y="36397"/>
                  </a:lnTo>
                  <a:lnTo>
                    <a:pt x="422066" y="31364"/>
                  </a:lnTo>
                  <a:lnTo>
                    <a:pt x="351722" y="26276"/>
                  </a:lnTo>
                  <a:lnTo>
                    <a:pt x="281377" y="21134"/>
                  </a:lnTo>
                  <a:lnTo>
                    <a:pt x="211033" y="15935"/>
                  </a:lnTo>
                  <a:lnTo>
                    <a:pt x="140688" y="10680"/>
                  </a:lnTo>
                  <a:lnTo>
                    <a:pt x="70344" y="53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921626"/>
              <a:ext cx="6964104" cy="546650"/>
            </a:xfrm>
            <a:custGeom>
              <a:avLst/>
              <a:pathLst>
                <a:path w="6964104" h="546650">
                  <a:moveTo>
                    <a:pt x="0" y="0"/>
                  </a:moveTo>
                  <a:lnTo>
                    <a:pt x="70344" y="11300"/>
                  </a:lnTo>
                  <a:lnTo>
                    <a:pt x="140688" y="22410"/>
                  </a:lnTo>
                  <a:lnTo>
                    <a:pt x="211033" y="33333"/>
                  </a:lnTo>
                  <a:lnTo>
                    <a:pt x="281377" y="44073"/>
                  </a:lnTo>
                  <a:lnTo>
                    <a:pt x="351722" y="54632"/>
                  </a:lnTo>
                  <a:lnTo>
                    <a:pt x="422066" y="65014"/>
                  </a:lnTo>
                  <a:lnTo>
                    <a:pt x="492411" y="75221"/>
                  </a:lnTo>
                  <a:lnTo>
                    <a:pt x="562755" y="85256"/>
                  </a:lnTo>
                  <a:lnTo>
                    <a:pt x="633100" y="95123"/>
                  </a:lnTo>
                  <a:lnTo>
                    <a:pt x="703444" y="104823"/>
                  </a:lnTo>
                  <a:lnTo>
                    <a:pt x="773789" y="114361"/>
                  </a:lnTo>
                  <a:lnTo>
                    <a:pt x="844133" y="123738"/>
                  </a:lnTo>
                  <a:lnTo>
                    <a:pt x="914478" y="132958"/>
                  </a:lnTo>
                  <a:lnTo>
                    <a:pt x="984822" y="142022"/>
                  </a:lnTo>
                  <a:lnTo>
                    <a:pt x="1055167" y="150935"/>
                  </a:lnTo>
                  <a:lnTo>
                    <a:pt x="1125511" y="159697"/>
                  </a:lnTo>
                  <a:lnTo>
                    <a:pt x="1195856" y="168312"/>
                  </a:lnTo>
                  <a:lnTo>
                    <a:pt x="1266200" y="176782"/>
                  </a:lnTo>
                  <a:lnTo>
                    <a:pt x="1336545" y="185110"/>
                  </a:lnTo>
                  <a:lnTo>
                    <a:pt x="1406889" y="193297"/>
                  </a:lnTo>
                  <a:lnTo>
                    <a:pt x="1477234" y="201347"/>
                  </a:lnTo>
                  <a:lnTo>
                    <a:pt x="1547578" y="209262"/>
                  </a:lnTo>
                  <a:lnTo>
                    <a:pt x="1617923" y="217044"/>
                  </a:lnTo>
                  <a:lnTo>
                    <a:pt x="1688267" y="224694"/>
                  </a:lnTo>
                  <a:lnTo>
                    <a:pt x="1758612" y="232217"/>
                  </a:lnTo>
                  <a:lnTo>
                    <a:pt x="1828956" y="239612"/>
                  </a:lnTo>
                  <a:lnTo>
                    <a:pt x="1899301" y="246883"/>
                  </a:lnTo>
                  <a:lnTo>
                    <a:pt x="1969645" y="254032"/>
                  </a:lnTo>
                  <a:lnTo>
                    <a:pt x="2039990" y="261061"/>
                  </a:lnTo>
                  <a:lnTo>
                    <a:pt x="2110334" y="267972"/>
                  </a:lnTo>
                  <a:lnTo>
                    <a:pt x="2180679" y="274766"/>
                  </a:lnTo>
                  <a:lnTo>
                    <a:pt x="2251023" y="281446"/>
                  </a:lnTo>
                  <a:lnTo>
                    <a:pt x="2321368" y="288014"/>
                  </a:lnTo>
                  <a:lnTo>
                    <a:pt x="2391712" y="294472"/>
                  </a:lnTo>
                  <a:lnTo>
                    <a:pt x="2462057" y="300821"/>
                  </a:lnTo>
                  <a:lnTo>
                    <a:pt x="2532401" y="307063"/>
                  </a:lnTo>
                  <a:lnTo>
                    <a:pt x="2602746" y="313200"/>
                  </a:lnTo>
                  <a:lnTo>
                    <a:pt x="2673090" y="319234"/>
                  </a:lnTo>
                  <a:lnTo>
                    <a:pt x="2743435" y="325166"/>
                  </a:lnTo>
                  <a:lnTo>
                    <a:pt x="2813779" y="330999"/>
                  </a:lnTo>
                  <a:lnTo>
                    <a:pt x="2884124" y="336734"/>
                  </a:lnTo>
                  <a:lnTo>
                    <a:pt x="2954468" y="342372"/>
                  </a:lnTo>
                  <a:lnTo>
                    <a:pt x="3024813" y="347915"/>
                  </a:lnTo>
                  <a:lnTo>
                    <a:pt x="3095157" y="353366"/>
                  </a:lnTo>
                  <a:lnTo>
                    <a:pt x="3165502" y="358724"/>
                  </a:lnTo>
                  <a:lnTo>
                    <a:pt x="3235846" y="363993"/>
                  </a:lnTo>
                  <a:lnTo>
                    <a:pt x="3306191" y="369173"/>
                  </a:lnTo>
                  <a:lnTo>
                    <a:pt x="3376535" y="374265"/>
                  </a:lnTo>
                  <a:lnTo>
                    <a:pt x="3446880" y="379273"/>
                  </a:lnTo>
                  <a:lnTo>
                    <a:pt x="3517224" y="384196"/>
                  </a:lnTo>
                  <a:lnTo>
                    <a:pt x="3587569" y="389036"/>
                  </a:lnTo>
                  <a:lnTo>
                    <a:pt x="3657913" y="393795"/>
                  </a:lnTo>
                  <a:lnTo>
                    <a:pt x="3728257" y="398473"/>
                  </a:lnTo>
                  <a:lnTo>
                    <a:pt x="3798602" y="403074"/>
                  </a:lnTo>
                  <a:lnTo>
                    <a:pt x="3868946" y="407596"/>
                  </a:lnTo>
                  <a:lnTo>
                    <a:pt x="3939291" y="412043"/>
                  </a:lnTo>
                  <a:lnTo>
                    <a:pt x="4009635" y="416415"/>
                  </a:lnTo>
                  <a:lnTo>
                    <a:pt x="4079980" y="420714"/>
                  </a:lnTo>
                  <a:lnTo>
                    <a:pt x="4150324" y="424940"/>
                  </a:lnTo>
                  <a:lnTo>
                    <a:pt x="4220669" y="429095"/>
                  </a:lnTo>
                  <a:lnTo>
                    <a:pt x="4291013" y="433180"/>
                  </a:lnTo>
                  <a:lnTo>
                    <a:pt x="4361358" y="437197"/>
                  </a:lnTo>
                  <a:lnTo>
                    <a:pt x="4431702" y="441146"/>
                  </a:lnTo>
                  <a:lnTo>
                    <a:pt x="4502047" y="445028"/>
                  </a:lnTo>
                  <a:lnTo>
                    <a:pt x="4572391" y="448846"/>
                  </a:lnTo>
                  <a:lnTo>
                    <a:pt x="4642736" y="452599"/>
                  </a:lnTo>
                  <a:lnTo>
                    <a:pt x="4713080" y="456289"/>
                  </a:lnTo>
                  <a:lnTo>
                    <a:pt x="4783425" y="459917"/>
                  </a:lnTo>
                  <a:lnTo>
                    <a:pt x="4853769" y="463484"/>
                  </a:lnTo>
                  <a:lnTo>
                    <a:pt x="4924114" y="466991"/>
                  </a:lnTo>
                  <a:lnTo>
                    <a:pt x="4994458" y="470439"/>
                  </a:lnTo>
                  <a:lnTo>
                    <a:pt x="5064803" y="473829"/>
                  </a:lnTo>
                  <a:lnTo>
                    <a:pt x="5135147" y="477162"/>
                  </a:lnTo>
                  <a:lnTo>
                    <a:pt x="5205492" y="480439"/>
                  </a:lnTo>
                  <a:lnTo>
                    <a:pt x="5275836" y="483661"/>
                  </a:lnTo>
                  <a:lnTo>
                    <a:pt x="5346181" y="486829"/>
                  </a:lnTo>
                  <a:lnTo>
                    <a:pt x="5416525" y="489944"/>
                  </a:lnTo>
                  <a:lnTo>
                    <a:pt x="5486870" y="493006"/>
                  </a:lnTo>
                  <a:lnTo>
                    <a:pt x="5557214" y="496016"/>
                  </a:lnTo>
                  <a:lnTo>
                    <a:pt x="5627559" y="498976"/>
                  </a:lnTo>
                  <a:lnTo>
                    <a:pt x="5697903" y="501887"/>
                  </a:lnTo>
                  <a:lnTo>
                    <a:pt x="5768248" y="504748"/>
                  </a:lnTo>
                  <a:lnTo>
                    <a:pt x="5838592" y="507561"/>
                  </a:lnTo>
                  <a:lnTo>
                    <a:pt x="5908937" y="510327"/>
                  </a:lnTo>
                  <a:lnTo>
                    <a:pt x="5979281" y="513047"/>
                  </a:lnTo>
                  <a:lnTo>
                    <a:pt x="6049626" y="515720"/>
                  </a:lnTo>
                  <a:lnTo>
                    <a:pt x="6119970" y="518349"/>
                  </a:lnTo>
                  <a:lnTo>
                    <a:pt x="6190315" y="520934"/>
                  </a:lnTo>
                  <a:lnTo>
                    <a:pt x="6260659" y="523475"/>
                  </a:lnTo>
                  <a:lnTo>
                    <a:pt x="6331004" y="525973"/>
                  </a:lnTo>
                  <a:lnTo>
                    <a:pt x="6401348" y="528429"/>
                  </a:lnTo>
                  <a:lnTo>
                    <a:pt x="6471693" y="530844"/>
                  </a:lnTo>
                  <a:lnTo>
                    <a:pt x="6542037" y="533219"/>
                  </a:lnTo>
                  <a:lnTo>
                    <a:pt x="6612382" y="535553"/>
                  </a:lnTo>
                  <a:lnTo>
                    <a:pt x="6682726" y="537848"/>
                  </a:lnTo>
                  <a:lnTo>
                    <a:pt x="6753071" y="540105"/>
                  </a:lnTo>
                  <a:lnTo>
                    <a:pt x="6823415" y="542324"/>
                  </a:lnTo>
                  <a:lnTo>
                    <a:pt x="6893760" y="544505"/>
                  </a:lnTo>
                  <a:lnTo>
                    <a:pt x="6964104" y="54665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(1.14-1.32), p_Bonf = &lt;0.001 (n = 6)  |  per IQR decline (Δ = 29.3 %): 1.82 (1.46-2.26)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2026-07-22T07:54:26Z</dcterms:modified>
  <cp:category/>
</cp:coreProperties>
</file>