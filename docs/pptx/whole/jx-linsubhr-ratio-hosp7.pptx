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36130"/>
            </a:xfrm>
            <a:custGeom>
              <a:avLst/>
              <a:pathLst>
                <a:path w="7235830" h="3536130">
                  <a:moveTo>
                    <a:pt x="750084" y="0"/>
                  </a:moveTo>
                  <a:lnTo>
                    <a:pt x="818707" y="130921"/>
                  </a:lnTo>
                  <a:lnTo>
                    <a:pt x="892467" y="266236"/>
                  </a:lnTo>
                  <a:lnTo>
                    <a:pt x="966227" y="396351"/>
                  </a:lnTo>
                  <a:lnTo>
                    <a:pt x="1039987" y="521467"/>
                  </a:lnTo>
                  <a:lnTo>
                    <a:pt x="1113747" y="641776"/>
                  </a:lnTo>
                  <a:lnTo>
                    <a:pt x="1187508" y="757462"/>
                  </a:lnTo>
                  <a:lnTo>
                    <a:pt x="1261268" y="868703"/>
                  </a:lnTo>
                  <a:lnTo>
                    <a:pt x="1335028" y="975670"/>
                  </a:lnTo>
                  <a:lnTo>
                    <a:pt x="1408788" y="1078527"/>
                  </a:lnTo>
                  <a:lnTo>
                    <a:pt x="1482548" y="1177432"/>
                  </a:lnTo>
                  <a:lnTo>
                    <a:pt x="1556308" y="1272537"/>
                  </a:lnTo>
                  <a:lnTo>
                    <a:pt x="1630068" y="1363987"/>
                  </a:lnTo>
                  <a:lnTo>
                    <a:pt x="1703828" y="1451924"/>
                  </a:lnTo>
                  <a:lnTo>
                    <a:pt x="1777588" y="1536482"/>
                  </a:lnTo>
                  <a:lnTo>
                    <a:pt x="1851348" y="1617791"/>
                  </a:lnTo>
                  <a:lnTo>
                    <a:pt x="1925108" y="1695976"/>
                  </a:lnTo>
                  <a:lnTo>
                    <a:pt x="1998868" y="1771156"/>
                  </a:lnTo>
                  <a:lnTo>
                    <a:pt x="2072628" y="1843448"/>
                  </a:lnTo>
                  <a:lnTo>
                    <a:pt x="2146388" y="1912963"/>
                  </a:lnTo>
                  <a:lnTo>
                    <a:pt x="2220148" y="1979806"/>
                  </a:lnTo>
                  <a:lnTo>
                    <a:pt x="2293908" y="2044082"/>
                  </a:lnTo>
                  <a:lnTo>
                    <a:pt x="2367668" y="2105887"/>
                  </a:lnTo>
                  <a:lnTo>
                    <a:pt x="2441428" y="2165318"/>
                  </a:lnTo>
                  <a:lnTo>
                    <a:pt x="2515188" y="2222465"/>
                  </a:lnTo>
                  <a:lnTo>
                    <a:pt x="2588948" y="2277417"/>
                  </a:lnTo>
                  <a:lnTo>
                    <a:pt x="2662708" y="2330257"/>
                  </a:lnTo>
                  <a:lnTo>
                    <a:pt x="2736468" y="2381067"/>
                  </a:lnTo>
                  <a:lnTo>
                    <a:pt x="2810228" y="2429924"/>
                  </a:lnTo>
                  <a:lnTo>
                    <a:pt x="2883988" y="2476905"/>
                  </a:lnTo>
                  <a:lnTo>
                    <a:pt x="2957748" y="2522080"/>
                  </a:lnTo>
                  <a:lnTo>
                    <a:pt x="3031508" y="2565519"/>
                  </a:lnTo>
                  <a:lnTo>
                    <a:pt x="3105268" y="2607290"/>
                  </a:lnTo>
                  <a:lnTo>
                    <a:pt x="3179028" y="2647455"/>
                  </a:lnTo>
                  <a:lnTo>
                    <a:pt x="3252788" y="2686077"/>
                  </a:lnTo>
                  <a:lnTo>
                    <a:pt x="3326548" y="2723216"/>
                  </a:lnTo>
                  <a:lnTo>
                    <a:pt x="3400308" y="2758927"/>
                  </a:lnTo>
                  <a:lnTo>
                    <a:pt x="3474068" y="2787035"/>
                  </a:lnTo>
                  <a:lnTo>
                    <a:pt x="3547828" y="2800281"/>
                  </a:lnTo>
                  <a:lnTo>
                    <a:pt x="3621588" y="2813324"/>
                  </a:lnTo>
                  <a:lnTo>
                    <a:pt x="3695348" y="2826167"/>
                  </a:lnTo>
                  <a:lnTo>
                    <a:pt x="3769108" y="2838814"/>
                  </a:lnTo>
                  <a:lnTo>
                    <a:pt x="3842868" y="2851268"/>
                  </a:lnTo>
                  <a:lnTo>
                    <a:pt x="3916628" y="2863531"/>
                  </a:lnTo>
                  <a:lnTo>
                    <a:pt x="3990388" y="2875606"/>
                  </a:lnTo>
                  <a:lnTo>
                    <a:pt x="4064149" y="2887497"/>
                  </a:lnTo>
                  <a:lnTo>
                    <a:pt x="4137909" y="2899205"/>
                  </a:lnTo>
                  <a:lnTo>
                    <a:pt x="4211669" y="2910735"/>
                  </a:lnTo>
                  <a:lnTo>
                    <a:pt x="4285429" y="2922088"/>
                  </a:lnTo>
                  <a:lnTo>
                    <a:pt x="4359189" y="2933267"/>
                  </a:lnTo>
                  <a:lnTo>
                    <a:pt x="4432949" y="2944275"/>
                  </a:lnTo>
                  <a:lnTo>
                    <a:pt x="4506709" y="2955115"/>
                  </a:lnTo>
                  <a:lnTo>
                    <a:pt x="4580469" y="2965788"/>
                  </a:lnTo>
                  <a:lnTo>
                    <a:pt x="4654229" y="2976299"/>
                  </a:lnTo>
                  <a:lnTo>
                    <a:pt x="4727989" y="2986649"/>
                  </a:lnTo>
                  <a:lnTo>
                    <a:pt x="4801749" y="2996840"/>
                  </a:lnTo>
                  <a:lnTo>
                    <a:pt x="4875509" y="3006875"/>
                  </a:lnTo>
                  <a:lnTo>
                    <a:pt x="4949269" y="3016757"/>
                  </a:lnTo>
                  <a:lnTo>
                    <a:pt x="5023029" y="3026488"/>
                  </a:lnTo>
                  <a:lnTo>
                    <a:pt x="5096789" y="3036069"/>
                  </a:lnTo>
                  <a:lnTo>
                    <a:pt x="5170549" y="3045504"/>
                  </a:lnTo>
                  <a:lnTo>
                    <a:pt x="5244309" y="3054795"/>
                  </a:lnTo>
                  <a:lnTo>
                    <a:pt x="5318069" y="3063944"/>
                  </a:lnTo>
                  <a:lnTo>
                    <a:pt x="5391829" y="3072952"/>
                  </a:lnTo>
                  <a:lnTo>
                    <a:pt x="5465589" y="3081823"/>
                  </a:lnTo>
                  <a:lnTo>
                    <a:pt x="5539349" y="3090558"/>
                  </a:lnTo>
                  <a:lnTo>
                    <a:pt x="5613109" y="3099159"/>
                  </a:lnTo>
                  <a:lnTo>
                    <a:pt x="5686869" y="3107628"/>
                  </a:lnTo>
                  <a:lnTo>
                    <a:pt x="5760629" y="3115968"/>
                  </a:lnTo>
                  <a:lnTo>
                    <a:pt x="5834389" y="3124181"/>
                  </a:lnTo>
                  <a:lnTo>
                    <a:pt x="5908149" y="3132268"/>
                  </a:lnTo>
                  <a:lnTo>
                    <a:pt x="5981909" y="3140231"/>
                  </a:lnTo>
                  <a:lnTo>
                    <a:pt x="6055669" y="3148072"/>
                  </a:lnTo>
                  <a:lnTo>
                    <a:pt x="6129429" y="3155793"/>
                  </a:lnTo>
                  <a:lnTo>
                    <a:pt x="6203189" y="3163396"/>
                  </a:lnTo>
                  <a:lnTo>
                    <a:pt x="6276949" y="3170882"/>
                  </a:lnTo>
                  <a:lnTo>
                    <a:pt x="6350709" y="3178255"/>
                  </a:lnTo>
                  <a:lnTo>
                    <a:pt x="6424469" y="3185514"/>
                  </a:lnTo>
                  <a:lnTo>
                    <a:pt x="6498229" y="3192662"/>
                  </a:lnTo>
                  <a:lnTo>
                    <a:pt x="6571989" y="3199701"/>
                  </a:lnTo>
                  <a:lnTo>
                    <a:pt x="6645749" y="3206632"/>
                  </a:lnTo>
                  <a:lnTo>
                    <a:pt x="6719509" y="3213457"/>
                  </a:lnTo>
                  <a:lnTo>
                    <a:pt x="6793269" y="3220178"/>
                  </a:lnTo>
                  <a:lnTo>
                    <a:pt x="6867029" y="3226795"/>
                  </a:lnTo>
                  <a:lnTo>
                    <a:pt x="6940789" y="3233312"/>
                  </a:lnTo>
                  <a:lnTo>
                    <a:pt x="7014550" y="3239729"/>
                  </a:lnTo>
                  <a:lnTo>
                    <a:pt x="7088310" y="3246047"/>
                  </a:lnTo>
                  <a:lnTo>
                    <a:pt x="7162070" y="3252269"/>
                  </a:lnTo>
                  <a:lnTo>
                    <a:pt x="7235830" y="3258396"/>
                  </a:lnTo>
                  <a:lnTo>
                    <a:pt x="7235830" y="3536130"/>
                  </a:lnTo>
                  <a:lnTo>
                    <a:pt x="7162070" y="3531475"/>
                  </a:lnTo>
                  <a:lnTo>
                    <a:pt x="7088310" y="3526633"/>
                  </a:lnTo>
                  <a:lnTo>
                    <a:pt x="7014550" y="3521598"/>
                  </a:lnTo>
                  <a:lnTo>
                    <a:pt x="6940789" y="3516361"/>
                  </a:lnTo>
                  <a:lnTo>
                    <a:pt x="6867029" y="3510916"/>
                  </a:lnTo>
                  <a:lnTo>
                    <a:pt x="6793269" y="3505253"/>
                  </a:lnTo>
                  <a:lnTo>
                    <a:pt x="6719509" y="3499363"/>
                  </a:lnTo>
                  <a:lnTo>
                    <a:pt x="6645749" y="3493238"/>
                  </a:lnTo>
                  <a:lnTo>
                    <a:pt x="6571989" y="3486869"/>
                  </a:lnTo>
                  <a:lnTo>
                    <a:pt x="6498229" y="3480245"/>
                  </a:lnTo>
                  <a:lnTo>
                    <a:pt x="6424469" y="3473356"/>
                  </a:lnTo>
                  <a:lnTo>
                    <a:pt x="6350709" y="3466192"/>
                  </a:lnTo>
                  <a:lnTo>
                    <a:pt x="6276949" y="3458742"/>
                  </a:lnTo>
                  <a:lnTo>
                    <a:pt x="6203189" y="3450994"/>
                  </a:lnTo>
                  <a:lnTo>
                    <a:pt x="6129429" y="3442936"/>
                  </a:lnTo>
                  <a:lnTo>
                    <a:pt x="6055669" y="3434557"/>
                  </a:lnTo>
                  <a:lnTo>
                    <a:pt x="5981909" y="3425843"/>
                  </a:lnTo>
                  <a:lnTo>
                    <a:pt x="5908149" y="3416780"/>
                  </a:lnTo>
                  <a:lnTo>
                    <a:pt x="5834389" y="3407355"/>
                  </a:lnTo>
                  <a:lnTo>
                    <a:pt x="5760629" y="3397554"/>
                  </a:lnTo>
                  <a:lnTo>
                    <a:pt x="5686869" y="3387361"/>
                  </a:lnTo>
                  <a:lnTo>
                    <a:pt x="5613109" y="3376761"/>
                  </a:lnTo>
                  <a:lnTo>
                    <a:pt x="5539349" y="3365737"/>
                  </a:lnTo>
                  <a:lnTo>
                    <a:pt x="5465589" y="3354273"/>
                  </a:lnTo>
                  <a:lnTo>
                    <a:pt x="5391829" y="3342351"/>
                  </a:lnTo>
                  <a:lnTo>
                    <a:pt x="5318069" y="3329952"/>
                  </a:lnTo>
                  <a:lnTo>
                    <a:pt x="5244309" y="3317058"/>
                  </a:lnTo>
                  <a:lnTo>
                    <a:pt x="5170549" y="3303649"/>
                  </a:lnTo>
                  <a:lnTo>
                    <a:pt x="5096789" y="3289703"/>
                  </a:lnTo>
                  <a:lnTo>
                    <a:pt x="5023029" y="3275201"/>
                  </a:lnTo>
                  <a:lnTo>
                    <a:pt x="4949269" y="3260119"/>
                  </a:lnTo>
                  <a:lnTo>
                    <a:pt x="4875509" y="3244435"/>
                  </a:lnTo>
                  <a:lnTo>
                    <a:pt x="4801749" y="3228123"/>
                  </a:lnTo>
                  <a:lnTo>
                    <a:pt x="4727989" y="3211160"/>
                  </a:lnTo>
                  <a:lnTo>
                    <a:pt x="4654229" y="3193519"/>
                  </a:lnTo>
                  <a:lnTo>
                    <a:pt x="4580469" y="3175174"/>
                  </a:lnTo>
                  <a:lnTo>
                    <a:pt x="4506709" y="3156095"/>
                  </a:lnTo>
                  <a:lnTo>
                    <a:pt x="4432949" y="3136254"/>
                  </a:lnTo>
                  <a:lnTo>
                    <a:pt x="4359189" y="3115620"/>
                  </a:lnTo>
                  <a:lnTo>
                    <a:pt x="4285429" y="3094161"/>
                  </a:lnTo>
                  <a:lnTo>
                    <a:pt x="4211669" y="3071845"/>
                  </a:lnTo>
                  <a:lnTo>
                    <a:pt x="4137909" y="3048638"/>
                  </a:lnTo>
                  <a:lnTo>
                    <a:pt x="4064149" y="3024503"/>
                  </a:lnTo>
                  <a:lnTo>
                    <a:pt x="3990388" y="2999403"/>
                  </a:lnTo>
                  <a:lnTo>
                    <a:pt x="3916628" y="2973301"/>
                  </a:lnTo>
                  <a:lnTo>
                    <a:pt x="3842868" y="2946156"/>
                  </a:lnTo>
                  <a:lnTo>
                    <a:pt x="3769108" y="2917926"/>
                  </a:lnTo>
                  <a:lnTo>
                    <a:pt x="3695348" y="2888568"/>
                  </a:lnTo>
                  <a:lnTo>
                    <a:pt x="3621588" y="2858037"/>
                  </a:lnTo>
                  <a:lnTo>
                    <a:pt x="3547828" y="2826286"/>
                  </a:lnTo>
                  <a:lnTo>
                    <a:pt x="3474068" y="2793266"/>
                  </a:lnTo>
                  <a:lnTo>
                    <a:pt x="3400308" y="2773583"/>
                  </a:lnTo>
                  <a:lnTo>
                    <a:pt x="3326548" y="2759922"/>
                  </a:lnTo>
                  <a:lnTo>
                    <a:pt x="3252788" y="2746049"/>
                  </a:lnTo>
                  <a:lnTo>
                    <a:pt x="3179028" y="2731961"/>
                  </a:lnTo>
                  <a:lnTo>
                    <a:pt x="3105268" y="2717653"/>
                  </a:lnTo>
                  <a:lnTo>
                    <a:pt x="3031508" y="2703123"/>
                  </a:lnTo>
                  <a:lnTo>
                    <a:pt x="2957748" y="2688367"/>
                  </a:lnTo>
                  <a:lnTo>
                    <a:pt x="2883988" y="2673382"/>
                  </a:lnTo>
                  <a:lnTo>
                    <a:pt x="2810228" y="2658164"/>
                  </a:lnTo>
                  <a:lnTo>
                    <a:pt x="2736468" y="2642710"/>
                  </a:lnTo>
                  <a:lnTo>
                    <a:pt x="2662708" y="2627016"/>
                  </a:lnTo>
                  <a:lnTo>
                    <a:pt x="2588948" y="2611077"/>
                  </a:lnTo>
                  <a:lnTo>
                    <a:pt x="2515188" y="2594891"/>
                  </a:lnTo>
                  <a:lnTo>
                    <a:pt x="2441428" y="2578453"/>
                  </a:lnTo>
                  <a:lnTo>
                    <a:pt x="2367668" y="2561760"/>
                  </a:lnTo>
                  <a:lnTo>
                    <a:pt x="2293908" y="2544808"/>
                  </a:lnTo>
                  <a:lnTo>
                    <a:pt x="2220148" y="2527592"/>
                  </a:lnTo>
                  <a:lnTo>
                    <a:pt x="2146388" y="2510108"/>
                  </a:lnTo>
                  <a:lnTo>
                    <a:pt x="2072628" y="2492353"/>
                  </a:lnTo>
                  <a:lnTo>
                    <a:pt x="1998868" y="2474322"/>
                  </a:lnTo>
                  <a:lnTo>
                    <a:pt x="1925108" y="2456011"/>
                  </a:lnTo>
                  <a:lnTo>
                    <a:pt x="1851348" y="2437415"/>
                  </a:lnTo>
                  <a:lnTo>
                    <a:pt x="1777588" y="2418530"/>
                  </a:lnTo>
                  <a:lnTo>
                    <a:pt x="1703828" y="2399352"/>
                  </a:lnTo>
                  <a:lnTo>
                    <a:pt x="1630068" y="2379875"/>
                  </a:lnTo>
                  <a:lnTo>
                    <a:pt x="1556308" y="2360096"/>
                  </a:lnTo>
                  <a:lnTo>
                    <a:pt x="1482548" y="2340010"/>
                  </a:lnTo>
                  <a:lnTo>
                    <a:pt x="1408788" y="2319611"/>
                  </a:lnTo>
                  <a:lnTo>
                    <a:pt x="1335028" y="2298896"/>
                  </a:lnTo>
                  <a:lnTo>
                    <a:pt x="1261268" y="2277858"/>
                  </a:lnTo>
                  <a:lnTo>
                    <a:pt x="1187508" y="2256494"/>
                  </a:lnTo>
                  <a:lnTo>
                    <a:pt x="1113747" y="2234797"/>
                  </a:lnTo>
                  <a:lnTo>
                    <a:pt x="1039987" y="2212764"/>
                  </a:lnTo>
                  <a:lnTo>
                    <a:pt x="966227" y="2190388"/>
                  </a:lnTo>
                  <a:lnTo>
                    <a:pt x="892467" y="2167664"/>
                  </a:lnTo>
                  <a:lnTo>
                    <a:pt x="818707" y="2144587"/>
                  </a:lnTo>
                  <a:lnTo>
                    <a:pt x="744947" y="2121152"/>
                  </a:lnTo>
                  <a:lnTo>
                    <a:pt x="671187" y="2097352"/>
                  </a:lnTo>
                  <a:lnTo>
                    <a:pt x="597427" y="2073183"/>
                  </a:lnTo>
                  <a:lnTo>
                    <a:pt x="523667" y="2048638"/>
                  </a:lnTo>
                  <a:lnTo>
                    <a:pt x="449907" y="2023711"/>
                  </a:lnTo>
                  <a:lnTo>
                    <a:pt x="376147" y="1998397"/>
                  </a:lnTo>
                  <a:lnTo>
                    <a:pt x="302387" y="1972690"/>
                  </a:lnTo>
                  <a:lnTo>
                    <a:pt x="228627" y="1946583"/>
                  </a:lnTo>
                  <a:lnTo>
                    <a:pt x="154867" y="1920071"/>
                  </a:lnTo>
                  <a:lnTo>
                    <a:pt x="81107" y="1893146"/>
                  </a:lnTo>
                  <a:lnTo>
                    <a:pt x="7347" y="1865803"/>
                  </a:lnTo>
                  <a:lnTo>
                    <a:pt x="0" y="18630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1896563"/>
              <a:ext cx="6485745" cy="3258396"/>
            </a:xfrm>
            <a:custGeom>
              <a:avLst/>
              <a:pathLst>
                <a:path w="6485745" h="3258396">
                  <a:moveTo>
                    <a:pt x="0" y="0"/>
                  </a:moveTo>
                  <a:lnTo>
                    <a:pt x="68623" y="130921"/>
                  </a:lnTo>
                  <a:lnTo>
                    <a:pt x="142383" y="266236"/>
                  </a:lnTo>
                  <a:lnTo>
                    <a:pt x="216143" y="396351"/>
                  </a:lnTo>
                  <a:lnTo>
                    <a:pt x="289903" y="521467"/>
                  </a:lnTo>
                  <a:lnTo>
                    <a:pt x="363663" y="641776"/>
                  </a:lnTo>
                  <a:lnTo>
                    <a:pt x="437423" y="757462"/>
                  </a:lnTo>
                  <a:lnTo>
                    <a:pt x="511183" y="868703"/>
                  </a:lnTo>
                  <a:lnTo>
                    <a:pt x="584943" y="975670"/>
                  </a:lnTo>
                  <a:lnTo>
                    <a:pt x="658703" y="1078527"/>
                  </a:lnTo>
                  <a:lnTo>
                    <a:pt x="732463" y="1177432"/>
                  </a:lnTo>
                  <a:lnTo>
                    <a:pt x="806223" y="1272537"/>
                  </a:lnTo>
                  <a:lnTo>
                    <a:pt x="879983" y="1363987"/>
                  </a:lnTo>
                  <a:lnTo>
                    <a:pt x="953743" y="1451924"/>
                  </a:lnTo>
                  <a:lnTo>
                    <a:pt x="1027503" y="1536482"/>
                  </a:lnTo>
                  <a:lnTo>
                    <a:pt x="1101263" y="1617791"/>
                  </a:lnTo>
                  <a:lnTo>
                    <a:pt x="1175023" y="1695976"/>
                  </a:lnTo>
                  <a:lnTo>
                    <a:pt x="1248783" y="1771156"/>
                  </a:lnTo>
                  <a:lnTo>
                    <a:pt x="1322543" y="1843448"/>
                  </a:lnTo>
                  <a:lnTo>
                    <a:pt x="1396303" y="1912963"/>
                  </a:lnTo>
                  <a:lnTo>
                    <a:pt x="1470063" y="1979806"/>
                  </a:lnTo>
                  <a:lnTo>
                    <a:pt x="1543823" y="2044082"/>
                  </a:lnTo>
                  <a:lnTo>
                    <a:pt x="1617583" y="2105887"/>
                  </a:lnTo>
                  <a:lnTo>
                    <a:pt x="1691343" y="2165318"/>
                  </a:lnTo>
                  <a:lnTo>
                    <a:pt x="1765103" y="2222465"/>
                  </a:lnTo>
                  <a:lnTo>
                    <a:pt x="1838863" y="2277417"/>
                  </a:lnTo>
                  <a:lnTo>
                    <a:pt x="1912623" y="2330257"/>
                  </a:lnTo>
                  <a:lnTo>
                    <a:pt x="1986383" y="2381067"/>
                  </a:lnTo>
                  <a:lnTo>
                    <a:pt x="2060143" y="2429924"/>
                  </a:lnTo>
                  <a:lnTo>
                    <a:pt x="2133903" y="2476905"/>
                  </a:lnTo>
                  <a:lnTo>
                    <a:pt x="2207664" y="2522080"/>
                  </a:lnTo>
                  <a:lnTo>
                    <a:pt x="2281424" y="2565519"/>
                  </a:lnTo>
                  <a:lnTo>
                    <a:pt x="2355184" y="2607290"/>
                  </a:lnTo>
                  <a:lnTo>
                    <a:pt x="2428944" y="2647455"/>
                  </a:lnTo>
                  <a:lnTo>
                    <a:pt x="2502704" y="2686077"/>
                  </a:lnTo>
                  <a:lnTo>
                    <a:pt x="2576464" y="2723216"/>
                  </a:lnTo>
                  <a:lnTo>
                    <a:pt x="2650224" y="2758927"/>
                  </a:lnTo>
                  <a:lnTo>
                    <a:pt x="2723984" y="2787035"/>
                  </a:lnTo>
                  <a:lnTo>
                    <a:pt x="2797744" y="2800281"/>
                  </a:lnTo>
                  <a:lnTo>
                    <a:pt x="2871504" y="2813324"/>
                  </a:lnTo>
                  <a:lnTo>
                    <a:pt x="2945264" y="2826167"/>
                  </a:lnTo>
                  <a:lnTo>
                    <a:pt x="3019024" y="2838814"/>
                  </a:lnTo>
                  <a:lnTo>
                    <a:pt x="3092784" y="2851268"/>
                  </a:lnTo>
                  <a:lnTo>
                    <a:pt x="3166544" y="2863531"/>
                  </a:lnTo>
                  <a:lnTo>
                    <a:pt x="3240304" y="2875606"/>
                  </a:lnTo>
                  <a:lnTo>
                    <a:pt x="3314064" y="2887497"/>
                  </a:lnTo>
                  <a:lnTo>
                    <a:pt x="3387824" y="2899205"/>
                  </a:lnTo>
                  <a:lnTo>
                    <a:pt x="3461584" y="2910735"/>
                  </a:lnTo>
                  <a:lnTo>
                    <a:pt x="3535344" y="2922088"/>
                  </a:lnTo>
                  <a:lnTo>
                    <a:pt x="3609104" y="2933267"/>
                  </a:lnTo>
                  <a:lnTo>
                    <a:pt x="3682864" y="2944275"/>
                  </a:lnTo>
                  <a:lnTo>
                    <a:pt x="3756624" y="2955115"/>
                  </a:lnTo>
                  <a:lnTo>
                    <a:pt x="3830384" y="2965788"/>
                  </a:lnTo>
                  <a:lnTo>
                    <a:pt x="3904144" y="2976299"/>
                  </a:lnTo>
                  <a:lnTo>
                    <a:pt x="3977904" y="2986649"/>
                  </a:lnTo>
                  <a:lnTo>
                    <a:pt x="4051664" y="2996840"/>
                  </a:lnTo>
                  <a:lnTo>
                    <a:pt x="4125424" y="3006875"/>
                  </a:lnTo>
                  <a:lnTo>
                    <a:pt x="4199184" y="3016757"/>
                  </a:lnTo>
                  <a:lnTo>
                    <a:pt x="4272944" y="3026488"/>
                  </a:lnTo>
                  <a:lnTo>
                    <a:pt x="4346704" y="3036069"/>
                  </a:lnTo>
                  <a:lnTo>
                    <a:pt x="4420464" y="3045504"/>
                  </a:lnTo>
                  <a:lnTo>
                    <a:pt x="4494224" y="3054795"/>
                  </a:lnTo>
                  <a:lnTo>
                    <a:pt x="4567984" y="3063944"/>
                  </a:lnTo>
                  <a:lnTo>
                    <a:pt x="4641744" y="3072952"/>
                  </a:lnTo>
                  <a:lnTo>
                    <a:pt x="4715504" y="3081823"/>
                  </a:lnTo>
                  <a:lnTo>
                    <a:pt x="4789264" y="3090558"/>
                  </a:lnTo>
                  <a:lnTo>
                    <a:pt x="4863024" y="3099159"/>
                  </a:lnTo>
                  <a:lnTo>
                    <a:pt x="4936784" y="3107628"/>
                  </a:lnTo>
                  <a:lnTo>
                    <a:pt x="5010544" y="3115968"/>
                  </a:lnTo>
                  <a:lnTo>
                    <a:pt x="5084305" y="3124181"/>
                  </a:lnTo>
                  <a:lnTo>
                    <a:pt x="5158065" y="3132268"/>
                  </a:lnTo>
                  <a:lnTo>
                    <a:pt x="5231825" y="3140231"/>
                  </a:lnTo>
                  <a:lnTo>
                    <a:pt x="5305585" y="3148072"/>
                  </a:lnTo>
                  <a:lnTo>
                    <a:pt x="5379345" y="3155793"/>
                  </a:lnTo>
                  <a:lnTo>
                    <a:pt x="5453105" y="3163396"/>
                  </a:lnTo>
                  <a:lnTo>
                    <a:pt x="5526865" y="3170882"/>
                  </a:lnTo>
                  <a:lnTo>
                    <a:pt x="5600625" y="3178255"/>
                  </a:lnTo>
                  <a:lnTo>
                    <a:pt x="5674385" y="3185514"/>
                  </a:lnTo>
                  <a:lnTo>
                    <a:pt x="5748145" y="3192662"/>
                  </a:lnTo>
                  <a:lnTo>
                    <a:pt x="5821905" y="3199701"/>
                  </a:lnTo>
                  <a:lnTo>
                    <a:pt x="5895665" y="3206632"/>
                  </a:lnTo>
                  <a:lnTo>
                    <a:pt x="5969425" y="3213457"/>
                  </a:lnTo>
                  <a:lnTo>
                    <a:pt x="6043185" y="3220178"/>
                  </a:lnTo>
                  <a:lnTo>
                    <a:pt x="6116945" y="3226795"/>
                  </a:lnTo>
                  <a:lnTo>
                    <a:pt x="6190705" y="3233312"/>
                  </a:lnTo>
                  <a:lnTo>
                    <a:pt x="6264465" y="3239729"/>
                  </a:lnTo>
                  <a:lnTo>
                    <a:pt x="6338225" y="3246047"/>
                  </a:lnTo>
                  <a:lnTo>
                    <a:pt x="6411985" y="3252269"/>
                  </a:lnTo>
                  <a:lnTo>
                    <a:pt x="6485745" y="3258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59601"/>
              <a:ext cx="7235830" cy="1673093"/>
            </a:xfrm>
            <a:custGeom>
              <a:avLst/>
              <a:pathLst>
                <a:path w="7235830" h="1673093">
                  <a:moveTo>
                    <a:pt x="7235830" y="1673093"/>
                  </a:moveTo>
                  <a:lnTo>
                    <a:pt x="7162070" y="1668437"/>
                  </a:lnTo>
                  <a:lnTo>
                    <a:pt x="7088310" y="1663595"/>
                  </a:lnTo>
                  <a:lnTo>
                    <a:pt x="7014550" y="1658560"/>
                  </a:lnTo>
                  <a:lnTo>
                    <a:pt x="6940789" y="1653324"/>
                  </a:lnTo>
                  <a:lnTo>
                    <a:pt x="6867029" y="1647878"/>
                  </a:lnTo>
                  <a:lnTo>
                    <a:pt x="6793269" y="1642215"/>
                  </a:lnTo>
                  <a:lnTo>
                    <a:pt x="6719509" y="1636326"/>
                  </a:lnTo>
                  <a:lnTo>
                    <a:pt x="6645749" y="1630201"/>
                  </a:lnTo>
                  <a:lnTo>
                    <a:pt x="6571989" y="1623831"/>
                  </a:lnTo>
                  <a:lnTo>
                    <a:pt x="6498229" y="1617207"/>
                  </a:lnTo>
                  <a:lnTo>
                    <a:pt x="6424469" y="1610318"/>
                  </a:lnTo>
                  <a:lnTo>
                    <a:pt x="6350709" y="1603154"/>
                  </a:lnTo>
                  <a:lnTo>
                    <a:pt x="6276949" y="1595704"/>
                  </a:lnTo>
                  <a:lnTo>
                    <a:pt x="6203189" y="1587956"/>
                  </a:lnTo>
                  <a:lnTo>
                    <a:pt x="6129429" y="1579899"/>
                  </a:lnTo>
                  <a:lnTo>
                    <a:pt x="6055669" y="1571519"/>
                  </a:lnTo>
                  <a:lnTo>
                    <a:pt x="5981909" y="1562805"/>
                  </a:lnTo>
                  <a:lnTo>
                    <a:pt x="5908149" y="1553742"/>
                  </a:lnTo>
                  <a:lnTo>
                    <a:pt x="5834389" y="1544318"/>
                  </a:lnTo>
                  <a:lnTo>
                    <a:pt x="5760629" y="1534516"/>
                  </a:lnTo>
                  <a:lnTo>
                    <a:pt x="5686869" y="1524324"/>
                  </a:lnTo>
                  <a:lnTo>
                    <a:pt x="5613109" y="1513723"/>
                  </a:lnTo>
                  <a:lnTo>
                    <a:pt x="5539349" y="1502700"/>
                  </a:lnTo>
                  <a:lnTo>
                    <a:pt x="5465589" y="1491235"/>
                  </a:lnTo>
                  <a:lnTo>
                    <a:pt x="5391829" y="1479313"/>
                  </a:lnTo>
                  <a:lnTo>
                    <a:pt x="5318069" y="1466914"/>
                  </a:lnTo>
                  <a:lnTo>
                    <a:pt x="5244309" y="1454020"/>
                  </a:lnTo>
                  <a:lnTo>
                    <a:pt x="5170549" y="1440611"/>
                  </a:lnTo>
                  <a:lnTo>
                    <a:pt x="5096789" y="1426666"/>
                  </a:lnTo>
                  <a:lnTo>
                    <a:pt x="5023029" y="1412163"/>
                  </a:lnTo>
                  <a:lnTo>
                    <a:pt x="4949269" y="1397081"/>
                  </a:lnTo>
                  <a:lnTo>
                    <a:pt x="4875509" y="1381397"/>
                  </a:lnTo>
                  <a:lnTo>
                    <a:pt x="4801749" y="1365085"/>
                  </a:lnTo>
                  <a:lnTo>
                    <a:pt x="4727989" y="1348122"/>
                  </a:lnTo>
                  <a:lnTo>
                    <a:pt x="4654229" y="1330482"/>
                  </a:lnTo>
                  <a:lnTo>
                    <a:pt x="4580469" y="1312136"/>
                  </a:lnTo>
                  <a:lnTo>
                    <a:pt x="4506709" y="1293057"/>
                  </a:lnTo>
                  <a:lnTo>
                    <a:pt x="4432949" y="1273216"/>
                  </a:lnTo>
                  <a:lnTo>
                    <a:pt x="4359189" y="1252582"/>
                  </a:lnTo>
                  <a:lnTo>
                    <a:pt x="4285429" y="1231123"/>
                  </a:lnTo>
                  <a:lnTo>
                    <a:pt x="4211669" y="1208807"/>
                  </a:lnTo>
                  <a:lnTo>
                    <a:pt x="4137909" y="1185600"/>
                  </a:lnTo>
                  <a:lnTo>
                    <a:pt x="4064149" y="1161465"/>
                  </a:lnTo>
                  <a:lnTo>
                    <a:pt x="3990388" y="1136366"/>
                  </a:lnTo>
                  <a:lnTo>
                    <a:pt x="3916628" y="1110263"/>
                  </a:lnTo>
                  <a:lnTo>
                    <a:pt x="3842868" y="1083118"/>
                  </a:lnTo>
                  <a:lnTo>
                    <a:pt x="3769108" y="1054888"/>
                  </a:lnTo>
                  <a:lnTo>
                    <a:pt x="3695348" y="1025530"/>
                  </a:lnTo>
                  <a:lnTo>
                    <a:pt x="3621588" y="994999"/>
                  </a:lnTo>
                  <a:lnTo>
                    <a:pt x="3547828" y="963248"/>
                  </a:lnTo>
                  <a:lnTo>
                    <a:pt x="3474068" y="930228"/>
                  </a:lnTo>
                  <a:lnTo>
                    <a:pt x="3400308" y="910545"/>
                  </a:lnTo>
                  <a:lnTo>
                    <a:pt x="3326548" y="896884"/>
                  </a:lnTo>
                  <a:lnTo>
                    <a:pt x="3252788" y="883011"/>
                  </a:lnTo>
                  <a:lnTo>
                    <a:pt x="3179028" y="868923"/>
                  </a:lnTo>
                  <a:lnTo>
                    <a:pt x="3105268" y="854615"/>
                  </a:lnTo>
                  <a:lnTo>
                    <a:pt x="3031508" y="840085"/>
                  </a:lnTo>
                  <a:lnTo>
                    <a:pt x="2957748" y="825330"/>
                  </a:lnTo>
                  <a:lnTo>
                    <a:pt x="2883988" y="810345"/>
                  </a:lnTo>
                  <a:lnTo>
                    <a:pt x="2810228" y="795127"/>
                  </a:lnTo>
                  <a:lnTo>
                    <a:pt x="2736468" y="779672"/>
                  </a:lnTo>
                  <a:lnTo>
                    <a:pt x="2662708" y="763978"/>
                  </a:lnTo>
                  <a:lnTo>
                    <a:pt x="2588948" y="748039"/>
                  </a:lnTo>
                  <a:lnTo>
                    <a:pt x="2515188" y="731853"/>
                  </a:lnTo>
                  <a:lnTo>
                    <a:pt x="2441428" y="715416"/>
                  </a:lnTo>
                  <a:lnTo>
                    <a:pt x="2367668" y="698722"/>
                  </a:lnTo>
                  <a:lnTo>
                    <a:pt x="2293908" y="681770"/>
                  </a:lnTo>
                  <a:lnTo>
                    <a:pt x="2220148" y="664554"/>
                  </a:lnTo>
                  <a:lnTo>
                    <a:pt x="2146388" y="647071"/>
                  </a:lnTo>
                  <a:lnTo>
                    <a:pt x="2072628" y="629315"/>
                  </a:lnTo>
                  <a:lnTo>
                    <a:pt x="1998868" y="611284"/>
                  </a:lnTo>
                  <a:lnTo>
                    <a:pt x="1925108" y="592973"/>
                  </a:lnTo>
                  <a:lnTo>
                    <a:pt x="1851348" y="574377"/>
                  </a:lnTo>
                  <a:lnTo>
                    <a:pt x="1777588" y="555492"/>
                  </a:lnTo>
                  <a:lnTo>
                    <a:pt x="1703828" y="536314"/>
                  </a:lnTo>
                  <a:lnTo>
                    <a:pt x="1630068" y="516837"/>
                  </a:lnTo>
                  <a:lnTo>
                    <a:pt x="1556308" y="497058"/>
                  </a:lnTo>
                  <a:lnTo>
                    <a:pt x="1482548" y="476972"/>
                  </a:lnTo>
                  <a:lnTo>
                    <a:pt x="1408788" y="456573"/>
                  </a:lnTo>
                  <a:lnTo>
                    <a:pt x="1335028" y="435858"/>
                  </a:lnTo>
                  <a:lnTo>
                    <a:pt x="1261268" y="414820"/>
                  </a:lnTo>
                  <a:lnTo>
                    <a:pt x="1187508" y="393456"/>
                  </a:lnTo>
                  <a:lnTo>
                    <a:pt x="1113747" y="371760"/>
                  </a:lnTo>
                  <a:lnTo>
                    <a:pt x="1039987" y="349726"/>
                  </a:lnTo>
                  <a:lnTo>
                    <a:pt x="966227" y="327350"/>
                  </a:lnTo>
                  <a:lnTo>
                    <a:pt x="892467" y="304626"/>
                  </a:lnTo>
                  <a:lnTo>
                    <a:pt x="818707" y="281550"/>
                  </a:lnTo>
                  <a:lnTo>
                    <a:pt x="744947" y="258114"/>
                  </a:lnTo>
                  <a:lnTo>
                    <a:pt x="671187" y="234314"/>
                  </a:lnTo>
                  <a:lnTo>
                    <a:pt x="597427" y="210145"/>
                  </a:lnTo>
                  <a:lnTo>
                    <a:pt x="523667" y="185600"/>
                  </a:lnTo>
                  <a:lnTo>
                    <a:pt x="449907" y="160673"/>
                  </a:lnTo>
                  <a:lnTo>
                    <a:pt x="376147" y="135359"/>
                  </a:lnTo>
                  <a:lnTo>
                    <a:pt x="302387" y="109652"/>
                  </a:lnTo>
                  <a:lnTo>
                    <a:pt x="228627" y="83545"/>
                  </a:lnTo>
                  <a:lnTo>
                    <a:pt x="154867" y="57033"/>
                  </a:lnTo>
                  <a:lnTo>
                    <a:pt x="81107" y="30108"/>
                  </a:lnTo>
                  <a:lnTo>
                    <a:pt x="7347" y="27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28856"/>
              <a:ext cx="7235830" cy="2906025"/>
            </a:xfrm>
            <a:custGeom>
              <a:avLst/>
              <a:pathLst>
                <a:path w="7235830" h="2906025">
                  <a:moveTo>
                    <a:pt x="0" y="0"/>
                  </a:moveTo>
                  <a:lnTo>
                    <a:pt x="7347" y="8579"/>
                  </a:lnTo>
                  <a:lnTo>
                    <a:pt x="81107" y="92383"/>
                  </a:lnTo>
                  <a:lnTo>
                    <a:pt x="154867" y="173930"/>
                  </a:lnTo>
                  <a:lnTo>
                    <a:pt x="228627" y="253281"/>
                  </a:lnTo>
                  <a:lnTo>
                    <a:pt x="302387" y="330494"/>
                  </a:lnTo>
                  <a:lnTo>
                    <a:pt x="376147" y="405629"/>
                  </a:lnTo>
                  <a:lnTo>
                    <a:pt x="449907" y="478740"/>
                  </a:lnTo>
                  <a:lnTo>
                    <a:pt x="523667" y="549882"/>
                  </a:lnTo>
                  <a:lnTo>
                    <a:pt x="597427" y="619108"/>
                  </a:lnTo>
                  <a:lnTo>
                    <a:pt x="671187" y="686469"/>
                  </a:lnTo>
                  <a:lnTo>
                    <a:pt x="744947" y="752017"/>
                  </a:lnTo>
                  <a:lnTo>
                    <a:pt x="818707" y="815799"/>
                  </a:lnTo>
                  <a:lnTo>
                    <a:pt x="892467" y="877864"/>
                  </a:lnTo>
                  <a:lnTo>
                    <a:pt x="966227" y="938257"/>
                  </a:lnTo>
                  <a:lnTo>
                    <a:pt x="1039987" y="997023"/>
                  </a:lnTo>
                  <a:lnTo>
                    <a:pt x="1113747" y="1054207"/>
                  </a:lnTo>
                  <a:lnTo>
                    <a:pt x="1187508" y="1109851"/>
                  </a:lnTo>
                  <a:lnTo>
                    <a:pt x="1261268" y="1163996"/>
                  </a:lnTo>
                  <a:lnTo>
                    <a:pt x="1335028" y="1216683"/>
                  </a:lnTo>
                  <a:lnTo>
                    <a:pt x="1408788" y="1267952"/>
                  </a:lnTo>
                  <a:lnTo>
                    <a:pt x="1482548" y="1317839"/>
                  </a:lnTo>
                  <a:lnTo>
                    <a:pt x="1556308" y="1366383"/>
                  </a:lnTo>
                  <a:lnTo>
                    <a:pt x="1630068" y="1413620"/>
                  </a:lnTo>
                  <a:lnTo>
                    <a:pt x="1703828" y="1459584"/>
                  </a:lnTo>
                  <a:lnTo>
                    <a:pt x="1777588" y="1504311"/>
                  </a:lnTo>
                  <a:lnTo>
                    <a:pt x="1851348" y="1547833"/>
                  </a:lnTo>
                  <a:lnTo>
                    <a:pt x="1925108" y="1590182"/>
                  </a:lnTo>
                  <a:lnTo>
                    <a:pt x="1998868" y="1631392"/>
                  </a:lnTo>
                  <a:lnTo>
                    <a:pt x="2072628" y="1671491"/>
                  </a:lnTo>
                  <a:lnTo>
                    <a:pt x="2146388" y="1710511"/>
                  </a:lnTo>
                  <a:lnTo>
                    <a:pt x="2220148" y="1748480"/>
                  </a:lnTo>
                  <a:lnTo>
                    <a:pt x="2293908" y="1785426"/>
                  </a:lnTo>
                  <a:lnTo>
                    <a:pt x="2367668" y="1821377"/>
                  </a:lnTo>
                  <a:lnTo>
                    <a:pt x="2441428" y="1856360"/>
                  </a:lnTo>
                  <a:lnTo>
                    <a:pt x="2515188" y="1890401"/>
                  </a:lnTo>
                  <a:lnTo>
                    <a:pt x="2588948" y="1923525"/>
                  </a:lnTo>
                  <a:lnTo>
                    <a:pt x="2662708" y="1955757"/>
                  </a:lnTo>
                  <a:lnTo>
                    <a:pt x="2736468" y="1987121"/>
                  </a:lnTo>
                  <a:lnTo>
                    <a:pt x="2810228" y="2017640"/>
                  </a:lnTo>
                  <a:lnTo>
                    <a:pt x="2883988" y="2047338"/>
                  </a:lnTo>
                  <a:lnTo>
                    <a:pt x="2957748" y="2076235"/>
                  </a:lnTo>
                  <a:lnTo>
                    <a:pt x="3031508" y="2104355"/>
                  </a:lnTo>
                  <a:lnTo>
                    <a:pt x="3105268" y="2131717"/>
                  </a:lnTo>
                  <a:lnTo>
                    <a:pt x="3179028" y="2158342"/>
                  </a:lnTo>
                  <a:lnTo>
                    <a:pt x="3252788" y="2184250"/>
                  </a:lnTo>
                  <a:lnTo>
                    <a:pt x="3326548" y="2209460"/>
                  </a:lnTo>
                  <a:lnTo>
                    <a:pt x="3400308" y="2233992"/>
                  </a:lnTo>
                  <a:lnTo>
                    <a:pt x="3474068" y="2257863"/>
                  </a:lnTo>
                  <a:lnTo>
                    <a:pt x="3547828" y="2281090"/>
                  </a:lnTo>
                  <a:lnTo>
                    <a:pt x="3621588" y="2303693"/>
                  </a:lnTo>
                  <a:lnTo>
                    <a:pt x="3695348" y="2325686"/>
                  </a:lnTo>
                  <a:lnTo>
                    <a:pt x="3769108" y="2347088"/>
                  </a:lnTo>
                  <a:lnTo>
                    <a:pt x="3842868" y="2367913"/>
                  </a:lnTo>
                  <a:lnTo>
                    <a:pt x="3916628" y="2388177"/>
                  </a:lnTo>
                  <a:lnTo>
                    <a:pt x="3990388" y="2407895"/>
                  </a:lnTo>
                  <a:lnTo>
                    <a:pt x="4064149" y="2427082"/>
                  </a:lnTo>
                  <a:lnTo>
                    <a:pt x="4137909" y="2445753"/>
                  </a:lnTo>
                  <a:lnTo>
                    <a:pt x="4211669" y="2463921"/>
                  </a:lnTo>
                  <a:lnTo>
                    <a:pt x="4285429" y="2481599"/>
                  </a:lnTo>
                  <a:lnTo>
                    <a:pt x="4359189" y="2498802"/>
                  </a:lnTo>
                  <a:lnTo>
                    <a:pt x="4432949" y="2515541"/>
                  </a:lnTo>
                  <a:lnTo>
                    <a:pt x="4506709" y="2531829"/>
                  </a:lnTo>
                  <a:lnTo>
                    <a:pt x="4580469" y="2547679"/>
                  </a:lnTo>
                  <a:lnTo>
                    <a:pt x="4654229" y="2563101"/>
                  </a:lnTo>
                  <a:lnTo>
                    <a:pt x="4727989" y="2578109"/>
                  </a:lnTo>
                  <a:lnTo>
                    <a:pt x="4801749" y="2592712"/>
                  </a:lnTo>
                  <a:lnTo>
                    <a:pt x="4875509" y="2606922"/>
                  </a:lnTo>
                  <a:lnTo>
                    <a:pt x="4949269" y="2620749"/>
                  </a:lnTo>
                  <a:lnTo>
                    <a:pt x="5023029" y="2634204"/>
                  </a:lnTo>
                  <a:lnTo>
                    <a:pt x="5096789" y="2647297"/>
                  </a:lnTo>
                  <a:lnTo>
                    <a:pt x="5170549" y="2660037"/>
                  </a:lnTo>
                  <a:lnTo>
                    <a:pt x="5244309" y="2672433"/>
                  </a:lnTo>
                  <a:lnTo>
                    <a:pt x="5318069" y="2684496"/>
                  </a:lnTo>
                  <a:lnTo>
                    <a:pt x="5391829" y="2696235"/>
                  </a:lnTo>
                  <a:lnTo>
                    <a:pt x="5465589" y="2707656"/>
                  </a:lnTo>
                  <a:lnTo>
                    <a:pt x="5539349" y="2718771"/>
                  </a:lnTo>
                  <a:lnTo>
                    <a:pt x="5613109" y="2729586"/>
                  </a:lnTo>
                  <a:lnTo>
                    <a:pt x="5686869" y="2740110"/>
                  </a:lnTo>
                  <a:lnTo>
                    <a:pt x="5760629" y="2750350"/>
                  </a:lnTo>
                  <a:lnTo>
                    <a:pt x="5834389" y="2760315"/>
                  </a:lnTo>
                  <a:lnTo>
                    <a:pt x="5908149" y="2770011"/>
                  </a:lnTo>
                  <a:lnTo>
                    <a:pt x="5981909" y="2779446"/>
                  </a:lnTo>
                  <a:lnTo>
                    <a:pt x="6055669" y="2788627"/>
                  </a:lnTo>
                  <a:lnTo>
                    <a:pt x="6129429" y="2797561"/>
                  </a:lnTo>
                  <a:lnTo>
                    <a:pt x="6203189" y="2806254"/>
                  </a:lnTo>
                  <a:lnTo>
                    <a:pt x="6276949" y="2814713"/>
                  </a:lnTo>
                  <a:lnTo>
                    <a:pt x="6350709" y="2822944"/>
                  </a:lnTo>
                  <a:lnTo>
                    <a:pt x="6424469" y="2830953"/>
                  </a:lnTo>
                  <a:lnTo>
                    <a:pt x="6498229" y="2838747"/>
                  </a:lnTo>
                  <a:lnTo>
                    <a:pt x="6571989" y="2846331"/>
                  </a:lnTo>
                  <a:lnTo>
                    <a:pt x="6645749" y="2853711"/>
                  </a:lnTo>
                  <a:lnTo>
                    <a:pt x="6719509" y="2860892"/>
                  </a:lnTo>
                  <a:lnTo>
                    <a:pt x="6793269" y="2867879"/>
                  </a:lnTo>
                  <a:lnTo>
                    <a:pt x="6867029" y="2874679"/>
                  </a:lnTo>
                  <a:lnTo>
                    <a:pt x="6940789" y="2881295"/>
                  </a:lnTo>
                  <a:lnTo>
                    <a:pt x="7014550" y="2887733"/>
                  </a:lnTo>
                  <a:lnTo>
                    <a:pt x="7088310" y="2893998"/>
                  </a:lnTo>
                  <a:lnTo>
                    <a:pt x="7162070" y="2900094"/>
                  </a:lnTo>
                  <a:lnTo>
                    <a:pt x="7235830" y="29060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2026-05-27T10:00:56Z</dcterms:modified>
  <cp:category/>
</cp:coreProperties>
</file>