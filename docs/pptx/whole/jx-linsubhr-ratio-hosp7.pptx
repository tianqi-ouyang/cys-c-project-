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7099"/>
            </a:xfrm>
            <a:custGeom>
              <a:avLst/>
              <a:pathLst>
                <a:path w="6964104" h="1217099">
                  <a:moveTo>
                    <a:pt x="778688" y="0"/>
                  </a:moveTo>
                  <a:lnTo>
                    <a:pt x="844133" y="45061"/>
                  </a:lnTo>
                  <a:lnTo>
                    <a:pt x="914478" y="91635"/>
                  </a:lnTo>
                  <a:lnTo>
                    <a:pt x="984822" y="136420"/>
                  </a:lnTo>
                  <a:lnTo>
                    <a:pt x="1055167" y="179483"/>
                  </a:lnTo>
                  <a:lnTo>
                    <a:pt x="1125511" y="220892"/>
                  </a:lnTo>
                  <a:lnTo>
                    <a:pt x="1195856" y="260710"/>
                  </a:lnTo>
                  <a:lnTo>
                    <a:pt x="1266200" y="298998"/>
                  </a:lnTo>
                  <a:lnTo>
                    <a:pt x="1336545" y="335815"/>
                  </a:lnTo>
                  <a:lnTo>
                    <a:pt x="1406889" y="371218"/>
                  </a:lnTo>
                  <a:lnTo>
                    <a:pt x="1477234" y="405260"/>
                  </a:lnTo>
                  <a:lnTo>
                    <a:pt x="1547578" y="437994"/>
                  </a:lnTo>
                  <a:lnTo>
                    <a:pt x="1617923" y="469470"/>
                  </a:lnTo>
                  <a:lnTo>
                    <a:pt x="1688267" y="499737"/>
                  </a:lnTo>
                  <a:lnTo>
                    <a:pt x="1758612" y="528841"/>
                  </a:lnTo>
                  <a:lnTo>
                    <a:pt x="1828956" y="556827"/>
                  </a:lnTo>
                  <a:lnTo>
                    <a:pt x="1899301" y="583737"/>
                  </a:lnTo>
                  <a:lnTo>
                    <a:pt x="1969645" y="609613"/>
                  </a:lnTo>
                  <a:lnTo>
                    <a:pt x="2039990" y="634496"/>
                  </a:lnTo>
                  <a:lnTo>
                    <a:pt x="2110334" y="658422"/>
                  </a:lnTo>
                  <a:lnTo>
                    <a:pt x="2180679" y="681429"/>
                  </a:lnTo>
                  <a:lnTo>
                    <a:pt x="2251023" y="703551"/>
                  </a:lnTo>
                  <a:lnTo>
                    <a:pt x="2321368" y="724824"/>
                  </a:lnTo>
                  <a:lnTo>
                    <a:pt x="2391712" y="745280"/>
                  </a:lnTo>
                  <a:lnTo>
                    <a:pt x="2462057" y="764949"/>
                  </a:lnTo>
                  <a:lnTo>
                    <a:pt x="2532401" y="783863"/>
                  </a:lnTo>
                  <a:lnTo>
                    <a:pt x="2602746" y="802050"/>
                  </a:lnTo>
                  <a:lnTo>
                    <a:pt x="2673090" y="819538"/>
                  </a:lnTo>
                  <a:lnTo>
                    <a:pt x="2743435" y="836355"/>
                  </a:lnTo>
                  <a:lnTo>
                    <a:pt x="2813779" y="852525"/>
                  </a:lnTo>
                  <a:lnTo>
                    <a:pt x="2884124" y="868074"/>
                  </a:lnTo>
                  <a:lnTo>
                    <a:pt x="2954468" y="883025"/>
                  </a:lnTo>
                  <a:lnTo>
                    <a:pt x="3024813" y="897402"/>
                  </a:lnTo>
                  <a:lnTo>
                    <a:pt x="3095157" y="911226"/>
                  </a:lnTo>
                  <a:lnTo>
                    <a:pt x="3165502" y="924520"/>
                  </a:lnTo>
                  <a:lnTo>
                    <a:pt x="3235846" y="937302"/>
                  </a:lnTo>
                  <a:lnTo>
                    <a:pt x="3306191" y="949594"/>
                  </a:lnTo>
                  <a:lnTo>
                    <a:pt x="3376535" y="959268"/>
                  </a:lnTo>
                  <a:lnTo>
                    <a:pt x="3446880" y="963827"/>
                  </a:lnTo>
                  <a:lnTo>
                    <a:pt x="3517224" y="968317"/>
                  </a:lnTo>
                  <a:lnTo>
                    <a:pt x="3587569" y="972737"/>
                  </a:lnTo>
                  <a:lnTo>
                    <a:pt x="3657913" y="977090"/>
                  </a:lnTo>
                  <a:lnTo>
                    <a:pt x="3728257" y="981377"/>
                  </a:lnTo>
                  <a:lnTo>
                    <a:pt x="3798602" y="985597"/>
                  </a:lnTo>
                  <a:lnTo>
                    <a:pt x="3868946" y="989754"/>
                  </a:lnTo>
                  <a:lnTo>
                    <a:pt x="3939291" y="993846"/>
                  </a:lnTo>
                  <a:lnTo>
                    <a:pt x="4009635" y="997876"/>
                  </a:lnTo>
                  <a:lnTo>
                    <a:pt x="4079980" y="1001844"/>
                  </a:lnTo>
                  <a:lnTo>
                    <a:pt x="4150324" y="1005752"/>
                  </a:lnTo>
                  <a:lnTo>
                    <a:pt x="4220669" y="1009600"/>
                  </a:lnTo>
                  <a:lnTo>
                    <a:pt x="4291013" y="1013389"/>
                  </a:lnTo>
                  <a:lnTo>
                    <a:pt x="4361358" y="1017120"/>
                  </a:lnTo>
                  <a:lnTo>
                    <a:pt x="4431702" y="1020793"/>
                  </a:lnTo>
                  <a:lnTo>
                    <a:pt x="4502047" y="1024411"/>
                  </a:lnTo>
                  <a:lnTo>
                    <a:pt x="4572391" y="1027973"/>
                  </a:lnTo>
                  <a:lnTo>
                    <a:pt x="4642736" y="1031481"/>
                  </a:lnTo>
                  <a:lnTo>
                    <a:pt x="4713080" y="1034935"/>
                  </a:lnTo>
                  <a:lnTo>
                    <a:pt x="4783425" y="1038336"/>
                  </a:lnTo>
                  <a:lnTo>
                    <a:pt x="4853769" y="1041685"/>
                  </a:lnTo>
                  <a:lnTo>
                    <a:pt x="4924114" y="1044983"/>
                  </a:lnTo>
                  <a:lnTo>
                    <a:pt x="4994458" y="1048231"/>
                  </a:lnTo>
                  <a:lnTo>
                    <a:pt x="5064803" y="1051429"/>
                  </a:lnTo>
                  <a:lnTo>
                    <a:pt x="5135147" y="1054577"/>
                  </a:lnTo>
                  <a:lnTo>
                    <a:pt x="5205492" y="1057678"/>
                  </a:lnTo>
                  <a:lnTo>
                    <a:pt x="5275836" y="1060731"/>
                  </a:lnTo>
                  <a:lnTo>
                    <a:pt x="5346181" y="1063738"/>
                  </a:lnTo>
                  <a:lnTo>
                    <a:pt x="5416525" y="1066698"/>
                  </a:lnTo>
                  <a:lnTo>
                    <a:pt x="5486870" y="1069613"/>
                  </a:lnTo>
                  <a:lnTo>
                    <a:pt x="5557214" y="1072484"/>
                  </a:lnTo>
                  <a:lnTo>
                    <a:pt x="5627559" y="1075310"/>
                  </a:lnTo>
                  <a:lnTo>
                    <a:pt x="5697903" y="1078094"/>
                  </a:lnTo>
                  <a:lnTo>
                    <a:pt x="5768248" y="1080835"/>
                  </a:lnTo>
                  <a:lnTo>
                    <a:pt x="5838592" y="1083533"/>
                  </a:lnTo>
                  <a:lnTo>
                    <a:pt x="5908937" y="1086191"/>
                  </a:lnTo>
                  <a:lnTo>
                    <a:pt x="5979281" y="1088808"/>
                  </a:lnTo>
                  <a:lnTo>
                    <a:pt x="6049626" y="1091385"/>
                  </a:lnTo>
                  <a:lnTo>
                    <a:pt x="6119970" y="1093922"/>
                  </a:lnTo>
                  <a:lnTo>
                    <a:pt x="6190315" y="1096421"/>
                  </a:lnTo>
                  <a:lnTo>
                    <a:pt x="6260659" y="1098881"/>
                  </a:lnTo>
                  <a:lnTo>
                    <a:pt x="6331004" y="1101304"/>
                  </a:lnTo>
                  <a:lnTo>
                    <a:pt x="6401348" y="1103689"/>
                  </a:lnTo>
                  <a:lnTo>
                    <a:pt x="6471693" y="1106038"/>
                  </a:lnTo>
                  <a:lnTo>
                    <a:pt x="6542037" y="1108352"/>
                  </a:lnTo>
                  <a:lnTo>
                    <a:pt x="6612382" y="1110629"/>
                  </a:lnTo>
                  <a:lnTo>
                    <a:pt x="6682726" y="1112872"/>
                  </a:lnTo>
                  <a:lnTo>
                    <a:pt x="6753071" y="1115081"/>
                  </a:lnTo>
                  <a:lnTo>
                    <a:pt x="6823415" y="1117256"/>
                  </a:lnTo>
                  <a:lnTo>
                    <a:pt x="6893760" y="1119397"/>
                  </a:lnTo>
                  <a:lnTo>
                    <a:pt x="6964104" y="1121506"/>
                  </a:lnTo>
                  <a:lnTo>
                    <a:pt x="6964104" y="1217099"/>
                  </a:lnTo>
                  <a:lnTo>
                    <a:pt x="6893760" y="1215497"/>
                  </a:lnTo>
                  <a:lnTo>
                    <a:pt x="6823415" y="1213830"/>
                  </a:lnTo>
                  <a:lnTo>
                    <a:pt x="6753071" y="1212097"/>
                  </a:lnTo>
                  <a:lnTo>
                    <a:pt x="6682726" y="1210295"/>
                  </a:lnTo>
                  <a:lnTo>
                    <a:pt x="6612382" y="1208421"/>
                  </a:lnTo>
                  <a:lnTo>
                    <a:pt x="6542037" y="1206471"/>
                  </a:lnTo>
                  <a:lnTo>
                    <a:pt x="6471693" y="1204444"/>
                  </a:lnTo>
                  <a:lnTo>
                    <a:pt x="6401348" y="1202336"/>
                  </a:lnTo>
                  <a:lnTo>
                    <a:pt x="6331004" y="1200144"/>
                  </a:lnTo>
                  <a:lnTo>
                    <a:pt x="6260659" y="1197864"/>
                  </a:lnTo>
                  <a:lnTo>
                    <a:pt x="6190315" y="1195493"/>
                  </a:lnTo>
                  <a:lnTo>
                    <a:pt x="6119970" y="1193027"/>
                  </a:lnTo>
                  <a:lnTo>
                    <a:pt x="6049626" y="1190463"/>
                  </a:lnTo>
                  <a:lnTo>
                    <a:pt x="5979281" y="1187796"/>
                  </a:lnTo>
                  <a:lnTo>
                    <a:pt x="5908937" y="1185023"/>
                  </a:lnTo>
                  <a:lnTo>
                    <a:pt x="5838592" y="1182139"/>
                  </a:lnTo>
                  <a:lnTo>
                    <a:pt x="5768248" y="1179139"/>
                  </a:lnTo>
                  <a:lnTo>
                    <a:pt x="5697903" y="1176020"/>
                  </a:lnTo>
                  <a:lnTo>
                    <a:pt x="5627559" y="1172776"/>
                  </a:lnTo>
                  <a:lnTo>
                    <a:pt x="5557214" y="1169403"/>
                  </a:lnTo>
                  <a:lnTo>
                    <a:pt x="5486870" y="1165894"/>
                  </a:lnTo>
                  <a:lnTo>
                    <a:pt x="5416525" y="1162246"/>
                  </a:lnTo>
                  <a:lnTo>
                    <a:pt x="5346181" y="1158452"/>
                  </a:lnTo>
                  <a:lnTo>
                    <a:pt x="5275836" y="1154506"/>
                  </a:lnTo>
                  <a:lnTo>
                    <a:pt x="5205492" y="1150402"/>
                  </a:lnTo>
                  <a:lnTo>
                    <a:pt x="5135147" y="1146135"/>
                  </a:lnTo>
                  <a:lnTo>
                    <a:pt x="5064803" y="1141697"/>
                  </a:lnTo>
                  <a:lnTo>
                    <a:pt x="4994458" y="1137081"/>
                  </a:lnTo>
                  <a:lnTo>
                    <a:pt x="4924114" y="1132282"/>
                  </a:lnTo>
                  <a:lnTo>
                    <a:pt x="4853769" y="1127290"/>
                  </a:lnTo>
                  <a:lnTo>
                    <a:pt x="4783425" y="1122099"/>
                  </a:lnTo>
                  <a:lnTo>
                    <a:pt x="4713080" y="1116701"/>
                  </a:lnTo>
                  <a:lnTo>
                    <a:pt x="4642736" y="1111086"/>
                  </a:lnTo>
                  <a:lnTo>
                    <a:pt x="4572391" y="1105248"/>
                  </a:lnTo>
                  <a:lnTo>
                    <a:pt x="4502047" y="1099176"/>
                  </a:lnTo>
                  <a:lnTo>
                    <a:pt x="4431702" y="1092862"/>
                  </a:lnTo>
                  <a:lnTo>
                    <a:pt x="4361358" y="1086295"/>
                  </a:lnTo>
                  <a:lnTo>
                    <a:pt x="4291013" y="1079466"/>
                  </a:lnTo>
                  <a:lnTo>
                    <a:pt x="4220669" y="1072364"/>
                  </a:lnTo>
                  <a:lnTo>
                    <a:pt x="4150324" y="1064978"/>
                  </a:lnTo>
                  <a:lnTo>
                    <a:pt x="4079980" y="1057297"/>
                  </a:lnTo>
                  <a:lnTo>
                    <a:pt x="4009635" y="1049309"/>
                  </a:lnTo>
                  <a:lnTo>
                    <a:pt x="3939291" y="1041002"/>
                  </a:lnTo>
                  <a:lnTo>
                    <a:pt x="3868946" y="1032363"/>
                  </a:lnTo>
                  <a:lnTo>
                    <a:pt x="3798602" y="1023379"/>
                  </a:lnTo>
                  <a:lnTo>
                    <a:pt x="3728257" y="1014036"/>
                  </a:lnTo>
                  <a:lnTo>
                    <a:pt x="3657913" y="1004320"/>
                  </a:lnTo>
                  <a:lnTo>
                    <a:pt x="3587569" y="994215"/>
                  </a:lnTo>
                  <a:lnTo>
                    <a:pt x="3517224" y="983706"/>
                  </a:lnTo>
                  <a:lnTo>
                    <a:pt x="3446880" y="972778"/>
                  </a:lnTo>
                  <a:lnTo>
                    <a:pt x="3376535" y="961413"/>
                  </a:lnTo>
                  <a:lnTo>
                    <a:pt x="3306191" y="954638"/>
                  </a:lnTo>
                  <a:lnTo>
                    <a:pt x="3235846" y="949936"/>
                  </a:lnTo>
                  <a:lnTo>
                    <a:pt x="3165502" y="945161"/>
                  </a:lnTo>
                  <a:lnTo>
                    <a:pt x="3095157" y="940312"/>
                  </a:lnTo>
                  <a:lnTo>
                    <a:pt x="3024813" y="935388"/>
                  </a:lnTo>
                  <a:lnTo>
                    <a:pt x="2954468" y="930387"/>
                  </a:lnTo>
                  <a:lnTo>
                    <a:pt x="2884124" y="925308"/>
                  </a:lnTo>
                  <a:lnTo>
                    <a:pt x="2813779" y="920150"/>
                  </a:lnTo>
                  <a:lnTo>
                    <a:pt x="2743435" y="914912"/>
                  </a:lnTo>
                  <a:lnTo>
                    <a:pt x="2673090" y="909593"/>
                  </a:lnTo>
                  <a:lnTo>
                    <a:pt x="2602746" y="904191"/>
                  </a:lnTo>
                  <a:lnTo>
                    <a:pt x="2532401" y="898705"/>
                  </a:lnTo>
                  <a:lnTo>
                    <a:pt x="2462057" y="893134"/>
                  </a:lnTo>
                  <a:lnTo>
                    <a:pt x="2391712" y="887477"/>
                  </a:lnTo>
                  <a:lnTo>
                    <a:pt x="2321368" y="881731"/>
                  </a:lnTo>
                  <a:lnTo>
                    <a:pt x="2251023" y="875896"/>
                  </a:lnTo>
                  <a:lnTo>
                    <a:pt x="2180679" y="869971"/>
                  </a:lnTo>
                  <a:lnTo>
                    <a:pt x="2110334" y="863953"/>
                  </a:lnTo>
                  <a:lnTo>
                    <a:pt x="2039990" y="857842"/>
                  </a:lnTo>
                  <a:lnTo>
                    <a:pt x="1969645" y="851636"/>
                  </a:lnTo>
                  <a:lnTo>
                    <a:pt x="1899301" y="845333"/>
                  </a:lnTo>
                  <a:lnTo>
                    <a:pt x="1828956" y="838933"/>
                  </a:lnTo>
                  <a:lnTo>
                    <a:pt x="1758612" y="832433"/>
                  </a:lnTo>
                  <a:lnTo>
                    <a:pt x="1688267" y="825832"/>
                  </a:lnTo>
                  <a:lnTo>
                    <a:pt x="1617923" y="819128"/>
                  </a:lnTo>
                  <a:lnTo>
                    <a:pt x="1547578" y="812320"/>
                  </a:lnTo>
                  <a:lnTo>
                    <a:pt x="1477234" y="805407"/>
                  </a:lnTo>
                  <a:lnTo>
                    <a:pt x="1406889" y="798386"/>
                  </a:lnTo>
                  <a:lnTo>
                    <a:pt x="1336545" y="791256"/>
                  </a:lnTo>
                  <a:lnTo>
                    <a:pt x="1266200" y="784015"/>
                  </a:lnTo>
                  <a:lnTo>
                    <a:pt x="1195856" y="776662"/>
                  </a:lnTo>
                  <a:lnTo>
                    <a:pt x="1125511" y="769194"/>
                  </a:lnTo>
                  <a:lnTo>
                    <a:pt x="1055167" y="761610"/>
                  </a:lnTo>
                  <a:lnTo>
                    <a:pt x="984822" y="753909"/>
                  </a:lnTo>
                  <a:lnTo>
                    <a:pt x="914478" y="746087"/>
                  </a:lnTo>
                  <a:lnTo>
                    <a:pt x="844133" y="738144"/>
                  </a:lnTo>
                  <a:lnTo>
                    <a:pt x="773789" y="730078"/>
                  </a:lnTo>
                  <a:lnTo>
                    <a:pt x="703444" y="721887"/>
                  </a:lnTo>
                  <a:lnTo>
                    <a:pt x="633100" y="713568"/>
                  </a:lnTo>
                  <a:lnTo>
                    <a:pt x="562755" y="705120"/>
                  </a:lnTo>
                  <a:lnTo>
                    <a:pt x="492411" y="696540"/>
                  </a:lnTo>
                  <a:lnTo>
                    <a:pt x="422066" y="687827"/>
                  </a:lnTo>
                  <a:lnTo>
                    <a:pt x="351722" y="678979"/>
                  </a:lnTo>
                  <a:lnTo>
                    <a:pt x="281377" y="669994"/>
                  </a:lnTo>
                  <a:lnTo>
                    <a:pt x="211033" y="660868"/>
                  </a:lnTo>
                  <a:lnTo>
                    <a:pt x="140688" y="651601"/>
                  </a:lnTo>
                  <a:lnTo>
                    <a:pt x="70344" y="642190"/>
                  </a:lnTo>
                  <a:lnTo>
                    <a:pt x="0" y="6326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14000" y="2143092"/>
              <a:ext cx="6185416" cy="1121506"/>
            </a:xfrm>
            <a:custGeom>
              <a:avLst/>
              <a:pathLst>
                <a:path w="6185416" h="1121506">
                  <a:moveTo>
                    <a:pt x="0" y="0"/>
                  </a:moveTo>
                  <a:lnTo>
                    <a:pt x="65445" y="45061"/>
                  </a:lnTo>
                  <a:lnTo>
                    <a:pt x="135790" y="91635"/>
                  </a:lnTo>
                  <a:lnTo>
                    <a:pt x="206134" y="136420"/>
                  </a:lnTo>
                  <a:lnTo>
                    <a:pt x="276479" y="179483"/>
                  </a:lnTo>
                  <a:lnTo>
                    <a:pt x="346823" y="220892"/>
                  </a:lnTo>
                  <a:lnTo>
                    <a:pt x="417168" y="260710"/>
                  </a:lnTo>
                  <a:lnTo>
                    <a:pt x="487512" y="298998"/>
                  </a:lnTo>
                  <a:lnTo>
                    <a:pt x="557857" y="335815"/>
                  </a:lnTo>
                  <a:lnTo>
                    <a:pt x="628201" y="371218"/>
                  </a:lnTo>
                  <a:lnTo>
                    <a:pt x="698546" y="405260"/>
                  </a:lnTo>
                  <a:lnTo>
                    <a:pt x="768890" y="437994"/>
                  </a:lnTo>
                  <a:lnTo>
                    <a:pt x="839235" y="469470"/>
                  </a:lnTo>
                  <a:lnTo>
                    <a:pt x="909579" y="499737"/>
                  </a:lnTo>
                  <a:lnTo>
                    <a:pt x="979923" y="528841"/>
                  </a:lnTo>
                  <a:lnTo>
                    <a:pt x="1050268" y="556827"/>
                  </a:lnTo>
                  <a:lnTo>
                    <a:pt x="1120612" y="583737"/>
                  </a:lnTo>
                  <a:lnTo>
                    <a:pt x="1190957" y="609613"/>
                  </a:lnTo>
                  <a:lnTo>
                    <a:pt x="1261301" y="634496"/>
                  </a:lnTo>
                  <a:lnTo>
                    <a:pt x="1331646" y="658422"/>
                  </a:lnTo>
                  <a:lnTo>
                    <a:pt x="1401990" y="681429"/>
                  </a:lnTo>
                  <a:lnTo>
                    <a:pt x="1472335" y="703551"/>
                  </a:lnTo>
                  <a:lnTo>
                    <a:pt x="1542679" y="724824"/>
                  </a:lnTo>
                  <a:lnTo>
                    <a:pt x="1613024" y="745280"/>
                  </a:lnTo>
                  <a:lnTo>
                    <a:pt x="1683368" y="764949"/>
                  </a:lnTo>
                  <a:lnTo>
                    <a:pt x="1753713" y="783863"/>
                  </a:lnTo>
                  <a:lnTo>
                    <a:pt x="1824057" y="802050"/>
                  </a:lnTo>
                  <a:lnTo>
                    <a:pt x="1894402" y="819538"/>
                  </a:lnTo>
                  <a:lnTo>
                    <a:pt x="1964746" y="836355"/>
                  </a:lnTo>
                  <a:lnTo>
                    <a:pt x="2035091" y="852525"/>
                  </a:lnTo>
                  <a:lnTo>
                    <a:pt x="2105435" y="868074"/>
                  </a:lnTo>
                  <a:lnTo>
                    <a:pt x="2175780" y="883025"/>
                  </a:lnTo>
                  <a:lnTo>
                    <a:pt x="2246124" y="897402"/>
                  </a:lnTo>
                  <a:lnTo>
                    <a:pt x="2316469" y="911226"/>
                  </a:lnTo>
                  <a:lnTo>
                    <a:pt x="2386813" y="924520"/>
                  </a:lnTo>
                  <a:lnTo>
                    <a:pt x="2457158" y="937302"/>
                  </a:lnTo>
                  <a:lnTo>
                    <a:pt x="2527502" y="949594"/>
                  </a:lnTo>
                  <a:lnTo>
                    <a:pt x="2597847" y="959268"/>
                  </a:lnTo>
                  <a:lnTo>
                    <a:pt x="2668191" y="963827"/>
                  </a:lnTo>
                  <a:lnTo>
                    <a:pt x="2738536" y="968317"/>
                  </a:lnTo>
                  <a:lnTo>
                    <a:pt x="2808880" y="972737"/>
                  </a:lnTo>
                  <a:lnTo>
                    <a:pt x="2879225" y="977090"/>
                  </a:lnTo>
                  <a:lnTo>
                    <a:pt x="2949569" y="981377"/>
                  </a:lnTo>
                  <a:lnTo>
                    <a:pt x="3019914" y="985597"/>
                  </a:lnTo>
                  <a:lnTo>
                    <a:pt x="3090258" y="989754"/>
                  </a:lnTo>
                  <a:lnTo>
                    <a:pt x="3160603" y="993846"/>
                  </a:lnTo>
                  <a:lnTo>
                    <a:pt x="3230947" y="997876"/>
                  </a:lnTo>
                  <a:lnTo>
                    <a:pt x="3301292" y="1001844"/>
                  </a:lnTo>
                  <a:lnTo>
                    <a:pt x="3371636" y="1005752"/>
                  </a:lnTo>
                  <a:lnTo>
                    <a:pt x="3441981" y="1009600"/>
                  </a:lnTo>
                  <a:lnTo>
                    <a:pt x="3512325" y="1013389"/>
                  </a:lnTo>
                  <a:lnTo>
                    <a:pt x="3582670" y="1017120"/>
                  </a:lnTo>
                  <a:lnTo>
                    <a:pt x="3653014" y="1020793"/>
                  </a:lnTo>
                  <a:lnTo>
                    <a:pt x="3723359" y="1024411"/>
                  </a:lnTo>
                  <a:lnTo>
                    <a:pt x="3793703" y="1027973"/>
                  </a:lnTo>
                  <a:lnTo>
                    <a:pt x="3864048" y="1031481"/>
                  </a:lnTo>
                  <a:lnTo>
                    <a:pt x="3934392" y="1034935"/>
                  </a:lnTo>
                  <a:lnTo>
                    <a:pt x="4004737" y="1038336"/>
                  </a:lnTo>
                  <a:lnTo>
                    <a:pt x="4075081" y="1041685"/>
                  </a:lnTo>
                  <a:lnTo>
                    <a:pt x="4145426" y="1044983"/>
                  </a:lnTo>
                  <a:lnTo>
                    <a:pt x="4215770" y="1048231"/>
                  </a:lnTo>
                  <a:lnTo>
                    <a:pt x="4286115" y="1051429"/>
                  </a:lnTo>
                  <a:lnTo>
                    <a:pt x="4356459" y="1054577"/>
                  </a:lnTo>
                  <a:lnTo>
                    <a:pt x="4426804" y="1057678"/>
                  </a:lnTo>
                  <a:lnTo>
                    <a:pt x="4497148" y="1060731"/>
                  </a:lnTo>
                  <a:lnTo>
                    <a:pt x="4567493" y="1063738"/>
                  </a:lnTo>
                  <a:lnTo>
                    <a:pt x="4637837" y="1066698"/>
                  </a:lnTo>
                  <a:lnTo>
                    <a:pt x="4708181" y="1069613"/>
                  </a:lnTo>
                  <a:lnTo>
                    <a:pt x="4778526" y="1072484"/>
                  </a:lnTo>
                  <a:lnTo>
                    <a:pt x="4848870" y="1075310"/>
                  </a:lnTo>
                  <a:lnTo>
                    <a:pt x="4919215" y="1078094"/>
                  </a:lnTo>
                  <a:lnTo>
                    <a:pt x="4989559" y="1080835"/>
                  </a:lnTo>
                  <a:lnTo>
                    <a:pt x="5059904" y="1083533"/>
                  </a:lnTo>
                  <a:lnTo>
                    <a:pt x="5130248" y="1086191"/>
                  </a:lnTo>
                  <a:lnTo>
                    <a:pt x="5200593" y="1088808"/>
                  </a:lnTo>
                  <a:lnTo>
                    <a:pt x="5270937" y="1091385"/>
                  </a:lnTo>
                  <a:lnTo>
                    <a:pt x="5341282" y="1093922"/>
                  </a:lnTo>
                  <a:lnTo>
                    <a:pt x="5411626" y="1096421"/>
                  </a:lnTo>
                  <a:lnTo>
                    <a:pt x="5481971" y="1098881"/>
                  </a:lnTo>
                  <a:lnTo>
                    <a:pt x="5552315" y="1101304"/>
                  </a:lnTo>
                  <a:lnTo>
                    <a:pt x="5622660" y="1103689"/>
                  </a:lnTo>
                  <a:lnTo>
                    <a:pt x="5693004" y="1106038"/>
                  </a:lnTo>
                  <a:lnTo>
                    <a:pt x="5763349" y="1108352"/>
                  </a:lnTo>
                  <a:lnTo>
                    <a:pt x="5833693" y="1110629"/>
                  </a:lnTo>
                  <a:lnTo>
                    <a:pt x="5904038" y="1112872"/>
                  </a:lnTo>
                  <a:lnTo>
                    <a:pt x="5974382" y="1115081"/>
                  </a:lnTo>
                  <a:lnTo>
                    <a:pt x="6044727" y="1117256"/>
                  </a:lnTo>
                  <a:lnTo>
                    <a:pt x="6115071" y="1119397"/>
                  </a:lnTo>
                  <a:lnTo>
                    <a:pt x="6185416" y="1121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775725"/>
              <a:ext cx="6964104" cy="584466"/>
            </a:xfrm>
            <a:custGeom>
              <a:avLst/>
              <a:pathLst>
                <a:path w="6964104" h="584466">
                  <a:moveTo>
                    <a:pt x="6964104" y="584466"/>
                  </a:moveTo>
                  <a:lnTo>
                    <a:pt x="6893760" y="582864"/>
                  </a:lnTo>
                  <a:lnTo>
                    <a:pt x="6823415" y="581197"/>
                  </a:lnTo>
                  <a:lnTo>
                    <a:pt x="6753071" y="579464"/>
                  </a:lnTo>
                  <a:lnTo>
                    <a:pt x="6682726" y="577662"/>
                  </a:lnTo>
                  <a:lnTo>
                    <a:pt x="6612382" y="575788"/>
                  </a:lnTo>
                  <a:lnTo>
                    <a:pt x="6542037" y="573838"/>
                  </a:lnTo>
                  <a:lnTo>
                    <a:pt x="6471693" y="571811"/>
                  </a:lnTo>
                  <a:lnTo>
                    <a:pt x="6401348" y="569703"/>
                  </a:lnTo>
                  <a:lnTo>
                    <a:pt x="6331004" y="567511"/>
                  </a:lnTo>
                  <a:lnTo>
                    <a:pt x="6260659" y="565231"/>
                  </a:lnTo>
                  <a:lnTo>
                    <a:pt x="6190315" y="562860"/>
                  </a:lnTo>
                  <a:lnTo>
                    <a:pt x="6119970" y="560394"/>
                  </a:lnTo>
                  <a:lnTo>
                    <a:pt x="6049626" y="557830"/>
                  </a:lnTo>
                  <a:lnTo>
                    <a:pt x="5979281" y="555163"/>
                  </a:lnTo>
                  <a:lnTo>
                    <a:pt x="5908937" y="552390"/>
                  </a:lnTo>
                  <a:lnTo>
                    <a:pt x="5838592" y="549506"/>
                  </a:lnTo>
                  <a:lnTo>
                    <a:pt x="5768248" y="546506"/>
                  </a:lnTo>
                  <a:lnTo>
                    <a:pt x="5697903" y="543387"/>
                  </a:lnTo>
                  <a:lnTo>
                    <a:pt x="5627559" y="540143"/>
                  </a:lnTo>
                  <a:lnTo>
                    <a:pt x="5557214" y="536770"/>
                  </a:lnTo>
                  <a:lnTo>
                    <a:pt x="5486870" y="533261"/>
                  </a:lnTo>
                  <a:lnTo>
                    <a:pt x="5416525" y="529613"/>
                  </a:lnTo>
                  <a:lnTo>
                    <a:pt x="5346181" y="525819"/>
                  </a:lnTo>
                  <a:lnTo>
                    <a:pt x="5275836" y="521873"/>
                  </a:lnTo>
                  <a:lnTo>
                    <a:pt x="5205492" y="517769"/>
                  </a:lnTo>
                  <a:lnTo>
                    <a:pt x="5135147" y="513502"/>
                  </a:lnTo>
                  <a:lnTo>
                    <a:pt x="5064803" y="509064"/>
                  </a:lnTo>
                  <a:lnTo>
                    <a:pt x="4994458" y="504448"/>
                  </a:lnTo>
                  <a:lnTo>
                    <a:pt x="4924114" y="499649"/>
                  </a:lnTo>
                  <a:lnTo>
                    <a:pt x="4853769" y="494657"/>
                  </a:lnTo>
                  <a:lnTo>
                    <a:pt x="4783425" y="489466"/>
                  </a:lnTo>
                  <a:lnTo>
                    <a:pt x="4713080" y="484068"/>
                  </a:lnTo>
                  <a:lnTo>
                    <a:pt x="4642736" y="478453"/>
                  </a:lnTo>
                  <a:lnTo>
                    <a:pt x="4572391" y="472615"/>
                  </a:lnTo>
                  <a:lnTo>
                    <a:pt x="4502047" y="466543"/>
                  </a:lnTo>
                  <a:lnTo>
                    <a:pt x="4431702" y="460229"/>
                  </a:lnTo>
                  <a:lnTo>
                    <a:pt x="4361358" y="453662"/>
                  </a:lnTo>
                  <a:lnTo>
                    <a:pt x="4291013" y="446833"/>
                  </a:lnTo>
                  <a:lnTo>
                    <a:pt x="4220669" y="439731"/>
                  </a:lnTo>
                  <a:lnTo>
                    <a:pt x="4150324" y="432345"/>
                  </a:lnTo>
                  <a:lnTo>
                    <a:pt x="4079980" y="424664"/>
                  </a:lnTo>
                  <a:lnTo>
                    <a:pt x="4009635" y="416676"/>
                  </a:lnTo>
                  <a:lnTo>
                    <a:pt x="3939291" y="408369"/>
                  </a:lnTo>
                  <a:lnTo>
                    <a:pt x="3868946" y="399730"/>
                  </a:lnTo>
                  <a:lnTo>
                    <a:pt x="3798602" y="390746"/>
                  </a:lnTo>
                  <a:lnTo>
                    <a:pt x="3728257" y="381403"/>
                  </a:lnTo>
                  <a:lnTo>
                    <a:pt x="3657913" y="371687"/>
                  </a:lnTo>
                  <a:lnTo>
                    <a:pt x="3587569" y="361582"/>
                  </a:lnTo>
                  <a:lnTo>
                    <a:pt x="3517224" y="351073"/>
                  </a:lnTo>
                  <a:lnTo>
                    <a:pt x="3446880" y="340145"/>
                  </a:lnTo>
                  <a:lnTo>
                    <a:pt x="3376535" y="328780"/>
                  </a:lnTo>
                  <a:lnTo>
                    <a:pt x="3306191" y="322005"/>
                  </a:lnTo>
                  <a:lnTo>
                    <a:pt x="3235846" y="317303"/>
                  </a:lnTo>
                  <a:lnTo>
                    <a:pt x="3165502" y="312528"/>
                  </a:lnTo>
                  <a:lnTo>
                    <a:pt x="3095157" y="307679"/>
                  </a:lnTo>
                  <a:lnTo>
                    <a:pt x="3024813" y="302755"/>
                  </a:lnTo>
                  <a:lnTo>
                    <a:pt x="2954468" y="297754"/>
                  </a:lnTo>
                  <a:lnTo>
                    <a:pt x="2884124" y="292675"/>
                  </a:lnTo>
                  <a:lnTo>
                    <a:pt x="2813779" y="287517"/>
                  </a:lnTo>
                  <a:lnTo>
                    <a:pt x="2743435" y="282279"/>
                  </a:lnTo>
                  <a:lnTo>
                    <a:pt x="2673090" y="276960"/>
                  </a:lnTo>
                  <a:lnTo>
                    <a:pt x="2602746" y="271558"/>
                  </a:lnTo>
                  <a:lnTo>
                    <a:pt x="2532401" y="266072"/>
                  </a:lnTo>
                  <a:lnTo>
                    <a:pt x="2462057" y="260501"/>
                  </a:lnTo>
                  <a:lnTo>
                    <a:pt x="2391712" y="254844"/>
                  </a:lnTo>
                  <a:lnTo>
                    <a:pt x="2321368" y="249098"/>
                  </a:lnTo>
                  <a:lnTo>
                    <a:pt x="2251023" y="243263"/>
                  </a:lnTo>
                  <a:lnTo>
                    <a:pt x="2180679" y="237338"/>
                  </a:lnTo>
                  <a:lnTo>
                    <a:pt x="2110334" y="231320"/>
                  </a:lnTo>
                  <a:lnTo>
                    <a:pt x="2039990" y="225209"/>
                  </a:lnTo>
                  <a:lnTo>
                    <a:pt x="1969645" y="219003"/>
                  </a:lnTo>
                  <a:lnTo>
                    <a:pt x="1899301" y="212700"/>
                  </a:lnTo>
                  <a:lnTo>
                    <a:pt x="1828956" y="206300"/>
                  </a:lnTo>
                  <a:lnTo>
                    <a:pt x="1758612" y="199800"/>
                  </a:lnTo>
                  <a:lnTo>
                    <a:pt x="1688267" y="193199"/>
                  </a:lnTo>
                  <a:lnTo>
                    <a:pt x="1617923" y="186495"/>
                  </a:lnTo>
                  <a:lnTo>
                    <a:pt x="1547578" y="179687"/>
                  </a:lnTo>
                  <a:lnTo>
                    <a:pt x="1477234" y="172774"/>
                  </a:lnTo>
                  <a:lnTo>
                    <a:pt x="1406889" y="165753"/>
                  </a:lnTo>
                  <a:lnTo>
                    <a:pt x="1336545" y="158623"/>
                  </a:lnTo>
                  <a:lnTo>
                    <a:pt x="1266200" y="151382"/>
                  </a:lnTo>
                  <a:lnTo>
                    <a:pt x="1195856" y="144029"/>
                  </a:lnTo>
                  <a:lnTo>
                    <a:pt x="1125511" y="136561"/>
                  </a:lnTo>
                  <a:lnTo>
                    <a:pt x="1055167" y="128977"/>
                  </a:lnTo>
                  <a:lnTo>
                    <a:pt x="984822" y="121276"/>
                  </a:lnTo>
                  <a:lnTo>
                    <a:pt x="914478" y="113454"/>
                  </a:lnTo>
                  <a:lnTo>
                    <a:pt x="844133" y="105511"/>
                  </a:lnTo>
                  <a:lnTo>
                    <a:pt x="773789" y="97445"/>
                  </a:lnTo>
                  <a:lnTo>
                    <a:pt x="703444" y="89254"/>
                  </a:lnTo>
                  <a:lnTo>
                    <a:pt x="633100" y="80935"/>
                  </a:lnTo>
                  <a:lnTo>
                    <a:pt x="562755" y="72487"/>
                  </a:lnTo>
                  <a:lnTo>
                    <a:pt x="492411" y="63907"/>
                  </a:lnTo>
                  <a:lnTo>
                    <a:pt x="422066" y="55194"/>
                  </a:lnTo>
                  <a:lnTo>
                    <a:pt x="351722" y="46346"/>
                  </a:lnTo>
                  <a:lnTo>
                    <a:pt x="281377" y="37360"/>
                  </a:lnTo>
                  <a:lnTo>
                    <a:pt x="211033" y="28235"/>
                  </a:lnTo>
                  <a:lnTo>
                    <a:pt x="140688" y="18968"/>
                  </a:lnTo>
                  <a:lnTo>
                    <a:pt x="70344" y="95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299612"/>
              <a:ext cx="6964104" cy="1026914"/>
            </a:xfrm>
            <a:custGeom>
              <a:avLst/>
              <a:pathLst>
                <a:path w="6964104" h="1026914">
                  <a:moveTo>
                    <a:pt x="0" y="0"/>
                  </a:moveTo>
                  <a:lnTo>
                    <a:pt x="70344" y="29642"/>
                  </a:lnTo>
                  <a:lnTo>
                    <a:pt x="140688" y="58487"/>
                  </a:lnTo>
                  <a:lnTo>
                    <a:pt x="211033" y="86554"/>
                  </a:lnTo>
                  <a:lnTo>
                    <a:pt x="281377" y="113866"/>
                  </a:lnTo>
                  <a:lnTo>
                    <a:pt x="351722" y="140442"/>
                  </a:lnTo>
                  <a:lnTo>
                    <a:pt x="422066" y="166303"/>
                  </a:lnTo>
                  <a:lnTo>
                    <a:pt x="492411" y="191467"/>
                  </a:lnTo>
                  <a:lnTo>
                    <a:pt x="562755" y="215953"/>
                  </a:lnTo>
                  <a:lnTo>
                    <a:pt x="633100" y="239780"/>
                  </a:lnTo>
                  <a:lnTo>
                    <a:pt x="703444" y="262965"/>
                  </a:lnTo>
                  <a:lnTo>
                    <a:pt x="773789" y="285526"/>
                  </a:lnTo>
                  <a:lnTo>
                    <a:pt x="844133" y="307479"/>
                  </a:lnTo>
                  <a:lnTo>
                    <a:pt x="914478" y="328841"/>
                  </a:lnTo>
                  <a:lnTo>
                    <a:pt x="984822" y="349628"/>
                  </a:lnTo>
                  <a:lnTo>
                    <a:pt x="1055167" y="369855"/>
                  </a:lnTo>
                  <a:lnTo>
                    <a:pt x="1125511" y="389537"/>
                  </a:lnTo>
                  <a:lnTo>
                    <a:pt x="1195856" y="408689"/>
                  </a:lnTo>
                  <a:lnTo>
                    <a:pt x="1266200" y="427325"/>
                  </a:lnTo>
                  <a:lnTo>
                    <a:pt x="1336545" y="445459"/>
                  </a:lnTo>
                  <a:lnTo>
                    <a:pt x="1406889" y="463105"/>
                  </a:lnTo>
                  <a:lnTo>
                    <a:pt x="1477234" y="480276"/>
                  </a:lnTo>
                  <a:lnTo>
                    <a:pt x="1547578" y="496984"/>
                  </a:lnTo>
                  <a:lnTo>
                    <a:pt x="1617923" y="513243"/>
                  </a:lnTo>
                  <a:lnTo>
                    <a:pt x="1688267" y="529063"/>
                  </a:lnTo>
                  <a:lnTo>
                    <a:pt x="1758612" y="544458"/>
                  </a:lnTo>
                  <a:lnTo>
                    <a:pt x="1828956" y="559438"/>
                  </a:lnTo>
                  <a:lnTo>
                    <a:pt x="1899301" y="574014"/>
                  </a:lnTo>
                  <a:lnTo>
                    <a:pt x="1969645" y="588198"/>
                  </a:lnTo>
                  <a:lnTo>
                    <a:pt x="2039990" y="602000"/>
                  </a:lnTo>
                  <a:lnTo>
                    <a:pt x="2110334" y="615430"/>
                  </a:lnTo>
                  <a:lnTo>
                    <a:pt x="2180679" y="628498"/>
                  </a:lnTo>
                  <a:lnTo>
                    <a:pt x="2251023" y="641215"/>
                  </a:lnTo>
                  <a:lnTo>
                    <a:pt x="2321368" y="653589"/>
                  </a:lnTo>
                  <a:lnTo>
                    <a:pt x="2391712" y="665630"/>
                  </a:lnTo>
                  <a:lnTo>
                    <a:pt x="2462057" y="677346"/>
                  </a:lnTo>
                  <a:lnTo>
                    <a:pt x="2532401" y="688747"/>
                  </a:lnTo>
                  <a:lnTo>
                    <a:pt x="2602746" y="699841"/>
                  </a:lnTo>
                  <a:lnTo>
                    <a:pt x="2673090" y="710636"/>
                  </a:lnTo>
                  <a:lnTo>
                    <a:pt x="2743435" y="721141"/>
                  </a:lnTo>
                  <a:lnTo>
                    <a:pt x="2813779" y="731362"/>
                  </a:lnTo>
                  <a:lnTo>
                    <a:pt x="2884124" y="741308"/>
                  </a:lnTo>
                  <a:lnTo>
                    <a:pt x="2954468" y="750987"/>
                  </a:lnTo>
                  <a:lnTo>
                    <a:pt x="3024813" y="760405"/>
                  </a:lnTo>
                  <a:lnTo>
                    <a:pt x="3095157" y="769569"/>
                  </a:lnTo>
                  <a:lnTo>
                    <a:pt x="3165502" y="778486"/>
                  </a:lnTo>
                  <a:lnTo>
                    <a:pt x="3235846" y="787163"/>
                  </a:lnTo>
                  <a:lnTo>
                    <a:pt x="3306191" y="795607"/>
                  </a:lnTo>
                  <a:lnTo>
                    <a:pt x="3376535" y="803823"/>
                  </a:lnTo>
                  <a:lnTo>
                    <a:pt x="3446880" y="811817"/>
                  </a:lnTo>
                  <a:lnTo>
                    <a:pt x="3517224" y="819597"/>
                  </a:lnTo>
                  <a:lnTo>
                    <a:pt x="3587569" y="827167"/>
                  </a:lnTo>
                  <a:lnTo>
                    <a:pt x="3657913" y="834533"/>
                  </a:lnTo>
                  <a:lnTo>
                    <a:pt x="3728257" y="841701"/>
                  </a:lnTo>
                  <a:lnTo>
                    <a:pt x="3798602" y="848675"/>
                  </a:lnTo>
                  <a:lnTo>
                    <a:pt x="3868946" y="855462"/>
                  </a:lnTo>
                  <a:lnTo>
                    <a:pt x="3939291" y="862066"/>
                  </a:lnTo>
                  <a:lnTo>
                    <a:pt x="4009635" y="868493"/>
                  </a:lnTo>
                  <a:lnTo>
                    <a:pt x="4079980" y="874746"/>
                  </a:lnTo>
                  <a:lnTo>
                    <a:pt x="4150324" y="880830"/>
                  </a:lnTo>
                  <a:lnTo>
                    <a:pt x="4220669" y="886751"/>
                  </a:lnTo>
                  <a:lnTo>
                    <a:pt x="4291013" y="892513"/>
                  </a:lnTo>
                  <a:lnTo>
                    <a:pt x="4361358" y="898119"/>
                  </a:lnTo>
                  <a:lnTo>
                    <a:pt x="4431702" y="903574"/>
                  </a:lnTo>
                  <a:lnTo>
                    <a:pt x="4502047" y="908883"/>
                  </a:lnTo>
                  <a:lnTo>
                    <a:pt x="4572391" y="914048"/>
                  </a:lnTo>
                  <a:lnTo>
                    <a:pt x="4642736" y="919074"/>
                  </a:lnTo>
                  <a:lnTo>
                    <a:pt x="4713080" y="923965"/>
                  </a:lnTo>
                  <a:lnTo>
                    <a:pt x="4783425" y="928724"/>
                  </a:lnTo>
                  <a:lnTo>
                    <a:pt x="4853769" y="933355"/>
                  </a:lnTo>
                  <a:lnTo>
                    <a:pt x="4924114" y="937862"/>
                  </a:lnTo>
                  <a:lnTo>
                    <a:pt x="4994458" y="942247"/>
                  </a:lnTo>
                  <a:lnTo>
                    <a:pt x="5064803" y="946514"/>
                  </a:lnTo>
                  <a:lnTo>
                    <a:pt x="5135147" y="950666"/>
                  </a:lnTo>
                  <a:lnTo>
                    <a:pt x="5205492" y="954706"/>
                  </a:lnTo>
                  <a:lnTo>
                    <a:pt x="5275836" y="958637"/>
                  </a:lnTo>
                  <a:lnTo>
                    <a:pt x="5346181" y="962462"/>
                  </a:lnTo>
                  <a:lnTo>
                    <a:pt x="5416525" y="966185"/>
                  </a:lnTo>
                  <a:lnTo>
                    <a:pt x="5486870" y="969807"/>
                  </a:lnTo>
                  <a:lnTo>
                    <a:pt x="5557214" y="973332"/>
                  </a:lnTo>
                  <a:lnTo>
                    <a:pt x="5627559" y="976761"/>
                  </a:lnTo>
                  <a:lnTo>
                    <a:pt x="5697903" y="980099"/>
                  </a:lnTo>
                  <a:lnTo>
                    <a:pt x="5768248" y="983346"/>
                  </a:lnTo>
                  <a:lnTo>
                    <a:pt x="5838592" y="986506"/>
                  </a:lnTo>
                  <a:lnTo>
                    <a:pt x="5908937" y="989581"/>
                  </a:lnTo>
                  <a:lnTo>
                    <a:pt x="5979281" y="992573"/>
                  </a:lnTo>
                  <a:lnTo>
                    <a:pt x="6049626" y="995485"/>
                  </a:lnTo>
                  <a:lnTo>
                    <a:pt x="6119970" y="998318"/>
                  </a:lnTo>
                  <a:lnTo>
                    <a:pt x="6190315" y="1001075"/>
                  </a:lnTo>
                  <a:lnTo>
                    <a:pt x="6260659" y="1003757"/>
                  </a:lnTo>
                  <a:lnTo>
                    <a:pt x="6331004" y="1006367"/>
                  </a:lnTo>
                  <a:lnTo>
                    <a:pt x="6401348" y="1008907"/>
                  </a:lnTo>
                  <a:lnTo>
                    <a:pt x="6471693" y="1011379"/>
                  </a:lnTo>
                  <a:lnTo>
                    <a:pt x="6542037" y="1013784"/>
                  </a:lnTo>
                  <a:lnTo>
                    <a:pt x="6612382" y="1016124"/>
                  </a:lnTo>
                  <a:lnTo>
                    <a:pt x="6682726" y="1018402"/>
                  </a:lnTo>
                  <a:lnTo>
                    <a:pt x="6753071" y="1020617"/>
                  </a:lnTo>
                  <a:lnTo>
                    <a:pt x="6823415" y="1022774"/>
                  </a:lnTo>
                  <a:lnTo>
                    <a:pt x="6893760" y="1024872"/>
                  </a:lnTo>
                  <a:lnTo>
                    <a:pt x="6964104" y="10269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17099"/>
            </a:xfrm>
            <a:custGeom>
              <a:avLst/>
              <a:pathLst>
                <a:path w="6964104" h="1217099">
                  <a:moveTo>
                    <a:pt x="778688" y="0"/>
                  </a:moveTo>
                  <a:lnTo>
                    <a:pt x="844133" y="45061"/>
                  </a:lnTo>
                  <a:lnTo>
                    <a:pt x="914478" y="91635"/>
                  </a:lnTo>
                  <a:lnTo>
                    <a:pt x="984822" y="136420"/>
                  </a:lnTo>
                  <a:lnTo>
                    <a:pt x="1055167" y="179483"/>
                  </a:lnTo>
                  <a:lnTo>
                    <a:pt x="1125511" y="220892"/>
                  </a:lnTo>
                  <a:lnTo>
                    <a:pt x="1195856" y="260710"/>
                  </a:lnTo>
                  <a:lnTo>
                    <a:pt x="1266200" y="298998"/>
                  </a:lnTo>
                  <a:lnTo>
                    <a:pt x="1336545" y="335815"/>
                  </a:lnTo>
                  <a:lnTo>
                    <a:pt x="1406889" y="371218"/>
                  </a:lnTo>
                  <a:lnTo>
                    <a:pt x="1477234" y="405260"/>
                  </a:lnTo>
                  <a:lnTo>
                    <a:pt x="1547578" y="437994"/>
                  </a:lnTo>
                  <a:lnTo>
                    <a:pt x="1617923" y="469470"/>
                  </a:lnTo>
                  <a:lnTo>
                    <a:pt x="1688267" y="499737"/>
                  </a:lnTo>
                  <a:lnTo>
                    <a:pt x="1758612" y="528841"/>
                  </a:lnTo>
                  <a:lnTo>
                    <a:pt x="1828956" y="556827"/>
                  </a:lnTo>
                  <a:lnTo>
                    <a:pt x="1899301" y="583737"/>
                  </a:lnTo>
                  <a:lnTo>
                    <a:pt x="1969645" y="609613"/>
                  </a:lnTo>
                  <a:lnTo>
                    <a:pt x="2039990" y="634496"/>
                  </a:lnTo>
                  <a:lnTo>
                    <a:pt x="2110334" y="658422"/>
                  </a:lnTo>
                  <a:lnTo>
                    <a:pt x="2180679" y="681429"/>
                  </a:lnTo>
                  <a:lnTo>
                    <a:pt x="2251023" y="703551"/>
                  </a:lnTo>
                  <a:lnTo>
                    <a:pt x="2321368" y="724824"/>
                  </a:lnTo>
                  <a:lnTo>
                    <a:pt x="2391712" y="745280"/>
                  </a:lnTo>
                  <a:lnTo>
                    <a:pt x="2462057" y="764949"/>
                  </a:lnTo>
                  <a:lnTo>
                    <a:pt x="2532401" y="783863"/>
                  </a:lnTo>
                  <a:lnTo>
                    <a:pt x="2602746" y="802050"/>
                  </a:lnTo>
                  <a:lnTo>
                    <a:pt x="2673090" y="819538"/>
                  </a:lnTo>
                  <a:lnTo>
                    <a:pt x="2743435" y="836355"/>
                  </a:lnTo>
                  <a:lnTo>
                    <a:pt x="2813779" y="852525"/>
                  </a:lnTo>
                  <a:lnTo>
                    <a:pt x="2884124" y="868074"/>
                  </a:lnTo>
                  <a:lnTo>
                    <a:pt x="2954468" y="883025"/>
                  </a:lnTo>
                  <a:lnTo>
                    <a:pt x="3024813" y="897402"/>
                  </a:lnTo>
                  <a:lnTo>
                    <a:pt x="3095157" y="911226"/>
                  </a:lnTo>
                  <a:lnTo>
                    <a:pt x="3165502" y="924520"/>
                  </a:lnTo>
                  <a:lnTo>
                    <a:pt x="3235846" y="937302"/>
                  </a:lnTo>
                  <a:lnTo>
                    <a:pt x="3306191" y="949594"/>
                  </a:lnTo>
                  <a:lnTo>
                    <a:pt x="3376535" y="959268"/>
                  </a:lnTo>
                  <a:lnTo>
                    <a:pt x="3446880" y="963827"/>
                  </a:lnTo>
                  <a:lnTo>
                    <a:pt x="3517224" y="968317"/>
                  </a:lnTo>
                  <a:lnTo>
                    <a:pt x="3587569" y="972737"/>
                  </a:lnTo>
                  <a:lnTo>
                    <a:pt x="3657913" y="977090"/>
                  </a:lnTo>
                  <a:lnTo>
                    <a:pt x="3728257" y="981377"/>
                  </a:lnTo>
                  <a:lnTo>
                    <a:pt x="3798602" y="985597"/>
                  </a:lnTo>
                  <a:lnTo>
                    <a:pt x="3868946" y="989754"/>
                  </a:lnTo>
                  <a:lnTo>
                    <a:pt x="3939291" y="993846"/>
                  </a:lnTo>
                  <a:lnTo>
                    <a:pt x="4009635" y="997876"/>
                  </a:lnTo>
                  <a:lnTo>
                    <a:pt x="4079980" y="1001844"/>
                  </a:lnTo>
                  <a:lnTo>
                    <a:pt x="4150324" y="1005752"/>
                  </a:lnTo>
                  <a:lnTo>
                    <a:pt x="4220669" y="1009600"/>
                  </a:lnTo>
                  <a:lnTo>
                    <a:pt x="4291013" y="1013389"/>
                  </a:lnTo>
                  <a:lnTo>
                    <a:pt x="4361358" y="1017120"/>
                  </a:lnTo>
                  <a:lnTo>
                    <a:pt x="4431702" y="1020793"/>
                  </a:lnTo>
                  <a:lnTo>
                    <a:pt x="4502047" y="1024411"/>
                  </a:lnTo>
                  <a:lnTo>
                    <a:pt x="4572391" y="1027973"/>
                  </a:lnTo>
                  <a:lnTo>
                    <a:pt x="4642736" y="1031481"/>
                  </a:lnTo>
                  <a:lnTo>
                    <a:pt x="4713080" y="1034935"/>
                  </a:lnTo>
                  <a:lnTo>
                    <a:pt x="4783425" y="1038336"/>
                  </a:lnTo>
                  <a:lnTo>
                    <a:pt x="4853769" y="1041685"/>
                  </a:lnTo>
                  <a:lnTo>
                    <a:pt x="4924114" y="1044983"/>
                  </a:lnTo>
                  <a:lnTo>
                    <a:pt x="4994458" y="1048231"/>
                  </a:lnTo>
                  <a:lnTo>
                    <a:pt x="5064803" y="1051429"/>
                  </a:lnTo>
                  <a:lnTo>
                    <a:pt x="5135147" y="1054577"/>
                  </a:lnTo>
                  <a:lnTo>
                    <a:pt x="5205492" y="1057678"/>
                  </a:lnTo>
                  <a:lnTo>
                    <a:pt x="5275836" y="1060731"/>
                  </a:lnTo>
                  <a:lnTo>
                    <a:pt x="5346181" y="1063738"/>
                  </a:lnTo>
                  <a:lnTo>
                    <a:pt x="5416525" y="1066698"/>
                  </a:lnTo>
                  <a:lnTo>
                    <a:pt x="5486870" y="1069613"/>
                  </a:lnTo>
                  <a:lnTo>
                    <a:pt x="5557214" y="1072484"/>
                  </a:lnTo>
                  <a:lnTo>
                    <a:pt x="5627559" y="1075310"/>
                  </a:lnTo>
                  <a:lnTo>
                    <a:pt x="5697903" y="1078094"/>
                  </a:lnTo>
                  <a:lnTo>
                    <a:pt x="5768248" y="1080835"/>
                  </a:lnTo>
                  <a:lnTo>
                    <a:pt x="5838592" y="1083533"/>
                  </a:lnTo>
                  <a:lnTo>
                    <a:pt x="5908937" y="1086191"/>
                  </a:lnTo>
                  <a:lnTo>
                    <a:pt x="5979281" y="1088808"/>
                  </a:lnTo>
                  <a:lnTo>
                    <a:pt x="6049626" y="1091385"/>
                  </a:lnTo>
                  <a:lnTo>
                    <a:pt x="6119970" y="1093922"/>
                  </a:lnTo>
                  <a:lnTo>
                    <a:pt x="6190315" y="1096421"/>
                  </a:lnTo>
                  <a:lnTo>
                    <a:pt x="6260659" y="1098881"/>
                  </a:lnTo>
                  <a:lnTo>
                    <a:pt x="6331004" y="1101304"/>
                  </a:lnTo>
                  <a:lnTo>
                    <a:pt x="6401348" y="1103689"/>
                  </a:lnTo>
                  <a:lnTo>
                    <a:pt x="6471693" y="1106038"/>
                  </a:lnTo>
                  <a:lnTo>
                    <a:pt x="6542037" y="1108352"/>
                  </a:lnTo>
                  <a:lnTo>
                    <a:pt x="6612382" y="1110629"/>
                  </a:lnTo>
                  <a:lnTo>
                    <a:pt x="6682726" y="1112872"/>
                  </a:lnTo>
                  <a:lnTo>
                    <a:pt x="6753071" y="1115081"/>
                  </a:lnTo>
                  <a:lnTo>
                    <a:pt x="6823415" y="1117256"/>
                  </a:lnTo>
                  <a:lnTo>
                    <a:pt x="6893760" y="1119397"/>
                  </a:lnTo>
                  <a:lnTo>
                    <a:pt x="6964104" y="1121506"/>
                  </a:lnTo>
                  <a:lnTo>
                    <a:pt x="6964104" y="1217099"/>
                  </a:lnTo>
                  <a:lnTo>
                    <a:pt x="6893760" y="1215497"/>
                  </a:lnTo>
                  <a:lnTo>
                    <a:pt x="6823415" y="1213830"/>
                  </a:lnTo>
                  <a:lnTo>
                    <a:pt x="6753071" y="1212097"/>
                  </a:lnTo>
                  <a:lnTo>
                    <a:pt x="6682726" y="1210295"/>
                  </a:lnTo>
                  <a:lnTo>
                    <a:pt x="6612382" y="1208421"/>
                  </a:lnTo>
                  <a:lnTo>
                    <a:pt x="6542037" y="1206471"/>
                  </a:lnTo>
                  <a:lnTo>
                    <a:pt x="6471693" y="1204444"/>
                  </a:lnTo>
                  <a:lnTo>
                    <a:pt x="6401348" y="1202336"/>
                  </a:lnTo>
                  <a:lnTo>
                    <a:pt x="6331004" y="1200144"/>
                  </a:lnTo>
                  <a:lnTo>
                    <a:pt x="6260659" y="1197864"/>
                  </a:lnTo>
                  <a:lnTo>
                    <a:pt x="6190315" y="1195493"/>
                  </a:lnTo>
                  <a:lnTo>
                    <a:pt x="6119970" y="1193027"/>
                  </a:lnTo>
                  <a:lnTo>
                    <a:pt x="6049626" y="1190463"/>
                  </a:lnTo>
                  <a:lnTo>
                    <a:pt x="5979281" y="1187796"/>
                  </a:lnTo>
                  <a:lnTo>
                    <a:pt x="5908937" y="1185023"/>
                  </a:lnTo>
                  <a:lnTo>
                    <a:pt x="5838592" y="1182139"/>
                  </a:lnTo>
                  <a:lnTo>
                    <a:pt x="5768248" y="1179139"/>
                  </a:lnTo>
                  <a:lnTo>
                    <a:pt x="5697903" y="1176020"/>
                  </a:lnTo>
                  <a:lnTo>
                    <a:pt x="5627559" y="1172776"/>
                  </a:lnTo>
                  <a:lnTo>
                    <a:pt x="5557214" y="1169403"/>
                  </a:lnTo>
                  <a:lnTo>
                    <a:pt x="5486870" y="1165894"/>
                  </a:lnTo>
                  <a:lnTo>
                    <a:pt x="5416525" y="1162246"/>
                  </a:lnTo>
                  <a:lnTo>
                    <a:pt x="5346181" y="1158452"/>
                  </a:lnTo>
                  <a:lnTo>
                    <a:pt x="5275836" y="1154506"/>
                  </a:lnTo>
                  <a:lnTo>
                    <a:pt x="5205492" y="1150402"/>
                  </a:lnTo>
                  <a:lnTo>
                    <a:pt x="5135147" y="1146135"/>
                  </a:lnTo>
                  <a:lnTo>
                    <a:pt x="5064803" y="1141697"/>
                  </a:lnTo>
                  <a:lnTo>
                    <a:pt x="4994458" y="1137081"/>
                  </a:lnTo>
                  <a:lnTo>
                    <a:pt x="4924114" y="1132282"/>
                  </a:lnTo>
                  <a:lnTo>
                    <a:pt x="4853769" y="1127290"/>
                  </a:lnTo>
                  <a:lnTo>
                    <a:pt x="4783425" y="1122099"/>
                  </a:lnTo>
                  <a:lnTo>
                    <a:pt x="4713080" y="1116701"/>
                  </a:lnTo>
                  <a:lnTo>
                    <a:pt x="4642736" y="1111086"/>
                  </a:lnTo>
                  <a:lnTo>
                    <a:pt x="4572391" y="1105248"/>
                  </a:lnTo>
                  <a:lnTo>
                    <a:pt x="4502047" y="1099176"/>
                  </a:lnTo>
                  <a:lnTo>
                    <a:pt x="4431702" y="1092862"/>
                  </a:lnTo>
                  <a:lnTo>
                    <a:pt x="4361358" y="1086295"/>
                  </a:lnTo>
                  <a:lnTo>
                    <a:pt x="4291013" y="1079466"/>
                  </a:lnTo>
                  <a:lnTo>
                    <a:pt x="4220669" y="1072364"/>
                  </a:lnTo>
                  <a:lnTo>
                    <a:pt x="4150324" y="1064978"/>
                  </a:lnTo>
                  <a:lnTo>
                    <a:pt x="4079980" y="1057297"/>
                  </a:lnTo>
                  <a:lnTo>
                    <a:pt x="4009635" y="1049309"/>
                  </a:lnTo>
                  <a:lnTo>
                    <a:pt x="3939291" y="1041002"/>
                  </a:lnTo>
                  <a:lnTo>
                    <a:pt x="3868946" y="1032363"/>
                  </a:lnTo>
                  <a:lnTo>
                    <a:pt x="3798602" y="1023379"/>
                  </a:lnTo>
                  <a:lnTo>
                    <a:pt x="3728257" y="1014036"/>
                  </a:lnTo>
                  <a:lnTo>
                    <a:pt x="3657913" y="1004320"/>
                  </a:lnTo>
                  <a:lnTo>
                    <a:pt x="3587569" y="994215"/>
                  </a:lnTo>
                  <a:lnTo>
                    <a:pt x="3517224" y="983706"/>
                  </a:lnTo>
                  <a:lnTo>
                    <a:pt x="3446880" y="972778"/>
                  </a:lnTo>
                  <a:lnTo>
                    <a:pt x="3376535" y="961413"/>
                  </a:lnTo>
                  <a:lnTo>
                    <a:pt x="3306191" y="954638"/>
                  </a:lnTo>
                  <a:lnTo>
                    <a:pt x="3235846" y="949936"/>
                  </a:lnTo>
                  <a:lnTo>
                    <a:pt x="3165502" y="945161"/>
                  </a:lnTo>
                  <a:lnTo>
                    <a:pt x="3095157" y="940312"/>
                  </a:lnTo>
                  <a:lnTo>
                    <a:pt x="3024813" y="935388"/>
                  </a:lnTo>
                  <a:lnTo>
                    <a:pt x="2954468" y="930387"/>
                  </a:lnTo>
                  <a:lnTo>
                    <a:pt x="2884124" y="925308"/>
                  </a:lnTo>
                  <a:lnTo>
                    <a:pt x="2813779" y="920150"/>
                  </a:lnTo>
                  <a:lnTo>
                    <a:pt x="2743435" y="914912"/>
                  </a:lnTo>
                  <a:lnTo>
                    <a:pt x="2673090" y="909593"/>
                  </a:lnTo>
                  <a:lnTo>
                    <a:pt x="2602746" y="904191"/>
                  </a:lnTo>
                  <a:lnTo>
                    <a:pt x="2532401" y="898705"/>
                  </a:lnTo>
                  <a:lnTo>
                    <a:pt x="2462057" y="893134"/>
                  </a:lnTo>
                  <a:lnTo>
                    <a:pt x="2391712" y="887477"/>
                  </a:lnTo>
                  <a:lnTo>
                    <a:pt x="2321368" y="881731"/>
                  </a:lnTo>
                  <a:lnTo>
                    <a:pt x="2251023" y="875896"/>
                  </a:lnTo>
                  <a:lnTo>
                    <a:pt x="2180679" y="869971"/>
                  </a:lnTo>
                  <a:lnTo>
                    <a:pt x="2110334" y="863953"/>
                  </a:lnTo>
                  <a:lnTo>
                    <a:pt x="2039990" y="857842"/>
                  </a:lnTo>
                  <a:lnTo>
                    <a:pt x="1969645" y="851636"/>
                  </a:lnTo>
                  <a:lnTo>
                    <a:pt x="1899301" y="845333"/>
                  </a:lnTo>
                  <a:lnTo>
                    <a:pt x="1828956" y="838933"/>
                  </a:lnTo>
                  <a:lnTo>
                    <a:pt x="1758612" y="832433"/>
                  </a:lnTo>
                  <a:lnTo>
                    <a:pt x="1688267" y="825832"/>
                  </a:lnTo>
                  <a:lnTo>
                    <a:pt x="1617923" y="819128"/>
                  </a:lnTo>
                  <a:lnTo>
                    <a:pt x="1547578" y="812320"/>
                  </a:lnTo>
                  <a:lnTo>
                    <a:pt x="1477234" y="805407"/>
                  </a:lnTo>
                  <a:lnTo>
                    <a:pt x="1406889" y="798386"/>
                  </a:lnTo>
                  <a:lnTo>
                    <a:pt x="1336545" y="791256"/>
                  </a:lnTo>
                  <a:lnTo>
                    <a:pt x="1266200" y="784015"/>
                  </a:lnTo>
                  <a:lnTo>
                    <a:pt x="1195856" y="776662"/>
                  </a:lnTo>
                  <a:lnTo>
                    <a:pt x="1125511" y="769194"/>
                  </a:lnTo>
                  <a:lnTo>
                    <a:pt x="1055167" y="761610"/>
                  </a:lnTo>
                  <a:lnTo>
                    <a:pt x="984822" y="753909"/>
                  </a:lnTo>
                  <a:lnTo>
                    <a:pt x="914478" y="746087"/>
                  </a:lnTo>
                  <a:lnTo>
                    <a:pt x="844133" y="738144"/>
                  </a:lnTo>
                  <a:lnTo>
                    <a:pt x="773789" y="730078"/>
                  </a:lnTo>
                  <a:lnTo>
                    <a:pt x="703444" y="721887"/>
                  </a:lnTo>
                  <a:lnTo>
                    <a:pt x="633100" y="713568"/>
                  </a:lnTo>
                  <a:lnTo>
                    <a:pt x="562755" y="705120"/>
                  </a:lnTo>
                  <a:lnTo>
                    <a:pt x="492411" y="696540"/>
                  </a:lnTo>
                  <a:lnTo>
                    <a:pt x="422066" y="687827"/>
                  </a:lnTo>
                  <a:lnTo>
                    <a:pt x="351722" y="678979"/>
                  </a:lnTo>
                  <a:lnTo>
                    <a:pt x="281377" y="669994"/>
                  </a:lnTo>
                  <a:lnTo>
                    <a:pt x="211033" y="660868"/>
                  </a:lnTo>
                  <a:lnTo>
                    <a:pt x="140688" y="651601"/>
                  </a:lnTo>
                  <a:lnTo>
                    <a:pt x="70344" y="642190"/>
                  </a:lnTo>
                  <a:lnTo>
                    <a:pt x="0" y="6326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014000" y="4336484"/>
              <a:ext cx="6185416" cy="1121506"/>
            </a:xfrm>
            <a:custGeom>
              <a:avLst/>
              <a:pathLst>
                <a:path w="6185416" h="1121506">
                  <a:moveTo>
                    <a:pt x="0" y="0"/>
                  </a:moveTo>
                  <a:lnTo>
                    <a:pt x="65445" y="45061"/>
                  </a:lnTo>
                  <a:lnTo>
                    <a:pt x="135790" y="91635"/>
                  </a:lnTo>
                  <a:lnTo>
                    <a:pt x="206134" y="136420"/>
                  </a:lnTo>
                  <a:lnTo>
                    <a:pt x="276479" y="179483"/>
                  </a:lnTo>
                  <a:lnTo>
                    <a:pt x="346823" y="220892"/>
                  </a:lnTo>
                  <a:lnTo>
                    <a:pt x="417168" y="260710"/>
                  </a:lnTo>
                  <a:lnTo>
                    <a:pt x="487512" y="298998"/>
                  </a:lnTo>
                  <a:lnTo>
                    <a:pt x="557857" y="335815"/>
                  </a:lnTo>
                  <a:lnTo>
                    <a:pt x="628201" y="371218"/>
                  </a:lnTo>
                  <a:lnTo>
                    <a:pt x="698546" y="405260"/>
                  </a:lnTo>
                  <a:lnTo>
                    <a:pt x="768890" y="437994"/>
                  </a:lnTo>
                  <a:lnTo>
                    <a:pt x="839235" y="469470"/>
                  </a:lnTo>
                  <a:lnTo>
                    <a:pt x="909579" y="499737"/>
                  </a:lnTo>
                  <a:lnTo>
                    <a:pt x="979923" y="528841"/>
                  </a:lnTo>
                  <a:lnTo>
                    <a:pt x="1050268" y="556827"/>
                  </a:lnTo>
                  <a:lnTo>
                    <a:pt x="1120612" y="583737"/>
                  </a:lnTo>
                  <a:lnTo>
                    <a:pt x="1190957" y="609613"/>
                  </a:lnTo>
                  <a:lnTo>
                    <a:pt x="1261301" y="634496"/>
                  </a:lnTo>
                  <a:lnTo>
                    <a:pt x="1331646" y="658422"/>
                  </a:lnTo>
                  <a:lnTo>
                    <a:pt x="1401990" y="681429"/>
                  </a:lnTo>
                  <a:lnTo>
                    <a:pt x="1472335" y="703551"/>
                  </a:lnTo>
                  <a:lnTo>
                    <a:pt x="1542679" y="724824"/>
                  </a:lnTo>
                  <a:lnTo>
                    <a:pt x="1613024" y="745280"/>
                  </a:lnTo>
                  <a:lnTo>
                    <a:pt x="1683368" y="764949"/>
                  </a:lnTo>
                  <a:lnTo>
                    <a:pt x="1753713" y="783863"/>
                  </a:lnTo>
                  <a:lnTo>
                    <a:pt x="1824057" y="802050"/>
                  </a:lnTo>
                  <a:lnTo>
                    <a:pt x="1894402" y="819538"/>
                  </a:lnTo>
                  <a:lnTo>
                    <a:pt x="1964746" y="836355"/>
                  </a:lnTo>
                  <a:lnTo>
                    <a:pt x="2035091" y="852525"/>
                  </a:lnTo>
                  <a:lnTo>
                    <a:pt x="2105435" y="868074"/>
                  </a:lnTo>
                  <a:lnTo>
                    <a:pt x="2175780" y="883025"/>
                  </a:lnTo>
                  <a:lnTo>
                    <a:pt x="2246124" y="897402"/>
                  </a:lnTo>
                  <a:lnTo>
                    <a:pt x="2316469" y="911226"/>
                  </a:lnTo>
                  <a:lnTo>
                    <a:pt x="2386813" y="924520"/>
                  </a:lnTo>
                  <a:lnTo>
                    <a:pt x="2457158" y="937302"/>
                  </a:lnTo>
                  <a:lnTo>
                    <a:pt x="2527502" y="949594"/>
                  </a:lnTo>
                  <a:lnTo>
                    <a:pt x="2597847" y="959268"/>
                  </a:lnTo>
                  <a:lnTo>
                    <a:pt x="2668191" y="963827"/>
                  </a:lnTo>
                  <a:lnTo>
                    <a:pt x="2738536" y="968317"/>
                  </a:lnTo>
                  <a:lnTo>
                    <a:pt x="2808880" y="972737"/>
                  </a:lnTo>
                  <a:lnTo>
                    <a:pt x="2879225" y="977090"/>
                  </a:lnTo>
                  <a:lnTo>
                    <a:pt x="2949569" y="981377"/>
                  </a:lnTo>
                  <a:lnTo>
                    <a:pt x="3019914" y="985597"/>
                  </a:lnTo>
                  <a:lnTo>
                    <a:pt x="3090258" y="989754"/>
                  </a:lnTo>
                  <a:lnTo>
                    <a:pt x="3160603" y="993846"/>
                  </a:lnTo>
                  <a:lnTo>
                    <a:pt x="3230947" y="997876"/>
                  </a:lnTo>
                  <a:lnTo>
                    <a:pt x="3301292" y="1001844"/>
                  </a:lnTo>
                  <a:lnTo>
                    <a:pt x="3371636" y="1005752"/>
                  </a:lnTo>
                  <a:lnTo>
                    <a:pt x="3441981" y="1009600"/>
                  </a:lnTo>
                  <a:lnTo>
                    <a:pt x="3512325" y="1013389"/>
                  </a:lnTo>
                  <a:lnTo>
                    <a:pt x="3582670" y="1017120"/>
                  </a:lnTo>
                  <a:lnTo>
                    <a:pt x="3653014" y="1020793"/>
                  </a:lnTo>
                  <a:lnTo>
                    <a:pt x="3723359" y="1024411"/>
                  </a:lnTo>
                  <a:lnTo>
                    <a:pt x="3793703" y="1027973"/>
                  </a:lnTo>
                  <a:lnTo>
                    <a:pt x="3864048" y="1031481"/>
                  </a:lnTo>
                  <a:lnTo>
                    <a:pt x="3934392" y="1034935"/>
                  </a:lnTo>
                  <a:lnTo>
                    <a:pt x="4004737" y="1038336"/>
                  </a:lnTo>
                  <a:lnTo>
                    <a:pt x="4075081" y="1041685"/>
                  </a:lnTo>
                  <a:lnTo>
                    <a:pt x="4145426" y="1044983"/>
                  </a:lnTo>
                  <a:lnTo>
                    <a:pt x="4215770" y="1048231"/>
                  </a:lnTo>
                  <a:lnTo>
                    <a:pt x="4286115" y="1051429"/>
                  </a:lnTo>
                  <a:lnTo>
                    <a:pt x="4356459" y="1054577"/>
                  </a:lnTo>
                  <a:lnTo>
                    <a:pt x="4426804" y="1057678"/>
                  </a:lnTo>
                  <a:lnTo>
                    <a:pt x="4497148" y="1060731"/>
                  </a:lnTo>
                  <a:lnTo>
                    <a:pt x="4567493" y="1063738"/>
                  </a:lnTo>
                  <a:lnTo>
                    <a:pt x="4637837" y="1066698"/>
                  </a:lnTo>
                  <a:lnTo>
                    <a:pt x="4708181" y="1069613"/>
                  </a:lnTo>
                  <a:lnTo>
                    <a:pt x="4778526" y="1072484"/>
                  </a:lnTo>
                  <a:lnTo>
                    <a:pt x="4848870" y="1075310"/>
                  </a:lnTo>
                  <a:lnTo>
                    <a:pt x="4919215" y="1078094"/>
                  </a:lnTo>
                  <a:lnTo>
                    <a:pt x="4989559" y="1080835"/>
                  </a:lnTo>
                  <a:lnTo>
                    <a:pt x="5059904" y="1083533"/>
                  </a:lnTo>
                  <a:lnTo>
                    <a:pt x="5130248" y="1086191"/>
                  </a:lnTo>
                  <a:lnTo>
                    <a:pt x="5200593" y="1088808"/>
                  </a:lnTo>
                  <a:lnTo>
                    <a:pt x="5270937" y="1091385"/>
                  </a:lnTo>
                  <a:lnTo>
                    <a:pt x="5341282" y="1093922"/>
                  </a:lnTo>
                  <a:lnTo>
                    <a:pt x="5411626" y="1096421"/>
                  </a:lnTo>
                  <a:lnTo>
                    <a:pt x="5481971" y="1098881"/>
                  </a:lnTo>
                  <a:lnTo>
                    <a:pt x="5552315" y="1101304"/>
                  </a:lnTo>
                  <a:lnTo>
                    <a:pt x="5622660" y="1103689"/>
                  </a:lnTo>
                  <a:lnTo>
                    <a:pt x="5693004" y="1106038"/>
                  </a:lnTo>
                  <a:lnTo>
                    <a:pt x="5763349" y="1108352"/>
                  </a:lnTo>
                  <a:lnTo>
                    <a:pt x="5833693" y="1110629"/>
                  </a:lnTo>
                  <a:lnTo>
                    <a:pt x="5904038" y="1112872"/>
                  </a:lnTo>
                  <a:lnTo>
                    <a:pt x="5974382" y="1115081"/>
                  </a:lnTo>
                  <a:lnTo>
                    <a:pt x="6044727" y="1117256"/>
                  </a:lnTo>
                  <a:lnTo>
                    <a:pt x="6115071" y="1119397"/>
                  </a:lnTo>
                  <a:lnTo>
                    <a:pt x="6185416" y="1121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969117"/>
              <a:ext cx="6964104" cy="584466"/>
            </a:xfrm>
            <a:custGeom>
              <a:avLst/>
              <a:pathLst>
                <a:path w="6964104" h="584466">
                  <a:moveTo>
                    <a:pt x="6964104" y="584466"/>
                  </a:moveTo>
                  <a:lnTo>
                    <a:pt x="6893760" y="582864"/>
                  </a:lnTo>
                  <a:lnTo>
                    <a:pt x="6823415" y="581197"/>
                  </a:lnTo>
                  <a:lnTo>
                    <a:pt x="6753071" y="579464"/>
                  </a:lnTo>
                  <a:lnTo>
                    <a:pt x="6682726" y="577662"/>
                  </a:lnTo>
                  <a:lnTo>
                    <a:pt x="6612382" y="575788"/>
                  </a:lnTo>
                  <a:lnTo>
                    <a:pt x="6542037" y="573838"/>
                  </a:lnTo>
                  <a:lnTo>
                    <a:pt x="6471693" y="571811"/>
                  </a:lnTo>
                  <a:lnTo>
                    <a:pt x="6401348" y="569703"/>
                  </a:lnTo>
                  <a:lnTo>
                    <a:pt x="6331004" y="567511"/>
                  </a:lnTo>
                  <a:lnTo>
                    <a:pt x="6260659" y="565231"/>
                  </a:lnTo>
                  <a:lnTo>
                    <a:pt x="6190315" y="562860"/>
                  </a:lnTo>
                  <a:lnTo>
                    <a:pt x="6119970" y="560394"/>
                  </a:lnTo>
                  <a:lnTo>
                    <a:pt x="6049626" y="557830"/>
                  </a:lnTo>
                  <a:lnTo>
                    <a:pt x="5979281" y="555163"/>
                  </a:lnTo>
                  <a:lnTo>
                    <a:pt x="5908937" y="552390"/>
                  </a:lnTo>
                  <a:lnTo>
                    <a:pt x="5838592" y="549506"/>
                  </a:lnTo>
                  <a:lnTo>
                    <a:pt x="5768248" y="546506"/>
                  </a:lnTo>
                  <a:lnTo>
                    <a:pt x="5697903" y="543387"/>
                  </a:lnTo>
                  <a:lnTo>
                    <a:pt x="5627559" y="540143"/>
                  </a:lnTo>
                  <a:lnTo>
                    <a:pt x="5557214" y="536770"/>
                  </a:lnTo>
                  <a:lnTo>
                    <a:pt x="5486870" y="533261"/>
                  </a:lnTo>
                  <a:lnTo>
                    <a:pt x="5416525" y="529613"/>
                  </a:lnTo>
                  <a:lnTo>
                    <a:pt x="5346181" y="525819"/>
                  </a:lnTo>
                  <a:lnTo>
                    <a:pt x="5275836" y="521873"/>
                  </a:lnTo>
                  <a:lnTo>
                    <a:pt x="5205492" y="517769"/>
                  </a:lnTo>
                  <a:lnTo>
                    <a:pt x="5135147" y="513502"/>
                  </a:lnTo>
                  <a:lnTo>
                    <a:pt x="5064803" y="509064"/>
                  </a:lnTo>
                  <a:lnTo>
                    <a:pt x="4994458" y="504448"/>
                  </a:lnTo>
                  <a:lnTo>
                    <a:pt x="4924114" y="499649"/>
                  </a:lnTo>
                  <a:lnTo>
                    <a:pt x="4853769" y="494657"/>
                  </a:lnTo>
                  <a:lnTo>
                    <a:pt x="4783425" y="489466"/>
                  </a:lnTo>
                  <a:lnTo>
                    <a:pt x="4713080" y="484068"/>
                  </a:lnTo>
                  <a:lnTo>
                    <a:pt x="4642736" y="478453"/>
                  </a:lnTo>
                  <a:lnTo>
                    <a:pt x="4572391" y="472615"/>
                  </a:lnTo>
                  <a:lnTo>
                    <a:pt x="4502047" y="466543"/>
                  </a:lnTo>
                  <a:lnTo>
                    <a:pt x="4431702" y="460229"/>
                  </a:lnTo>
                  <a:lnTo>
                    <a:pt x="4361358" y="453662"/>
                  </a:lnTo>
                  <a:lnTo>
                    <a:pt x="4291013" y="446833"/>
                  </a:lnTo>
                  <a:lnTo>
                    <a:pt x="4220669" y="439731"/>
                  </a:lnTo>
                  <a:lnTo>
                    <a:pt x="4150324" y="432345"/>
                  </a:lnTo>
                  <a:lnTo>
                    <a:pt x="4079980" y="424664"/>
                  </a:lnTo>
                  <a:lnTo>
                    <a:pt x="4009635" y="416676"/>
                  </a:lnTo>
                  <a:lnTo>
                    <a:pt x="3939291" y="408369"/>
                  </a:lnTo>
                  <a:lnTo>
                    <a:pt x="3868946" y="399730"/>
                  </a:lnTo>
                  <a:lnTo>
                    <a:pt x="3798602" y="390746"/>
                  </a:lnTo>
                  <a:lnTo>
                    <a:pt x="3728257" y="381403"/>
                  </a:lnTo>
                  <a:lnTo>
                    <a:pt x="3657913" y="371687"/>
                  </a:lnTo>
                  <a:lnTo>
                    <a:pt x="3587569" y="361582"/>
                  </a:lnTo>
                  <a:lnTo>
                    <a:pt x="3517224" y="351073"/>
                  </a:lnTo>
                  <a:lnTo>
                    <a:pt x="3446880" y="340145"/>
                  </a:lnTo>
                  <a:lnTo>
                    <a:pt x="3376535" y="328780"/>
                  </a:lnTo>
                  <a:lnTo>
                    <a:pt x="3306191" y="322005"/>
                  </a:lnTo>
                  <a:lnTo>
                    <a:pt x="3235846" y="317303"/>
                  </a:lnTo>
                  <a:lnTo>
                    <a:pt x="3165502" y="312528"/>
                  </a:lnTo>
                  <a:lnTo>
                    <a:pt x="3095157" y="307679"/>
                  </a:lnTo>
                  <a:lnTo>
                    <a:pt x="3024813" y="302755"/>
                  </a:lnTo>
                  <a:lnTo>
                    <a:pt x="2954468" y="297754"/>
                  </a:lnTo>
                  <a:lnTo>
                    <a:pt x="2884124" y="292675"/>
                  </a:lnTo>
                  <a:lnTo>
                    <a:pt x="2813779" y="287517"/>
                  </a:lnTo>
                  <a:lnTo>
                    <a:pt x="2743435" y="282279"/>
                  </a:lnTo>
                  <a:lnTo>
                    <a:pt x="2673090" y="276960"/>
                  </a:lnTo>
                  <a:lnTo>
                    <a:pt x="2602746" y="271558"/>
                  </a:lnTo>
                  <a:lnTo>
                    <a:pt x="2532401" y="266072"/>
                  </a:lnTo>
                  <a:lnTo>
                    <a:pt x="2462057" y="260501"/>
                  </a:lnTo>
                  <a:lnTo>
                    <a:pt x="2391712" y="254844"/>
                  </a:lnTo>
                  <a:lnTo>
                    <a:pt x="2321368" y="249098"/>
                  </a:lnTo>
                  <a:lnTo>
                    <a:pt x="2251023" y="243263"/>
                  </a:lnTo>
                  <a:lnTo>
                    <a:pt x="2180679" y="237338"/>
                  </a:lnTo>
                  <a:lnTo>
                    <a:pt x="2110334" y="231320"/>
                  </a:lnTo>
                  <a:lnTo>
                    <a:pt x="2039990" y="225209"/>
                  </a:lnTo>
                  <a:lnTo>
                    <a:pt x="1969645" y="219003"/>
                  </a:lnTo>
                  <a:lnTo>
                    <a:pt x="1899301" y="212700"/>
                  </a:lnTo>
                  <a:lnTo>
                    <a:pt x="1828956" y="206300"/>
                  </a:lnTo>
                  <a:lnTo>
                    <a:pt x="1758612" y="199800"/>
                  </a:lnTo>
                  <a:lnTo>
                    <a:pt x="1688267" y="193199"/>
                  </a:lnTo>
                  <a:lnTo>
                    <a:pt x="1617923" y="186495"/>
                  </a:lnTo>
                  <a:lnTo>
                    <a:pt x="1547578" y="179687"/>
                  </a:lnTo>
                  <a:lnTo>
                    <a:pt x="1477234" y="172774"/>
                  </a:lnTo>
                  <a:lnTo>
                    <a:pt x="1406889" y="165753"/>
                  </a:lnTo>
                  <a:lnTo>
                    <a:pt x="1336545" y="158623"/>
                  </a:lnTo>
                  <a:lnTo>
                    <a:pt x="1266200" y="151382"/>
                  </a:lnTo>
                  <a:lnTo>
                    <a:pt x="1195856" y="144029"/>
                  </a:lnTo>
                  <a:lnTo>
                    <a:pt x="1125511" y="136561"/>
                  </a:lnTo>
                  <a:lnTo>
                    <a:pt x="1055167" y="128977"/>
                  </a:lnTo>
                  <a:lnTo>
                    <a:pt x="984822" y="121276"/>
                  </a:lnTo>
                  <a:lnTo>
                    <a:pt x="914478" y="113454"/>
                  </a:lnTo>
                  <a:lnTo>
                    <a:pt x="844133" y="105511"/>
                  </a:lnTo>
                  <a:lnTo>
                    <a:pt x="773789" y="97445"/>
                  </a:lnTo>
                  <a:lnTo>
                    <a:pt x="703444" y="89254"/>
                  </a:lnTo>
                  <a:lnTo>
                    <a:pt x="633100" y="80935"/>
                  </a:lnTo>
                  <a:lnTo>
                    <a:pt x="562755" y="72487"/>
                  </a:lnTo>
                  <a:lnTo>
                    <a:pt x="492411" y="63907"/>
                  </a:lnTo>
                  <a:lnTo>
                    <a:pt x="422066" y="55194"/>
                  </a:lnTo>
                  <a:lnTo>
                    <a:pt x="351722" y="46346"/>
                  </a:lnTo>
                  <a:lnTo>
                    <a:pt x="281377" y="37360"/>
                  </a:lnTo>
                  <a:lnTo>
                    <a:pt x="211033" y="28235"/>
                  </a:lnTo>
                  <a:lnTo>
                    <a:pt x="140688" y="18968"/>
                  </a:lnTo>
                  <a:lnTo>
                    <a:pt x="70344" y="95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493004"/>
              <a:ext cx="6964104" cy="1026914"/>
            </a:xfrm>
            <a:custGeom>
              <a:avLst/>
              <a:pathLst>
                <a:path w="6964104" h="1026914">
                  <a:moveTo>
                    <a:pt x="0" y="0"/>
                  </a:moveTo>
                  <a:lnTo>
                    <a:pt x="70344" y="29642"/>
                  </a:lnTo>
                  <a:lnTo>
                    <a:pt x="140688" y="58487"/>
                  </a:lnTo>
                  <a:lnTo>
                    <a:pt x="211033" y="86554"/>
                  </a:lnTo>
                  <a:lnTo>
                    <a:pt x="281377" y="113866"/>
                  </a:lnTo>
                  <a:lnTo>
                    <a:pt x="351722" y="140442"/>
                  </a:lnTo>
                  <a:lnTo>
                    <a:pt x="422066" y="166303"/>
                  </a:lnTo>
                  <a:lnTo>
                    <a:pt x="492411" y="191467"/>
                  </a:lnTo>
                  <a:lnTo>
                    <a:pt x="562755" y="215953"/>
                  </a:lnTo>
                  <a:lnTo>
                    <a:pt x="633100" y="239780"/>
                  </a:lnTo>
                  <a:lnTo>
                    <a:pt x="703444" y="262965"/>
                  </a:lnTo>
                  <a:lnTo>
                    <a:pt x="773789" y="285526"/>
                  </a:lnTo>
                  <a:lnTo>
                    <a:pt x="844133" y="307479"/>
                  </a:lnTo>
                  <a:lnTo>
                    <a:pt x="914478" y="328841"/>
                  </a:lnTo>
                  <a:lnTo>
                    <a:pt x="984822" y="349628"/>
                  </a:lnTo>
                  <a:lnTo>
                    <a:pt x="1055167" y="369855"/>
                  </a:lnTo>
                  <a:lnTo>
                    <a:pt x="1125511" y="389537"/>
                  </a:lnTo>
                  <a:lnTo>
                    <a:pt x="1195856" y="408689"/>
                  </a:lnTo>
                  <a:lnTo>
                    <a:pt x="1266200" y="427325"/>
                  </a:lnTo>
                  <a:lnTo>
                    <a:pt x="1336545" y="445459"/>
                  </a:lnTo>
                  <a:lnTo>
                    <a:pt x="1406889" y="463105"/>
                  </a:lnTo>
                  <a:lnTo>
                    <a:pt x="1477234" y="480276"/>
                  </a:lnTo>
                  <a:lnTo>
                    <a:pt x="1547578" y="496984"/>
                  </a:lnTo>
                  <a:lnTo>
                    <a:pt x="1617923" y="513243"/>
                  </a:lnTo>
                  <a:lnTo>
                    <a:pt x="1688267" y="529063"/>
                  </a:lnTo>
                  <a:lnTo>
                    <a:pt x="1758612" y="544458"/>
                  </a:lnTo>
                  <a:lnTo>
                    <a:pt x="1828956" y="559438"/>
                  </a:lnTo>
                  <a:lnTo>
                    <a:pt x="1899301" y="574014"/>
                  </a:lnTo>
                  <a:lnTo>
                    <a:pt x="1969645" y="588198"/>
                  </a:lnTo>
                  <a:lnTo>
                    <a:pt x="2039990" y="602000"/>
                  </a:lnTo>
                  <a:lnTo>
                    <a:pt x="2110334" y="615430"/>
                  </a:lnTo>
                  <a:lnTo>
                    <a:pt x="2180679" y="628498"/>
                  </a:lnTo>
                  <a:lnTo>
                    <a:pt x="2251023" y="641215"/>
                  </a:lnTo>
                  <a:lnTo>
                    <a:pt x="2321368" y="653589"/>
                  </a:lnTo>
                  <a:lnTo>
                    <a:pt x="2391712" y="665630"/>
                  </a:lnTo>
                  <a:lnTo>
                    <a:pt x="2462057" y="677346"/>
                  </a:lnTo>
                  <a:lnTo>
                    <a:pt x="2532401" y="688747"/>
                  </a:lnTo>
                  <a:lnTo>
                    <a:pt x="2602746" y="699841"/>
                  </a:lnTo>
                  <a:lnTo>
                    <a:pt x="2673090" y="710636"/>
                  </a:lnTo>
                  <a:lnTo>
                    <a:pt x="2743435" y="721141"/>
                  </a:lnTo>
                  <a:lnTo>
                    <a:pt x="2813779" y="731362"/>
                  </a:lnTo>
                  <a:lnTo>
                    <a:pt x="2884124" y="741308"/>
                  </a:lnTo>
                  <a:lnTo>
                    <a:pt x="2954468" y="750987"/>
                  </a:lnTo>
                  <a:lnTo>
                    <a:pt x="3024813" y="760405"/>
                  </a:lnTo>
                  <a:lnTo>
                    <a:pt x="3095157" y="769569"/>
                  </a:lnTo>
                  <a:lnTo>
                    <a:pt x="3165502" y="778486"/>
                  </a:lnTo>
                  <a:lnTo>
                    <a:pt x="3235846" y="787163"/>
                  </a:lnTo>
                  <a:lnTo>
                    <a:pt x="3306191" y="795607"/>
                  </a:lnTo>
                  <a:lnTo>
                    <a:pt x="3376535" y="803823"/>
                  </a:lnTo>
                  <a:lnTo>
                    <a:pt x="3446880" y="811817"/>
                  </a:lnTo>
                  <a:lnTo>
                    <a:pt x="3517224" y="819597"/>
                  </a:lnTo>
                  <a:lnTo>
                    <a:pt x="3587569" y="827167"/>
                  </a:lnTo>
                  <a:lnTo>
                    <a:pt x="3657913" y="834533"/>
                  </a:lnTo>
                  <a:lnTo>
                    <a:pt x="3728257" y="841701"/>
                  </a:lnTo>
                  <a:lnTo>
                    <a:pt x="3798602" y="848675"/>
                  </a:lnTo>
                  <a:lnTo>
                    <a:pt x="3868946" y="855462"/>
                  </a:lnTo>
                  <a:lnTo>
                    <a:pt x="3939291" y="862066"/>
                  </a:lnTo>
                  <a:lnTo>
                    <a:pt x="4009635" y="868493"/>
                  </a:lnTo>
                  <a:lnTo>
                    <a:pt x="4079980" y="874746"/>
                  </a:lnTo>
                  <a:lnTo>
                    <a:pt x="4150324" y="880830"/>
                  </a:lnTo>
                  <a:lnTo>
                    <a:pt x="4220669" y="886751"/>
                  </a:lnTo>
                  <a:lnTo>
                    <a:pt x="4291013" y="892513"/>
                  </a:lnTo>
                  <a:lnTo>
                    <a:pt x="4361358" y="898119"/>
                  </a:lnTo>
                  <a:lnTo>
                    <a:pt x="4431702" y="903574"/>
                  </a:lnTo>
                  <a:lnTo>
                    <a:pt x="4502047" y="908883"/>
                  </a:lnTo>
                  <a:lnTo>
                    <a:pt x="4572391" y="914048"/>
                  </a:lnTo>
                  <a:lnTo>
                    <a:pt x="4642736" y="919074"/>
                  </a:lnTo>
                  <a:lnTo>
                    <a:pt x="4713080" y="923965"/>
                  </a:lnTo>
                  <a:lnTo>
                    <a:pt x="4783425" y="928724"/>
                  </a:lnTo>
                  <a:lnTo>
                    <a:pt x="4853769" y="933355"/>
                  </a:lnTo>
                  <a:lnTo>
                    <a:pt x="4924114" y="937862"/>
                  </a:lnTo>
                  <a:lnTo>
                    <a:pt x="4994458" y="942247"/>
                  </a:lnTo>
                  <a:lnTo>
                    <a:pt x="5064803" y="946514"/>
                  </a:lnTo>
                  <a:lnTo>
                    <a:pt x="5135147" y="950666"/>
                  </a:lnTo>
                  <a:lnTo>
                    <a:pt x="5205492" y="954706"/>
                  </a:lnTo>
                  <a:lnTo>
                    <a:pt x="5275836" y="958637"/>
                  </a:lnTo>
                  <a:lnTo>
                    <a:pt x="5346181" y="962462"/>
                  </a:lnTo>
                  <a:lnTo>
                    <a:pt x="5416525" y="966185"/>
                  </a:lnTo>
                  <a:lnTo>
                    <a:pt x="5486870" y="969807"/>
                  </a:lnTo>
                  <a:lnTo>
                    <a:pt x="5557214" y="973332"/>
                  </a:lnTo>
                  <a:lnTo>
                    <a:pt x="5627559" y="976761"/>
                  </a:lnTo>
                  <a:lnTo>
                    <a:pt x="5697903" y="980099"/>
                  </a:lnTo>
                  <a:lnTo>
                    <a:pt x="5768248" y="983346"/>
                  </a:lnTo>
                  <a:lnTo>
                    <a:pt x="5838592" y="986506"/>
                  </a:lnTo>
                  <a:lnTo>
                    <a:pt x="5908937" y="989581"/>
                  </a:lnTo>
                  <a:lnTo>
                    <a:pt x="5979281" y="992573"/>
                  </a:lnTo>
                  <a:lnTo>
                    <a:pt x="6049626" y="995485"/>
                  </a:lnTo>
                  <a:lnTo>
                    <a:pt x="6119970" y="998318"/>
                  </a:lnTo>
                  <a:lnTo>
                    <a:pt x="6190315" y="1001075"/>
                  </a:lnTo>
                  <a:lnTo>
                    <a:pt x="6260659" y="1003757"/>
                  </a:lnTo>
                  <a:lnTo>
                    <a:pt x="6331004" y="1006367"/>
                  </a:lnTo>
                  <a:lnTo>
                    <a:pt x="6401348" y="1008907"/>
                  </a:lnTo>
                  <a:lnTo>
                    <a:pt x="6471693" y="1011379"/>
                  </a:lnTo>
                  <a:lnTo>
                    <a:pt x="6542037" y="1013784"/>
                  </a:lnTo>
                  <a:lnTo>
                    <a:pt x="6612382" y="1016124"/>
                  </a:lnTo>
                  <a:lnTo>
                    <a:pt x="6682726" y="1018402"/>
                  </a:lnTo>
                  <a:lnTo>
                    <a:pt x="6753071" y="1020617"/>
                  </a:lnTo>
                  <a:lnTo>
                    <a:pt x="6823415" y="1022774"/>
                  </a:lnTo>
                  <a:lnTo>
                    <a:pt x="6893760" y="1024872"/>
                  </a:lnTo>
                  <a:lnTo>
                    <a:pt x="6964104" y="10269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2026-07-22T07:54:35Z</dcterms:modified>
  <cp:category/>
</cp:coreProperties>
</file>