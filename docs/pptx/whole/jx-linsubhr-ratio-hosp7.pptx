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372621"/>
            </a:xfrm>
            <a:custGeom>
              <a:avLst/>
              <a:pathLst>
                <a:path w="7235830" h="3372621">
                  <a:moveTo>
                    <a:pt x="750084" y="0"/>
                  </a:moveTo>
                  <a:lnTo>
                    <a:pt x="818707" y="124867"/>
                  </a:lnTo>
                  <a:lnTo>
                    <a:pt x="892467" y="253925"/>
                  </a:lnTo>
                  <a:lnTo>
                    <a:pt x="966227" y="378024"/>
                  </a:lnTo>
                  <a:lnTo>
                    <a:pt x="1039987" y="497355"/>
                  </a:lnTo>
                  <a:lnTo>
                    <a:pt x="1113747" y="612100"/>
                  </a:lnTo>
                  <a:lnTo>
                    <a:pt x="1187508" y="722437"/>
                  </a:lnTo>
                  <a:lnTo>
                    <a:pt x="1261268" y="828535"/>
                  </a:lnTo>
                  <a:lnTo>
                    <a:pt x="1335028" y="930555"/>
                  </a:lnTo>
                  <a:lnTo>
                    <a:pt x="1408788" y="1028656"/>
                  </a:lnTo>
                  <a:lnTo>
                    <a:pt x="1482548" y="1122988"/>
                  </a:lnTo>
                  <a:lnTo>
                    <a:pt x="1556308" y="1213695"/>
                  </a:lnTo>
                  <a:lnTo>
                    <a:pt x="1630068" y="1300917"/>
                  </a:lnTo>
                  <a:lnTo>
                    <a:pt x="1703828" y="1384787"/>
                  </a:lnTo>
                  <a:lnTo>
                    <a:pt x="1777588" y="1465435"/>
                  </a:lnTo>
                  <a:lnTo>
                    <a:pt x="1851348" y="1542985"/>
                  </a:lnTo>
                  <a:lnTo>
                    <a:pt x="1925108" y="1617554"/>
                  </a:lnTo>
                  <a:lnTo>
                    <a:pt x="1998868" y="1689259"/>
                  </a:lnTo>
                  <a:lnTo>
                    <a:pt x="2072628" y="1758208"/>
                  </a:lnTo>
                  <a:lnTo>
                    <a:pt x="2146388" y="1824508"/>
                  </a:lnTo>
                  <a:lnTo>
                    <a:pt x="2220148" y="1888261"/>
                  </a:lnTo>
                  <a:lnTo>
                    <a:pt x="2293908" y="1949564"/>
                  </a:lnTo>
                  <a:lnTo>
                    <a:pt x="2367668" y="2008512"/>
                  </a:lnTo>
                  <a:lnTo>
                    <a:pt x="2441428" y="2065194"/>
                  </a:lnTo>
                  <a:lnTo>
                    <a:pt x="2515188" y="2119699"/>
                  </a:lnTo>
                  <a:lnTo>
                    <a:pt x="2588948" y="2172110"/>
                  </a:lnTo>
                  <a:lnTo>
                    <a:pt x="2662708" y="2222507"/>
                  </a:lnTo>
                  <a:lnTo>
                    <a:pt x="2736468" y="2270967"/>
                  </a:lnTo>
                  <a:lnTo>
                    <a:pt x="2810228" y="2317565"/>
                  </a:lnTo>
                  <a:lnTo>
                    <a:pt x="2883988" y="2362373"/>
                  </a:lnTo>
                  <a:lnTo>
                    <a:pt x="2957748" y="2405460"/>
                  </a:lnTo>
                  <a:lnTo>
                    <a:pt x="3031508" y="2446891"/>
                  </a:lnTo>
                  <a:lnTo>
                    <a:pt x="3105268" y="2486730"/>
                  </a:lnTo>
                  <a:lnTo>
                    <a:pt x="3179028" y="2525038"/>
                  </a:lnTo>
                  <a:lnTo>
                    <a:pt x="3252788" y="2561874"/>
                  </a:lnTo>
                  <a:lnTo>
                    <a:pt x="3326548" y="2597295"/>
                  </a:lnTo>
                  <a:lnTo>
                    <a:pt x="3400308" y="2631355"/>
                  </a:lnTo>
                  <a:lnTo>
                    <a:pt x="3474068" y="2658163"/>
                  </a:lnTo>
                  <a:lnTo>
                    <a:pt x="3547828" y="2670797"/>
                  </a:lnTo>
                  <a:lnTo>
                    <a:pt x="3621588" y="2683237"/>
                  </a:lnTo>
                  <a:lnTo>
                    <a:pt x="3695348" y="2695486"/>
                  </a:lnTo>
                  <a:lnTo>
                    <a:pt x="3769108" y="2707549"/>
                  </a:lnTo>
                  <a:lnTo>
                    <a:pt x="3842868" y="2719426"/>
                  </a:lnTo>
                  <a:lnTo>
                    <a:pt x="3916628" y="2731122"/>
                  </a:lnTo>
                  <a:lnTo>
                    <a:pt x="3990388" y="2742639"/>
                  </a:lnTo>
                  <a:lnTo>
                    <a:pt x="4064149" y="2753980"/>
                  </a:lnTo>
                  <a:lnTo>
                    <a:pt x="4137909" y="2765147"/>
                  </a:lnTo>
                  <a:lnTo>
                    <a:pt x="4211669" y="2776143"/>
                  </a:lnTo>
                  <a:lnTo>
                    <a:pt x="4285429" y="2786971"/>
                  </a:lnTo>
                  <a:lnTo>
                    <a:pt x="4359189" y="2797634"/>
                  </a:lnTo>
                  <a:lnTo>
                    <a:pt x="4432949" y="2808133"/>
                  </a:lnTo>
                  <a:lnTo>
                    <a:pt x="4506709" y="2818471"/>
                  </a:lnTo>
                  <a:lnTo>
                    <a:pt x="4580469" y="2828651"/>
                  </a:lnTo>
                  <a:lnTo>
                    <a:pt x="4654229" y="2838676"/>
                  </a:lnTo>
                  <a:lnTo>
                    <a:pt x="4727989" y="2848547"/>
                  </a:lnTo>
                  <a:lnTo>
                    <a:pt x="4801749" y="2858267"/>
                  </a:lnTo>
                  <a:lnTo>
                    <a:pt x="4875509" y="2867838"/>
                  </a:lnTo>
                  <a:lnTo>
                    <a:pt x="4949269" y="2877263"/>
                  </a:lnTo>
                  <a:lnTo>
                    <a:pt x="5023029" y="2886544"/>
                  </a:lnTo>
                  <a:lnTo>
                    <a:pt x="5096789" y="2895683"/>
                  </a:lnTo>
                  <a:lnTo>
                    <a:pt x="5170549" y="2904681"/>
                  </a:lnTo>
                  <a:lnTo>
                    <a:pt x="5244309" y="2913542"/>
                  </a:lnTo>
                  <a:lnTo>
                    <a:pt x="5318069" y="2922268"/>
                  </a:lnTo>
                  <a:lnTo>
                    <a:pt x="5391829" y="2930860"/>
                  </a:lnTo>
                  <a:lnTo>
                    <a:pt x="5465589" y="2939320"/>
                  </a:lnTo>
                  <a:lnTo>
                    <a:pt x="5539349" y="2947651"/>
                  </a:lnTo>
                  <a:lnTo>
                    <a:pt x="5613109" y="2955855"/>
                  </a:lnTo>
                  <a:lnTo>
                    <a:pt x="5686869" y="2963933"/>
                  </a:lnTo>
                  <a:lnTo>
                    <a:pt x="5760629" y="2971887"/>
                  </a:lnTo>
                  <a:lnTo>
                    <a:pt x="5834389" y="2979720"/>
                  </a:lnTo>
                  <a:lnTo>
                    <a:pt x="5908149" y="2987433"/>
                  </a:lnTo>
                  <a:lnTo>
                    <a:pt x="5981909" y="2995027"/>
                  </a:lnTo>
                  <a:lnTo>
                    <a:pt x="6055669" y="3002506"/>
                  </a:lnTo>
                  <a:lnTo>
                    <a:pt x="6129429" y="3009870"/>
                  </a:lnTo>
                  <a:lnTo>
                    <a:pt x="6203189" y="3017122"/>
                  </a:lnTo>
                  <a:lnTo>
                    <a:pt x="6276949" y="3024262"/>
                  </a:lnTo>
                  <a:lnTo>
                    <a:pt x="6350709" y="3031293"/>
                  </a:lnTo>
                  <a:lnTo>
                    <a:pt x="6424469" y="3038217"/>
                  </a:lnTo>
                  <a:lnTo>
                    <a:pt x="6498229" y="3045035"/>
                  </a:lnTo>
                  <a:lnTo>
                    <a:pt x="6571989" y="3051748"/>
                  </a:lnTo>
                  <a:lnTo>
                    <a:pt x="6645749" y="3058358"/>
                  </a:lnTo>
                  <a:lnTo>
                    <a:pt x="6719509" y="3064868"/>
                  </a:lnTo>
                  <a:lnTo>
                    <a:pt x="6793269" y="3071278"/>
                  </a:lnTo>
                  <a:lnTo>
                    <a:pt x="6867029" y="3077589"/>
                  </a:lnTo>
                  <a:lnTo>
                    <a:pt x="6940789" y="3083805"/>
                  </a:lnTo>
                  <a:lnTo>
                    <a:pt x="7014550" y="3089925"/>
                  </a:lnTo>
                  <a:lnTo>
                    <a:pt x="7088310" y="3095951"/>
                  </a:lnTo>
                  <a:lnTo>
                    <a:pt x="7162070" y="3101885"/>
                  </a:lnTo>
                  <a:lnTo>
                    <a:pt x="7235830" y="3107729"/>
                  </a:lnTo>
                  <a:lnTo>
                    <a:pt x="7235830" y="3372621"/>
                  </a:lnTo>
                  <a:lnTo>
                    <a:pt x="7162070" y="3368181"/>
                  </a:lnTo>
                  <a:lnTo>
                    <a:pt x="7088310" y="3363563"/>
                  </a:lnTo>
                  <a:lnTo>
                    <a:pt x="7014550" y="3358760"/>
                  </a:lnTo>
                  <a:lnTo>
                    <a:pt x="6940789" y="3353766"/>
                  </a:lnTo>
                  <a:lnTo>
                    <a:pt x="6867029" y="3348572"/>
                  </a:lnTo>
                  <a:lnTo>
                    <a:pt x="6793269" y="3343171"/>
                  </a:lnTo>
                  <a:lnTo>
                    <a:pt x="6719509" y="3337554"/>
                  </a:lnTo>
                  <a:lnTo>
                    <a:pt x="6645749" y="3331712"/>
                  </a:lnTo>
                  <a:lnTo>
                    <a:pt x="6571989" y="3325637"/>
                  </a:lnTo>
                  <a:lnTo>
                    <a:pt x="6498229" y="3319320"/>
                  </a:lnTo>
                  <a:lnTo>
                    <a:pt x="6424469" y="3312749"/>
                  </a:lnTo>
                  <a:lnTo>
                    <a:pt x="6350709" y="3305917"/>
                  </a:lnTo>
                  <a:lnTo>
                    <a:pt x="6276949" y="3298811"/>
                  </a:lnTo>
                  <a:lnTo>
                    <a:pt x="6203189" y="3291421"/>
                  </a:lnTo>
                  <a:lnTo>
                    <a:pt x="6129429" y="3283736"/>
                  </a:lnTo>
                  <a:lnTo>
                    <a:pt x="6055669" y="3275744"/>
                  </a:lnTo>
                  <a:lnTo>
                    <a:pt x="5981909" y="3267433"/>
                  </a:lnTo>
                  <a:lnTo>
                    <a:pt x="5908149" y="3258789"/>
                  </a:lnTo>
                  <a:lnTo>
                    <a:pt x="5834389" y="3249801"/>
                  </a:lnTo>
                  <a:lnTo>
                    <a:pt x="5760629" y="3240453"/>
                  </a:lnTo>
                  <a:lnTo>
                    <a:pt x="5686869" y="3230731"/>
                  </a:lnTo>
                  <a:lnTo>
                    <a:pt x="5613109" y="3220621"/>
                  </a:lnTo>
                  <a:lnTo>
                    <a:pt x="5539349" y="3210107"/>
                  </a:lnTo>
                  <a:lnTo>
                    <a:pt x="5465589" y="3199173"/>
                  </a:lnTo>
                  <a:lnTo>
                    <a:pt x="5391829" y="3187802"/>
                  </a:lnTo>
                  <a:lnTo>
                    <a:pt x="5318069" y="3175976"/>
                  </a:lnTo>
                  <a:lnTo>
                    <a:pt x="5244309" y="3163678"/>
                  </a:lnTo>
                  <a:lnTo>
                    <a:pt x="5170549" y="3150889"/>
                  </a:lnTo>
                  <a:lnTo>
                    <a:pt x="5096789" y="3137589"/>
                  </a:lnTo>
                  <a:lnTo>
                    <a:pt x="5023029" y="3123757"/>
                  </a:lnTo>
                  <a:lnTo>
                    <a:pt x="4949269" y="3109372"/>
                  </a:lnTo>
                  <a:lnTo>
                    <a:pt x="4875509" y="3094413"/>
                  </a:lnTo>
                  <a:lnTo>
                    <a:pt x="4801749" y="3078856"/>
                  </a:lnTo>
                  <a:lnTo>
                    <a:pt x="4727989" y="3062677"/>
                  </a:lnTo>
                  <a:lnTo>
                    <a:pt x="4654229" y="3045852"/>
                  </a:lnTo>
                  <a:lnTo>
                    <a:pt x="4580469" y="3028355"/>
                  </a:lnTo>
                  <a:lnTo>
                    <a:pt x="4506709" y="3010158"/>
                  </a:lnTo>
                  <a:lnTo>
                    <a:pt x="4432949" y="2991234"/>
                  </a:lnTo>
                  <a:lnTo>
                    <a:pt x="4359189" y="2971555"/>
                  </a:lnTo>
                  <a:lnTo>
                    <a:pt x="4285429" y="2951088"/>
                  </a:lnTo>
                  <a:lnTo>
                    <a:pt x="4211669" y="2929804"/>
                  </a:lnTo>
                  <a:lnTo>
                    <a:pt x="4137909" y="2907670"/>
                  </a:lnTo>
                  <a:lnTo>
                    <a:pt x="4064149" y="2884651"/>
                  </a:lnTo>
                  <a:lnTo>
                    <a:pt x="3990388" y="2860712"/>
                  </a:lnTo>
                  <a:lnTo>
                    <a:pt x="3916628" y="2835817"/>
                  </a:lnTo>
                  <a:lnTo>
                    <a:pt x="3842868" y="2809927"/>
                  </a:lnTo>
                  <a:lnTo>
                    <a:pt x="3769108" y="2783002"/>
                  </a:lnTo>
                  <a:lnTo>
                    <a:pt x="3695348" y="2755002"/>
                  </a:lnTo>
                  <a:lnTo>
                    <a:pt x="3621588" y="2725882"/>
                  </a:lnTo>
                  <a:lnTo>
                    <a:pt x="3547828" y="2695599"/>
                  </a:lnTo>
                  <a:lnTo>
                    <a:pt x="3474068" y="2664106"/>
                  </a:lnTo>
                  <a:lnTo>
                    <a:pt x="3400308" y="2645333"/>
                  </a:lnTo>
                  <a:lnTo>
                    <a:pt x="3326548" y="2632304"/>
                  </a:lnTo>
                  <a:lnTo>
                    <a:pt x="3252788" y="2619073"/>
                  </a:lnTo>
                  <a:lnTo>
                    <a:pt x="3179028" y="2605636"/>
                  </a:lnTo>
                  <a:lnTo>
                    <a:pt x="3105268" y="2591990"/>
                  </a:lnTo>
                  <a:lnTo>
                    <a:pt x="3031508" y="2578132"/>
                  </a:lnTo>
                  <a:lnTo>
                    <a:pt x="2957748" y="2564058"/>
                  </a:lnTo>
                  <a:lnTo>
                    <a:pt x="2883988" y="2549766"/>
                  </a:lnTo>
                  <a:lnTo>
                    <a:pt x="2810228" y="2535252"/>
                  </a:lnTo>
                  <a:lnTo>
                    <a:pt x="2736468" y="2520512"/>
                  </a:lnTo>
                  <a:lnTo>
                    <a:pt x="2662708" y="2505543"/>
                  </a:lnTo>
                  <a:lnTo>
                    <a:pt x="2588948" y="2490342"/>
                  </a:lnTo>
                  <a:lnTo>
                    <a:pt x="2515188" y="2474904"/>
                  </a:lnTo>
                  <a:lnTo>
                    <a:pt x="2441428" y="2459227"/>
                  </a:lnTo>
                  <a:lnTo>
                    <a:pt x="2367668" y="2443305"/>
                  </a:lnTo>
                  <a:lnTo>
                    <a:pt x="2293908" y="2427137"/>
                  </a:lnTo>
                  <a:lnTo>
                    <a:pt x="2220148" y="2410717"/>
                  </a:lnTo>
                  <a:lnTo>
                    <a:pt x="2146388" y="2394042"/>
                  </a:lnTo>
                  <a:lnTo>
                    <a:pt x="2072628" y="2377108"/>
                  </a:lnTo>
                  <a:lnTo>
                    <a:pt x="1998868" y="2359910"/>
                  </a:lnTo>
                  <a:lnTo>
                    <a:pt x="1925108" y="2342446"/>
                  </a:lnTo>
                  <a:lnTo>
                    <a:pt x="1851348" y="2324710"/>
                  </a:lnTo>
                  <a:lnTo>
                    <a:pt x="1777588" y="2306698"/>
                  </a:lnTo>
                  <a:lnTo>
                    <a:pt x="1703828" y="2288406"/>
                  </a:lnTo>
                  <a:lnTo>
                    <a:pt x="1630068" y="2269831"/>
                  </a:lnTo>
                  <a:lnTo>
                    <a:pt x="1556308" y="2250966"/>
                  </a:lnTo>
                  <a:lnTo>
                    <a:pt x="1482548" y="2231809"/>
                  </a:lnTo>
                  <a:lnTo>
                    <a:pt x="1408788" y="2212353"/>
                  </a:lnTo>
                  <a:lnTo>
                    <a:pt x="1335028" y="2192596"/>
                  </a:lnTo>
                  <a:lnTo>
                    <a:pt x="1261268" y="2172531"/>
                  </a:lnTo>
                  <a:lnTo>
                    <a:pt x="1187508" y="2152154"/>
                  </a:lnTo>
                  <a:lnTo>
                    <a:pt x="1113747" y="2131461"/>
                  </a:lnTo>
                  <a:lnTo>
                    <a:pt x="1039987" y="2110446"/>
                  </a:lnTo>
                  <a:lnTo>
                    <a:pt x="966227" y="2089105"/>
                  </a:lnTo>
                  <a:lnTo>
                    <a:pt x="892467" y="2067432"/>
                  </a:lnTo>
                  <a:lnTo>
                    <a:pt x="818707" y="2045422"/>
                  </a:lnTo>
                  <a:lnTo>
                    <a:pt x="744947" y="2023071"/>
                  </a:lnTo>
                  <a:lnTo>
                    <a:pt x="671187" y="2000371"/>
                  </a:lnTo>
                  <a:lnTo>
                    <a:pt x="597427" y="1977319"/>
                  </a:lnTo>
                  <a:lnTo>
                    <a:pt x="523667" y="1953909"/>
                  </a:lnTo>
                  <a:lnTo>
                    <a:pt x="449907" y="1930135"/>
                  </a:lnTo>
                  <a:lnTo>
                    <a:pt x="376147" y="1905992"/>
                  </a:lnTo>
                  <a:lnTo>
                    <a:pt x="302387" y="1881473"/>
                  </a:lnTo>
                  <a:lnTo>
                    <a:pt x="228627" y="1856574"/>
                  </a:lnTo>
                  <a:lnTo>
                    <a:pt x="154867" y="1831287"/>
                  </a:lnTo>
                  <a:lnTo>
                    <a:pt x="81107" y="1805608"/>
                  </a:lnTo>
                  <a:lnTo>
                    <a:pt x="7347" y="1779529"/>
                  </a:lnTo>
                  <a:lnTo>
                    <a:pt x="0" y="17768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67602" y="2073503"/>
              <a:ext cx="6485745" cy="3107729"/>
            </a:xfrm>
            <a:custGeom>
              <a:avLst/>
              <a:pathLst>
                <a:path w="6485745" h="3107729">
                  <a:moveTo>
                    <a:pt x="0" y="0"/>
                  </a:moveTo>
                  <a:lnTo>
                    <a:pt x="68623" y="124867"/>
                  </a:lnTo>
                  <a:lnTo>
                    <a:pt x="142383" y="253925"/>
                  </a:lnTo>
                  <a:lnTo>
                    <a:pt x="216143" y="378024"/>
                  </a:lnTo>
                  <a:lnTo>
                    <a:pt x="289903" y="497355"/>
                  </a:lnTo>
                  <a:lnTo>
                    <a:pt x="363663" y="612100"/>
                  </a:lnTo>
                  <a:lnTo>
                    <a:pt x="437423" y="722437"/>
                  </a:lnTo>
                  <a:lnTo>
                    <a:pt x="511183" y="828535"/>
                  </a:lnTo>
                  <a:lnTo>
                    <a:pt x="584943" y="930555"/>
                  </a:lnTo>
                  <a:lnTo>
                    <a:pt x="658703" y="1028656"/>
                  </a:lnTo>
                  <a:lnTo>
                    <a:pt x="732463" y="1122988"/>
                  </a:lnTo>
                  <a:lnTo>
                    <a:pt x="806223" y="1213695"/>
                  </a:lnTo>
                  <a:lnTo>
                    <a:pt x="879983" y="1300917"/>
                  </a:lnTo>
                  <a:lnTo>
                    <a:pt x="953743" y="1384787"/>
                  </a:lnTo>
                  <a:lnTo>
                    <a:pt x="1027503" y="1465435"/>
                  </a:lnTo>
                  <a:lnTo>
                    <a:pt x="1101263" y="1542985"/>
                  </a:lnTo>
                  <a:lnTo>
                    <a:pt x="1175023" y="1617554"/>
                  </a:lnTo>
                  <a:lnTo>
                    <a:pt x="1248783" y="1689259"/>
                  </a:lnTo>
                  <a:lnTo>
                    <a:pt x="1322543" y="1758208"/>
                  </a:lnTo>
                  <a:lnTo>
                    <a:pt x="1396303" y="1824508"/>
                  </a:lnTo>
                  <a:lnTo>
                    <a:pt x="1470063" y="1888261"/>
                  </a:lnTo>
                  <a:lnTo>
                    <a:pt x="1543823" y="1949564"/>
                  </a:lnTo>
                  <a:lnTo>
                    <a:pt x="1617583" y="2008512"/>
                  </a:lnTo>
                  <a:lnTo>
                    <a:pt x="1691343" y="2065194"/>
                  </a:lnTo>
                  <a:lnTo>
                    <a:pt x="1765103" y="2119699"/>
                  </a:lnTo>
                  <a:lnTo>
                    <a:pt x="1838863" y="2172110"/>
                  </a:lnTo>
                  <a:lnTo>
                    <a:pt x="1912623" y="2222507"/>
                  </a:lnTo>
                  <a:lnTo>
                    <a:pt x="1986383" y="2270967"/>
                  </a:lnTo>
                  <a:lnTo>
                    <a:pt x="2060143" y="2317565"/>
                  </a:lnTo>
                  <a:lnTo>
                    <a:pt x="2133903" y="2362373"/>
                  </a:lnTo>
                  <a:lnTo>
                    <a:pt x="2207664" y="2405460"/>
                  </a:lnTo>
                  <a:lnTo>
                    <a:pt x="2281424" y="2446891"/>
                  </a:lnTo>
                  <a:lnTo>
                    <a:pt x="2355184" y="2486730"/>
                  </a:lnTo>
                  <a:lnTo>
                    <a:pt x="2428944" y="2525038"/>
                  </a:lnTo>
                  <a:lnTo>
                    <a:pt x="2502704" y="2561874"/>
                  </a:lnTo>
                  <a:lnTo>
                    <a:pt x="2576464" y="2597295"/>
                  </a:lnTo>
                  <a:lnTo>
                    <a:pt x="2650224" y="2631355"/>
                  </a:lnTo>
                  <a:lnTo>
                    <a:pt x="2723984" y="2658163"/>
                  </a:lnTo>
                  <a:lnTo>
                    <a:pt x="2797744" y="2670797"/>
                  </a:lnTo>
                  <a:lnTo>
                    <a:pt x="2871504" y="2683237"/>
                  </a:lnTo>
                  <a:lnTo>
                    <a:pt x="2945264" y="2695486"/>
                  </a:lnTo>
                  <a:lnTo>
                    <a:pt x="3019024" y="2707549"/>
                  </a:lnTo>
                  <a:lnTo>
                    <a:pt x="3092784" y="2719426"/>
                  </a:lnTo>
                  <a:lnTo>
                    <a:pt x="3166544" y="2731122"/>
                  </a:lnTo>
                  <a:lnTo>
                    <a:pt x="3240304" y="2742639"/>
                  </a:lnTo>
                  <a:lnTo>
                    <a:pt x="3314064" y="2753980"/>
                  </a:lnTo>
                  <a:lnTo>
                    <a:pt x="3387824" y="2765147"/>
                  </a:lnTo>
                  <a:lnTo>
                    <a:pt x="3461584" y="2776143"/>
                  </a:lnTo>
                  <a:lnTo>
                    <a:pt x="3535344" y="2786971"/>
                  </a:lnTo>
                  <a:lnTo>
                    <a:pt x="3609104" y="2797634"/>
                  </a:lnTo>
                  <a:lnTo>
                    <a:pt x="3682864" y="2808133"/>
                  </a:lnTo>
                  <a:lnTo>
                    <a:pt x="3756624" y="2818471"/>
                  </a:lnTo>
                  <a:lnTo>
                    <a:pt x="3830384" y="2828651"/>
                  </a:lnTo>
                  <a:lnTo>
                    <a:pt x="3904144" y="2838676"/>
                  </a:lnTo>
                  <a:lnTo>
                    <a:pt x="3977904" y="2848547"/>
                  </a:lnTo>
                  <a:lnTo>
                    <a:pt x="4051664" y="2858267"/>
                  </a:lnTo>
                  <a:lnTo>
                    <a:pt x="4125424" y="2867838"/>
                  </a:lnTo>
                  <a:lnTo>
                    <a:pt x="4199184" y="2877263"/>
                  </a:lnTo>
                  <a:lnTo>
                    <a:pt x="4272944" y="2886544"/>
                  </a:lnTo>
                  <a:lnTo>
                    <a:pt x="4346704" y="2895683"/>
                  </a:lnTo>
                  <a:lnTo>
                    <a:pt x="4420464" y="2904681"/>
                  </a:lnTo>
                  <a:lnTo>
                    <a:pt x="4494224" y="2913542"/>
                  </a:lnTo>
                  <a:lnTo>
                    <a:pt x="4567984" y="2922268"/>
                  </a:lnTo>
                  <a:lnTo>
                    <a:pt x="4641744" y="2930860"/>
                  </a:lnTo>
                  <a:lnTo>
                    <a:pt x="4715504" y="2939320"/>
                  </a:lnTo>
                  <a:lnTo>
                    <a:pt x="4789264" y="2947651"/>
                  </a:lnTo>
                  <a:lnTo>
                    <a:pt x="4863024" y="2955855"/>
                  </a:lnTo>
                  <a:lnTo>
                    <a:pt x="4936784" y="2963933"/>
                  </a:lnTo>
                  <a:lnTo>
                    <a:pt x="5010544" y="2971887"/>
                  </a:lnTo>
                  <a:lnTo>
                    <a:pt x="5084305" y="2979720"/>
                  </a:lnTo>
                  <a:lnTo>
                    <a:pt x="5158065" y="2987433"/>
                  </a:lnTo>
                  <a:lnTo>
                    <a:pt x="5231825" y="2995027"/>
                  </a:lnTo>
                  <a:lnTo>
                    <a:pt x="5305585" y="3002506"/>
                  </a:lnTo>
                  <a:lnTo>
                    <a:pt x="5379345" y="3009870"/>
                  </a:lnTo>
                  <a:lnTo>
                    <a:pt x="5453105" y="3017122"/>
                  </a:lnTo>
                  <a:lnTo>
                    <a:pt x="5526865" y="3024262"/>
                  </a:lnTo>
                  <a:lnTo>
                    <a:pt x="5600625" y="3031293"/>
                  </a:lnTo>
                  <a:lnTo>
                    <a:pt x="5674385" y="3038217"/>
                  </a:lnTo>
                  <a:lnTo>
                    <a:pt x="5748145" y="3045035"/>
                  </a:lnTo>
                  <a:lnTo>
                    <a:pt x="5821905" y="3051748"/>
                  </a:lnTo>
                  <a:lnTo>
                    <a:pt x="5895665" y="3058358"/>
                  </a:lnTo>
                  <a:lnTo>
                    <a:pt x="5969425" y="3064868"/>
                  </a:lnTo>
                  <a:lnTo>
                    <a:pt x="6043185" y="3071278"/>
                  </a:lnTo>
                  <a:lnTo>
                    <a:pt x="6116945" y="3077589"/>
                  </a:lnTo>
                  <a:lnTo>
                    <a:pt x="6190705" y="3083805"/>
                  </a:lnTo>
                  <a:lnTo>
                    <a:pt x="6264465" y="3089925"/>
                  </a:lnTo>
                  <a:lnTo>
                    <a:pt x="6338225" y="3095951"/>
                  </a:lnTo>
                  <a:lnTo>
                    <a:pt x="6411985" y="3101885"/>
                  </a:lnTo>
                  <a:lnTo>
                    <a:pt x="6485745" y="310772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850394"/>
              <a:ext cx="7235830" cy="1595729"/>
            </a:xfrm>
            <a:custGeom>
              <a:avLst/>
              <a:pathLst>
                <a:path w="7235830" h="1595729">
                  <a:moveTo>
                    <a:pt x="7235830" y="1595729"/>
                  </a:moveTo>
                  <a:lnTo>
                    <a:pt x="7162070" y="1591289"/>
                  </a:lnTo>
                  <a:lnTo>
                    <a:pt x="7088310" y="1586671"/>
                  </a:lnTo>
                  <a:lnTo>
                    <a:pt x="7014550" y="1581869"/>
                  </a:lnTo>
                  <a:lnTo>
                    <a:pt x="6940789" y="1576875"/>
                  </a:lnTo>
                  <a:lnTo>
                    <a:pt x="6867029" y="1571681"/>
                  </a:lnTo>
                  <a:lnTo>
                    <a:pt x="6793269" y="1566280"/>
                  </a:lnTo>
                  <a:lnTo>
                    <a:pt x="6719509" y="1560662"/>
                  </a:lnTo>
                  <a:lnTo>
                    <a:pt x="6645749" y="1554821"/>
                  </a:lnTo>
                  <a:lnTo>
                    <a:pt x="6571989" y="1548746"/>
                  </a:lnTo>
                  <a:lnTo>
                    <a:pt x="6498229" y="1542428"/>
                  </a:lnTo>
                  <a:lnTo>
                    <a:pt x="6424469" y="1535858"/>
                  </a:lnTo>
                  <a:lnTo>
                    <a:pt x="6350709" y="1529025"/>
                  </a:lnTo>
                  <a:lnTo>
                    <a:pt x="6276949" y="1521919"/>
                  </a:lnTo>
                  <a:lnTo>
                    <a:pt x="6203189" y="1514530"/>
                  </a:lnTo>
                  <a:lnTo>
                    <a:pt x="6129429" y="1506845"/>
                  </a:lnTo>
                  <a:lnTo>
                    <a:pt x="6055669" y="1498853"/>
                  </a:lnTo>
                  <a:lnTo>
                    <a:pt x="5981909" y="1490541"/>
                  </a:lnTo>
                  <a:lnTo>
                    <a:pt x="5908149" y="1481898"/>
                  </a:lnTo>
                  <a:lnTo>
                    <a:pt x="5834389" y="1472909"/>
                  </a:lnTo>
                  <a:lnTo>
                    <a:pt x="5760629" y="1463561"/>
                  </a:lnTo>
                  <a:lnTo>
                    <a:pt x="5686869" y="1453839"/>
                  </a:lnTo>
                  <a:lnTo>
                    <a:pt x="5613109" y="1443729"/>
                  </a:lnTo>
                  <a:lnTo>
                    <a:pt x="5539349" y="1433215"/>
                  </a:lnTo>
                  <a:lnTo>
                    <a:pt x="5465589" y="1422281"/>
                  </a:lnTo>
                  <a:lnTo>
                    <a:pt x="5391829" y="1410910"/>
                  </a:lnTo>
                  <a:lnTo>
                    <a:pt x="5318069" y="1399085"/>
                  </a:lnTo>
                  <a:lnTo>
                    <a:pt x="5244309" y="1386787"/>
                  </a:lnTo>
                  <a:lnTo>
                    <a:pt x="5170549" y="1373997"/>
                  </a:lnTo>
                  <a:lnTo>
                    <a:pt x="5096789" y="1360697"/>
                  </a:lnTo>
                  <a:lnTo>
                    <a:pt x="5023029" y="1346865"/>
                  </a:lnTo>
                  <a:lnTo>
                    <a:pt x="4949269" y="1332481"/>
                  </a:lnTo>
                  <a:lnTo>
                    <a:pt x="4875509" y="1317521"/>
                  </a:lnTo>
                  <a:lnTo>
                    <a:pt x="4801749" y="1301964"/>
                  </a:lnTo>
                  <a:lnTo>
                    <a:pt x="4727989" y="1285786"/>
                  </a:lnTo>
                  <a:lnTo>
                    <a:pt x="4654229" y="1268961"/>
                  </a:lnTo>
                  <a:lnTo>
                    <a:pt x="4580469" y="1251463"/>
                  </a:lnTo>
                  <a:lnTo>
                    <a:pt x="4506709" y="1233267"/>
                  </a:lnTo>
                  <a:lnTo>
                    <a:pt x="4432949" y="1214343"/>
                  </a:lnTo>
                  <a:lnTo>
                    <a:pt x="4359189" y="1194663"/>
                  </a:lnTo>
                  <a:lnTo>
                    <a:pt x="4285429" y="1174197"/>
                  </a:lnTo>
                  <a:lnTo>
                    <a:pt x="4211669" y="1152913"/>
                  </a:lnTo>
                  <a:lnTo>
                    <a:pt x="4137909" y="1130778"/>
                  </a:lnTo>
                  <a:lnTo>
                    <a:pt x="4064149" y="1107759"/>
                  </a:lnTo>
                  <a:lnTo>
                    <a:pt x="3990388" y="1083820"/>
                  </a:lnTo>
                  <a:lnTo>
                    <a:pt x="3916628" y="1058925"/>
                  </a:lnTo>
                  <a:lnTo>
                    <a:pt x="3842868" y="1033035"/>
                  </a:lnTo>
                  <a:lnTo>
                    <a:pt x="3769108" y="1006110"/>
                  </a:lnTo>
                  <a:lnTo>
                    <a:pt x="3695348" y="978110"/>
                  </a:lnTo>
                  <a:lnTo>
                    <a:pt x="3621588" y="948991"/>
                  </a:lnTo>
                  <a:lnTo>
                    <a:pt x="3547828" y="918708"/>
                  </a:lnTo>
                  <a:lnTo>
                    <a:pt x="3474068" y="887215"/>
                  </a:lnTo>
                  <a:lnTo>
                    <a:pt x="3400308" y="868442"/>
                  </a:lnTo>
                  <a:lnTo>
                    <a:pt x="3326548" y="855413"/>
                  </a:lnTo>
                  <a:lnTo>
                    <a:pt x="3252788" y="842181"/>
                  </a:lnTo>
                  <a:lnTo>
                    <a:pt x="3179028" y="828744"/>
                  </a:lnTo>
                  <a:lnTo>
                    <a:pt x="3105268" y="815098"/>
                  </a:lnTo>
                  <a:lnTo>
                    <a:pt x="3031508" y="801240"/>
                  </a:lnTo>
                  <a:lnTo>
                    <a:pt x="2957748" y="787167"/>
                  </a:lnTo>
                  <a:lnTo>
                    <a:pt x="2883988" y="772875"/>
                  </a:lnTo>
                  <a:lnTo>
                    <a:pt x="2810228" y="758360"/>
                  </a:lnTo>
                  <a:lnTo>
                    <a:pt x="2736468" y="743621"/>
                  </a:lnTo>
                  <a:lnTo>
                    <a:pt x="2662708" y="728652"/>
                  </a:lnTo>
                  <a:lnTo>
                    <a:pt x="2588948" y="713450"/>
                  </a:lnTo>
                  <a:lnTo>
                    <a:pt x="2515188" y="698013"/>
                  </a:lnTo>
                  <a:lnTo>
                    <a:pt x="2441428" y="682335"/>
                  </a:lnTo>
                  <a:lnTo>
                    <a:pt x="2367668" y="666414"/>
                  </a:lnTo>
                  <a:lnTo>
                    <a:pt x="2293908" y="650245"/>
                  </a:lnTo>
                  <a:lnTo>
                    <a:pt x="2220148" y="633825"/>
                  </a:lnTo>
                  <a:lnTo>
                    <a:pt x="2146388" y="617150"/>
                  </a:lnTo>
                  <a:lnTo>
                    <a:pt x="2072628" y="600216"/>
                  </a:lnTo>
                  <a:lnTo>
                    <a:pt x="1998868" y="583019"/>
                  </a:lnTo>
                  <a:lnTo>
                    <a:pt x="1925108" y="565554"/>
                  </a:lnTo>
                  <a:lnTo>
                    <a:pt x="1851348" y="547818"/>
                  </a:lnTo>
                  <a:lnTo>
                    <a:pt x="1777588" y="529806"/>
                  </a:lnTo>
                  <a:lnTo>
                    <a:pt x="1703828" y="511515"/>
                  </a:lnTo>
                  <a:lnTo>
                    <a:pt x="1630068" y="492939"/>
                  </a:lnTo>
                  <a:lnTo>
                    <a:pt x="1556308" y="474075"/>
                  </a:lnTo>
                  <a:lnTo>
                    <a:pt x="1482548" y="454917"/>
                  </a:lnTo>
                  <a:lnTo>
                    <a:pt x="1408788" y="435462"/>
                  </a:lnTo>
                  <a:lnTo>
                    <a:pt x="1335028" y="415704"/>
                  </a:lnTo>
                  <a:lnTo>
                    <a:pt x="1261268" y="395639"/>
                  </a:lnTo>
                  <a:lnTo>
                    <a:pt x="1187508" y="375263"/>
                  </a:lnTo>
                  <a:lnTo>
                    <a:pt x="1113747" y="354570"/>
                  </a:lnTo>
                  <a:lnTo>
                    <a:pt x="1039987" y="333555"/>
                  </a:lnTo>
                  <a:lnTo>
                    <a:pt x="966227" y="312214"/>
                  </a:lnTo>
                  <a:lnTo>
                    <a:pt x="892467" y="290541"/>
                  </a:lnTo>
                  <a:lnTo>
                    <a:pt x="818707" y="268531"/>
                  </a:lnTo>
                  <a:lnTo>
                    <a:pt x="744947" y="246179"/>
                  </a:lnTo>
                  <a:lnTo>
                    <a:pt x="671187" y="223480"/>
                  </a:lnTo>
                  <a:lnTo>
                    <a:pt x="597427" y="200428"/>
                  </a:lnTo>
                  <a:lnTo>
                    <a:pt x="523667" y="177018"/>
                  </a:lnTo>
                  <a:lnTo>
                    <a:pt x="449907" y="153244"/>
                  </a:lnTo>
                  <a:lnTo>
                    <a:pt x="376147" y="129100"/>
                  </a:lnTo>
                  <a:lnTo>
                    <a:pt x="302387" y="104582"/>
                  </a:lnTo>
                  <a:lnTo>
                    <a:pt x="228627" y="79682"/>
                  </a:lnTo>
                  <a:lnTo>
                    <a:pt x="154867" y="54396"/>
                  </a:lnTo>
                  <a:lnTo>
                    <a:pt x="81107" y="28716"/>
                  </a:lnTo>
                  <a:lnTo>
                    <a:pt x="7347" y="26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81183"/>
              <a:ext cx="7235830" cy="2771652"/>
            </a:xfrm>
            <a:custGeom>
              <a:avLst/>
              <a:pathLst>
                <a:path w="7235830" h="2771652">
                  <a:moveTo>
                    <a:pt x="0" y="0"/>
                  </a:moveTo>
                  <a:lnTo>
                    <a:pt x="7347" y="8182"/>
                  </a:lnTo>
                  <a:lnTo>
                    <a:pt x="81107" y="88111"/>
                  </a:lnTo>
                  <a:lnTo>
                    <a:pt x="154867" y="165887"/>
                  </a:lnTo>
                  <a:lnTo>
                    <a:pt x="228627" y="241569"/>
                  </a:lnTo>
                  <a:lnTo>
                    <a:pt x="302387" y="315212"/>
                  </a:lnTo>
                  <a:lnTo>
                    <a:pt x="376147" y="386873"/>
                  </a:lnTo>
                  <a:lnTo>
                    <a:pt x="449907" y="456603"/>
                  </a:lnTo>
                  <a:lnTo>
                    <a:pt x="523667" y="524455"/>
                  </a:lnTo>
                  <a:lnTo>
                    <a:pt x="597427" y="590480"/>
                  </a:lnTo>
                  <a:lnTo>
                    <a:pt x="671187" y="654727"/>
                  </a:lnTo>
                  <a:lnTo>
                    <a:pt x="744947" y="717244"/>
                  </a:lnTo>
                  <a:lnTo>
                    <a:pt x="818707" y="778077"/>
                  </a:lnTo>
                  <a:lnTo>
                    <a:pt x="892467" y="837271"/>
                  </a:lnTo>
                  <a:lnTo>
                    <a:pt x="966227" y="894872"/>
                  </a:lnTo>
                  <a:lnTo>
                    <a:pt x="1039987" y="950921"/>
                  </a:lnTo>
                  <a:lnTo>
                    <a:pt x="1113747" y="1005461"/>
                  </a:lnTo>
                  <a:lnTo>
                    <a:pt x="1187508" y="1058532"/>
                  </a:lnTo>
                  <a:lnTo>
                    <a:pt x="1261268" y="1110173"/>
                  </a:lnTo>
                  <a:lnTo>
                    <a:pt x="1335028" y="1160424"/>
                  </a:lnTo>
                  <a:lnTo>
                    <a:pt x="1408788" y="1209322"/>
                  </a:lnTo>
                  <a:lnTo>
                    <a:pt x="1482548" y="1256903"/>
                  </a:lnTo>
                  <a:lnTo>
                    <a:pt x="1556308" y="1303202"/>
                  </a:lnTo>
                  <a:lnTo>
                    <a:pt x="1630068" y="1348254"/>
                  </a:lnTo>
                  <a:lnTo>
                    <a:pt x="1703828" y="1392093"/>
                  </a:lnTo>
                  <a:lnTo>
                    <a:pt x="1777588" y="1434752"/>
                  </a:lnTo>
                  <a:lnTo>
                    <a:pt x="1851348" y="1476261"/>
                  </a:lnTo>
                  <a:lnTo>
                    <a:pt x="1925108" y="1516653"/>
                  </a:lnTo>
                  <a:lnTo>
                    <a:pt x="1998868" y="1555957"/>
                  </a:lnTo>
                  <a:lnTo>
                    <a:pt x="2072628" y="1594202"/>
                  </a:lnTo>
                  <a:lnTo>
                    <a:pt x="2146388" y="1631418"/>
                  </a:lnTo>
                  <a:lnTo>
                    <a:pt x="2220148" y="1667631"/>
                  </a:lnTo>
                  <a:lnTo>
                    <a:pt x="2293908" y="1702868"/>
                  </a:lnTo>
                  <a:lnTo>
                    <a:pt x="2367668" y="1737157"/>
                  </a:lnTo>
                  <a:lnTo>
                    <a:pt x="2441428" y="1770523"/>
                  </a:lnTo>
                  <a:lnTo>
                    <a:pt x="2515188" y="1802990"/>
                  </a:lnTo>
                  <a:lnTo>
                    <a:pt x="2588948" y="1834582"/>
                  </a:lnTo>
                  <a:lnTo>
                    <a:pt x="2662708" y="1865324"/>
                  </a:lnTo>
                  <a:lnTo>
                    <a:pt x="2736468" y="1895237"/>
                  </a:lnTo>
                  <a:lnTo>
                    <a:pt x="2810228" y="1924345"/>
                  </a:lnTo>
                  <a:lnTo>
                    <a:pt x="2883988" y="1952670"/>
                  </a:lnTo>
                  <a:lnTo>
                    <a:pt x="2957748" y="1980231"/>
                  </a:lnTo>
                  <a:lnTo>
                    <a:pt x="3031508" y="2007050"/>
                  </a:lnTo>
                  <a:lnTo>
                    <a:pt x="3105268" y="2033147"/>
                  </a:lnTo>
                  <a:lnTo>
                    <a:pt x="3179028" y="2058541"/>
                  </a:lnTo>
                  <a:lnTo>
                    <a:pt x="3252788" y="2083251"/>
                  </a:lnTo>
                  <a:lnTo>
                    <a:pt x="3326548" y="2107296"/>
                  </a:lnTo>
                  <a:lnTo>
                    <a:pt x="3400308" y="2130693"/>
                  </a:lnTo>
                  <a:lnTo>
                    <a:pt x="3474068" y="2153460"/>
                  </a:lnTo>
                  <a:lnTo>
                    <a:pt x="3547828" y="2175614"/>
                  </a:lnTo>
                  <a:lnTo>
                    <a:pt x="3621588" y="2197171"/>
                  </a:lnTo>
                  <a:lnTo>
                    <a:pt x="3695348" y="2218148"/>
                  </a:lnTo>
                  <a:lnTo>
                    <a:pt x="3769108" y="2238559"/>
                  </a:lnTo>
                  <a:lnTo>
                    <a:pt x="3842868" y="2258421"/>
                  </a:lnTo>
                  <a:lnTo>
                    <a:pt x="3916628" y="2277748"/>
                  </a:lnTo>
                  <a:lnTo>
                    <a:pt x="3990388" y="2296555"/>
                  </a:lnTo>
                  <a:lnTo>
                    <a:pt x="4064149" y="2314855"/>
                  </a:lnTo>
                  <a:lnTo>
                    <a:pt x="4137909" y="2332662"/>
                  </a:lnTo>
                  <a:lnTo>
                    <a:pt x="4211669" y="2349990"/>
                  </a:lnTo>
                  <a:lnTo>
                    <a:pt x="4285429" y="2366851"/>
                  </a:lnTo>
                  <a:lnTo>
                    <a:pt x="4359189" y="2383258"/>
                  </a:lnTo>
                  <a:lnTo>
                    <a:pt x="4432949" y="2399223"/>
                  </a:lnTo>
                  <a:lnTo>
                    <a:pt x="4506709" y="2414758"/>
                  </a:lnTo>
                  <a:lnTo>
                    <a:pt x="4580469" y="2429875"/>
                  </a:lnTo>
                  <a:lnTo>
                    <a:pt x="4654229" y="2444585"/>
                  </a:lnTo>
                  <a:lnTo>
                    <a:pt x="4727989" y="2458898"/>
                  </a:lnTo>
                  <a:lnTo>
                    <a:pt x="4801749" y="2472826"/>
                  </a:lnTo>
                  <a:lnTo>
                    <a:pt x="4875509" y="2486379"/>
                  </a:lnTo>
                  <a:lnTo>
                    <a:pt x="4949269" y="2499567"/>
                  </a:lnTo>
                  <a:lnTo>
                    <a:pt x="5023029" y="2512400"/>
                  </a:lnTo>
                  <a:lnTo>
                    <a:pt x="5096789" y="2524887"/>
                  </a:lnTo>
                  <a:lnTo>
                    <a:pt x="5170549" y="2537038"/>
                  </a:lnTo>
                  <a:lnTo>
                    <a:pt x="5244309" y="2548861"/>
                  </a:lnTo>
                  <a:lnTo>
                    <a:pt x="5318069" y="2560366"/>
                  </a:lnTo>
                  <a:lnTo>
                    <a:pt x="5391829" y="2571562"/>
                  </a:lnTo>
                  <a:lnTo>
                    <a:pt x="5465589" y="2582455"/>
                  </a:lnTo>
                  <a:lnTo>
                    <a:pt x="5539349" y="2593056"/>
                  </a:lnTo>
                  <a:lnTo>
                    <a:pt x="5613109" y="2603371"/>
                  </a:lnTo>
                  <a:lnTo>
                    <a:pt x="5686869" y="2613408"/>
                  </a:lnTo>
                  <a:lnTo>
                    <a:pt x="5760629" y="2623175"/>
                  </a:lnTo>
                  <a:lnTo>
                    <a:pt x="5834389" y="2632679"/>
                  </a:lnTo>
                  <a:lnTo>
                    <a:pt x="5908149" y="2641927"/>
                  </a:lnTo>
                  <a:lnTo>
                    <a:pt x="5981909" y="2650925"/>
                  </a:lnTo>
                  <a:lnTo>
                    <a:pt x="6055669" y="2659682"/>
                  </a:lnTo>
                  <a:lnTo>
                    <a:pt x="6129429" y="2668202"/>
                  </a:lnTo>
                  <a:lnTo>
                    <a:pt x="6203189" y="2676494"/>
                  </a:lnTo>
                  <a:lnTo>
                    <a:pt x="6276949" y="2684561"/>
                  </a:lnTo>
                  <a:lnTo>
                    <a:pt x="6350709" y="2692412"/>
                  </a:lnTo>
                  <a:lnTo>
                    <a:pt x="6424469" y="2700051"/>
                  </a:lnTo>
                  <a:lnTo>
                    <a:pt x="6498229" y="2707485"/>
                  </a:lnTo>
                  <a:lnTo>
                    <a:pt x="6571989" y="2714718"/>
                  </a:lnTo>
                  <a:lnTo>
                    <a:pt x="6645749" y="2721756"/>
                  </a:lnTo>
                  <a:lnTo>
                    <a:pt x="6719509" y="2728605"/>
                  </a:lnTo>
                  <a:lnTo>
                    <a:pt x="6793269" y="2735270"/>
                  </a:lnTo>
                  <a:lnTo>
                    <a:pt x="6867029" y="2741755"/>
                  </a:lnTo>
                  <a:lnTo>
                    <a:pt x="6940789" y="2748065"/>
                  </a:lnTo>
                  <a:lnTo>
                    <a:pt x="7014550" y="2754205"/>
                  </a:lnTo>
                  <a:lnTo>
                    <a:pt x="7088310" y="2760180"/>
                  </a:lnTo>
                  <a:lnTo>
                    <a:pt x="7162070" y="2765994"/>
                  </a:lnTo>
                  <a:lnTo>
                    <a:pt x="7235830" y="27716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1.39 (1.20-1.60), p = &lt;0.001  |  per IQR decline (Δ = 0.29): 2.61 (1.72-3.97)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1826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Infection/Sepsis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2026-05-28T22:27:09Z</dcterms:modified>
  <cp:category/>
</cp:coreProperties>
</file>