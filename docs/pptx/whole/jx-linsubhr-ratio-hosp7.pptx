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2621"/>
            </a:xfrm>
            <a:custGeom>
              <a:avLst/>
              <a:pathLst>
                <a:path w="7090630" h="3372621">
                  <a:moveTo>
                    <a:pt x="792835" y="0"/>
                  </a:moveTo>
                  <a:lnTo>
                    <a:pt x="859470" y="124867"/>
                  </a:lnTo>
                  <a:lnTo>
                    <a:pt x="931092" y="253925"/>
                  </a:lnTo>
                  <a:lnTo>
                    <a:pt x="1002715" y="378024"/>
                  </a:lnTo>
                  <a:lnTo>
                    <a:pt x="1074337" y="497355"/>
                  </a:lnTo>
                  <a:lnTo>
                    <a:pt x="1145960" y="612100"/>
                  </a:lnTo>
                  <a:lnTo>
                    <a:pt x="1217582" y="722437"/>
                  </a:lnTo>
                  <a:lnTo>
                    <a:pt x="1289205" y="828535"/>
                  </a:lnTo>
                  <a:lnTo>
                    <a:pt x="1360827" y="930555"/>
                  </a:lnTo>
                  <a:lnTo>
                    <a:pt x="1432450" y="1028656"/>
                  </a:lnTo>
                  <a:lnTo>
                    <a:pt x="1504073" y="1122988"/>
                  </a:lnTo>
                  <a:lnTo>
                    <a:pt x="1575695" y="1213695"/>
                  </a:lnTo>
                  <a:lnTo>
                    <a:pt x="1647318" y="1300917"/>
                  </a:lnTo>
                  <a:lnTo>
                    <a:pt x="1718940" y="1384787"/>
                  </a:lnTo>
                  <a:lnTo>
                    <a:pt x="1790563" y="1465435"/>
                  </a:lnTo>
                  <a:lnTo>
                    <a:pt x="1862185" y="1542985"/>
                  </a:lnTo>
                  <a:lnTo>
                    <a:pt x="1933808" y="1617554"/>
                  </a:lnTo>
                  <a:lnTo>
                    <a:pt x="2005430" y="1689259"/>
                  </a:lnTo>
                  <a:lnTo>
                    <a:pt x="2077053" y="1758208"/>
                  </a:lnTo>
                  <a:lnTo>
                    <a:pt x="2148675" y="1824508"/>
                  </a:lnTo>
                  <a:lnTo>
                    <a:pt x="2220298" y="1888261"/>
                  </a:lnTo>
                  <a:lnTo>
                    <a:pt x="2291920" y="1949564"/>
                  </a:lnTo>
                  <a:lnTo>
                    <a:pt x="2363543" y="2008512"/>
                  </a:lnTo>
                  <a:lnTo>
                    <a:pt x="2435165" y="2065194"/>
                  </a:lnTo>
                  <a:lnTo>
                    <a:pt x="2506788" y="2119699"/>
                  </a:lnTo>
                  <a:lnTo>
                    <a:pt x="2578410" y="2172110"/>
                  </a:lnTo>
                  <a:lnTo>
                    <a:pt x="2650033" y="2222507"/>
                  </a:lnTo>
                  <a:lnTo>
                    <a:pt x="2721655" y="2270967"/>
                  </a:lnTo>
                  <a:lnTo>
                    <a:pt x="2793278" y="2317565"/>
                  </a:lnTo>
                  <a:lnTo>
                    <a:pt x="2864901" y="2362373"/>
                  </a:lnTo>
                  <a:lnTo>
                    <a:pt x="2936523" y="2405460"/>
                  </a:lnTo>
                  <a:lnTo>
                    <a:pt x="3008146" y="2446891"/>
                  </a:lnTo>
                  <a:lnTo>
                    <a:pt x="3079768" y="2486730"/>
                  </a:lnTo>
                  <a:lnTo>
                    <a:pt x="3151391" y="2525038"/>
                  </a:lnTo>
                  <a:lnTo>
                    <a:pt x="3223013" y="2561874"/>
                  </a:lnTo>
                  <a:lnTo>
                    <a:pt x="3294636" y="2597295"/>
                  </a:lnTo>
                  <a:lnTo>
                    <a:pt x="3366258" y="2631355"/>
                  </a:lnTo>
                  <a:lnTo>
                    <a:pt x="3437881" y="2658163"/>
                  </a:lnTo>
                  <a:lnTo>
                    <a:pt x="3509503" y="2670797"/>
                  </a:lnTo>
                  <a:lnTo>
                    <a:pt x="3581126" y="2683237"/>
                  </a:lnTo>
                  <a:lnTo>
                    <a:pt x="3652748" y="2695486"/>
                  </a:lnTo>
                  <a:lnTo>
                    <a:pt x="3724371" y="2707549"/>
                  </a:lnTo>
                  <a:lnTo>
                    <a:pt x="3795993" y="2719426"/>
                  </a:lnTo>
                  <a:lnTo>
                    <a:pt x="3867616" y="2731122"/>
                  </a:lnTo>
                  <a:lnTo>
                    <a:pt x="3939238" y="2742639"/>
                  </a:lnTo>
                  <a:lnTo>
                    <a:pt x="4010861" y="2753980"/>
                  </a:lnTo>
                  <a:lnTo>
                    <a:pt x="4082483" y="2765147"/>
                  </a:lnTo>
                  <a:lnTo>
                    <a:pt x="4154106" y="2776143"/>
                  </a:lnTo>
                  <a:lnTo>
                    <a:pt x="4225729" y="2786971"/>
                  </a:lnTo>
                  <a:lnTo>
                    <a:pt x="4297351" y="2797634"/>
                  </a:lnTo>
                  <a:lnTo>
                    <a:pt x="4368974" y="2808133"/>
                  </a:lnTo>
                  <a:lnTo>
                    <a:pt x="4440596" y="2818471"/>
                  </a:lnTo>
                  <a:lnTo>
                    <a:pt x="4512219" y="2828651"/>
                  </a:lnTo>
                  <a:lnTo>
                    <a:pt x="4583841" y="2838676"/>
                  </a:lnTo>
                  <a:lnTo>
                    <a:pt x="4655464" y="2848547"/>
                  </a:lnTo>
                  <a:lnTo>
                    <a:pt x="4727086" y="2858267"/>
                  </a:lnTo>
                  <a:lnTo>
                    <a:pt x="4798709" y="2867838"/>
                  </a:lnTo>
                  <a:lnTo>
                    <a:pt x="4870331" y="2877263"/>
                  </a:lnTo>
                  <a:lnTo>
                    <a:pt x="4941954" y="2886544"/>
                  </a:lnTo>
                  <a:lnTo>
                    <a:pt x="5013576" y="2895683"/>
                  </a:lnTo>
                  <a:lnTo>
                    <a:pt x="5085199" y="2904681"/>
                  </a:lnTo>
                  <a:lnTo>
                    <a:pt x="5156821" y="2913542"/>
                  </a:lnTo>
                  <a:lnTo>
                    <a:pt x="5228444" y="2922268"/>
                  </a:lnTo>
                  <a:lnTo>
                    <a:pt x="5300066" y="2930860"/>
                  </a:lnTo>
                  <a:lnTo>
                    <a:pt x="5371689" y="2939320"/>
                  </a:lnTo>
                  <a:lnTo>
                    <a:pt x="5443311" y="2947651"/>
                  </a:lnTo>
                  <a:lnTo>
                    <a:pt x="5514934" y="2955855"/>
                  </a:lnTo>
                  <a:lnTo>
                    <a:pt x="5586557" y="2963933"/>
                  </a:lnTo>
                  <a:lnTo>
                    <a:pt x="5658179" y="2971887"/>
                  </a:lnTo>
                  <a:lnTo>
                    <a:pt x="5729802" y="2979720"/>
                  </a:lnTo>
                  <a:lnTo>
                    <a:pt x="5801424" y="2987433"/>
                  </a:lnTo>
                  <a:lnTo>
                    <a:pt x="5873047" y="2995027"/>
                  </a:lnTo>
                  <a:lnTo>
                    <a:pt x="5944669" y="3002506"/>
                  </a:lnTo>
                  <a:lnTo>
                    <a:pt x="6016292" y="3009870"/>
                  </a:lnTo>
                  <a:lnTo>
                    <a:pt x="6087914" y="3017122"/>
                  </a:lnTo>
                  <a:lnTo>
                    <a:pt x="6159537" y="3024262"/>
                  </a:lnTo>
                  <a:lnTo>
                    <a:pt x="6231159" y="3031293"/>
                  </a:lnTo>
                  <a:lnTo>
                    <a:pt x="6302782" y="3038217"/>
                  </a:lnTo>
                  <a:lnTo>
                    <a:pt x="6374404" y="3045035"/>
                  </a:lnTo>
                  <a:lnTo>
                    <a:pt x="6446027" y="3051748"/>
                  </a:lnTo>
                  <a:lnTo>
                    <a:pt x="6517649" y="3058358"/>
                  </a:lnTo>
                  <a:lnTo>
                    <a:pt x="6589272" y="3064868"/>
                  </a:lnTo>
                  <a:lnTo>
                    <a:pt x="6660894" y="3071278"/>
                  </a:lnTo>
                  <a:lnTo>
                    <a:pt x="6732517" y="3077589"/>
                  </a:lnTo>
                  <a:lnTo>
                    <a:pt x="6804139" y="3083805"/>
                  </a:lnTo>
                  <a:lnTo>
                    <a:pt x="6875762" y="3089925"/>
                  </a:lnTo>
                  <a:lnTo>
                    <a:pt x="6947385" y="3095951"/>
                  </a:lnTo>
                  <a:lnTo>
                    <a:pt x="7019007" y="3101885"/>
                  </a:lnTo>
                  <a:lnTo>
                    <a:pt x="7090630" y="3107729"/>
                  </a:lnTo>
                  <a:lnTo>
                    <a:pt x="7090630" y="3372621"/>
                  </a:lnTo>
                  <a:lnTo>
                    <a:pt x="7019007" y="3368181"/>
                  </a:lnTo>
                  <a:lnTo>
                    <a:pt x="6947385" y="3363563"/>
                  </a:lnTo>
                  <a:lnTo>
                    <a:pt x="6875762" y="3358760"/>
                  </a:lnTo>
                  <a:lnTo>
                    <a:pt x="6804139" y="3353766"/>
                  </a:lnTo>
                  <a:lnTo>
                    <a:pt x="6732517" y="3348572"/>
                  </a:lnTo>
                  <a:lnTo>
                    <a:pt x="6660894" y="3343171"/>
                  </a:lnTo>
                  <a:lnTo>
                    <a:pt x="6589272" y="3337554"/>
                  </a:lnTo>
                  <a:lnTo>
                    <a:pt x="6517649" y="3331712"/>
                  </a:lnTo>
                  <a:lnTo>
                    <a:pt x="6446027" y="3325637"/>
                  </a:lnTo>
                  <a:lnTo>
                    <a:pt x="6374404" y="3319320"/>
                  </a:lnTo>
                  <a:lnTo>
                    <a:pt x="6302782" y="3312749"/>
                  </a:lnTo>
                  <a:lnTo>
                    <a:pt x="6231159" y="3305917"/>
                  </a:lnTo>
                  <a:lnTo>
                    <a:pt x="6159537" y="3298811"/>
                  </a:lnTo>
                  <a:lnTo>
                    <a:pt x="6087914" y="3291421"/>
                  </a:lnTo>
                  <a:lnTo>
                    <a:pt x="6016292" y="3283736"/>
                  </a:lnTo>
                  <a:lnTo>
                    <a:pt x="5944669" y="3275744"/>
                  </a:lnTo>
                  <a:lnTo>
                    <a:pt x="5873047" y="3267433"/>
                  </a:lnTo>
                  <a:lnTo>
                    <a:pt x="5801424" y="3258789"/>
                  </a:lnTo>
                  <a:lnTo>
                    <a:pt x="5729802" y="3249801"/>
                  </a:lnTo>
                  <a:lnTo>
                    <a:pt x="5658179" y="3240453"/>
                  </a:lnTo>
                  <a:lnTo>
                    <a:pt x="5586557" y="3230731"/>
                  </a:lnTo>
                  <a:lnTo>
                    <a:pt x="5514934" y="3220621"/>
                  </a:lnTo>
                  <a:lnTo>
                    <a:pt x="5443311" y="3210107"/>
                  </a:lnTo>
                  <a:lnTo>
                    <a:pt x="5371689" y="3199173"/>
                  </a:lnTo>
                  <a:lnTo>
                    <a:pt x="5300066" y="3187802"/>
                  </a:lnTo>
                  <a:lnTo>
                    <a:pt x="5228444" y="3175976"/>
                  </a:lnTo>
                  <a:lnTo>
                    <a:pt x="5156821" y="3163678"/>
                  </a:lnTo>
                  <a:lnTo>
                    <a:pt x="5085199" y="3150889"/>
                  </a:lnTo>
                  <a:lnTo>
                    <a:pt x="5013576" y="3137589"/>
                  </a:lnTo>
                  <a:lnTo>
                    <a:pt x="4941954" y="3123757"/>
                  </a:lnTo>
                  <a:lnTo>
                    <a:pt x="4870331" y="3109372"/>
                  </a:lnTo>
                  <a:lnTo>
                    <a:pt x="4798709" y="3094413"/>
                  </a:lnTo>
                  <a:lnTo>
                    <a:pt x="4727086" y="3078856"/>
                  </a:lnTo>
                  <a:lnTo>
                    <a:pt x="4655464" y="3062677"/>
                  </a:lnTo>
                  <a:lnTo>
                    <a:pt x="4583841" y="3045852"/>
                  </a:lnTo>
                  <a:lnTo>
                    <a:pt x="4512219" y="3028355"/>
                  </a:lnTo>
                  <a:lnTo>
                    <a:pt x="4440596" y="3010158"/>
                  </a:lnTo>
                  <a:lnTo>
                    <a:pt x="4368974" y="2991234"/>
                  </a:lnTo>
                  <a:lnTo>
                    <a:pt x="4297351" y="2971555"/>
                  </a:lnTo>
                  <a:lnTo>
                    <a:pt x="4225729" y="2951088"/>
                  </a:lnTo>
                  <a:lnTo>
                    <a:pt x="4154106" y="2929804"/>
                  </a:lnTo>
                  <a:lnTo>
                    <a:pt x="4082483" y="2907670"/>
                  </a:lnTo>
                  <a:lnTo>
                    <a:pt x="4010861" y="2884651"/>
                  </a:lnTo>
                  <a:lnTo>
                    <a:pt x="3939238" y="2860712"/>
                  </a:lnTo>
                  <a:lnTo>
                    <a:pt x="3867616" y="2835817"/>
                  </a:lnTo>
                  <a:lnTo>
                    <a:pt x="3795993" y="2809927"/>
                  </a:lnTo>
                  <a:lnTo>
                    <a:pt x="3724371" y="2783002"/>
                  </a:lnTo>
                  <a:lnTo>
                    <a:pt x="3652748" y="2755002"/>
                  </a:lnTo>
                  <a:lnTo>
                    <a:pt x="3581126" y="2725882"/>
                  </a:lnTo>
                  <a:lnTo>
                    <a:pt x="3509503" y="2695599"/>
                  </a:lnTo>
                  <a:lnTo>
                    <a:pt x="3437881" y="2664106"/>
                  </a:lnTo>
                  <a:lnTo>
                    <a:pt x="3366258" y="2645333"/>
                  </a:lnTo>
                  <a:lnTo>
                    <a:pt x="3294636" y="2632304"/>
                  </a:lnTo>
                  <a:lnTo>
                    <a:pt x="3223013" y="2619073"/>
                  </a:lnTo>
                  <a:lnTo>
                    <a:pt x="3151391" y="2605636"/>
                  </a:lnTo>
                  <a:lnTo>
                    <a:pt x="3079768" y="2591990"/>
                  </a:lnTo>
                  <a:lnTo>
                    <a:pt x="3008146" y="2578132"/>
                  </a:lnTo>
                  <a:lnTo>
                    <a:pt x="2936523" y="2564058"/>
                  </a:lnTo>
                  <a:lnTo>
                    <a:pt x="2864901" y="2549766"/>
                  </a:lnTo>
                  <a:lnTo>
                    <a:pt x="2793278" y="2535252"/>
                  </a:lnTo>
                  <a:lnTo>
                    <a:pt x="2721655" y="2520512"/>
                  </a:lnTo>
                  <a:lnTo>
                    <a:pt x="2650033" y="2505543"/>
                  </a:lnTo>
                  <a:lnTo>
                    <a:pt x="2578410" y="2490342"/>
                  </a:lnTo>
                  <a:lnTo>
                    <a:pt x="2506788" y="2474904"/>
                  </a:lnTo>
                  <a:lnTo>
                    <a:pt x="2435165" y="2459227"/>
                  </a:lnTo>
                  <a:lnTo>
                    <a:pt x="2363543" y="2443305"/>
                  </a:lnTo>
                  <a:lnTo>
                    <a:pt x="2291920" y="2427137"/>
                  </a:lnTo>
                  <a:lnTo>
                    <a:pt x="2220298" y="2410717"/>
                  </a:lnTo>
                  <a:lnTo>
                    <a:pt x="2148675" y="2394042"/>
                  </a:lnTo>
                  <a:lnTo>
                    <a:pt x="2077053" y="2377108"/>
                  </a:lnTo>
                  <a:lnTo>
                    <a:pt x="2005430" y="2359910"/>
                  </a:lnTo>
                  <a:lnTo>
                    <a:pt x="1933808" y="2342446"/>
                  </a:lnTo>
                  <a:lnTo>
                    <a:pt x="1862185" y="2324710"/>
                  </a:lnTo>
                  <a:lnTo>
                    <a:pt x="1790563" y="2306698"/>
                  </a:lnTo>
                  <a:lnTo>
                    <a:pt x="1718940" y="2288406"/>
                  </a:lnTo>
                  <a:lnTo>
                    <a:pt x="1647318" y="2269831"/>
                  </a:lnTo>
                  <a:lnTo>
                    <a:pt x="1575695" y="2250966"/>
                  </a:lnTo>
                  <a:lnTo>
                    <a:pt x="1504073" y="2231809"/>
                  </a:lnTo>
                  <a:lnTo>
                    <a:pt x="1432450" y="2212353"/>
                  </a:lnTo>
                  <a:lnTo>
                    <a:pt x="1360827" y="2192596"/>
                  </a:lnTo>
                  <a:lnTo>
                    <a:pt x="1289205" y="2172531"/>
                  </a:lnTo>
                  <a:lnTo>
                    <a:pt x="1217582" y="2152154"/>
                  </a:lnTo>
                  <a:lnTo>
                    <a:pt x="1145960" y="2131461"/>
                  </a:lnTo>
                  <a:lnTo>
                    <a:pt x="1074337" y="2110446"/>
                  </a:lnTo>
                  <a:lnTo>
                    <a:pt x="1002715" y="2089105"/>
                  </a:lnTo>
                  <a:lnTo>
                    <a:pt x="931092" y="2067432"/>
                  </a:lnTo>
                  <a:lnTo>
                    <a:pt x="859470" y="2045422"/>
                  </a:lnTo>
                  <a:lnTo>
                    <a:pt x="787847" y="2023071"/>
                  </a:lnTo>
                  <a:lnTo>
                    <a:pt x="716225" y="2000371"/>
                  </a:lnTo>
                  <a:lnTo>
                    <a:pt x="644602" y="1977319"/>
                  </a:lnTo>
                  <a:lnTo>
                    <a:pt x="572980" y="1953909"/>
                  </a:lnTo>
                  <a:lnTo>
                    <a:pt x="501357" y="1930135"/>
                  </a:lnTo>
                  <a:lnTo>
                    <a:pt x="429735" y="1905992"/>
                  </a:lnTo>
                  <a:lnTo>
                    <a:pt x="358112" y="1881473"/>
                  </a:lnTo>
                  <a:lnTo>
                    <a:pt x="286490" y="1856574"/>
                  </a:lnTo>
                  <a:lnTo>
                    <a:pt x="214867" y="1831287"/>
                  </a:lnTo>
                  <a:lnTo>
                    <a:pt x="143245" y="1805608"/>
                  </a:lnTo>
                  <a:lnTo>
                    <a:pt x="71622" y="1779529"/>
                  </a:lnTo>
                  <a:lnTo>
                    <a:pt x="0" y="175304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64885" y="2073503"/>
              <a:ext cx="6297794" cy="3107729"/>
            </a:xfrm>
            <a:custGeom>
              <a:avLst/>
              <a:pathLst>
                <a:path w="6297794" h="3107729">
                  <a:moveTo>
                    <a:pt x="0" y="0"/>
                  </a:moveTo>
                  <a:lnTo>
                    <a:pt x="66634" y="124867"/>
                  </a:lnTo>
                  <a:lnTo>
                    <a:pt x="138257" y="253925"/>
                  </a:lnTo>
                  <a:lnTo>
                    <a:pt x="209879" y="378024"/>
                  </a:lnTo>
                  <a:lnTo>
                    <a:pt x="281502" y="497355"/>
                  </a:lnTo>
                  <a:lnTo>
                    <a:pt x="353124" y="612100"/>
                  </a:lnTo>
                  <a:lnTo>
                    <a:pt x="424747" y="722437"/>
                  </a:lnTo>
                  <a:lnTo>
                    <a:pt x="496369" y="828535"/>
                  </a:lnTo>
                  <a:lnTo>
                    <a:pt x="567992" y="930555"/>
                  </a:lnTo>
                  <a:lnTo>
                    <a:pt x="639614" y="1028656"/>
                  </a:lnTo>
                  <a:lnTo>
                    <a:pt x="711237" y="1122988"/>
                  </a:lnTo>
                  <a:lnTo>
                    <a:pt x="782859" y="1213695"/>
                  </a:lnTo>
                  <a:lnTo>
                    <a:pt x="854482" y="1300917"/>
                  </a:lnTo>
                  <a:lnTo>
                    <a:pt x="926104" y="1384787"/>
                  </a:lnTo>
                  <a:lnTo>
                    <a:pt x="997727" y="1465435"/>
                  </a:lnTo>
                  <a:lnTo>
                    <a:pt x="1069350" y="1542985"/>
                  </a:lnTo>
                  <a:lnTo>
                    <a:pt x="1140972" y="1617554"/>
                  </a:lnTo>
                  <a:lnTo>
                    <a:pt x="1212595" y="1689259"/>
                  </a:lnTo>
                  <a:lnTo>
                    <a:pt x="1284217" y="1758208"/>
                  </a:lnTo>
                  <a:lnTo>
                    <a:pt x="1355840" y="1824508"/>
                  </a:lnTo>
                  <a:lnTo>
                    <a:pt x="1427462" y="1888261"/>
                  </a:lnTo>
                  <a:lnTo>
                    <a:pt x="1499085" y="1949564"/>
                  </a:lnTo>
                  <a:lnTo>
                    <a:pt x="1570707" y="2008512"/>
                  </a:lnTo>
                  <a:lnTo>
                    <a:pt x="1642330" y="2065194"/>
                  </a:lnTo>
                  <a:lnTo>
                    <a:pt x="1713952" y="2119699"/>
                  </a:lnTo>
                  <a:lnTo>
                    <a:pt x="1785575" y="2172110"/>
                  </a:lnTo>
                  <a:lnTo>
                    <a:pt x="1857197" y="2222507"/>
                  </a:lnTo>
                  <a:lnTo>
                    <a:pt x="1928820" y="2270967"/>
                  </a:lnTo>
                  <a:lnTo>
                    <a:pt x="2000442" y="2317565"/>
                  </a:lnTo>
                  <a:lnTo>
                    <a:pt x="2072065" y="2362373"/>
                  </a:lnTo>
                  <a:lnTo>
                    <a:pt x="2143687" y="2405460"/>
                  </a:lnTo>
                  <a:lnTo>
                    <a:pt x="2215310" y="2446891"/>
                  </a:lnTo>
                  <a:lnTo>
                    <a:pt x="2286932" y="2486730"/>
                  </a:lnTo>
                  <a:lnTo>
                    <a:pt x="2358555" y="2525038"/>
                  </a:lnTo>
                  <a:lnTo>
                    <a:pt x="2430178" y="2561874"/>
                  </a:lnTo>
                  <a:lnTo>
                    <a:pt x="2501800" y="2597295"/>
                  </a:lnTo>
                  <a:lnTo>
                    <a:pt x="2573423" y="2631355"/>
                  </a:lnTo>
                  <a:lnTo>
                    <a:pt x="2645045" y="2658163"/>
                  </a:lnTo>
                  <a:lnTo>
                    <a:pt x="2716668" y="2670797"/>
                  </a:lnTo>
                  <a:lnTo>
                    <a:pt x="2788290" y="2683237"/>
                  </a:lnTo>
                  <a:lnTo>
                    <a:pt x="2859913" y="2695486"/>
                  </a:lnTo>
                  <a:lnTo>
                    <a:pt x="2931535" y="2707549"/>
                  </a:lnTo>
                  <a:lnTo>
                    <a:pt x="3003158" y="2719426"/>
                  </a:lnTo>
                  <a:lnTo>
                    <a:pt x="3074780" y="2731122"/>
                  </a:lnTo>
                  <a:lnTo>
                    <a:pt x="3146403" y="2742639"/>
                  </a:lnTo>
                  <a:lnTo>
                    <a:pt x="3218025" y="2753980"/>
                  </a:lnTo>
                  <a:lnTo>
                    <a:pt x="3289648" y="2765147"/>
                  </a:lnTo>
                  <a:lnTo>
                    <a:pt x="3361270" y="2776143"/>
                  </a:lnTo>
                  <a:lnTo>
                    <a:pt x="3432893" y="2786971"/>
                  </a:lnTo>
                  <a:lnTo>
                    <a:pt x="3504515" y="2797634"/>
                  </a:lnTo>
                  <a:lnTo>
                    <a:pt x="3576138" y="2808133"/>
                  </a:lnTo>
                  <a:lnTo>
                    <a:pt x="3647760" y="2818471"/>
                  </a:lnTo>
                  <a:lnTo>
                    <a:pt x="3719383" y="2828651"/>
                  </a:lnTo>
                  <a:lnTo>
                    <a:pt x="3791006" y="2838676"/>
                  </a:lnTo>
                  <a:lnTo>
                    <a:pt x="3862628" y="2848547"/>
                  </a:lnTo>
                  <a:lnTo>
                    <a:pt x="3934251" y="2858267"/>
                  </a:lnTo>
                  <a:lnTo>
                    <a:pt x="4005873" y="2867838"/>
                  </a:lnTo>
                  <a:lnTo>
                    <a:pt x="4077496" y="2877263"/>
                  </a:lnTo>
                  <a:lnTo>
                    <a:pt x="4149118" y="2886544"/>
                  </a:lnTo>
                  <a:lnTo>
                    <a:pt x="4220741" y="2895683"/>
                  </a:lnTo>
                  <a:lnTo>
                    <a:pt x="4292363" y="2904681"/>
                  </a:lnTo>
                  <a:lnTo>
                    <a:pt x="4363986" y="2913542"/>
                  </a:lnTo>
                  <a:lnTo>
                    <a:pt x="4435608" y="2922268"/>
                  </a:lnTo>
                  <a:lnTo>
                    <a:pt x="4507231" y="2930860"/>
                  </a:lnTo>
                  <a:lnTo>
                    <a:pt x="4578853" y="2939320"/>
                  </a:lnTo>
                  <a:lnTo>
                    <a:pt x="4650476" y="2947651"/>
                  </a:lnTo>
                  <a:lnTo>
                    <a:pt x="4722098" y="2955855"/>
                  </a:lnTo>
                  <a:lnTo>
                    <a:pt x="4793721" y="2963933"/>
                  </a:lnTo>
                  <a:lnTo>
                    <a:pt x="4865343" y="2971887"/>
                  </a:lnTo>
                  <a:lnTo>
                    <a:pt x="4936966" y="2979720"/>
                  </a:lnTo>
                  <a:lnTo>
                    <a:pt x="5008588" y="2987433"/>
                  </a:lnTo>
                  <a:lnTo>
                    <a:pt x="5080211" y="2995027"/>
                  </a:lnTo>
                  <a:lnTo>
                    <a:pt x="5151834" y="3002506"/>
                  </a:lnTo>
                  <a:lnTo>
                    <a:pt x="5223456" y="3009870"/>
                  </a:lnTo>
                  <a:lnTo>
                    <a:pt x="5295079" y="3017122"/>
                  </a:lnTo>
                  <a:lnTo>
                    <a:pt x="5366701" y="3024262"/>
                  </a:lnTo>
                  <a:lnTo>
                    <a:pt x="5438324" y="3031293"/>
                  </a:lnTo>
                  <a:lnTo>
                    <a:pt x="5509946" y="3038217"/>
                  </a:lnTo>
                  <a:lnTo>
                    <a:pt x="5581569" y="3045035"/>
                  </a:lnTo>
                  <a:lnTo>
                    <a:pt x="5653191" y="3051748"/>
                  </a:lnTo>
                  <a:lnTo>
                    <a:pt x="5724814" y="3058358"/>
                  </a:lnTo>
                  <a:lnTo>
                    <a:pt x="5796436" y="3064868"/>
                  </a:lnTo>
                  <a:lnTo>
                    <a:pt x="5868059" y="3071278"/>
                  </a:lnTo>
                  <a:lnTo>
                    <a:pt x="5939681" y="3077589"/>
                  </a:lnTo>
                  <a:lnTo>
                    <a:pt x="6011304" y="3083805"/>
                  </a:lnTo>
                  <a:lnTo>
                    <a:pt x="6082926" y="3089925"/>
                  </a:lnTo>
                  <a:lnTo>
                    <a:pt x="6154549" y="3095951"/>
                  </a:lnTo>
                  <a:lnTo>
                    <a:pt x="6226171" y="3101885"/>
                  </a:lnTo>
                  <a:lnTo>
                    <a:pt x="6297794" y="31077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826548"/>
              <a:ext cx="7090630" cy="1619575"/>
            </a:xfrm>
            <a:custGeom>
              <a:avLst/>
              <a:pathLst>
                <a:path w="7090630" h="1619575">
                  <a:moveTo>
                    <a:pt x="7090630" y="1619575"/>
                  </a:moveTo>
                  <a:lnTo>
                    <a:pt x="7019007" y="1615135"/>
                  </a:lnTo>
                  <a:lnTo>
                    <a:pt x="6947385" y="1610517"/>
                  </a:lnTo>
                  <a:lnTo>
                    <a:pt x="6875762" y="1605714"/>
                  </a:lnTo>
                  <a:lnTo>
                    <a:pt x="6804139" y="1600720"/>
                  </a:lnTo>
                  <a:lnTo>
                    <a:pt x="6732517" y="1595526"/>
                  </a:lnTo>
                  <a:lnTo>
                    <a:pt x="6660894" y="1590125"/>
                  </a:lnTo>
                  <a:lnTo>
                    <a:pt x="6589272" y="1584508"/>
                  </a:lnTo>
                  <a:lnTo>
                    <a:pt x="6517649" y="1578666"/>
                  </a:lnTo>
                  <a:lnTo>
                    <a:pt x="6446027" y="1572591"/>
                  </a:lnTo>
                  <a:lnTo>
                    <a:pt x="6374404" y="1566274"/>
                  </a:lnTo>
                  <a:lnTo>
                    <a:pt x="6302782" y="1559704"/>
                  </a:lnTo>
                  <a:lnTo>
                    <a:pt x="6231159" y="1552871"/>
                  </a:lnTo>
                  <a:lnTo>
                    <a:pt x="6159537" y="1545765"/>
                  </a:lnTo>
                  <a:lnTo>
                    <a:pt x="6087914" y="1538375"/>
                  </a:lnTo>
                  <a:lnTo>
                    <a:pt x="6016292" y="1530690"/>
                  </a:lnTo>
                  <a:lnTo>
                    <a:pt x="5944669" y="1522698"/>
                  </a:lnTo>
                  <a:lnTo>
                    <a:pt x="5873047" y="1514387"/>
                  </a:lnTo>
                  <a:lnTo>
                    <a:pt x="5801424" y="1505743"/>
                  </a:lnTo>
                  <a:lnTo>
                    <a:pt x="5729802" y="1496755"/>
                  </a:lnTo>
                  <a:lnTo>
                    <a:pt x="5658179" y="1487407"/>
                  </a:lnTo>
                  <a:lnTo>
                    <a:pt x="5586557" y="1477685"/>
                  </a:lnTo>
                  <a:lnTo>
                    <a:pt x="5514934" y="1467575"/>
                  </a:lnTo>
                  <a:lnTo>
                    <a:pt x="5443311" y="1457061"/>
                  </a:lnTo>
                  <a:lnTo>
                    <a:pt x="5371689" y="1446127"/>
                  </a:lnTo>
                  <a:lnTo>
                    <a:pt x="5300066" y="1434756"/>
                  </a:lnTo>
                  <a:lnTo>
                    <a:pt x="5228444" y="1422930"/>
                  </a:lnTo>
                  <a:lnTo>
                    <a:pt x="5156821" y="1410632"/>
                  </a:lnTo>
                  <a:lnTo>
                    <a:pt x="5085199" y="1397843"/>
                  </a:lnTo>
                  <a:lnTo>
                    <a:pt x="5013576" y="1384543"/>
                  </a:lnTo>
                  <a:lnTo>
                    <a:pt x="4941954" y="1370711"/>
                  </a:lnTo>
                  <a:lnTo>
                    <a:pt x="4870331" y="1356326"/>
                  </a:lnTo>
                  <a:lnTo>
                    <a:pt x="4798709" y="1341367"/>
                  </a:lnTo>
                  <a:lnTo>
                    <a:pt x="4727086" y="1325810"/>
                  </a:lnTo>
                  <a:lnTo>
                    <a:pt x="4655464" y="1309631"/>
                  </a:lnTo>
                  <a:lnTo>
                    <a:pt x="4583841" y="1292806"/>
                  </a:lnTo>
                  <a:lnTo>
                    <a:pt x="4512219" y="1275309"/>
                  </a:lnTo>
                  <a:lnTo>
                    <a:pt x="4440596" y="1257112"/>
                  </a:lnTo>
                  <a:lnTo>
                    <a:pt x="4368974" y="1238188"/>
                  </a:lnTo>
                  <a:lnTo>
                    <a:pt x="4297351" y="1218509"/>
                  </a:lnTo>
                  <a:lnTo>
                    <a:pt x="4225729" y="1198042"/>
                  </a:lnTo>
                  <a:lnTo>
                    <a:pt x="4154106" y="1176758"/>
                  </a:lnTo>
                  <a:lnTo>
                    <a:pt x="4082483" y="1154624"/>
                  </a:lnTo>
                  <a:lnTo>
                    <a:pt x="4010861" y="1131605"/>
                  </a:lnTo>
                  <a:lnTo>
                    <a:pt x="3939238" y="1107666"/>
                  </a:lnTo>
                  <a:lnTo>
                    <a:pt x="3867616" y="1082771"/>
                  </a:lnTo>
                  <a:lnTo>
                    <a:pt x="3795993" y="1056881"/>
                  </a:lnTo>
                  <a:lnTo>
                    <a:pt x="3724371" y="1029956"/>
                  </a:lnTo>
                  <a:lnTo>
                    <a:pt x="3652748" y="1001956"/>
                  </a:lnTo>
                  <a:lnTo>
                    <a:pt x="3581126" y="972836"/>
                  </a:lnTo>
                  <a:lnTo>
                    <a:pt x="3509503" y="942553"/>
                  </a:lnTo>
                  <a:lnTo>
                    <a:pt x="3437881" y="911061"/>
                  </a:lnTo>
                  <a:lnTo>
                    <a:pt x="3366258" y="892288"/>
                  </a:lnTo>
                  <a:lnTo>
                    <a:pt x="3294636" y="879258"/>
                  </a:lnTo>
                  <a:lnTo>
                    <a:pt x="3223013" y="866027"/>
                  </a:lnTo>
                  <a:lnTo>
                    <a:pt x="3151391" y="852590"/>
                  </a:lnTo>
                  <a:lnTo>
                    <a:pt x="3079768" y="838944"/>
                  </a:lnTo>
                  <a:lnTo>
                    <a:pt x="3008146" y="825086"/>
                  </a:lnTo>
                  <a:lnTo>
                    <a:pt x="2936523" y="811012"/>
                  </a:lnTo>
                  <a:lnTo>
                    <a:pt x="2864901" y="796720"/>
                  </a:lnTo>
                  <a:lnTo>
                    <a:pt x="2793278" y="782206"/>
                  </a:lnTo>
                  <a:lnTo>
                    <a:pt x="2721655" y="767466"/>
                  </a:lnTo>
                  <a:lnTo>
                    <a:pt x="2650033" y="752497"/>
                  </a:lnTo>
                  <a:lnTo>
                    <a:pt x="2578410" y="737296"/>
                  </a:lnTo>
                  <a:lnTo>
                    <a:pt x="2506788" y="721858"/>
                  </a:lnTo>
                  <a:lnTo>
                    <a:pt x="2435165" y="706181"/>
                  </a:lnTo>
                  <a:lnTo>
                    <a:pt x="2363543" y="690259"/>
                  </a:lnTo>
                  <a:lnTo>
                    <a:pt x="2291920" y="674091"/>
                  </a:lnTo>
                  <a:lnTo>
                    <a:pt x="2220298" y="657671"/>
                  </a:lnTo>
                  <a:lnTo>
                    <a:pt x="2148675" y="640996"/>
                  </a:lnTo>
                  <a:lnTo>
                    <a:pt x="2077053" y="624062"/>
                  </a:lnTo>
                  <a:lnTo>
                    <a:pt x="2005430" y="606864"/>
                  </a:lnTo>
                  <a:lnTo>
                    <a:pt x="1933808" y="589400"/>
                  </a:lnTo>
                  <a:lnTo>
                    <a:pt x="1862185" y="571664"/>
                  </a:lnTo>
                  <a:lnTo>
                    <a:pt x="1790563" y="553652"/>
                  </a:lnTo>
                  <a:lnTo>
                    <a:pt x="1718940" y="535360"/>
                  </a:lnTo>
                  <a:lnTo>
                    <a:pt x="1647318" y="516785"/>
                  </a:lnTo>
                  <a:lnTo>
                    <a:pt x="1575695" y="497920"/>
                  </a:lnTo>
                  <a:lnTo>
                    <a:pt x="1504073" y="478763"/>
                  </a:lnTo>
                  <a:lnTo>
                    <a:pt x="1432450" y="459307"/>
                  </a:lnTo>
                  <a:lnTo>
                    <a:pt x="1360827" y="439550"/>
                  </a:lnTo>
                  <a:lnTo>
                    <a:pt x="1289205" y="419485"/>
                  </a:lnTo>
                  <a:lnTo>
                    <a:pt x="1217582" y="399108"/>
                  </a:lnTo>
                  <a:lnTo>
                    <a:pt x="1145960" y="378415"/>
                  </a:lnTo>
                  <a:lnTo>
                    <a:pt x="1074337" y="357400"/>
                  </a:lnTo>
                  <a:lnTo>
                    <a:pt x="1002715" y="336059"/>
                  </a:lnTo>
                  <a:lnTo>
                    <a:pt x="931092" y="314386"/>
                  </a:lnTo>
                  <a:lnTo>
                    <a:pt x="859470" y="292376"/>
                  </a:lnTo>
                  <a:lnTo>
                    <a:pt x="787847" y="270025"/>
                  </a:lnTo>
                  <a:lnTo>
                    <a:pt x="716225" y="247325"/>
                  </a:lnTo>
                  <a:lnTo>
                    <a:pt x="644602" y="224274"/>
                  </a:lnTo>
                  <a:lnTo>
                    <a:pt x="572980" y="200863"/>
                  </a:lnTo>
                  <a:lnTo>
                    <a:pt x="501357" y="177089"/>
                  </a:lnTo>
                  <a:lnTo>
                    <a:pt x="429735" y="152946"/>
                  </a:lnTo>
                  <a:lnTo>
                    <a:pt x="358112" y="128428"/>
                  </a:lnTo>
                  <a:lnTo>
                    <a:pt x="286490" y="103528"/>
                  </a:lnTo>
                  <a:lnTo>
                    <a:pt x="214867" y="78241"/>
                  </a:lnTo>
                  <a:lnTo>
                    <a:pt x="143245" y="52562"/>
                  </a:lnTo>
                  <a:lnTo>
                    <a:pt x="71622" y="264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507224"/>
              <a:ext cx="7090630" cy="2845610"/>
            </a:xfrm>
            <a:custGeom>
              <a:avLst/>
              <a:pathLst>
                <a:path w="7090630" h="2845610">
                  <a:moveTo>
                    <a:pt x="0" y="0"/>
                  </a:moveTo>
                  <a:lnTo>
                    <a:pt x="71622" y="82141"/>
                  </a:lnTo>
                  <a:lnTo>
                    <a:pt x="143245" y="162070"/>
                  </a:lnTo>
                  <a:lnTo>
                    <a:pt x="214867" y="239846"/>
                  </a:lnTo>
                  <a:lnTo>
                    <a:pt x="286490" y="315528"/>
                  </a:lnTo>
                  <a:lnTo>
                    <a:pt x="358112" y="389171"/>
                  </a:lnTo>
                  <a:lnTo>
                    <a:pt x="429735" y="460831"/>
                  </a:lnTo>
                  <a:lnTo>
                    <a:pt x="501357" y="530562"/>
                  </a:lnTo>
                  <a:lnTo>
                    <a:pt x="572980" y="598414"/>
                  </a:lnTo>
                  <a:lnTo>
                    <a:pt x="644602" y="664439"/>
                  </a:lnTo>
                  <a:lnTo>
                    <a:pt x="716225" y="728686"/>
                  </a:lnTo>
                  <a:lnTo>
                    <a:pt x="787847" y="791202"/>
                  </a:lnTo>
                  <a:lnTo>
                    <a:pt x="859470" y="852035"/>
                  </a:lnTo>
                  <a:lnTo>
                    <a:pt x="931092" y="911230"/>
                  </a:lnTo>
                  <a:lnTo>
                    <a:pt x="1002715" y="968831"/>
                  </a:lnTo>
                  <a:lnTo>
                    <a:pt x="1074337" y="1024880"/>
                  </a:lnTo>
                  <a:lnTo>
                    <a:pt x="1145960" y="1079420"/>
                  </a:lnTo>
                  <a:lnTo>
                    <a:pt x="1217582" y="1132490"/>
                  </a:lnTo>
                  <a:lnTo>
                    <a:pt x="1289205" y="1184132"/>
                  </a:lnTo>
                  <a:lnTo>
                    <a:pt x="1360827" y="1234383"/>
                  </a:lnTo>
                  <a:lnTo>
                    <a:pt x="1432450" y="1283281"/>
                  </a:lnTo>
                  <a:lnTo>
                    <a:pt x="1504073" y="1330861"/>
                  </a:lnTo>
                  <a:lnTo>
                    <a:pt x="1575695" y="1377160"/>
                  </a:lnTo>
                  <a:lnTo>
                    <a:pt x="1647318" y="1422213"/>
                  </a:lnTo>
                  <a:lnTo>
                    <a:pt x="1718940" y="1466052"/>
                  </a:lnTo>
                  <a:lnTo>
                    <a:pt x="1790563" y="1508710"/>
                  </a:lnTo>
                  <a:lnTo>
                    <a:pt x="1862185" y="1550220"/>
                  </a:lnTo>
                  <a:lnTo>
                    <a:pt x="1933808" y="1590612"/>
                  </a:lnTo>
                  <a:lnTo>
                    <a:pt x="2005430" y="1629915"/>
                  </a:lnTo>
                  <a:lnTo>
                    <a:pt x="2077053" y="1668161"/>
                  </a:lnTo>
                  <a:lnTo>
                    <a:pt x="2148675" y="1705376"/>
                  </a:lnTo>
                  <a:lnTo>
                    <a:pt x="2220298" y="1741589"/>
                  </a:lnTo>
                  <a:lnTo>
                    <a:pt x="2291920" y="1776827"/>
                  </a:lnTo>
                  <a:lnTo>
                    <a:pt x="2363543" y="1811116"/>
                  </a:lnTo>
                  <a:lnTo>
                    <a:pt x="2435165" y="1844481"/>
                  </a:lnTo>
                  <a:lnTo>
                    <a:pt x="2506788" y="1876948"/>
                  </a:lnTo>
                  <a:lnTo>
                    <a:pt x="2578410" y="1908541"/>
                  </a:lnTo>
                  <a:lnTo>
                    <a:pt x="2650033" y="1939282"/>
                  </a:lnTo>
                  <a:lnTo>
                    <a:pt x="2721655" y="1969196"/>
                  </a:lnTo>
                  <a:lnTo>
                    <a:pt x="2793278" y="1998304"/>
                  </a:lnTo>
                  <a:lnTo>
                    <a:pt x="2864901" y="2026628"/>
                  </a:lnTo>
                  <a:lnTo>
                    <a:pt x="2936523" y="2054190"/>
                  </a:lnTo>
                  <a:lnTo>
                    <a:pt x="3008146" y="2081009"/>
                  </a:lnTo>
                  <a:lnTo>
                    <a:pt x="3079768" y="2107106"/>
                  </a:lnTo>
                  <a:lnTo>
                    <a:pt x="3151391" y="2132500"/>
                  </a:lnTo>
                  <a:lnTo>
                    <a:pt x="3223013" y="2157210"/>
                  </a:lnTo>
                  <a:lnTo>
                    <a:pt x="3294636" y="2181254"/>
                  </a:lnTo>
                  <a:lnTo>
                    <a:pt x="3366258" y="2204651"/>
                  </a:lnTo>
                  <a:lnTo>
                    <a:pt x="3437881" y="2227418"/>
                  </a:lnTo>
                  <a:lnTo>
                    <a:pt x="3509503" y="2249572"/>
                  </a:lnTo>
                  <a:lnTo>
                    <a:pt x="3581126" y="2271129"/>
                  </a:lnTo>
                  <a:lnTo>
                    <a:pt x="3652748" y="2292106"/>
                  </a:lnTo>
                  <a:lnTo>
                    <a:pt x="3724371" y="2312518"/>
                  </a:lnTo>
                  <a:lnTo>
                    <a:pt x="3795993" y="2332380"/>
                  </a:lnTo>
                  <a:lnTo>
                    <a:pt x="3867616" y="2351707"/>
                  </a:lnTo>
                  <a:lnTo>
                    <a:pt x="3939238" y="2370514"/>
                  </a:lnTo>
                  <a:lnTo>
                    <a:pt x="4010861" y="2388814"/>
                  </a:lnTo>
                  <a:lnTo>
                    <a:pt x="4082483" y="2406621"/>
                  </a:lnTo>
                  <a:lnTo>
                    <a:pt x="4154106" y="2423949"/>
                  </a:lnTo>
                  <a:lnTo>
                    <a:pt x="4225729" y="2440810"/>
                  </a:lnTo>
                  <a:lnTo>
                    <a:pt x="4297351" y="2457217"/>
                  </a:lnTo>
                  <a:lnTo>
                    <a:pt x="4368974" y="2473182"/>
                  </a:lnTo>
                  <a:lnTo>
                    <a:pt x="4440596" y="2488717"/>
                  </a:lnTo>
                  <a:lnTo>
                    <a:pt x="4512219" y="2503833"/>
                  </a:lnTo>
                  <a:lnTo>
                    <a:pt x="4583841" y="2518543"/>
                  </a:lnTo>
                  <a:lnTo>
                    <a:pt x="4655464" y="2532857"/>
                  </a:lnTo>
                  <a:lnTo>
                    <a:pt x="4727086" y="2546785"/>
                  </a:lnTo>
                  <a:lnTo>
                    <a:pt x="4798709" y="2560337"/>
                  </a:lnTo>
                  <a:lnTo>
                    <a:pt x="4870331" y="2573525"/>
                  </a:lnTo>
                  <a:lnTo>
                    <a:pt x="4941954" y="2586358"/>
                  </a:lnTo>
                  <a:lnTo>
                    <a:pt x="5013576" y="2598845"/>
                  </a:lnTo>
                  <a:lnTo>
                    <a:pt x="5085199" y="2610996"/>
                  </a:lnTo>
                  <a:lnTo>
                    <a:pt x="5156821" y="2622820"/>
                  </a:lnTo>
                  <a:lnTo>
                    <a:pt x="5228444" y="2634325"/>
                  </a:lnTo>
                  <a:lnTo>
                    <a:pt x="5300066" y="2645520"/>
                  </a:lnTo>
                  <a:lnTo>
                    <a:pt x="5371689" y="2656414"/>
                  </a:lnTo>
                  <a:lnTo>
                    <a:pt x="5443311" y="2667014"/>
                  </a:lnTo>
                  <a:lnTo>
                    <a:pt x="5514934" y="2677329"/>
                  </a:lnTo>
                  <a:lnTo>
                    <a:pt x="5586557" y="2687367"/>
                  </a:lnTo>
                  <a:lnTo>
                    <a:pt x="5658179" y="2697133"/>
                  </a:lnTo>
                  <a:lnTo>
                    <a:pt x="5729802" y="2706637"/>
                  </a:lnTo>
                  <a:lnTo>
                    <a:pt x="5801424" y="2715885"/>
                  </a:lnTo>
                  <a:lnTo>
                    <a:pt x="5873047" y="2724884"/>
                  </a:lnTo>
                  <a:lnTo>
                    <a:pt x="5944669" y="2733640"/>
                  </a:lnTo>
                  <a:lnTo>
                    <a:pt x="6016292" y="2742161"/>
                  </a:lnTo>
                  <a:lnTo>
                    <a:pt x="6087914" y="2750452"/>
                  </a:lnTo>
                  <a:lnTo>
                    <a:pt x="6159537" y="2758520"/>
                  </a:lnTo>
                  <a:lnTo>
                    <a:pt x="6231159" y="2766371"/>
                  </a:lnTo>
                  <a:lnTo>
                    <a:pt x="6302782" y="2774010"/>
                  </a:lnTo>
                  <a:lnTo>
                    <a:pt x="6374404" y="2781443"/>
                  </a:lnTo>
                  <a:lnTo>
                    <a:pt x="6446027" y="2788676"/>
                  </a:lnTo>
                  <a:lnTo>
                    <a:pt x="6517649" y="2795715"/>
                  </a:lnTo>
                  <a:lnTo>
                    <a:pt x="6589272" y="2802564"/>
                  </a:lnTo>
                  <a:lnTo>
                    <a:pt x="6660894" y="2809228"/>
                  </a:lnTo>
                  <a:lnTo>
                    <a:pt x="6732517" y="2815713"/>
                  </a:lnTo>
                  <a:lnTo>
                    <a:pt x="6804139" y="2822023"/>
                  </a:lnTo>
                  <a:lnTo>
                    <a:pt x="6875762" y="2828164"/>
                  </a:lnTo>
                  <a:lnTo>
                    <a:pt x="6947385" y="2834139"/>
                  </a:lnTo>
                  <a:lnTo>
                    <a:pt x="7019007" y="2839953"/>
                  </a:lnTo>
                  <a:lnTo>
                    <a:pt x="7090630" y="284561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(1.20-1.60), p = &lt;0.001  |  per IQR decline (Δ = 29.3 %): 2.61 (1.72-3.97)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2026-09-28T15:19:52Z</dcterms:modified>
  <cp:category/>
</cp:coreProperties>
</file>