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32544"/>
            </a:xfrm>
            <a:custGeom>
              <a:avLst/>
              <a:pathLst>
                <a:path w="7090630" h="3432544">
                  <a:moveTo>
                    <a:pt x="1523025" y="0"/>
                  </a:moveTo>
                  <a:lnTo>
                    <a:pt x="1575695" y="137283"/>
                  </a:lnTo>
                  <a:lnTo>
                    <a:pt x="1647318" y="314100"/>
                  </a:lnTo>
                  <a:lnTo>
                    <a:pt x="1718940" y="481575"/>
                  </a:lnTo>
                  <a:lnTo>
                    <a:pt x="1790563" y="640201"/>
                  </a:lnTo>
                  <a:lnTo>
                    <a:pt x="1862185" y="790445"/>
                  </a:lnTo>
                  <a:lnTo>
                    <a:pt x="1933808" y="932751"/>
                  </a:lnTo>
                  <a:lnTo>
                    <a:pt x="2005430" y="1067538"/>
                  </a:lnTo>
                  <a:lnTo>
                    <a:pt x="2077053" y="1195203"/>
                  </a:lnTo>
                  <a:lnTo>
                    <a:pt x="2148675" y="1316123"/>
                  </a:lnTo>
                  <a:lnTo>
                    <a:pt x="2220298" y="1430654"/>
                  </a:lnTo>
                  <a:lnTo>
                    <a:pt x="2291920" y="1539133"/>
                  </a:lnTo>
                  <a:lnTo>
                    <a:pt x="2363543" y="1641881"/>
                  </a:lnTo>
                  <a:lnTo>
                    <a:pt x="2435165" y="1739200"/>
                  </a:lnTo>
                  <a:lnTo>
                    <a:pt x="2506788" y="1831376"/>
                  </a:lnTo>
                  <a:lnTo>
                    <a:pt x="2578410" y="1918683"/>
                  </a:lnTo>
                  <a:lnTo>
                    <a:pt x="2650033" y="2001376"/>
                  </a:lnTo>
                  <a:lnTo>
                    <a:pt x="2721655" y="2079700"/>
                  </a:lnTo>
                  <a:lnTo>
                    <a:pt x="2793278" y="2153886"/>
                  </a:lnTo>
                  <a:lnTo>
                    <a:pt x="2864901" y="2224152"/>
                  </a:lnTo>
                  <a:lnTo>
                    <a:pt x="2936523" y="2290705"/>
                  </a:lnTo>
                  <a:lnTo>
                    <a:pt x="3008146" y="2353742"/>
                  </a:lnTo>
                  <a:lnTo>
                    <a:pt x="3079768" y="2413448"/>
                  </a:lnTo>
                  <a:lnTo>
                    <a:pt x="3151391" y="2469999"/>
                  </a:lnTo>
                  <a:lnTo>
                    <a:pt x="3223013" y="2523563"/>
                  </a:lnTo>
                  <a:lnTo>
                    <a:pt x="3294636" y="2574296"/>
                  </a:lnTo>
                  <a:lnTo>
                    <a:pt x="3366258" y="2622348"/>
                  </a:lnTo>
                  <a:lnTo>
                    <a:pt x="3437881" y="2659422"/>
                  </a:lnTo>
                  <a:lnTo>
                    <a:pt x="3509503" y="2676100"/>
                  </a:lnTo>
                  <a:lnTo>
                    <a:pt x="3581126" y="2692440"/>
                  </a:lnTo>
                  <a:lnTo>
                    <a:pt x="3652748" y="2708450"/>
                  </a:lnTo>
                  <a:lnTo>
                    <a:pt x="3724371" y="2724136"/>
                  </a:lnTo>
                  <a:lnTo>
                    <a:pt x="3795993" y="2739505"/>
                  </a:lnTo>
                  <a:lnTo>
                    <a:pt x="3867616" y="2754562"/>
                  </a:lnTo>
                  <a:lnTo>
                    <a:pt x="3939238" y="2769315"/>
                  </a:lnTo>
                  <a:lnTo>
                    <a:pt x="4010861" y="2783769"/>
                  </a:lnTo>
                  <a:lnTo>
                    <a:pt x="4082483" y="2797931"/>
                  </a:lnTo>
                  <a:lnTo>
                    <a:pt x="4154106" y="2811807"/>
                  </a:lnTo>
                  <a:lnTo>
                    <a:pt x="4225729" y="2825402"/>
                  </a:lnTo>
                  <a:lnTo>
                    <a:pt x="4297351" y="2838721"/>
                  </a:lnTo>
                  <a:lnTo>
                    <a:pt x="4368974" y="2851772"/>
                  </a:lnTo>
                  <a:lnTo>
                    <a:pt x="4440596" y="2864558"/>
                  </a:lnTo>
                  <a:lnTo>
                    <a:pt x="4512219" y="2877085"/>
                  </a:lnTo>
                  <a:lnTo>
                    <a:pt x="4583841" y="2889359"/>
                  </a:lnTo>
                  <a:lnTo>
                    <a:pt x="4655464" y="2901385"/>
                  </a:lnTo>
                  <a:lnTo>
                    <a:pt x="4727086" y="2913167"/>
                  </a:lnTo>
                  <a:lnTo>
                    <a:pt x="4798709" y="2924711"/>
                  </a:lnTo>
                  <a:lnTo>
                    <a:pt x="4870331" y="2936022"/>
                  </a:lnTo>
                  <a:lnTo>
                    <a:pt x="4941954" y="2947103"/>
                  </a:lnTo>
                  <a:lnTo>
                    <a:pt x="5013576" y="2957961"/>
                  </a:lnTo>
                  <a:lnTo>
                    <a:pt x="5085199" y="2968599"/>
                  </a:lnTo>
                  <a:lnTo>
                    <a:pt x="5156821" y="2979021"/>
                  </a:lnTo>
                  <a:lnTo>
                    <a:pt x="5228444" y="2989233"/>
                  </a:lnTo>
                  <a:lnTo>
                    <a:pt x="5300066" y="2999238"/>
                  </a:lnTo>
                  <a:lnTo>
                    <a:pt x="5371689" y="3009040"/>
                  </a:lnTo>
                  <a:lnTo>
                    <a:pt x="5443311" y="3018645"/>
                  </a:lnTo>
                  <a:lnTo>
                    <a:pt x="5514934" y="3028055"/>
                  </a:lnTo>
                  <a:lnTo>
                    <a:pt x="5586557" y="3037274"/>
                  </a:lnTo>
                  <a:lnTo>
                    <a:pt x="5658179" y="3046307"/>
                  </a:lnTo>
                  <a:lnTo>
                    <a:pt x="5729802" y="3055158"/>
                  </a:lnTo>
                  <a:lnTo>
                    <a:pt x="5801424" y="3063829"/>
                  </a:lnTo>
                  <a:lnTo>
                    <a:pt x="5873047" y="3072325"/>
                  </a:lnTo>
                  <a:lnTo>
                    <a:pt x="5944669" y="3080649"/>
                  </a:lnTo>
                  <a:lnTo>
                    <a:pt x="6016292" y="3088804"/>
                  </a:lnTo>
                  <a:lnTo>
                    <a:pt x="6087914" y="3096795"/>
                  </a:lnTo>
                  <a:lnTo>
                    <a:pt x="6159537" y="3104623"/>
                  </a:lnTo>
                  <a:lnTo>
                    <a:pt x="6231159" y="3112294"/>
                  </a:lnTo>
                  <a:lnTo>
                    <a:pt x="6302782" y="3119809"/>
                  </a:lnTo>
                  <a:lnTo>
                    <a:pt x="6374404" y="3127172"/>
                  </a:lnTo>
                  <a:lnTo>
                    <a:pt x="6446027" y="3134387"/>
                  </a:lnTo>
                  <a:lnTo>
                    <a:pt x="6517649" y="3141455"/>
                  </a:lnTo>
                  <a:lnTo>
                    <a:pt x="6589272" y="3148380"/>
                  </a:lnTo>
                  <a:lnTo>
                    <a:pt x="6660894" y="3155165"/>
                  </a:lnTo>
                  <a:lnTo>
                    <a:pt x="6732517" y="3161813"/>
                  </a:lnTo>
                  <a:lnTo>
                    <a:pt x="6804139" y="3168327"/>
                  </a:lnTo>
                  <a:lnTo>
                    <a:pt x="6875762" y="3174708"/>
                  </a:lnTo>
                  <a:lnTo>
                    <a:pt x="6947385" y="3180961"/>
                  </a:lnTo>
                  <a:lnTo>
                    <a:pt x="7019007" y="3187087"/>
                  </a:lnTo>
                  <a:lnTo>
                    <a:pt x="7090630" y="3193089"/>
                  </a:lnTo>
                  <a:lnTo>
                    <a:pt x="7090630" y="3432544"/>
                  </a:lnTo>
                  <a:lnTo>
                    <a:pt x="7019007" y="3429688"/>
                  </a:lnTo>
                  <a:lnTo>
                    <a:pt x="6947385" y="3426672"/>
                  </a:lnTo>
                  <a:lnTo>
                    <a:pt x="6875762" y="3423488"/>
                  </a:lnTo>
                  <a:lnTo>
                    <a:pt x="6804139" y="3420127"/>
                  </a:lnTo>
                  <a:lnTo>
                    <a:pt x="6732517" y="3416578"/>
                  </a:lnTo>
                  <a:lnTo>
                    <a:pt x="6660894" y="3412831"/>
                  </a:lnTo>
                  <a:lnTo>
                    <a:pt x="6589272" y="3408875"/>
                  </a:lnTo>
                  <a:lnTo>
                    <a:pt x="6517649" y="3404698"/>
                  </a:lnTo>
                  <a:lnTo>
                    <a:pt x="6446027" y="3400289"/>
                  </a:lnTo>
                  <a:lnTo>
                    <a:pt x="6374404" y="3395633"/>
                  </a:lnTo>
                  <a:lnTo>
                    <a:pt x="6302782" y="3390718"/>
                  </a:lnTo>
                  <a:lnTo>
                    <a:pt x="6231159" y="3385528"/>
                  </a:lnTo>
                  <a:lnTo>
                    <a:pt x="6159537" y="3380049"/>
                  </a:lnTo>
                  <a:lnTo>
                    <a:pt x="6087914" y="3374264"/>
                  </a:lnTo>
                  <a:lnTo>
                    <a:pt x="6016292" y="3368157"/>
                  </a:lnTo>
                  <a:lnTo>
                    <a:pt x="5944669" y="3361709"/>
                  </a:lnTo>
                  <a:lnTo>
                    <a:pt x="5873047" y="3354901"/>
                  </a:lnTo>
                  <a:lnTo>
                    <a:pt x="5801424" y="3347714"/>
                  </a:lnTo>
                  <a:lnTo>
                    <a:pt x="5729802" y="3340125"/>
                  </a:lnTo>
                  <a:lnTo>
                    <a:pt x="5658179" y="3332113"/>
                  </a:lnTo>
                  <a:lnTo>
                    <a:pt x="5586557" y="3323654"/>
                  </a:lnTo>
                  <a:lnTo>
                    <a:pt x="5514934" y="3314724"/>
                  </a:lnTo>
                  <a:lnTo>
                    <a:pt x="5443311" y="3305295"/>
                  </a:lnTo>
                  <a:lnTo>
                    <a:pt x="5371689" y="3295340"/>
                  </a:lnTo>
                  <a:lnTo>
                    <a:pt x="5300066" y="3284830"/>
                  </a:lnTo>
                  <a:lnTo>
                    <a:pt x="5228444" y="3273733"/>
                  </a:lnTo>
                  <a:lnTo>
                    <a:pt x="5156821" y="3262018"/>
                  </a:lnTo>
                  <a:lnTo>
                    <a:pt x="5085199" y="3249649"/>
                  </a:lnTo>
                  <a:lnTo>
                    <a:pt x="5013576" y="3236590"/>
                  </a:lnTo>
                  <a:lnTo>
                    <a:pt x="4941954" y="3222802"/>
                  </a:lnTo>
                  <a:lnTo>
                    <a:pt x="4870331" y="3208246"/>
                  </a:lnTo>
                  <a:lnTo>
                    <a:pt x="4798709" y="3192877"/>
                  </a:lnTo>
                  <a:lnTo>
                    <a:pt x="4727086" y="3176651"/>
                  </a:lnTo>
                  <a:lnTo>
                    <a:pt x="4655464" y="3159520"/>
                  </a:lnTo>
                  <a:lnTo>
                    <a:pt x="4583841" y="3141433"/>
                  </a:lnTo>
                  <a:lnTo>
                    <a:pt x="4512219" y="3122337"/>
                  </a:lnTo>
                  <a:lnTo>
                    <a:pt x="4440596" y="3102176"/>
                  </a:lnTo>
                  <a:lnTo>
                    <a:pt x="4368974" y="3080891"/>
                  </a:lnTo>
                  <a:lnTo>
                    <a:pt x="4297351" y="3058417"/>
                  </a:lnTo>
                  <a:lnTo>
                    <a:pt x="4225729" y="3034691"/>
                  </a:lnTo>
                  <a:lnTo>
                    <a:pt x="4154106" y="3009640"/>
                  </a:lnTo>
                  <a:lnTo>
                    <a:pt x="4082483" y="2983192"/>
                  </a:lnTo>
                  <a:lnTo>
                    <a:pt x="4010861" y="2955269"/>
                  </a:lnTo>
                  <a:lnTo>
                    <a:pt x="3939238" y="2925788"/>
                  </a:lnTo>
                  <a:lnTo>
                    <a:pt x="3867616" y="2894663"/>
                  </a:lnTo>
                  <a:lnTo>
                    <a:pt x="3795993" y="2861801"/>
                  </a:lnTo>
                  <a:lnTo>
                    <a:pt x="3724371" y="2827106"/>
                  </a:lnTo>
                  <a:lnTo>
                    <a:pt x="3652748" y="2790476"/>
                  </a:lnTo>
                  <a:lnTo>
                    <a:pt x="3581126" y="2751802"/>
                  </a:lnTo>
                  <a:lnTo>
                    <a:pt x="3509503" y="2710971"/>
                  </a:lnTo>
                  <a:lnTo>
                    <a:pt x="3437881" y="2667862"/>
                  </a:lnTo>
                  <a:lnTo>
                    <a:pt x="3366258" y="2642400"/>
                  </a:lnTo>
                  <a:lnTo>
                    <a:pt x="3294636" y="2625026"/>
                  </a:lnTo>
                  <a:lnTo>
                    <a:pt x="3223013" y="2607294"/>
                  </a:lnTo>
                  <a:lnTo>
                    <a:pt x="3151391" y="2589195"/>
                  </a:lnTo>
                  <a:lnTo>
                    <a:pt x="3079768" y="2570723"/>
                  </a:lnTo>
                  <a:lnTo>
                    <a:pt x="3008146" y="2551869"/>
                  </a:lnTo>
                  <a:lnTo>
                    <a:pt x="2936523" y="2532626"/>
                  </a:lnTo>
                  <a:lnTo>
                    <a:pt x="2864901" y="2512985"/>
                  </a:lnTo>
                  <a:lnTo>
                    <a:pt x="2793278" y="2492939"/>
                  </a:lnTo>
                  <a:lnTo>
                    <a:pt x="2721655" y="2472479"/>
                  </a:lnTo>
                  <a:lnTo>
                    <a:pt x="2650033" y="2451597"/>
                  </a:lnTo>
                  <a:lnTo>
                    <a:pt x="2578410" y="2430283"/>
                  </a:lnTo>
                  <a:lnTo>
                    <a:pt x="2506788" y="2408529"/>
                  </a:lnTo>
                  <a:lnTo>
                    <a:pt x="2435165" y="2386326"/>
                  </a:lnTo>
                  <a:lnTo>
                    <a:pt x="2363543" y="2363664"/>
                  </a:lnTo>
                  <a:lnTo>
                    <a:pt x="2291920" y="2340535"/>
                  </a:lnTo>
                  <a:lnTo>
                    <a:pt x="2220298" y="2316927"/>
                  </a:lnTo>
                  <a:lnTo>
                    <a:pt x="2148675" y="2292833"/>
                  </a:lnTo>
                  <a:lnTo>
                    <a:pt x="2077053" y="2268241"/>
                  </a:lnTo>
                  <a:lnTo>
                    <a:pt x="2005430" y="2243141"/>
                  </a:lnTo>
                  <a:lnTo>
                    <a:pt x="1933808" y="2217522"/>
                  </a:lnTo>
                  <a:lnTo>
                    <a:pt x="1862185" y="2191375"/>
                  </a:lnTo>
                  <a:lnTo>
                    <a:pt x="1790563" y="2164687"/>
                  </a:lnTo>
                  <a:lnTo>
                    <a:pt x="1718940" y="2137449"/>
                  </a:lnTo>
                  <a:lnTo>
                    <a:pt x="1647318" y="2109648"/>
                  </a:lnTo>
                  <a:lnTo>
                    <a:pt x="1575695" y="2081273"/>
                  </a:lnTo>
                  <a:lnTo>
                    <a:pt x="1504073" y="2052312"/>
                  </a:lnTo>
                  <a:lnTo>
                    <a:pt x="1432450" y="2022753"/>
                  </a:lnTo>
                  <a:lnTo>
                    <a:pt x="1360827" y="1992584"/>
                  </a:lnTo>
                  <a:lnTo>
                    <a:pt x="1289205" y="1961792"/>
                  </a:lnTo>
                  <a:lnTo>
                    <a:pt x="1217582" y="1930364"/>
                  </a:lnTo>
                  <a:lnTo>
                    <a:pt x="1145960" y="1898286"/>
                  </a:lnTo>
                  <a:lnTo>
                    <a:pt x="1074337" y="1865547"/>
                  </a:lnTo>
                  <a:lnTo>
                    <a:pt x="1002715" y="1832131"/>
                  </a:lnTo>
                  <a:lnTo>
                    <a:pt x="931092" y="1798026"/>
                  </a:lnTo>
                  <a:lnTo>
                    <a:pt x="859470" y="1763216"/>
                  </a:lnTo>
                  <a:lnTo>
                    <a:pt x="787847" y="1727687"/>
                  </a:lnTo>
                  <a:lnTo>
                    <a:pt x="716225" y="1691424"/>
                  </a:lnTo>
                  <a:lnTo>
                    <a:pt x="644602" y="1654413"/>
                  </a:lnTo>
                  <a:lnTo>
                    <a:pt x="572980" y="1616638"/>
                  </a:lnTo>
                  <a:lnTo>
                    <a:pt x="501357" y="1578082"/>
                  </a:lnTo>
                  <a:lnTo>
                    <a:pt x="429735" y="1538730"/>
                  </a:lnTo>
                  <a:lnTo>
                    <a:pt x="358112" y="1498566"/>
                  </a:lnTo>
                  <a:lnTo>
                    <a:pt x="286490" y="1457572"/>
                  </a:lnTo>
                  <a:lnTo>
                    <a:pt x="214867" y="1415732"/>
                  </a:lnTo>
                  <a:lnTo>
                    <a:pt x="143245" y="1373028"/>
                  </a:lnTo>
                  <a:lnTo>
                    <a:pt x="71622" y="1329442"/>
                  </a:lnTo>
                  <a:lnTo>
                    <a:pt x="0" y="12849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95074" y="2073503"/>
              <a:ext cx="5567604" cy="3193089"/>
            </a:xfrm>
            <a:custGeom>
              <a:avLst/>
              <a:pathLst>
                <a:path w="5567604" h="3193089">
                  <a:moveTo>
                    <a:pt x="0" y="0"/>
                  </a:moveTo>
                  <a:lnTo>
                    <a:pt x="52670" y="137283"/>
                  </a:lnTo>
                  <a:lnTo>
                    <a:pt x="124292" y="314100"/>
                  </a:lnTo>
                  <a:lnTo>
                    <a:pt x="195915" y="481575"/>
                  </a:lnTo>
                  <a:lnTo>
                    <a:pt x="267538" y="640201"/>
                  </a:lnTo>
                  <a:lnTo>
                    <a:pt x="339160" y="790445"/>
                  </a:lnTo>
                  <a:lnTo>
                    <a:pt x="410783" y="932751"/>
                  </a:lnTo>
                  <a:lnTo>
                    <a:pt x="482405" y="1067538"/>
                  </a:lnTo>
                  <a:lnTo>
                    <a:pt x="554028" y="1195203"/>
                  </a:lnTo>
                  <a:lnTo>
                    <a:pt x="625650" y="1316123"/>
                  </a:lnTo>
                  <a:lnTo>
                    <a:pt x="697273" y="1430654"/>
                  </a:lnTo>
                  <a:lnTo>
                    <a:pt x="768895" y="1539133"/>
                  </a:lnTo>
                  <a:lnTo>
                    <a:pt x="840518" y="1641881"/>
                  </a:lnTo>
                  <a:lnTo>
                    <a:pt x="912140" y="1739200"/>
                  </a:lnTo>
                  <a:lnTo>
                    <a:pt x="983763" y="1831376"/>
                  </a:lnTo>
                  <a:lnTo>
                    <a:pt x="1055385" y="1918683"/>
                  </a:lnTo>
                  <a:lnTo>
                    <a:pt x="1127008" y="2001376"/>
                  </a:lnTo>
                  <a:lnTo>
                    <a:pt x="1198630" y="2079700"/>
                  </a:lnTo>
                  <a:lnTo>
                    <a:pt x="1270253" y="2153886"/>
                  </a:lnTo>
                  <a:lnTo>
                    <a:pt x="1341875" y="2224152"/>
                  </a:lnTo>
                  <a:lnTo>
                    <a:pt x="1413498" y="2290705"/>
                  </a:lnTo>
                  <a:lnTo>
                    <a:pt x="1485120" y="2353742"/>
                  </a:lnTo>
                  <a:lnTo>
                    <a:pt x="1556743" y="2413448"/>
                  </a:lnTo>
                  <a:lnTo>
                    <a:pt x="1628366" y="2469999"/>
                  </a:lnTo>
                  <a:lnTo>
                    <a:pt x="1699988" y="2523563"/>
                  </a:lnTo>
                  <a:lnTo>
                    <a:pt x="1771611" y="2574296"/>
                  </a:lnTo>
                  <a:lnTo>
                    <a:pt x="1843233" y="2622348"/>
                  </a:lnTo>
                  <a:lnTo>
                    <a:pt x="1914856" y="2659422"/>
                  </a:lnTo>
                  <a:lnTo>
                    <a:pt x="1986478" y="2676100"/>
                  </a:lnTo>
                  <a:lnTo>
                    <a:pt x="2058101" y="2692440"/>
                  </a:lnTo>
                  <a:lnTo>
                    <a:pt x="2129723" y="2708450"/>
                  </a:lnTo>
                  <a:lnTo>
                    <a:pt x="2201346" y="2724136"/>
                  </a:lnTo>
                  <a:lnTo>
                    <a:pt x="2272968" y="2739505"/>
                  </a:lnTo>
                  <a:lnTo>
                    <a:pt x="2344591" y="2754562"/>
                  </a:lnTo>
                  <a:lnTo>
                    <a:pt x="2416213" y="2769315"/>
                  </a:lnTo>
                  <a:lnTo>
                    <a:pt x="2487836" y="2783769"/>
                  </a:lnTo>
                  <a:lnTo>
                    <a:pt x="2559458" y="2797931"/>
                  </a:lnTo>
                  <a:lnTo>
                    <a:pt x="2631081" y="2811807"/>
                  </a:lnTo>
                  <a:lnTo>
                    <a:pt x="2702703" y="2825402"/>
                  </a:lnTo>
                  <a:lnTo>
                    <a:pt x="2774326" y="2838721"/>
                  </a:lnTo>
                  <a:lnTo>
                    <a:pt x="2845948" y="2851772"/>
                  </a:lnTo>
                  <a:lnTo>
                    <a:pt x="2917571" y="2864558"/>
                  </a:lnTo>
                  <a:lnTo>
                    <a:pt x="2989194" y="2877085"/>
                  </a:lnTo>
                  <a:lnTo>
                    <a:pt x="3060816" y="2889359"/>
                  </a:lnTo>
                  <a:lnTo>
                    <a:pt x="3132439" y="2901385"/>
                  </a:lnTo>
                  <a:lnTo>
                    <a:pt x="3204061" y="2913167"/>
                  </a:lnTo>
                  <a:lnTo>
                    <a:pt x="3275684" y="2924711"/>
                  </a:lnTo>
                  <a:lnTo>
                    <a:pt x="3347306" y="2936022"/>
                  </a:lnTo>
                  <a:lnTo>
                    <a:pt x="3418929" y="2947103"/>
                  </a:lnTo>
                  <a:lnTo>
                    <a:pt x="3490551" y="2957961"/>
                  </a:lnTo>
                  <a:lnTo>
                    <a:pt x="3562174" y="2968599"/>
                  </a:lnTo>
                  <a:lnTo>
                    <a:pt x="3633796" y="2979021"/>
                  </a:lnTo>
                  <a:lnTo>
                    <a:pt x="3705419" y="2989233"/>
                  </a:lnTo>
                  <a:lnTo>
                    <a:pt x="3777041" y="2999238"/>
                  </a:lnTo>
                  <a:lnTo>
                    <a:pt x="3848664" y="3009040"/>
                  </a:lnTo>
                  <a:lnTo>
                    <a:pt x="3920286" y="3018645"/>
                  </a:lnTo>
                  <a:lnTo>
                    <a:pt x="3991909" y="3028055"/>
                  </a:lnTo>
                  <a:lnTo>
                    <a:pt x="4063531" y="3037274"/>
                  </a:lnTo>
                  <a:lnTo>
                    <a:pt x="4135154" y="3046307"/>
                  </a:lnTo>
                  <a:lnTo>
                    <a:pt x="4206776" y="3055158"/>
                  </a:lnTo>
                  <a:lnTo>
                    <a:pt x="4278399" y="3063829"/>
                  </a:lnTo>
                  <a:lnTo>
                    <a:pt x="4350022" y="3072325"/>
                  </a:lnTo>
                  <a:lnTo>
                    <a:pt x="4421644" y="3080649"/>
                  </a:lnTo>
                  <a:lnTo>
                    <a:pt x="4493267" y="3088804"/>
                  </a:lnTo>
                  <a:lnTo>
                    <a:pt x="4564889" y="3096795"/>
                  </a:lnTo>
                  <a:lnTo>
                    <a:pt x="4636512" y="3104623"/>
                  </a:lnTo>
                  <a:lnTo>
                    <a:pt x="4708134" y="3112294"/>
                  </a:lnTo>
                  <a:lnTo>
                    <a:pt x="4779757" y="3119809"/>
                  </a:lnTo>
                  <a:lnTo>
                    <a:pt x="4851379" y="3127172"/>
                  </a:lnTo>
                  <a:lnTo>
                    <a:pt x="4923002" y="3134387"/>
                  </a:lnTo>
                  <a:lnTo>
                    <a:pt x="4994624" y="3141455"/>
                  </a:lnTo>
                  <a:lnTo>
                    <a:pt x="5066247" y="3148380"/>
                  </a:lnTo>
                  <a:lnTo>
                    <a:pt x="5137869" y="3155165"/>
                  </a:lnTo>
                  <a:lnTo>
                    <a:pt x="5209492" y="3161813"/>
                  </a:lnTo>
                  <a:lnTo>
                    <a:pt x="5281114" y="3168327"/>
                  </a:lnTo>
                  <a:lnTo>
                    <a:pt x="5352737" y="3174708"/>
                  </a:lnTo>
                  <a:lnTo>
                    <a:pt x="5424359" y="3180961"/>
                  </a:lnTo>
                  <a:lnTo>
                    <a:pt x="5495982" y="3187087"/>
                  </a:lnTo>
                  <a:lnTo>
                    <a:pt x="5567604" y="31930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358459"/>
              <a:ext cx="7090630" cy="2147588"/>
            </a:xfrm>
            <a:custGeom>
              <a:avLst/>
              <a:pathLst>
                <a:path w="7090630" h="2147588">
                  <a:moveTo>
                    <a:pt x="7090630" y="2147588"/>
                  </a:moveTo>
                  <a:lnTo>
                    <a:pt x="7019007" y="2144732"/>
                  </a:lnTo>
                  <a:lnTo>
                    <a:pt x="6947385" y="2141716"/>
                  </a:lnTo>
                  <a:lnTo>
                    <a:pt x="6875762" y="2138532"/>
                  </a:lnTo>
                  <a:lnTo>
                    <a:pt x="6804139" y="2135171"/>
                  </a:lnTo>
                  <a:lnTo>
                    <a:pt x="6732517" y="2131622"/>
                  </a:lnTo>
                  <a:lnTo>
                    <a:pt x="6660894" y="2127875"/>
                  </a:lnTo>
                  <a:lnTo>
                    <a:pt x="6589272" y="2123919"/>
                  </a:lnTo>
                  <a:lnTo>
                    <a:pt x="6517649" y="2119742"/>
                  </a:lnTo>
                  <a:lnTo>
                    <a:pt x="6446027" y="2115333"/>
                  </a:lnTo>
                  <a:lnTo>
                    <a:pt x="6374404" y="2110677"/>
                  </a:lnTo>
                  <a:lnTo>
                    <a:pt x="6302782" y="2105762"/>
                  </a:lnTo>
                  <a:lnTo>
                    <a:pt x="6231159" y="2100572"/>
                  </a:lnTo>
                  <a:lnTo>
                    <a:pt x="6159537" y="2095093"/>
                  </a:lnTo>
                  <a:lnTo>
                    <a:pt x="6087914" y="2089308"/>
                  </a:lnTo>
                  <a:lnTo>
                    <a:pt x="6016292" y="2083201"/>
                  </a:lnTo>
                  <a:lnTo>
                    <a:pt x="5944669" y="2076753"/>
                  </a:lnTo>
                  <a:lnTo>
                    <a:pt x="5873047" y="2069945"/>
                  </a:lnTo>
                  <a:lnTo>
                    <a:pt x="5801424" y="2062757"/>
                  </a:lnTo>
                  <a:lnTo>
                    <a:pt x="5729802" y="2055169"/>
                  </a:lnTo>
                  <a:lnTo>
                    <a:pt x="5658179" y="2047157"/>
                  </a:lnTo>
                  <a:lnTo>
                    <a:pt x="5586557" y="2038698"/>
                  </a:lnTo>
                  <a:lnTo>
                    <a:pt x="5514934" y="2029768"/>
                  </a:lnTo>
                  <a:lnTo>
                    <a:pt x="5443311" y="2020339"/>
                  </a:lnTo>
                  <a:lnTo>
                    <a:pt x="5371689" y="2010384"/>
                  </a:lnTo>
                  <a:lnTo>
                    <a:pt x="5300066" y="1999874"/>
                  </a:lnTo>
                  <a:lnTo>
                    <a:pt x="5228444" y="1988777"/>
                  </a:lnTo>
                  <a:lnTo>
                    <a:pt x="5156821" y="1977062"/>
                  </a:lnTo>
                  <a:lnTo>
                    <a:pt x="5085199" y="1964693"/>
                  </a:lnTo>
                  <a:lnTo>
                    <a:pt x="5013576" y="1951634"/>
                  </a:lnTo>
                  <a:lnTo>
                    <a:pt x="4941954" y="1937846"/>
                  </a:lnTo>
                  <a:lnTo>
                    <a:pt x="4870331" y="1923290"/>
                  </a:lnTo>
                  <a:lnTo>
                    <a:pt x="4798709" y="1907921"/>
                  </a:lnTo>
                  <a:lnTo>
                    <a:pt x="4727086" y="1891695"/>
                  </a:lnTo>
                  <a:lnTo>
                    <a:pt x="4655464" y="1874564"/>
                  </a:lnTo>
                  <a:lnTo>
                    <a:pt x="4583841" y="1856477"/>
                  </a:lnTo>
                  <a:lnTo>
                    <a:pt x="4512219" y="1837381"/>
                  </a:lnTo>
                  <a:lnTo>
                    <a:pt x="4440596" y="1817220"/>
                  </a:lnTo>
                  <a:lnTo>
                    <a:pt x="4368974" y="1795934"/>
                  </a:lnTo>
                  <a:lnTo>
                    <a:pt x="4297351" y="1773461"/>
                  </a:lnTo>
                  <a:lnTo>
                    <a:pt x="4225729" y="1749735"/>
                  </a:lnTo>
                  <a:lnTo>
                    <a:pt x="4154106" y="1724684"/>
                  </a:lnTo>
                  <a:lnTo>
                    <a:pt x="4082483" y="1698236"/>
                  </a:lnTo>
                  <a:lnTo>
                    <a:pt x="4010861" y="1670313"/>
                  </a:lnTo>
                  <a:lnTo>
                    <a:pt x="3939238" y="1640832"/>
                  </a:lnTo>
                  <a:lnTo>
                    <a:pt x="3867616" y="1609707"/>
                  </a:lnTo>
                  <a:lnTo>
                    <a:pt x="3795993" y="1576845"/>
                  </a:lnTo>
                  <a:lnTo>
                    <a:pt x="3724371" y="1542150"/>
                  </a:lnTo>
                  <a:lnTo>
                    <a:pt x="3652748" y="1505520"/>
                  </a:lnTo>
                  <a:lnTo>
                    <a:pt x="3581126" y="1466846"/>
                  </a:lnTo>
                  <a:lnTo>
                    <a:pt x="3509503" y="1426015"/>
                  </a:lnTo>
                  <a:lnTo>
                    <a:pt x="3437881" y="1382906"/>
                  </a:lnTo>
                  <a:lnTo>
                    <a:pt x="3366258" y="1357444"/>
                  </a:lnTo>
                  <a:lnTo>
                    <a:pt x="3294636" y="1340070"/>
                  </a:lnTo>
                  <a:lnTo>
                    <a:pt x="3223013" y="1322338"/>
                  </a:lnTo>
                  <a:lnTo>
                    <a:pt x="3151391" y="1304239"/>
                  </a:lnTo>
                  <a:lnTo>
                    <a:pt x="3079768" y="1285767"/>
                  </a:lnTo>
                  <a:lnTo>
                    <a:pt x="3008146" y="1266913"/>
                  </a:lnTo>
                  <a:lnTo>
                    <a:pt x="2936523" y="1247670"/>
                  </a:lnTo>
                  <a:lnTo>
                    <a:pt x="2864901" y="1228029"/>
                  </a:lnTo>
                  <a:lnTo>
                    <a:pt x="2793278" y="1207983"/>
                  </a:lnTo>
                  <a:lnTo>
                    <a:pt x="2721655" y="1187523"/>
                  </a:lnTo>
                  <a:lnTo>
                    <a:pt x="2650033" y="1166641"/>
                  </a:lnTo>
                  <a:lnTo>
                    <a:pt x="2578410" y="1145327"/>
                  </a:lnTo>
                  <a:lnTo>
                    <a:pt x="2506788" y="1123573"/>
                  </a:lnTo>
                  <a:lnTo>
                    <a:pt x="2435165" y="1101370"/>
                  </a:lnTo>
                  <a:lnTo>
                    <a:pt x="2363543" y="1078708"/>
                  </a:lnTo>
                  <a:lnTo>
                    <a:pt x="2291920" y="1055579"/>
                  </a:lnTo>
                  <a:lnTo>
                    <a:pt x="2220298" y="1031971"/>
                  </a:lnTo>
                  <a:lnTo>
                    <a:pt x="2148675" y="1007877"/>
                  </a:lnTo>
                  <a:lnTo>
                    <a:pt x="2077053" y="983285"/>
                  </a:lnTo>
                  <a:lnTo>
                    <a:pt x="2005430" y="958184"/>
                  </a:lnTo>
                  <a:lnTo>
                    <a:pt x="1933808" y="932566"/>
                  </a:lnTo>
                  <a:lnTo>
                    <a:pt x="1862185" y="906419"/>
                  </a:lnTo>
                  <a:lnTo>
                    <a:pt x="1790563" y="879731"/>
                  </a:lnTo>
                  <a:lnTo>
                    <a:pt x="1718940" y="852493"/>
                  </a:lnTo>
                  <a:lnTo>
                    <a:pt x="1647318" y="824692"/>
                  </a:lnTo>
                  <a:lnTo>
                    <a:pt x="1575695" y="796317"/>
                  </a:lnTo>
                  <a:lnTo>
                    <a:pt x="1504073" y="767356"/>
                  </a:lnTo>
                  <a:lnTo>
                    <a:pt x="1432450" y="737797"/>
                  </a:lnTo>
                  <a:lnTo>
                    <a:pt x="1360827" y="707628"/>
                  </a:lnTo>
                  <a:lnTo>
                    <a:pt x="1289205" y="676836"/>
                  </a:lnTo>
                  <a:lnTo>
                    <a:pt x="1217582" y="645407"/>
                  </a:lnTo>
                  <a:lnTo>
                    <a:pt x="1145960" y="613330"/>
                  </a:lnTo>
                  <a:lnTo>
                    <a:pt x="1074337" y="580591"/>
                  </a:lnTo>
                  <a:lnTo>
                    <a:pt x="1002715" y="547175"/>
                  </a:lnTo>
                  <a:lnTo>
                    <a:pt x="931092" y="513069"/>
                  </a:lnTo>
                  <a:lnTo>
                    <a:pt x="859470" y="478260"/>
                  </a:lnTo>
                  <a:lnTo>
                    <a:pt x="787847" y="442731"/>
                  </a:lnTo>
                  <a:lnTo>
                    <a:pt x="716225" y="406468"/>
                  </a:lnTo>
                  <a:lnTo>
                    <a:pt x="644602" y="369457"/>
                  </a:lnTo>
                  <a:lnTo>
                    <a:pt x="572980" y="331682"/>
                  </a:lnTo>
                  <a:lnTo>
                    <a:pt x="501357" y="293126"/>
                  </a:lnTo>
                  <a:lnTo>
                    <a:pt x="429735" y="253774"/>
                  </a:lnTo>
                  <a:lnTo>
                    <a:pt x="358112" y="213610"/>
                  </a:lnTo>
                  <a:lnTo>
                    <a:pt x="286490" y="172616"/>
                  </a:lnTo>
                  <a:lnTo>
                    <a:pt x="214867" y="130776"/>
                  </a:lnTo>
                  <a:lnTo>
                    <a:pt x="143245" y="88072"/>
                  </a:lnTo>
                  <a:lnTo>
                    <a:pt x="71622" y="444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37372" y="2073503"/>
              <a:ext cx="6425306" cy="3361753"/>
            </a:xfrm>
            <a:custGeom>
              <a:avLst/>
              <a:pathLst>
                <a:path w="6425306" h="3361753">
                  <a:moveTo>
                    <a:pt x="0" y="0"/>
                  </a:moveTo>
                  <a:lnTo>
                    <a:pt x="50901" y="91770"/>
                  </a:lnTo>
                  <a:lnTo>
                    <a:pt x="122524" y="216162"/>
                  </a:lnTo>
                  <a:lnTo>
                    <a:pt x="194146" y="335993"/>
                  </a:lnTo>
                  <a:lnTo>
                    <a:pt x="265769" y="451429"/>
                  </a:lnTo>
                  <a:lnTo>
                    <a:pt x="337391" y="562631"/>
                  </a:lnTo>
                  <a:lnTo>
                    <a:pt x="409014" y="669756"/>
                  </a:lnTo>
                  <a:lnTo>
                    <a:pt x="480636" y="772952"/>
                  </a:lnTo>
                  <a:lnTo>
                    <a:pt x="552259" y="872364"/>
                  </a:lnTo>
                  <a:lnTo>
                    <a:pt x="623882" y="968130"/>
                  </a:lnTo>
                  <a:lnTo>
                    <a:pt x="695504" y="1060383"/>
                  </a:lnTo>
                  <a:lnTo>
                    <a:pt x="767127" y="1149254"/>
                  </a:lnTo>
                  <a:lnTo>
                    <a:pt x="838749" y="1234866"/>
                  </a:lnTo>
                  <a:lnTo>
                    <a:pt x="910372" y="1317338"/>
                  </a:lnTo>
                  <a:lnTo>
                    <a:pt x="981994" y="1396786"/>
                  </a:lnTo>
                  <a:lnTo>
                    <a:pt x="1053617" y="1473320"/>
                  </a:lnTo>
                  <a:lnTo>
                    <a:pt x="1125239" y="1547047"/>
                  </a:lnTo>
                  <a:lnTo>
                    <a:pt x="1196862" y="1618071"/>
                  </a:lnTo>
                  <a:lnTo>
                    <a:pt x="1268484" y="1686490"/>
                  </a:lnTo>
                  <a:lnTo>
                    <a:pt x="1340107" y="1752399"/>
                  </a:lnTo>
                  <a:lnTo>
                    <a:pt x="1411729" y="1815892"/>
                  </a:lnTo>
                  <a:lnTo>
                    <a:pt x="1483352" y="1877057"/>
                  </a:lnTo>
                  <a:lnTo>
                    <a:pt x="1554974" y="1935978"/>
                  </a:lnTo>
                  <a:lnTo>
                    <a:pt x="1626597" y="1992739"/>
                  </a:lnTo>
                  <a:lnTo>
                    <a:pt x="1698219" y="2047418"/>
                  </a:lnTo>
                  <a:lnTo>
                    <a:pt x="1769842" y="2100091"/>
                  </a:lnTo>
                  <a:lnTo>
                    <a:pt x="1841464" y="2150833"/>
                  </a:lnTo>
                  <a:lnTo>
                    <a:pt x="1913087" y="2199715"/>
                  </a:lnTo>
                  <a:lnTo>
                    <a:pt x="1984710" y="2246803"/>
                  </a:lnTo>
                  <a:lnTo>
                    <a:pt x="2056332" y="2292165"/>
                  </a:lnTo>
                  <a:lnTo>
                    <a:pt x="2127955" y="2335863"/>
                  </a:lnTo>
                  <a:lnTo>
                    <a:pt x="2199577" y="2377959"/>
                  </a:lnTo>
                  <a:lnTo>
                    <a:pt x="2271200" y="2418511"/>
                  </a:lnTo>
                  <a:lnTo>
                    <a:pt x="2342822" y="2457576"/>
                  </a:lnTo>
                  <a:lnTo>
                    <a:pt x="2414445" y="2495208"/>
                  </a:lnTo>
                  <a:lnTo>
                    <a:pt x="2486067" y="2531460"/>
                  </a:lnTo>
                  <a:lnTo>
                    <a:pt x="2557690" y="2566383"/>
                  </a:lnTo>
                  <a:lnTo>
                    <a:pt x="2629312" y="2600025"/>
                  </a:lnTo>
                  <a:lnTo>
                    <a:pt x="2700935" y="2632433"/>
                  </a:lnTo>
                  <a:lnTo>
                    <a:pt x="2772557" y="2663653"/>
                  </a:lnTo>
                  <a:lnTo>
                    <a:pt x="2844180" y="2693728"/>
                  </a:lnTo>
                  <a:lnTo>
                    <a:pt x="2915802" y="2722700"/>
                  </a:lnTo>
                  <a:lnTo>
                    <a:pt x="2987425" y="2750609"/>
                  </a:lnTo>
                  <a:lnTo>
                    <a:pt x="3059047" y="2777495"/>
                  </a:lnTo>
                  <a:lnTo>
                    <a:pt x="3130670" y="2803395"/>
                  </a:lnTo>
                  <a:lnTo>
                    <a:pt x="3202292" y="2828345"/>
                  </a:lnTo>
                  <a:lnTo>
                    <a:pt x="3273915" y="2852381"/>
                  </a:lnTo>
                  <a:lnTo>
                    <a:pt x="3345538" y="2875534"/>
                  </a:lnTo>
                  <a:lnTo>
                    <a:pt x="3417160" y="2897839"/>
                  </a:lnTo>
                  <a:lnTo>
                    <a:pt x="3488783" y="2919326"/>
                  </a:lnTo>
                  <a:lnTo>
                    <a:pt x="3560405" y="2940024"/>
                  </a:lnTo>
                  <a:lnTo>
                    <a:pt x="3632028" y="2959964"/>
                  </a:lnTo>
                  <a:lnTo>
                    <a:pt x="3703650" y="2979173"/>
                  </a:lnTo>
                  <a:lnTo>
                    <a:pt x="3775273" y="2997677"/>
                  </a:lnTo>
                  <a:lnTo>
                    <a:pt x="3846895" y="3015502"/>
                  </a:lnTo>
                  <a:lnTo>
                    <a:pt x="3918518" y="3032674"/>
                  </a:lnTo>
                  <a:lnTo>
                    <a:pt x="3990140" y="3049216"/>
                  </a:lnTo>
                  <a:lnTo>
                    <a:pt x="4061763" y="3065151"/>
                  </a:lnTo>
                  <a:lnTo>
                    <a:pt x="4133385" y="3080502"/>
                  </a:lnTo>
                  <a:lnTo>
                    <a:pt x="4205008" y="3095290"/>
                  </a:lnTo>
                  <a:lnTo>
                    <a:pt x="4276630" y="3109536"/>
                  </a:lnTo>
                  <a:lnTo>
                    <a:pt x="4348253" y="3123259"/>
                  </a:lnTo>
                  <a:lnTo>
                    <a:pt x="4419875" y="3136479"/>
                  </a:lnTo>
                  <a:lnTo>
                    <a:pt x="4491498" y="3149214"/>
                  </a:lnTo>
                  <a:lnTo>
                    <a:pt x="4563120" y="3161482"/>
                  </a:lnTo>
                  <a:lnTo>
                    <a:pt x="4634743" y="3173300"/>
                  </a:lnTo>
                  <a:lnTo>
                    <a:pt x="4706366" y="3184685"/>
                  </a:lnTo>
                  <a:lnTo>
                    <a:pt x="4777988" y="3195652"/>
                  </a:lnTo>
                  <a:lnTo>
                    <a:pt x="4849611" y="3206218"/>
                  </a:lnTo>
                  <a:lnTo>
                    <a:pt x="4921233" y="3216395"/>
                  </a:lnTo>
                  <a:lnTo>
                    <a:pt x="4992856" y="3226200"/>
                  </a:lnTo>
                  <a:lnTo>
                    <a:pt x="5064478" y="3235645"/>
                  </a:lnTo>
                  <a:lnTo>
                    <a:pt x="5136101" y="3244743"/>
                  </a:lnTo>
                  <a:lnTo>
                    <a:pt x="5207723" y="3253508"/>
                  </a:lnTo>
                  <a:lnTo>
                    <a:pt x="5279346" y="3261951"/>
                  </a:lnTo>
                  <a:lnTo>
                    <a:pt x="5350968" y="3270085"/>
                  </a:lnTo>
                  <a:lnTo>
                    <a:pt x="5422591" y="3277921"/>
                  </a:lnTo>
                  <a:lnTo>
                    <a:pt x="5494213" y="3285469"/>
                  </a:lnTo>
                  <a:lnTo>
                    <a:pt x="5565836" y="3292740"/>
                  </a:lnTo>
                  <a:lnTo>
                    <a:pt x="5637458" y="3299745"/>
                  </a:lnTo>
                  <a:lnTo>
                    <a:pt x="5709081" y="3306493"/>
                  </a:lnTo>
                  <a:lnTo>
                    <a:pt x="5780703" y="3312993"/>
                  </a:lnTo>
                  <a:lnTo>
                    <a:pt x="5852326" y="3319255"/>
                  </a:lnTo>
                  <a:lnTo>
                    <a:pt x="5923948" y="3325287"/>
                  </a:lnTo>
                  <a:lnTo>
                    <a:pt x="5995571" y="3331098"/>
                  </a:lnTo>
                  <a:lnTo>
                    <a:pt x="6067194" y="3336696"/>
                  </a:lnTo>
                  <a:lnTo>
                    <a:pt x="6138816" y="3342089"/>
                  </a:lnTo>
                  <a:lnTo>
                    <a:pt x="6210439" y="3347284"/>
                  </a:lnTo>
                  <a:lnTo>
                    <a:pt x="6282061" y="3352288"/>
                  </a:lnTo>
                  <a:lnTo>
                    <a:pt x="6353684" y="3357109"/>
                  </a:lnTo>
                  <a:lnTo>
                    <a:pt x="6425306" y="33617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(1.28-1.92), p_Bonf = &lt;0.001 (n = 6)  |  per IQR decline (Δ = 29.3 %): 3.72 (2.05-6.75)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2026-09-28T16:57:32Z</dcterms:modified>
  <cp:category/>
</cp:coreProperties>
</file>