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38724"/>
            </a:xfrm>
            <a:custGeom>
              <a:avLst/>
              <a:pathLst>
                <a:path w="6964104" h="1238724">
                  <a:moveTo>
                    <a:pt x="1495848" y="0"/>
                  </a:moveTo>
                  <a:lnTo>
                    <a:pt x="1547578" y="49542"/>
                  </a:lnTo>
                  <a:lnTo>
                    <a:pt x="1617923" y="113351"/>
                  </a:lnTo>
                  <a:lnTo>
                    <a:pt x="1688267" y="173789"/>
                  </a:lnTo>
                  <a:lnTo>
                    <a:pt x="1758612" y="231033"/>
                  </a:lnTo>
                  <a:lnTo>
                    <a:pt x="1828956" y="285253"/>
                  </a:lnTo>
                  <a:lnTo>
                    <a:pt x="1899301" y="336608"/>
                  </a:lnTo>
                  <a:lnTo>
                    <a:pt x="1969645" y="385249"/>
                  </a:lnTo>
                  <a:lnTo>
                    <a:pt x="2039990" y="431320"/>
                  </a:lnTo>
                  <a:lnTo>
                    <a:pt x="2110334" y="474958"/>
                  </a:lnTo>
                  <a:lnTo>
                    <a:pt x="2180679" y="516289"/>
                  </a:lnTo>
                  <a:lnTo>
                    <a:pt x="2251023" y="555437"/>
                  </a:lnTo>
                  <a:lnTo>
                    <a:pt x="2321368" y="592516"/>
                  </a:lnTo>
                  <a:lnTo>
                    <a:pt x="2391712" y="627636"/>
                  </a:lnTo>
                  <a:lnTo>
                    <a:pt x="2462057" y="660900"/>
                  </a:lnTo>
                  <a:lnTo>
                    <a:pt x="2532401" y="692407"/>
                  </a:lnTo>
                  <a:lnTo>
                    <a:pt x="2602746" y="722249"/>
                  </a:lnTo>
                  <a:lnTo>
                    <a:pt x="2673090" y="750515"/>
                  </a:lnTo>
                  <a:lnTo>
                    <a:pt x="2743435" y="777286"/>
                  </a:lnTo>
                  <a:lnTo>
                    <a:pt x="2813779" y="802644"/>
                  </a:lnTo>
                  <a:lnTo>
                    <a:pt x="2884124" y="826661"/>
                  </a:lnTo>
                  <a:lnTo>
                    <a:pt x="2954468" y="849410"/>
                  </a:lnTo>
                  <a:lnTo>
                    <a:pt x="3024813" y="870956"/>
                  </a:lnTo>
                  <a:lnTo>
                    <a:pt x="3095157" y="891364"/>
                  </a:lnTo>
                  <a:lnTo>
                    <a:pt x="3165502" y="910694"/>
                  </a:lnTo>
                  <a:lnTo>
                    <a:pt x="3235846" y="929002"/>
                  </a:lnTo>
                  <a:lnTo>
                    <a:pt x="3306191" y="946344"/>
                  </a:lnTo>
                  <a:lnTo>
                    <a:pt x="3376535" y="959723"/>
                  </a:lnTo>
                  <a:lnTo>
                    <a:pt x="3446880" y="965741"/>
                  </a:lnTo>
                  <a:lnTo>
                    <a:pt x="3517224" y="971638"/>
                  </a:lnTo>
                  <a:lnTo>
                    <a:pt x="3587569" y="977416"/>
                  </a:lnTo>
                  <a:lnTo>
                    <a:pt x="3657913" y="983076"/>
                  </a:lnTo>
                  <a:lnTo>
                    <a:pt x="3728257" y="988622"/>
                  </a:lnTo>
                  <a:lnTo>
                    <a:pt x="3798602" y="994056"/>
                  </a:lnTo>
                  <a:lnTo>
                    <a:pt x="3868946" y="999380"/>
                  </a:lnTo>
                  <a:lnTo>
                    <a:pt x="3939291" y="1004597"/>
                  </a:lnTo>
                  <a:lnTo>
                    <a:pt x="4009635" y="1009707"/>
                  </a:lnTo>
                  <a:lnTo>
                    <a:pt x="4079980" y="1014715"/>
                  </a:lnTo>
                  <a:lnTo>
                    <a:pt x="4150324" y="1019621"/>
                  </a:lnTo>
                  <a:lnTo>
                    <a:pt x="4220669" y="1024427"/>
                  </a:lnTo>
                  <a:lnTo>
                    <a:pt x="4291013" y="1029137"/>
                  </a:lnTo>
                  <a:lnTo>
                    <a:pt x="4361358" y="1033751"/>
                  </a:lnTo>
                  <a:lnTo>
                    <a:pt x="4431702" y="1038272"/>
                  </a:lnTo>
                  <a:lnTo>
                    <a:pt x="4502047" y="1042701"/>
                  </a:lnTo>
                  <a:lnTo>
                    <a:pt x="4572391" y="1047041"/>
                  </a:lnTo>
                  <a:lnTo>
                    <a:pt x="4642736" y="1051293"/>
                  </a:lnTo>
                  <a:lnTo>
                    <a:pt x="4713080" y="1055459"/>
                  </a:lnTo>
                  <a:lnTo>
                    <a:pt x="4783425" y="1059541"/>
                  </a:lnTo>
                  <a:lnTo>
                    <a:pt x="4853769" y="1063540"/>
                  </a:lnTo>
                  <a:lnTo>
                    <a:pt x="4924114" y="1067458"/>
                  </a:lnTo>
                  <a:lnTo>
                    <a:pt x="4994458" y="1071297"/>
                  </a:lnTo>
                  <a:lnTo>
                    <a:pt x="5064803" y="1075058"/>
                  </a:lnTo>
                  <a:lnTo>
                    <a:pt x="5135147" y="1078743"/>
                  </a:lnTo>
                  <a:lnTo>
                    <a:pt x="5205492" y="1082354"/>
                  </a:lnTo>
                  <a:lnTo>
                    <a:pt x="5275836" y="1085892"/>
                  </a:lnTo>
                  <a:lnTo>
                    <a:pt x="5346181" y="1089358"/>
                  </a:lnTo>
                  <a:lnTo>
                    <a:pt x="5416525" y="1092753"/>
                  </a:lnTo>
                  <a:lnTo>
                    <a:pt x="5486870" y="1096081"/>
                  </a:lnTo>
                  <a:lnTo>
                    <a:pt x="5557214" y="1099340"/>
                  </a:lnTo>
                  <a:lnTo>
                    <a:pt x="5627559" y="1102534"/>
                  </a:lnTo>
                  <a:lnTo>
                    <a:pt x="5697903" y="1105663"/>
                  </a:lnTo>
                  <a:lnTo>
                    <a:pt x="5768248" y="1108729"/>
                  </a:lnTo>
                  <a:lnTo>
                    <a:pt x="5838592" y="1111733"/>
                  </a:lnTo>
                  <a:lnTo>
                    <a:pt x="5908937" y="1114676"/>
                  </a:lnTo>
                  <a:lnTo>
                    <a:pt x="5979281" y="1117560"/>
                  </a:lnTo>
                  <a:lnTo>
                    <a:pt x="6049626" y="1120385"/>
                  </a:lnTo>
                  <a:lnTo>
                    <a:pt x="6119970" y="1123153"/>
                  </a:lnTo>
                  <a:lnTo>
                    <a:pt x="6190315" y="1125865"/>
                  </a:lnTo>
                  <a:lnTo>
                    <a:pt x="6260659" y="1128523"/>
                  </a:lnTo>
                  <a:lnTo>
                    <a:pt x="6331004" y="1131126"/>
                  </a:lnTo>
                  <a:lnTo>
                    <a:pt x="6401348" y="1133677"/>
                  </a:lnTo>
                  <a:lnTo>
                    <a:pt x="6471693" y="1136176"/>
                  </a:lnTo>
                  <a:lnTo>
                    <a:pt x="6542037" y="1138625"/>
                  </a:lnTo>
                  <a:lnTo>
                    <a:pt x="6612382" y="1141024"/>
                  </a:lnTo>
                  <a:lnTo>
                    <a:pt x="6682726" y="1143374"/>
                  </a:lnTo>
                  <a:lnTo>
                    <a:pt x="6753071" y="1145677"/>
                  </a:lnTo>
                  <a:lnTo>
                    <a:pt x="6823415" y="1147934"/>
                  </a:lnTo>
                  <a:lnTo>
                    <a:pt x="6893760" y="1150144"/>
                  </a:lnTo>
                  <a:lnTo>
                    <a:pt x="6964104" y="1152310"/>
                  </a:lnTo>
                  <a:lnTo>
                    <a:pt x="6964104" y="1238724"/>
                  </a:lnTo>
                  <a:lnTo>
                    <a:pt x="6893760" y="1237693"/>
                  </a:lnTo>
                  <a:lnTo>
                    <a:pt x="6823415" y="1236605"/>
                  </a:lnTo>
                  <a:lnTo>
                    <a:pt x="6753071" y="1235456"/>
                  </a:lnTo>
                  <a:lnTo>
                    <a:pt x="6682726" y="1234243"/>
                  </a:lnTo>
                  <a:lnTo>
                    <a:pt x="6612382" y="1232962"/>
                  </a:lnTo>
                  <a:lnTo>
                    <a:pt x="6542037" y="1231610"/>
                  </a:lnTo>
                  <a:lnTo>
                    <a:pt x="6471693" y="1230182"/>
                  </a:lnTo>
                  <a:lnTo>
                    <a:pt x="6401348" y="1228675"/>
                  </a:lnTo>
                  <a:lnTo>
                    <a:pt x="6331004" y="1227084"/>
                  </a:lnTo>
                  <a:lnTo>
                    <a:pt x="6260659" y="1225404"/>
                  </a:lnTo>
                  <a:lnTo>
                    <a:pt x="6190315" y="1223630"/>
                  </a:lnTo>
                  <a:lnTo>
                    <a:pt x="6119970" y="1221757"/>
                  </a:lnTo>
                  <a:lnTo>
                    <a:pt x="6049626" y="1219780"/>
                  </a:lnTo>
                  <a:lnTo>
                    <a:pt x="5979281" y="1217692"/>
                  </a:lnTo>
                  <a:lnTo>
                    <a:pt x="5908937" y="1215488"/>
                  </a:lnTo>
                  <a:lnTo>
                    <a:pt x="5838592" y="1213161"/>
                  </a:lnTo>
                  <a:lnTo>
                    <a:pt x="5768248" y="1210705"/>
                  </a:lnTo>
                  <a:lnTo>
                    <a:pt x="5697903" y="1208111"/>
                  </a:lnTo>
                  <a:lnTo>
                    <a:pt x="5627559" y="1205372"/>
                  </a:lnTo>
                  <a:lnTo>
                    <a:pt x="5557214" y="1202481"/>
                  </a:lnTo>
                  <a:lnTo>
                    <a:pt x="5486870" y="1199428"/>
                  </a:lnTo>
                  <a:lnTo>
                    <a:pt x="5416525" y="1196205"/>
                  </a:lnTo>
                  <a:lnTo>
                    <a:pt x="5346181" y="1192803"/>
                  </a:lnTo>
                  <a:lnTo>
                    <a:pt x="5275836" y="1189210"/>
                  </a:lnTo>
                  <a:lnTo>
                    <a:pt x="5205492" y="1185417"/>
                  </a:lnTo>
                  <a:lnTo>
                    <a:pt x="5135147" y="1181413"/>
                  </a:lnTo>
                  <a:lnTo>
                    <a:pt x="5064803" y="1177185"/>
                  </a:lnTo>
                  <a:lnTo>
                    <a:pt x="4994458" y="1172722"/>
                  </a:lnTo>
                  <a:lnTo>
                    <a:pt x="4924114" y="1168009"/>
                  </a:lnTo>
                  <a:lnTo>
                    <a:pt x="4853769" y="1163033"/>
                  </a:lnTo>
                  <a:lnTo>
                    <a:pt x="4783425" y="1157780"/>
                  </a:lnTo>
                  <a:lnTo>
                    <a:pt x="4713080" y="1152234"/>
                  </a:lnTo>
                  <a:lnTo>
                    <a:pt x="4642736" y="1146378"/>
                  </a:lnTo>
                  <a:lnTo>
                    <a:pt x="4572391" y="1140196"/>
                  </a:lnTo>
                  <a:lnTo>
                    <a:pt x="4502047" y="1133669"/>
                  </a:lnTo>
                  <a:lnTo>
                    <a:pt x="4431702" y="1126778"/>
                  </a:lnTo>
                  <a:lnTo>
                    <a:pt x="4361358" y="1119502"/>
                  </a:lnTo>
                  <a:lnTo>
                    <a:pt x="4291013" y="1111821"/>
                  </a:lnTo>
                  <a:lnTo>
                    <a:pt x="4220669" y="1103711"/>
                  </a:lnTo>
                  <a:lnTo>
                    <a:pt x="4150324" y="1095148"/>
                  </a:lnTo>
                  <a:lnTo>
                    <a:pt x="4079980" y="1086108"/>
                  </a:lnTo>
                  <a:lnTo>
                    <a:pt x="4009635" y="1076564"/>
                  </a:lnTo>
                  <a:lnTo>
                    <a:pt x="3939291" y="1066487"/>
                  </a:lnTo>
                  <a:lnTo>
                    <a:pt x="3868946" y="1055848"/>
                  </a:lnTo>
                  <a:lnTo>
                    <a:pt x="3798602" y="1044615"/>
                  </a:lnTo>
                  <a:lnTo>
                    <a:pt x="3728257" y="1032756"/>
                  </a:lnTo>
                  <a:lnTo>
                    <a:pt x="3657913" y="1020236"/>
                  </a:lnTo>
                  <a:lnTo>
                    <a:pt x="3587569" y="1007017"/>
                  </a:lnTo>
                  <a:lnTo>
                    <a:pt x="3517224" y="993060"/>
                  </a:lnTo>
                  <a:lnTo>
                    <a:pt x="3446880" y="978325"/>
                  </a:lnTo>
                  <a:lnTo>
                    <a:pt x="3376535" y="962768"/>
                  </a:lnTo>
                  <a:lnTo>
                    <a:pt x="3306191" y="953580"/>
                  </a:lnTo>
                  <a:lnTo>
                    <a:pt x="3235846" y="947310"/>
                  </a:lnTo>
                  <a:lnTo>
                    <a:pt x="3165502" y="940911"/>
                  </a:lnTo>
                  <a:lnTo>
                    <a:pt x="3095157" y="934379"/>
                  </a:lnTo>
                  <a:lnTo>
                    <a:pt x="3024813" y="927713"/>
                  </a:lnTo>
                  <a:lnTo>
                    <a:pt x="2954468" y="920909"/>
                  </a:lnTo>
                  <a:lnTo>
                    <a:pt x="2884124" y="913965"/>
                  </a:lnTo>
                  <a:lnTo>
                    <a:pt x="2813779" y="906877"/>
                  </a:lnTo>
                  <a:lnTo>
                    <a:pt x="2743435" y="899643"/>
                  </a:lnTo>
                  <a:lnTo>
                    <a:pt x="2673090" y="892259"/>
                  </a:lnTo>
                  <a:lnTo>
                    <a:pt x="2602746" y="884723"/>
                  </a:lnTo>
                  <a:lnTo>
                    <a:pt x="2532401" y="877032"/>
                  </a:lnTo>
                  <a:lnTo>
                    <a:pt x="2462057" y="869181"/>
                  </a:lnTo>
                  <a:lnTo>
                    <a:pt x="2391712" y="861169"/>
                  </a:lnTo>
                  <a:lnTo>
                    <a:pt x="2321368" y="852990"/>
                  </a:lnTo>
                  <a:lnTo>
                    <a:pt x="2251023" y="844644"/>
                  </a:lnTo>
                  <a:lnTo>
                    <a:pt x="2180679" y="836124"/>
                  </a:lnTo>
                  <a:lnTo>
                    <a:pt x="2110334" y="827429"/>
                  </a:lnTo>
                  <a:lnTo>
                    <a:pt x="2039990" y="818554"/>
                  </a:lnTo>
                  <a:lnTo>
                    <a:pt x="1969645" y="809496"/>
                  </a:lnTo>
                  <a:lnTo>
                    <a:pt x="1899301" y="800251"/>
                  </a:lnTo>
                  <a:lnTo>
                    <a:pt x="1828956" y="790815"/>
                  </a:lnTo>
                  <a:lnTo>
                    <a:pt x="1758612" y="781184"/>
                  </a:lnTo>
                  <a:lnTo>
                    <a:pt x="1688267" y="771355"/>
                  </a:lnTo>
                  <a:lnTo>
                    <a:pt x="1617923" y="761322"/>
                  </a:lnTo>
                  <a:lnTo>
                    <a:pt x="1547578" y="751082"/>
                  </a:lnTo>
                  <a:lnTo>
                    <a:pt x="1477234" y="740631"/>
                  </a:lnTo>
                  <a:lnTo>
                    <a:pt x="1406889" y="729964"/>
                  </a:lnTo>
                  <a:lnTo>
                    <a:pt x="1336545" y="719076"/>
                  </a:lnTo>
                  <a:lnTo>
                    <a:pt x="1266200" y="707964"/>
                  </a:lnTo>
                  <a:lnTo>
                    <a:pt x="1195856" y="696622"/>
                  </a:lnTo>
                  <a:lnTo>
                    <a:pt x="1125511" y="685047"/>
                  </a:lnTo>
                  <a:lnTo>
                    <a:pt x="1055167" y="673232"/>
                  </a:lnTo>
                  <a:lnTo>
                    <a:pt x="984822" y="661173"/>
                  </a:lnTo>
                  <a:lnTo>
                    <a:pt x="914478" y="648865"/>
                  </a:lnTo>
                  <a:lnTo>
                    <a:pt x="844133" y="636303"/>
                  </a:lnTo>
                  <a:lnTo>
                    <a:pt x="773789" y="623481"/>
                  </a:lnTo>
                  <a:lnTo>
                    <a:pt x="703444" y="610395"/>
                  </a:lnTo>
                  <a:lnTo>
                    <a:pt x="633100" y="597038"/>
                  </a:lnTo>
                  <a:lnTo>
                    <a:pt x="562755" y="583406"/>
                  </a:lnTo>
                  <a:lnTo>
                    <a:pt x="492411" y="569492"/>
                  </a:lnTo>
                  <a:lnTo>
                    <a:pt x="422066" y="555291"/>
                  </a:lnTo>
                  <a:lnTo>
                    <a:pt x="351722" y="540797"/>
                  </a:lnTo>
                  <a:lnTo>
                    <a:pt x="281377" y="526003"/>
                  </a:lnTo>
                  <a:lnTo>
                    <a:pt x="211033" y="510904"/>
                  </a:lnTo>
                  <a:lnTo>
                    <a:pt x="140688" y="495493"/>
                  </a:lnTo>
                  <a:lnTo>
                    <a:pt x="70344" y="479764"/>
                  </a:lnTo>
                  <a:lnTo>
                    <a:pt x="0" y="4637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1160" y="2143092"/>
              <a:ext cx="5468256" cy="1152310"/>
            </a:xfrm>
            <a:custGeom>
              <a:avLst/>
              <a:pathLst>
                <a:path w="5468256" h="1152310">
                  <a:moveTo>
                    <a:pt x="0" y="0"/>
                  </a:moveTo>
                  <a:lnTo>
                    <a:pt x="51730" y="49542"/>
                  </a:lnTo>
                  <a:lnTo>
                    <a:pt x="122075" y="113351"/>
                  </a:lnTo>
                  <a:lnTo>
                    <a:pt x="192419" y="173789"/>
                  </a:lnTo>
                  <a:lnTo>
                    <a:pt x="262764" y="231033"/>
                  </a:lnTo>
                  <a:lnTo>
                    <a:pt x="333108" y="285253"/>
                  </a:lnTo>
                  <a:lnTo>
                    <a:pt x="403453" y="336608"/>
                  </a:lnTo>
                  <a:lnTo>
                    <a:pt x="473797" y="385249"/>
                  </a:lnTo>
                  <a:lnTo>
                    <a:pt x="544142" y="431320"/>
                  </a:lnTo>
                  <a:lnTo>
                    <a:pt x="614486" y="474958"/>
                  </a:lnTo>
                  <a:lnTo>
                    <a:pt x="684831" y="516289"/>
                  </a:lnTo>
                  <a:lnTo>
                    <a:pt x="755175" y="555437"/>
                  </a:lnTo>
                  <a:lnTo>
                    <a:pt x="825520" y="592516"/>
                  </a:lnTo>
                  <a:lnTo>
                    <a:pt x="895864" y="627636"/>
                  </a:lnTo>
                  <a:lnTo>
                    <a:pt x="966208" y="660900"/>
                  </a:lnTo>
                  <a:lnTo>
                    <a:pt x="1036553" y="692407"/>
                  </a:lnTo>
                  <a:lnTo>
                    <a:pt x="1106897" y="722249"/>
                  </a:lnTo>
                  <a:lnTo>
                    <a:pt x="1177242" y="750515"/>
                  </a:lnTo>
                  <a:lnTo>
                    <a:pt x="1247586" y="777286"/>
                  </a:lnTo>
                  <a:lnTo>
                    <a:pt x="1317931" y="802644"/>
                  </a:lnTo>
                  <a:lnTo>
                    <a:pt x="1388275" y="826661"/>
                  </a:lnTo>
                  <a:lnTo>
                    <a:pt x="1458620" y="849410"/>
                  </a:lnTo>
                  <a:lnTo>
                    <a:pt x="1528964" y="870956"/>
                  </a:lnTo>
                  <a:lnTo>
                    <a:pt x="1599309" y="891364"/>
                  </a:lnTo>
                  <a:lnTo>
                    <a:pt x="1669653" y="910694"/>
                  </a:lnTo>
                  <a:lnTo>
                    <a:pt x="1739998" y="929002"/>
                  </a:lnTo>
                  <a:lnTo>
                    <a:pt x="1810342" y="946344"/>
                  </a:lnTo>
                  <a:lnTo>
                    <a:pt x="1880687" y="959723"/>
                  </a:lnTo>
                  <a:lnTo>
                    <a:pt x="1951031" y="965741"/>
                  </a:lnTo>
                  <a:lnTo>
                    <a:pt x="2021376" y="971638"/>
                  </a:lnTo>
                  <a:lnTo>
                    <a:pt x="2091720" y="977416"/>
                  </a:lnTo>
                  <a:lnTo>
                    <a:pt x="2162065" y="983076"/>
                  </a:lnTo>
                  <a:lnTo>
                    <a:pt x="2232409" y="988622"/>
                  </a:lnTo>
                  <a:lnTo>
                    <a:pt x="2302754" y="994056"/>
                  </a:lnTo>
                  <a:lnTo>
                    <a:pt x="2373098" y="999380"/>
                  </a:lnTo>
                  <a:lnTo>
                    <a:pt x="2443443" y="1004597"/>
                  </a:lnTo>
                  <a:lnTo>
                    <a:pt x="2513787" y="1009707"/>
                  </a:lnTo>
                  <a:lnTo>
                    <a:pt x="2584132" y="1014715"/>
                  </a:lnTo>
                  <a:lnTo>
                    <a:pt x="2654476" y="1019621"/>
                  </a:lnTo>
                  <a:lnTo>
                    <a:pt x="2724821" y="1024427"/>
                  </a:lnTo>
                  <a:lnTo>
                    <a:pt x="2795165" y="1029137"/>
                  </a:lnTo>
                  <a:lnTo>
                    <a:pt x="2865510" y="1033751"/>
                  </a:lnTo>
                  <a:lnTo>
                    <a:pt x="2935854" y="1038272"/>
                  </a:lnTo>
                  <a:lnTo>
                    <a:pt x="3006199" y="1042701"/>
                  </a:lnTo>
                  <a:lnTo>
                    <a:pt x="3076543" y="1047041"/>
                  </a:lnTo>
                  <a:lnTo>
                    <a:pt x="3146888" y="1051293"/>
                  </a:lnTo>
                  <a:lnTo>
                    <a:pt x="3217232" y="1055459"/>
                  </a:lnTo>
                  <a:lnTo>
                    <a:pt x="3287577" y="1059541"/>
                  </a:lnTo>
                  <a:lnTo>
                    <a:pt x="3357921" y="1063540"/>
                  </a:lnTo>
                  <a:lnTo>
                    <a:pt x="3428266" y="1067458"/>
                  </a:lnTo>
                  <a:lnTo>
                    <a:pt x="3498610" y="1071297"/>
                  </a:lnTo>
                  <a:lnTo>
                    <a:pt x="3568955" y="1075058"/>
                  </a:lnTo>
                  <a:lnTo>
                    <a:pt x="3639299" y="1078743"/>
                  </a:lnTo>
                  <a:lnTo>
                    <a:pt x="3709644" y="1082354"/>
                  </a:lnTo>
                  <a:lnTo>
                    <a:pt x="3779988" y="1085892"/>
                  </a:lnTo>
                  <a:lnTo>
                    <a:pt x="3850333" y="1089358"/>
                  </a:lnTo>
                  <a:lnTo>
                    <a:pt x="3920677" y="1092753"/>
                  </a:lnTo>
                  <a:lnTo>
                    <a:pt x="3991022" y="1096081"/>
                  </a:lnTo>
                  <a:lnTo>
                    <a:pt x="4061366" y="1099340"/>
                  </a:lnTo>
                  <a:lnTo>
                    <a:pt x="4131711" y="1102534"/>
                  </a:lnTo>
                  <a:lnTo>
                    <a:pt x="4202055" y="1105663"/>
                  </a:lnTo>
                  <a:lnTo>
                    <a:pt x="4272400" y="1108729"/>
                  </a:lnTo>
                  <a:lnTo>
                    <a:pt x="4342744" y="1111733"/>
                  </a:lnTo>
                  <a:lnTo>
                    <a:pt x="4413089" y="1114676"/>
                  </a:lnTo>
                  <a:lnTo>
                    <a:pt x="4483433" y="1117560"/>
                  </a:lnTo>
                  <a:lnTo>
                    <a:pt x="4553778" y="1120385"/>
                  </a:lnTo>
                  <a:lnTo>
                    <a:pt x="4624122" y="1123153"/>
                  </a:lnTo>
                  <a:lnTo>
                    <a:pt x="4694466" y="1125865"/>
                  </a:lnTo>
                  <a:lnTo>
                    <a:pt x="4764811" y="1128523"/>
                  </a:lnTo>
                  <a:lnTo>
                    <a:pt x="4835155" y="1131126"/>
                  </a:lnTo>
                  <a:lnTo>
                    <a:pt x="4905500" y="1133677"/>
                  </a:lnTo>
                  <a:lnTo>
                    <a:pt x="4975844" y="1136176"/>
                  </a:lnTo>
                  <a:lnTo>
                    <a:pt x="5046189" y="1138625"/>
                  </a:lnTo>
                  <a:lnTo>
                    <a:pt x="5116533" y="1141024"/>
                  </a:lnTo>
                  <a:lnTo>
                    <a:pt x="5186878" y="1143374"/>
                  </a:lnTo>
                  <a:lnTo>
                    <a:pt x="5257222" y="1145677"/>
                  </a:lnTo>
                  <a:lnTo>
                    <a:pt x="5327567" y="1147934"/>
                  </a:lnTo>
                  <a:lnTo>
                    <a:pt x="5397911" y="1150144"/>
                  </a:lnTo>
                  <a:lnTo>
                    <a:pt x="5468256" y="1152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606802"/>
              <a:ext cx="6964104" cy="775014"/>
            </a:xfrm>
            <a:custGeom>
              <a:avLst/>
              <a:pathLst>
                <a:path w="6964104" h="775014">
                  <a:moveTo>
                    <a:pt x="6964104" y="775014"/>
                  </a:moveTo>
                  <a:lnTo>
                    <a:pt x="6893760" y="773983"/>
                  </a:lnTo>
                  <a:lnTo>
                    <a:pt x="6823415" y="772895"/>
                  </a:lnTo>
                  <a:lnTo>
                    <a:pt x="6753071" y="771746"/>
                  </a:lnTo>
                  <a:lnTo>
                    <a:pt x="6682726" y="770533"/>
                  </a:lnTo>
                  <a:lnTo>
                    <a:pt x="6612382" y="769252"/>
                  </a:lnTo>
                  <a:lnTo>
                    <a:pt x="6542037" y="767900"/>
                  </a:lnTo>
                  <a:lnTo>
                    <a:pt x="6471693" y="766472"/>
                  </a:lnTo>
                  <a:lnTo>
                    <a:pt x="6401348" y="764965"/>
                  </a:lnTo>
                  <a:lnTo>
                    <a:pt x="6331004" y="763373"/>
                  </a:lnTo>
                  <a:lnTo>
                    <a:pt x="6260659" y="761693"/>
                  </a:lnTo>
                  <a:lnTo>
                    <a:pt x="6190315" y="759920"/>
                  </a:lnTo>
                  <a:lnTo>
                    <a:pt x="6119970" y="758047"/>
                  </a:lnTo>
                  <a:lnTo>
                    <a:pt x="6049626" y="756069"/>
                  </a:lnTo>
                  <a:lnTo>
                    <a:pt x="5979281" y="753982"/>
                  </a:lnTo>
                  <a:lnTo>
                    <a:pt x="5908937" y="751778"/>
                  </a:lnTo>
                  <a:lnTo>
                    <a:pt x="5838592" y="749451"/>
                  </a:lnTo>
                  <a:lnTo>
                    <a:pt x="5768248" y="746994"/>
                  </a:lnTo>
                  <a:lnTo>
                    <a:pt x="5697903" y="744400"/>
                  </a:lnTo>
                  <a:lnTo>
                    <a:pt x="5627559" y="741662"/>
                  </a:lnTo>
                  <a:lnTo>
                    <a:pt x="5557214" y="738771"/>
                  </a:lnTo>
                  <a:lnTo>
                    <a:pt x="5486870" y="735718"/>
                  </a:lnTo>
                  <a:lnTo>
                    <a:pt x="5416525" y="732495"/>
                  </a:lnTo>
                  <a:lnTo>
                    <a:pt x="5346181" y="729092"/>
                  </a:lnTo>
                  <a:lnTo>
                    <a:pt x="5275836" y="725500"/>
                  </a:lnTo>
                  <a:lnTo>
                    <a:pt x="5205492" y="721707"/>
                  </a:lnTo>
                  <a:lnTo>
                    <a:pt x="5135147" y="717703"/>
                  </a:lnTo>
                  <a:lnTo>
                    <a:pt x="5064803" y="713475"/>
                  </a:lnTo>
                  <a:lnTo>
                    <a:pt x="4994458" y="709011"/>
                  </a:lnTo>
                  <a:lnTo>
                    <a:pt x="4924114" y="704298"/>
                  </a:lnTo>
                  <a:lnTo>
                    <a:pt x="4853769" y="699323"/>
                  </a:lnTo>
                  <a:lnTo>
                    <a:pt x="4783425" y="694070"/>
                  </a:lnTo>
                  <a:lnTo>
                    <a:pt x="4713080" y="688523"/>
                  </a:lnTo>
                  <a:lnTo>
                    <a:pt x="4642736" y="682668"/>
                  </a:lnTo>
                  <a:lnTo>
                    <a:pt x="4572391" y="676486"/>
                  </a:lnTo>
                  <a:lnTo>
                    <a:pt x="4502047" y="669959"/>
                  </a:lnTo>
                  <a:lnTo>
                    <a:pt x="4431702" y="663067"/>
                  </a:lnTo>
                  <a:lnTo>
                    <a:pt x="4361358" y="655792"/>
                  </a:lnTo>
                  <a:lnTo>
                    <a:pt x="4291013" y="648110"/>
                  </a:lnTo>
                  <a:lnTo>
                    <a:pt x="4220669" y="640000"/>
                  </a:lnTo>
                  <a:lnTo>
                    <a:pt x="4150324" y="631438"/>
                  </a:lnTo>
                  <a:lnTo>
                    <a:pt x="4079980" y="622398"/>
                  </a:lnTo>
                  <a:lnTo>
                    <a:pt x="4009635" y="612853"/>
                  </a:lnTo>
                  <a:lnTo>
                    <a:pt x="3939291" y="602776"/>
                  </a:lnTo>
                  <a:lnTo>
                    <a:pt x="3868946" y="592137"/>
                  </a:lnTo>
                  <a:lnTo>
                    <a:pt x="3798602" y="580905"/>
                  </a:lnTo>
                  <a:lnTo>
                    <a:pt x="3728257" y="569046"/>
                  </a:lnTo>
                  <a:lnTo>
                    <a:pt x="3657913" y="556525"/>
                  </a:lnTo>
                  <a:lnTo>
                    <a:pt x="3587569" y="543306"/>
                  </a:lnTo>
                  <a:lnTo>
                    <a:pt x="3517224" y="529350"/>
                  </a:lnTo>
                  <a:lnTo>
                    <a:pt x="3446880" y="514615"/>
                  </a:lnTo>
                  <a:lnTo>
                    <a:pt x="3376535" y="499058"/>
                  </a:lnTo>
                  <a:lnTo>
                    <a:pt x="3306191" y="489869"/>
                  </a:lnTo>
                  <a:lnTo>
                    <a:pt x="3235846" y="483599"/>
                  </a:lnTo>
                  <a:lnTo>
                    <a:pt x="3165502" y="477200"/>
                  </a:lnTo>
                  <a:lnTo>
                    <a:pt x="3095157" y="470669"/>
                  </a:lnTo>
                  <a:lnTo>
                    <a:pt x="3024813" y="464003"/>
                  </a:lnTo>
                  <a:lnTo>
                    <a:pt x="2954468" y="457199"/>
                  </a:lnTo>
                  <a:lnTo>
                    <a:pt x="2884124" y="450254"/>
                  </a:lnTo>
                  <a:lnTo>
                    <a:pt x="2813779" y="443167"/>
                  </a:lnTo>
                  <a:lnTo>
                    <a:pt x="2743435" y="435932"/>
                  </a:lnTo>
                  <a:lnTo>
                    <a:pt x="2673090" y="428549"/>
                  </a:lnTo>
                  <a:lnTo>
                    <a:pt x="2602746" y="421013"/>
                  </a:lnTo>
                  <a:lnTo>
                    <a:pt x="2532401" y="413321"/>
                  </a:lnTo>
                  <a:lnTo>
                    <a:pt x="2462057" y="405471"/>
                  </a:lnTo>
                  <a:lnTo>
                    <a:pt x="2391712" y="397458"/>
                  </a:lnTo>
                  <a:lnTo>
                    <a:pt x="2321368" y="389280"/>
                  </a:lnTo>
                  <a:lnTo>
                    <a:pt x="2251023" y="380933"/>
                  </a:lnTo>
                  <a:lnTo>
                    <a:pt x="2180679" y="372414"/>
                  </a:lnTo>
                  <a:lnTo>
                    <a:pt x="2110334" y="363719"/>
                  </a:lnTo>
                  <a:lnTo>
                    <a:pt x="2039990" y="354844"/>
                  </a:lnTo>
                  <a:lnTo>
                    <a:pt x="1969645" y="345786"/>
                  </a:lnTo>
                  <a:lnTo>
                    <a:pt x="1899301" y="336541"/>
                  </a:lnTo>
                  <a:lnTo>
                    <a:pt x="1828956" y="327105"/>
                  </a:lnTo>
                  <a:lnTo>
                    <a:pt x="1758612" y="317474"/>
                  </a:lnTo>
                  <a:lnTo>
                    <a:pt x="1688267" y="307644"/>
                  </a:lnTo>
                  <a:lnTo>
                    <a:pt x="1617923" y="297612"/>
                  </a:lnTo>
                  <a:lnTo>
                    <a:pt x="1547578" y="287372"/>
                  </a:lnTo>
                  <a:lnTo>
                    <a:pt x="1477234" y="276921"/>
                  </a:lnTo>
                  <a:lnTo>
                    <a:pt x="1406889" y="266253"/>
                  </a:lnTo>
                  <a:lnTo>
                    <a:pt x="1336545" y="255366"/>
                  </a:lnTo>
                  <a:lnTo>
                    <a:pt x="1266200" y="244254"/>
                  </a:lnTo>
                  <a:lnTo>
                    <a:pt x="1195856" y="232912"/>
                  </a:lnTo>
                  <a:lnTo>
                    <a:pt x="1125511" y="221336"/>
                  </a:lnTo>
                  <a:lnTo>
                    <a:pt x="1055167" y="209521"/>
                  </a:lnTo>
                  <a:lnTo>
                    <a:pt x="984822" y="197462"/>
                  </a:lnTo>
                  <a:lnTo>
                    <a:pt x="914478" y="185154"/>
                  </a:lnTo>
                  <a:lnTo>
                    <a:pt x="844133" y="172592"/>
                  </a:lnTo>
                  <a:lnTo>
                    <a:pt x="773789" y="159771"/>
                  </a:lnTo>
                  <a:lnTo>
                    <a:pt x="703444" y="146685"/>
                  </a:lnTo>
                  <a:lnTo>
                    <a:pt x="633100" y="133328"/>
                  </a:lnTo>
                  <a:lnTo>
                    <a:pt x="562755" y="119696"/>
                  </a:lnTo>
                  <a:lnTo>
                    <a:pt x="492411" y="105782"/>
                  </a:lnTo>
                  <a:lnTo>
                    <a:pt x="422066" y="91581"/>
                  </a:lnTo>
                  <a:lnTo>
                    <a:pt x="351722" y="77086"/>
                  </a:lnTo>
                  <a:lnTo>
                    <a:pt x="281377" y="62293"/>
                  </a:lnTo>
                  <a:lnTo>
                    <a:pt x="211033" y="47194"/>
                  </a:lnTo>
                  <a:lnTo>
                    <a:pt x="140688" y="31783"/>
                  </a:lnTo>
                  <a:lnTo>
                    <a:pt x="70344" y="160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88763" y="2143092"/>
              <a:ext cx="6310653" cy="1213177"/>
            </a:xfrm>
            <a:custGeom>
              <a:avLst/>
              <a:pathLst>
                <a:path w="6310653" h="1213177">
                  <a:moveTo>
                    <a:pt x="0" y="0"/>
                  </a:moveTo>
                  <a:lnTo>
                    <a:pt x="49993" y="33117"/>
                  </a:lnTo>
                  <a:lnTo>
                    <a:pt x="120338" y="78008"/>
                  </a:lnTo>
                  <a:lnTo>
                    <a:pt x="190682" y="121252"/>
                  </a:lnTo>
                  <a:lnTo>
                    <a:pt x="261026" y="162910"/>
                  </a:lnTo>
                  <a:lnTo>
                    <a:pt x="331371" y="203040"/>
                  </a:lnTo>
                  <a:lnTo>
                    <a:pt x="401715" y="241699"/>
                  </a:lnTo>
                  <a:lnTo>
                    <a:pt x="472060" y="278940"/>
                  </a:lnTo>
                  <a:lnTo>
                    <a:pt x="542404" y="314815"/>
                  </a:lnTo>
                  <a:lnTo>
                    <a:pt x="612749" y="349375"/>
                  </a:lnTo>
                  <a:lnTo>
                    <a:pt x="683093" y="382667"/>
                  </a:lnTo>
                  <a:lnTo>
                    <a:pt x="753438" y="414738"/>
                  </a:lnTo>
                  <a:lnTo>
                    <a:pt x="823782" y="445634"/>
                  </a:lnTo>
                  <a:lnTo>
                    <a:pt x="894127" y="475396"/>
                  </a:lnTo>
                  <a:lnTo>
                    <a:pt x="964471" y="504067"/>
                  </a:lnTo>
                  <a:lnTo>
                    <a:pt x="1034816" y="531686"/>
                  </a:lnTo>
                  <a:lnTo>
                    <a:pt x="1105160" y="558293"/>
                  </a:lnTo>
                  <a:lnTo>
                    <a:pt x="1175505" y="583923"/>
                  </a:lnTo>
                  <a:lnTo>
                    <a:pt x="1245849" y="608614"/>
                  </a:lnTo>
                  <a:lnTo>
                    <a:pt x="1316194" y="632399"/>
                  </a:lnTo>
                  <a:lnTo>
                    <a:pt x="1386538" y="655312"/>
                  </a:lnTo>
                  <a:lnTo>
                    <a:pt x="1456883" y="677385"/>
                  </a:lnTo>
                  <a:lnTo>
                    <a:pt x="1527227" y="698649"/>
                  </a:lnTo>
                  <a:lnTo>
                    <a:pt x="1597572" y="719132"/>
                  </a:lnTo>
                  <a:lnTo>
                    <a:pt x="1667916" y="738864"/>
                  </a:lnTo>
                  <a:lnTo>
                    <a:pt x="1738261" y="757873"/>
                  </a:lnTo>
                  <a:lnTo>
                    <a:pt x="1808605" y="776185"/>
                  </a:lnTo>
                  <a:lnTo>
                    <a:pt x="1878950" y="793825"/>
                  </a:lnTo>
                  <a:lnTo>
                    <a:pt x="1949294" y="810818"/>
                  </a:lnTo>
                  <a:lnTo>
                    <a:pt x="2019639" y="827188"/>
                  </a:lnTo>
                  <a:lnTo>
                    <a:pt x="2089983" y="842958"/>
                  </a:lnTo>
                  <a:lnTo>
                    <a:pt x="2160328" y="858149"/>
                  </a:lnTo>
                  <a:lnTo>
                    <a:pt x="2230672" y="872783"/>
                  </a:lnTo>
                  <a:lnTo>
                    <a:pt x="2301017" y="886881"/>
                  </a:lnTo>
                  <a:lnTo>
                    <a:pt x="2371361" y="900462"/>
                  </a:lnTo>
                  <a:lnTo>
                    <a:pt x="2441706" y="913544"/>
                  </a:lnTo>
                  <a:lnTo>
                    <a:pt x="2512050" y="926147"/>
                  </a:lnTo>
                  <a:lnTo>
                    <a:pt x="2582395" y="938288"/>
                  </a:lnTo>
                  <a:lnTo>
                    <a:pt x="2652739" y="949983"/>
                  </a:lnTo>
                  <a:lnTo>
                    <a:pt x="2723084" y="961249"/>
                  </a:lnTo>
                  <a:lnTo>
                    <a:pt x="2793428" y="972103"/>
                  </a:lnTo>
                  <a:lnTo>
                    <a:pt x="2863773" y="982558"/>
                  </a:lnTo>
                  <a:lnTo>
                    <a:pt x="2934117" y="992630"/>
                  </a:lnTo>
                  <a:lnTo>
                    <a:pt x="3004462" y="1002332"/>
                  </a:lnTo>
                  <a:lnTo>
                    <a:pt x="3074806" y="1011679"/>
                  </a:lnTo>
                  <a:lnTo>
                    <a:pt x="3145151" y="1020683"/>
                  </a:lnTo>
                  <a:lnTo>
                    <a:pt x="3215495" y="1029357"/>
                  </a:lnTo>
                  <a:lnTo>
                    <a:pt x="3285840" y="1037712"/>
                  </a:lnTo>
                  <a:lnTo>
                    <a:pt x="3356184" y="1045762"/>
                  </a:lnTo>
                  <a:lnTo>
                    <a:pt x="3426529" y="1053516"/>
                  </a:lnTo>
                  <a:lnTo>
                    <a:pt x="3496873" y="1060985"/>
                  </a:lnTo>
                  <a:lnTo>
                    <a:pt x="3567218" y="1068181"/>
                  </a:lnTo>
                  <a:lnTo>
                    <a:pt x="3637562" y="1075113"/>
                  </a:lnTo>
                  <a:lnTo>
                    <a:pt x="3707907" y="1081791"/>
                  </a:lnTo>
                  <a:lnTo>
                    <a:pt x="3778251" y="1088223"/>
                  </a:lnTo>
                  <a:lnTo>
                    <a:pt x="3848596" y="1094420"/>
                  </a:lnTo>
                  <a:lnTo>
                    <a:pt x="3918940" y="1100390"/>
                  </a:lnTo>
                  <a:lnTo>
                    <a:pt x="3989284" y="1106141"/>
                  </a:lnTo>
                  <a:lnTo>
                    <a:pt x="4059629" y="1111680"/>
                  </a:lnTo>
                  <a:lnTo>
                    <a:pt x="4129973" y="1117017"/>
                  </a:lnTo>
                  <a:lnTo>
                    <a:pt x="4200318" y="1122158"/>
                  </a:lnTo>
                  <a:lnTo>
                    <a:pt x="4270662" y="1127110"/>
                  </a:lnTo>
                  <a:lnTo>
                    <a:pt x="4341007" y="1131881"/>
                  </a:lnTo>
                  <a:lnTo>
                    <a:pt x="4411351" y="1136477"/>
                  </a:lnTo>
                  <a:lnTo>
                    <a:pt x="4481696" y="1140904"/>
                  </a:lnTo>
                  <a:lnTo>
                    <a:pt x="4552040" y="1145169"/>
                  </a:lnTo>
                  <a:lnTo>
                    <a:pt x="4622385" y="1149278"/>
                  </a:lnTo>
                  <a:lnTo>
                    <a:pt x="4692729" y="1153235"/>
                  </a:lnTo>
                  <a:lnTo>
                    <a:pt x="4763074" y="1157048"/>
                  </a:lnTo>
                  <a:lnTo>
                    <a:pt x="4833418" y="1160721"/>
                  </a:lnTo>
                  <a:lnTo>
                    <a:pt x="4903763" y="1164259"/>
                  </a:lnTo>
                  <a:lnTo>
                    <a:pt x="4974107" y="1167668"/>
                  </a:lnTo>
                  <a:lnTo>
                    <a:pt x="5044452" y="1170951"/>
                  </a:lnTo>
                  <a:lnTo>
                    <a:pt x="5114796" y="1174114"/>
                  </a:lnTo>
                  <a:lnTo>
                    <a:pt x="5185141" y="1177161"/>
                  </a:lnTo>
                  <a:lnTo>
                    <a:pt x="5255485" y="1180096"/>
                  </a:lnTo>
                  <a:lnTo>
                    <a:pt x="5325830" y="1182924"/>
                  </a:lnTo>
                  <a:lnTo>
                    <a:pt x="5396174" y="1185648"/>
                  </a:lnTo>
                  <a:lnTo>
                    <a:pt x="5466519" y="1188272"/>
                  </a:lnTo>
                  <a:lnTo>
                    <a:pt x="5536863" y="1190800"/>
                  </a:lnTo>
                  <a:lnTo>
                    <a:pt x="5607208" y="1193235"/>
                  </a:lnTo>
                  <a:lnTo>
                    <a:pt x="5677552" y="1195581"/>
                  </a:lnTo>
                  <a:lnTo>
                    <a:pt x="5747897" y="1197841"/>
                  </a:lnTo>
                  <a:lnTo>
                    <a:pt x="5818241" y="1200018"/>
                  </a:lnTo>
                  <a:lnTo>
                    <a:pt x="5888586" y="1202115"/>
                  </a:lnTo>
                  <a:lnTo>
                    <a:pt x="5958930" y="1204135"/>
                  </a:lnTo>
                  <a:lnTo>
                    <a:pt x="6029275" y="1206081"/>
                  </a:lnTo>
                  <a:lnTo>
                    <a:pt x="6099619" y="1207956"/>
                  </a:lnTo>
                  <a:lnTo>
                    <a:pt x="6169964" y="1209762"/>
                  </a:lnTo>
                  <a:lnTo>
                    <a:pt x="6240308" y="1211501"/>
                  </a:lnTo>
                  <a:lnTo>
                    <a:pt x="6310653" y="12131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38724"/>
            </a:xfrm>
            <a:custGeom>
              <a:avLst/>
              <a:pathLst>
                <a:path w="6964104" h="1238724">
                  <a:moveTo>
                    <a:pt x="1495848" y="0"/>
                  </a:moveTo>
                  <a:lnTo>
                    <a:pt x="1547578" y="49542"/>
                  </a:lnTo>
                  <a:lnTo>
                    <a:pt x="1617923" y="113351"/>
                  </a:lnTo>
                  <a:lnTo>
                    <a:pt x="1688267" y="173789"/>
                  </a:lnTo>
                  <a:lnTo>
                    <a:pt x="1758612" y="231033"/>
                  </a:lnTo>
                  <a:lnTo>
                    <a:pt x="1828956" y="285253"/>
                  </a:lnTo>
                  <a:lnTo>
                    <a:pt x="1899301" y="336608"/>
                  </a:lnTo>
                  <a:lnTo>
                    <a:pt x="1969645" y="385249"/>
                  </a:lnTo>
                  <a:lnTo>
                    <a:pt x="2039990" y="431320"/>
                  </a:lnTo>
                  <a:lnTo>
                    <a:pt x="2110334" y="474958"/>
                  </a:lnTo>
                  <a:lnTo>
                    <a:pt x="2180679" y="516289"/>
                  </a:lnTo>
                  <a:lnTo>
                    <a:pt x="2251023" y="555437"/>
                  </a:lnTo>
                  <a:lnTo>
                    <a:pt x="2321368" y="592516"/>
                  </a:lnTo>
                  <a:lnTo>
                    <a:pt x="2391712" y="627636"/>
                  </a:lnTo>
                  <a:lnTo>
                    <a:pt x="2462057" y="660900"/>
                  </a:lnTo>
                  <a:lnTo>
                    <a:pt x="2532401" y="692407"/>
                  </a:lnTo>
                  <a:lnTo>
                    <a:pt x="2602746" y="722249"/>
                  </a:lnTo>
                  <a:lnTo>
                    <a:pt x="2673090" y="750515"/>
                  </a:lnTo>
                  <a:lnTo>
                    <a:pt x="2743435" y="777286"/>
                  </a:lnTo>
                  <a:lnTo>
                    <a:pt x="2813779" y="802644"/>
                  </a:lnTo>
                  <a:lnTo>
                    <a:pt x="2884124" y="826661"/>
                  </a:lnTo>
                  <a:lnTo>
                    <a:pt x="2954468" y="849410"/>
                  </a:lnTo>
                  <a:lnTo>
                    <a:pt x="3024813" y="870956"/>
                  </a:lnTo>
                  <a:lnTo>
                    <a:pt x="3095157" y="891364"/>
                  </a:lnTo>
                  <a:lnTo>
                    <a:pt x="3165502" y="910694"/>
                  </a:lnTo>
                  <a:lnTo>
                    <a:pt x="3235846" y="929002"/>
                  </a:lnTo>
                  <a:lnTo>
                    <a:pt x="3306191" y="946344"/>
                  </a:lnTo>
                  <a:lnTo>
                    <a:pt x="3376535" y="959723"/>
                  </a:lnTo>
                  <a:lnTo>
                    <a:pt x="3446880" y="965741"/>
                  </a:lnTo>
                  <a:lnTo>
                    <a:pt x="3517224" y="971638"/>
                  </a:lnTo>
                  <a:lnTo>
                    <a:pt x="3587569" y="977416"/>
                  </a:lnTo>
                  <a:lnTo>
                    <a:pt x="3657913" y="983076"/>
                  </a:lnTo>
                  <a:lnTo>
                    <a:pt x="3728257" y="988622"/>
                  </a:lnTo>
                  <a:lnTo>
                    <a:pt x="3798602" y="994056"/>
                  </a:lnTo>
                  <a:lnTo>
                    <a:pt x="3868946" y="999380"/>
                  </a:lnTo>
                  <a:lnTo>
                    <a:pt x="3939291" y="1004597"/>
                  </a:lnTo>
                  <a:lnTo>
                    <a:pt x="4009635" y="1009707"/>
                  </a:lnTo>
                  <a:lnTo>
                    <a:pt x="4079980" y="1014715"/>
                  </a:lnTo>
                  <a:lnTo>
                    <a:pt x="4150324" y="1019621"/>
                  </a:lnTo>
                  <a:lnTo>
                    <a:pt x="4220669" y="1024427"/>
                  </a:lnTo>
                  <a:lnTo>
                    <a:pt x="4291013" y="1029137"/>
                  </a:lnTo>
                  <a:lnTo>
                    <a:pt x="4361358" y="1033751"/>
                  </a:lnTo>
                  <a:lnTo>
                    <a:pt x="4431702" y="1038272"/>
                  </a:lnTo>
                  <a:lnTo>
                    <a:pt x="4502047" y="1042701"/>
                  </a:lnTo>
                  <a:lnTo>
                    <a:pt x="4572391" y="1047041"/>
                  </a:lnTo>
                  <a:lnTo>
                    <a:pt x="4642736" y="1051293"/>
                  </a:lnTo>
                  <a:lnTo>
                    <a:pt x="4713080" y="1055459"/>
                  </a:lnTo>
                  <a:lnTo>
                    <a:pt x="4783425" y="1059541"/>
                  </a:lnTo>
                  <a:lnTo>
                    <a:pt x="4853769" y="1063540"/>
                  </a:lnTo>
                  <a:lnTo>
                    <a:pt x="4924114" y="1067458"/>
                  </a:lnTo>
                  <a:lnTo>
                    <a:pt x="4994458" y="1071297"/>
                  </a:lnTo>
                  <a:lnTo>
                    <a:pt x="5064803" y="1075058"/>
                  </a:lnTo>
                  <a:lnTo>
                    <a:pt x="5135147" y="1078743"/>
                  </a:lnTo>
                  <a:lnTo>
                    <a:pt x="5205492" y="1082354"/>
                  </a:lnTo>
                  <a:lnTo>
                    <a:pt x="5275836" y="1085892"/>
                  </a:lnTo>
                  <a:lnTo>
                    <a:pt x="5346181" y="1089358"/>
                  </a:lnTo>
                  <a:lnTo>
                    <a:pt x="5416525" y="1092753"/>
                  </a:lnTo>
                  <a:lnTo>
                    <a:pt x="5486870" y="1096081"/>
                  </a:lnTo>
                  <a:lnTo>
                    <a:pt x="5557214" y="1099340"/>
                  </a:lnTo>
                  <a:lnTo>
                    <a:pt x="5627559" y="1102534"/>
                  </a:lnTo>
                  <a:lnTo>
                    <a:pt x="5697903" y="1105663"/>
                  </a:lnTo>
                  <a:lnTo>
                    <a:pt x="5768248" y="1108729"/>
                  </a:lnTo>
                  <a:lnTo>
                    <a:pt x="5838592" y="1111733"/>
                  </a:lnTo>
                  <a:lnTo>
                    <a:pt x="5908937" y="1114676"/>
                  </a:lnTo>
                  <a:lnTo>
                    <a:pt x="5979281" y="1117560"/>
                  </a:lnTo>
                  <a:lnTo>
                    <a:pt x="6049626" y="1120385"/>
                  </a:lnTo>
                  <a:lnTo>
                    <a:pt x="6119970" y="1123153"/>
                  </a:lnTo>
                  <a:lnTo>
                    <a:pt x="6190315" y="1125865"/>
                  </a:lnTo>
                  <a:lnTo>
                    <a:pt x="6260659" y="1128523"/>
                  </a:lnTo>
                  <a:lnTo>
                    <a:pt x="6331004" y="1131126"/>
                  </a:lnTo>
                  <a:lnTo>
                    <a:pt x="6401348" y="1133677"/>
                  </a:lnTo>
                  <a:lnTo>
                    <a:pt x="6471693" y="1136176"/>
                  </a:lnTo>
                  <a:lnTo>
                    <a:pt x="6542037" y="1138625"/>
                  </a:lnTo>
                  <a:lnTo>
                    <a:pt x="6612382" y="1141024"/>
                  </a:lnTo>
                  <a:lnTo>
                    <a:pt x="6682726" y="1143374"/>
                  </a:lnTo>
                  <a:lnTo>
                    <a:pt x="6753071" y="1145677"/>
                  </a:lnTo>
                  <a:lnTo>
                    <a:pt x="6823415" y="1147934"/>
                  </a:lnTo>
                  <a:lnTo>
                    <a:pt x="6893760" y="1150144"/>
                  </a:lnTo>
                  <a:lnTo>
                    <a:pt x="6964104" y="1152310"/>
                  </a:lnTo>
                  <a:lnTo>
                    <a:pt x="6964104" y="1238724"/>
                  </a:lnTo>
                  <a:lnTo>
                    <a:pt x="6893760" y="1237693"/>
                  </a:lnTo>
                  <a:lnTo>
                    <a:pt x="6823415" y="1236605"/>
                  </a:lnTo>
                  <a:lnTo>
                    <a:pt x="6753071" y="1235456"/>
                  </a:lnTo>
                  <a:lnTo>
                    <a:pt x="6682726" y="1234243"/>
                  </a:lnTo>
                  <a:lnTo>
                    <a:pt x="6612382" y="1232962"/>
                  </a:lnTo>
                  <a:lnTo>
                    <a:pt x="6542037" y="1231610"/>
                  </a:lnTo>
                  <a:lnTo>
                    <a:pt x="6471693" y="1230182"/>
                  </a:lnTo>
                  <a:lnTo>
                    <a:pt x="6401348" y="1228675"/>
                  </a:lnTo>
                  <a:lnTo>
                    <a:pt x="6331004" y="1227084"/>
                  </a:lnTo>
                  <a:lnTo>
                    <a:pt x="6260659" y="1225404"/>
                  </a:lnTo>
                  <a:lnTo>
                    <a:pt x="6190315" y="1223630"/>
                  </a:lnTo>
                  <a:lnTo>
                    <a:pt x="6119970" y="1221757"/>
                  </a:lnTo>
                  <a:lnTo>
                    <a:pt x="6049626" y="1219780"/>
                  </a:lnTo>
                  <a:lnTo>
                    <a:pt x="5979281" y="1217692"/>
                  </a:lnTo>
                  <a:lnTo>
                    <a:pt x="5908937" y="1215488"/>
                  </a:lnTo>
                  <a:lnTo>
                    <a:pt x="5838592" y="1213161"/>
                  </a:lnTo>
                  <a:lnTo>
                    <a:pt x="5768248" y="1210705"/>
                  </a:lnTo>
                  <a:lnTo>
                    <a:pt x="5697903" y="1208111"/>
                  </a:lnTo>
                  <a:lnTo>
                    <a:pt x="5627559" y="1205372"/>
                  </a:lnTo>
                  <a:lnTo>
                    <a:pt x="5557214" y="1202481"/>
                  </a:lnTo>
                  <a:lnTo>
                    <a:pt x="5486870" y="1199428"/>
                  </a:lnTo>
                  <a:lnTo>
                    <a:pt x="5416525" y="1196205"/>
                  </a:lnTo>
                  <a:lnTo>
                    <a:pt x="5346181" y="1192803"/>
                  </a:lnTo>
                  <a:lnTo>
                    <a:pt x="5275836" y="1189210"/>
                  </a:lnTo>
                  <a:lnTo>
                    <a:pt x="5205492" y="1185417"/>
                  </a:lnTo>
                  <a:lnTo>
                    <a:pt x="5135147" y="1181413"/>
                  </a:lnTo>
                  <a:lnTo>
                    <a:pt x="5064803" y="1177185"/>
                  </a:lnTo>
                  <a:lnTo>
                    <a:pt x="4994458" y="1172722"/>
                  </a:lnTo>
                  <a:lnTo>
                    <a:pt x="4924114" y="1168009"/>
                  </a:lnTo>
                  <a:lnTo>
                    <a:pt x="4853769" y="1163033"/>
                  </a:lnTo>
                  <a:lnTo>
                    <a:pt x="4783425" y="1157780"/>
                  </a:lnTo>
                  <a:lnTo>
                    <a:pt x="4713080" y="1152234"/>
                  </a:lnTo>
                  <a:lnTo>
                    <a:pt x="4642736" y="1146378"/>
                  </a:lnTo>
                  <a:lnTo>
                    <a:pt x="4572391" y="1140196"/>
                  </a:lnTo>
                  <a:lnTo>
                    <a:pt x="4502047" y="1133669"/>
                  </a:lnTo>
                  <a:lnTo>
                    <a:pt x="4431702" y="1126778"/>
                  </a:lnTo>
                  <a:lnTo>
                    <a:pt x="4361358" y="1119502"/>
                  </a:lnTo>
                  <a:lnTo>
                    <a:pt x="4291013" y="1111821"/>
                  </a:lnTo>
                  <a:lnTo>
                    <a:pt x="4220669" y="1103711"/>
                  </a:lnTo>
                  <a:lnTo>
                    <a:pt x="4150324" y="1095148"/>
                  </a:lnTo>
                  <a:lnTo>
                    <a:pt x="4079980" y="1086108"/>
                  </a:lnTo>
                  <a:lnTo>
                    <a:pt x="4009635" y="1076564"/>
                  </a:lnTo>
                  <a:lnTo>
                    <a:pt x="3939291" y="1066487"/>
                  </a:lnTo>
                  <a:lnTo>
                    <a:pt x="3868946" y="1055848"/>
                  </a:lnTo>
                  <a:lnTo>
                    <a:pt x="3798602" y="1044615"/>
                  </a:lnTo>
                  <a:lnTo>
                    <a:pt x="3728257" y="1032756"/>
                  </a:lnTo>
                  <a:lnTo>
                    <a:pt x="3657913" y="1020236"/>
                  </a:lnTo>
                  <a:lnTo>
                    <a:pt x="3587569" y="1007017"/>
                  </a:lnTo>
                  <a:lnTo>
                    <a:pt x="3517224" y="993060"/>
                  </a:lnTo>
                  <a:lnTo>
                    <a:pt x="3446880" y="978325"/>
                  </a:lnTo>
                  <a:lnTo>
                    <a:pt x="3376535" y="962768"/>
                  </a:lnTo>
                  <a:lnTo>
                    <a:pt x="3306191" y="953580"/>
                  </a:lnTo>
                  <a:lnTo>
                    <a:pt x="3235846" y="947310"/>
                  </a:lnTo>
                  <a:lnTo>
                    <a:pt x="3165502" y="940911"/>
                  </a:lnTo>
                  <a:lnTo>
                    <a:pt x="3095157" y="934379"/>
                  </a:lnTo>
                  <a:lnTo>
                    <a:pt x="3024813" y="927713"/>
                  </a:lnTo>
                  <a:lnTo>
                    <a:pt x="2954468" y="920909"/>
                  </a:lnTo>
                  <a:lnTo>
                    <a:pt x="2884124" y="913965"/>
                  </a:lnTo>
                  <a:lnTo>
                    <a:pt x="2813779" y="906877"/>
                  </a:lnTo>
                  <a:lnTo>
                    <a:pt x="2743435" y="899643"/>
                  </a:lnTo>
                  <a:lnTo>
                    <a:pt x="2673090" y="892259"/>
                  </a:lnTo>
                  <a:lnTo>
                    <a:pt x="2602746" y="884723"/>
                  </a:lnTo>
                  <a:lnTo>
                    <a:pt x="2532401" y="877032"/>
                  </a:lnTo>
                  <a:lnTo>
                    <a:pt x="2462057" y="869181"/>
                  </a:lnTo>
                  <a:lnTo>
                    <a:pt x="2391712" y="861169"/>
                  </a:lnTo>
                  <a:lnTo>
                    <a:pt x="2321368" y="852990"/>
                  </a:lnTo>
                  <a:lnTo>
                    <a:pt x="2251023" y="844644"/>
                  </a:lnTo>
                  <a:lnTo>
                    <a:pt x="2180679" y="836124"/>
                  </a:lnTo>
                  <a:lnTo>
                    <a:pt x="2110334" y="827429"/>
                  </a:lnTo>
                  <a:lnTo>
                    <a:pt x="2039990" y="818554"/>
                  </a:lnTo>
                  <a:lnTo>
                    <a:pt x="1969645" y="809496"/>
                  </a:lnTo>
                  <a:lnTo>
                    <a:pt x="1899301" y="800251"/>
                  </a:lnTo>
                  <a:lnTo>
                    <a:pt x="1828956" y="790815"/>
                  </a:lnTo>
                  <a:lnTo>
                    <a:pt x="1758612" y="781184"/>
                  </a:lnTo>
                  <a:lnTo>
                    <a:pt x="1688267" y="771355"/>
                  </a:lnTo>
                  <a:lnTo>
                    <a:pt x="1617923" y="761322"/>
                  </a:lnTo>
                  <a:lnTo>
                    <a:pt x="1547578" y="751082"/>
                  </a:lnTo>
                  <a:lnTo>
                    <a:pt x="1477234" y="740631"/>
                  </a:lnTo>
                  <a:lnTo>
                    <a:pt x="1406889" y="729964"/>
                  </a:lnTo>
                  <a:lnTo>
                    <a:pt x="1336545" y="719076"/>
                  </a:lnTo>
                  <a:lnTo>
                    <a:pt x="1266200" y="707964"/>
                  </a:lnTo>
                  <a:lnTo>
                    <a:pt x="1195856" y="696622"/>
                  </a:lnTo>
                  <a:lnTo>
                    <a:pt x="1125511" y="685047"/>
                  </a:lnTo>
                  <a:lnTo>
                    <a:pt x="1055167" y="673232"/>
                  </a:lnTo>
                  <a:lnTo>
                    <a:pt x="984822" y="661173"/>
                  </a:lnTo>
                  <a:lnTo>
                    <a:pt x="914478" y="648865"/>
                  </a:lnTo>
                  <a:lnTo>
                    <a:pt x="844133" y="636303"/>
                  </a:lnTo>
                  <a:lnTo>
                    <a:pt x="773789" y="623481"/>
                  </a:lnTo>
                  <a:lnTo>
                    <a:pt x="703444" y="610395"/>
                  </a:lnTo>
                  <a:lnTo>
                    <a:pt x="633100" y="597038"/>
                  </a:lnTo>
                  <a:lnTo>
                    <a:pt x="562755" y="583406"/>
                  </a:lnTo>
                  <a:lnTo>
                    <a:pt x="492411" y="569492"/>
                  </a:lnTo>
                  <a:lnTo>
                    <a:pt x="422066" y="555291"/>
                  </a:lnTo>
                  <a:lnTo>
                    <a:pt x="351722" y="540797"/>
                  </a:lnTo>
                  <a:lnTo>
                    <a:pt x="281377" y="526003"/>
                  </a:lnTo>
                  <a:lnTo>
                    <a:pt x="211033" y="510904"/>
                  </a:lnTo>
                  <a:lnTo>
                    <a:pt x="140688" y="495493"/>
                  </a:lnTo>
                  <a:lnTo>
                    <a:pt x="70344" y="479764"/>
                  </a:lnTo>
                  <a:lnTo>
                    <a:pt x="0" y="4637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731160" y="4336484"/>
              <a:ext cx="5468256" cy="1152310"/>
            </a:xfrm>
            <a:custGeom>
              <a:avLst/>
              <a:pathLst>
                <a:path w="5468256" h="1152310">
                  <a:moveTo>
                    <a:pt x="0" y="0"/>
                  </a:moveTo>
                  <a:lnTo>
                    <a:pt x="51730" y="49542"/>
                  </a:lnTo>
                  <a:lnTo>
                    <a:pt x="122075" y="113351"/>
                  </a:lnTo>
                  <a:lnTo>
                    <a:pt x="192419" y="173789"/>
                  </a:lnTo>
                  <a:lnTo>
                    <a:pt x="262764" y="231033"/>
                  </a:lnTo>
                  <a:lnTo>
                    <a:pt x="333108" y="285253"/>
                  </a:lnTo>
                  <a:lnTo>
                    <a:pt x="403453" y="336608"/>
                  </a:lnTo>
                  <a:lnTo>
                    <a:pt x="473797" y="385249"/>
                  </a:lnTo>
                  <a:lnTo>
                    <a:pt x="544142" y="431320"/>
                  </a:lnTo>
                  <a:lnTo>
                    <a:pt x="614486" y="474958"/>
                  </a:lnTo>
                  <a:lnTo>
                    <a:pt x="684831" y="516289"/>
                  </a:lnTo>
                  <a:lnTo>
                    <a:pt x="755175" y="555437"/>
                  </a:lnTo>
                  <a:lnTo>
                    <a:pt x="825520" y="592516"/>
                  </a:lnTo>
                  <a:lnTo>
                    <a:pt x="895864" y="627636"/>
                  </a:lnTo>
                  <a:lnTo>
                    <a:pt x="966208" y="660900"/>
                  </a:lnTo>
                  <a:lnTo>
                    <a:pt x="1036553" y="692407"/>
                  </a:lnTo>
                  <a:lnTo>
                    <a:pt x="1106897" y="722249"/>
                  </a:lnTo>
                  <a:lnTo>
                    <a:pt x="1177242" y="750515"/>
                  </a:lnTo>
                  <a:lnTo>
                    <a:pt x="1247586" y="777286"/>
                  </a:lnTo>
                  <a:lnTo>
                    <a:pt x="1317931" y="802644"/>
                  </a:lnTo>
                  <a:lnTo>
                    <a:pt x="1388275" y="826661"/>
                  </a:lnTo>
                  <a:lnTo>
                    <a:pt x="1458620" y="849410"/>
                  </a:lnTo>
                  <a:lnTo>
                    <a:pt x="1528964" y="870956"/>
                  </a:lnTo>
                  <a:lnTo>
                    <a:pt x="1599309" y="891364"/>
                  </a:lnTo>
                  <a:lnTo>
                    <a:pt x="1669653" y="910694"/>
                  </a:lnTo>
                  <a:lnTo>
                    <a:pt x="1739998" y="929002"/>
                  </a:lnTo>
                  <a:lnTo>
                    <a:pt x="1810342" y="946344"/>
                  </a:lnTo>
                  <a:lnTo>
                    <a:pt x="1880687" y="959723"/>
                  </a:lnTo>
                  <a:lnTo>
                    <a:pt x="1951031" y="965741"/>
                  </a:lnTo>
                  <a:lnTo>
                    <a:pt x="2021376" y="971638"/>
                  </a:lnTo>
                  <a:lnTo>
                    <a:pt x="2091720" y="977416"/>
                  </a:lnTo>
                  <a:lnTo>
                    <a:pt x="2162065" y="983076"/>
                  </a:lnTo>
                  <a:lnTo>
                    <a:pt x="2232409" y="988622"/>
                  </a:lnTo>
                  <a:lnTo>
                    <a:pt x="2302754" y="994056"/>
                  </a:lnTo>
                  <a:lnTo>
                    <a:pt x="2373098" y="999380"/>
                  </a:lnTo>
                  <a:lnTo>
                    <a:pt x="2443443" y="1004597"/>
                  </a:lnTo>
                  <a:lnTo>
                    <a:pt x="2513787" y="1009707"/>
                  </a:lnTo>
                  <a:lnTo>
                    <a:pt x="2584132" y="1014715"/>
                  </a:lnTo>
                  <a:lnTo>
                    <a:pt x="2654476" y="1019621"/>
                  </a:lnTo>
                  <a:lnTo>
                    <a:pt x="2724821" y="1024427"/>
                  </a:lnTo>
                  <a:lnTo>
                    <a:pt x="2795165" y="1029137"/>
                  </a:lnTo>
                  <a:lnTo>
                    <a:pt x="2865510" y="1033751"/>
                  </a:lnTo>
                  <a:lnTo>
                    <a:pt x="2935854" y="1038272"/>
                  </a:lnTo>
                  <a:lnTo>
                    <a:pt x="3006199" y="1042701"/>
                  </a:lnTo>
                  <a:lnTo>
                    <a:pt x="3076543" y="1047041"/>
                  </a:lnTo>
                  <a:lnTo>
                    <a:pt x="3146888" y="1051293"/>
                  </a:lnTo>
                  <a:lnTo>
                    <a:pt x="3217232" y="1055459"/>
                  </a:lnTo>
                  <a:lnTo>
                    <a:pt x="3287577" y="1059541"/>
                  </a:lnTo>
                  <a:lnTo>
                    <a:pt x="3357921" y="1063540"/>
                  </a:lnTo>
                  <a:lnTo>
                    <a:pt x="3428266" y="1067458"/>
                  </a:lnTo>
                  <a:lnTo>
                    <a:pt x="3498610" y="1071297"/>
                  </a:lnTo>
                  <a:lnTo>
                    <a:pt x="3568955" y="1075058"/>
                  </a:lnTo>
                  <a:lnTo>
                    <a:pt x="3639299" y="1078743"/>
                  </a:lnTo>
                  <a:lnTo>
                    <a:pt x="3709644" y="1082354"/>
                  </a:lnTo>
                  <a:lnTo>
                    <a:pt x="3779988" y="1085892"/>
                  </a:lnTo>
                  <a:lnTo>
                    <a:pt x="3850333" y="1089358"/>
                  </a:lnTo>
                  <a:lnTo>
                    <a:pt x="3920677" y="1092753"/>
                  </a:lnTo>
                  <a:lnTo>
                    <a:pt x="3991022" y="1096081"/>
                  </a:lnTo>
                  <a:lnTo>
                    <a:pt x="4061366" y="1099340"/>
                  </a:lnTo>
                  <a:lnTo>
                    <a:pt x="4131711" y="1102534"/>
                  </a:lnTo>
                  <a:lnTo>
                    <a:pt x="4202055" y="1105663"/>
                  </a:lnTo>
                  <a:lnTo>
                    <a:pt x="4272400" y="1108729"/>
                  </a:lnTo>
                  <a:lnTo>
                    <a:pt x="4342744" y="1111733"/>
                  </a:lnTo>
                  <a:lnTo>
                    <a:pt x="4413089" y="1114676"/>
                  </a:lnTo>
                  <a:lnTo>
                    <a:pt x="4483433" y="1117560"/>
                  </a:lnTo>
                  <a:lnTo>
                    <a:pt x="4553778" y="1120385"/>
                  </a:lnTo>
                  <a:lnTo>
                    <a:pt x="4624122" y="1123153"/>
                  </a:lnTo>
                  <a:lnTo>
                    <a:pt x="4694466" y="1125865"/>
                  </a:lnTo>
                  <a:lnTo>
                    <a:pt x="4764811" y="1128523"/>
                  </a:lnTo>
                  <a:lnTo>
                    <a:pt x="4835155" y="1131126"/>
                  </a:lnTo>
                  <a:lnTo>
                    <a:pt x="4905500" y="1133677"/>
                  </a:lnTo>
                  <a:lnTo>
                    <a:pt x="4975844" y="1136176"/>
                  </a:lnTo>
                  <a:lnTo>
                    <a:pt x="5046189" y="1138625"/>
                  </a:lnTo>
                  <a:lnTo>
                    <a:pt x="5116533" y="1141024"/>
                  </a:lnTo>
                  <a:lnTo>
                    <a:pt x="5186878" y="1143374"/>
                  </a:lnTo>
                  <a:lnTo>
                    <a:pt x="5257222" y="1145677"/>
                  </a:lnTo>
                  <a:lnTo>
                    <a:pt x="5327567" y="1147934"/>
                  </a:lnTo>
                  <a:lnTo>
                    <a:pt x="5397911" y="1150144"/>
                  </a:lnTo>
                  <a:lnTo>
                    <a:pt x="5468256" y="1152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800194"/>
              <a:ext cx="6964104" cy="775014"/>
            </a:xfrm>
            <a:custGeom>
              <a:avLst/>
              <a:pathLst>
                <a:path w="6964104" h="775014">
                  <a:moveTo>
                    <a:pt x="6964104" y="775014"/>
                  </a:moveTo>
                  <a:lnTo>
                    <a:pt x="6893760" y="773983"/>
                  </a:lnTo>
                  <a:lnTo>
                    <a:pt x="6823415" y="772895"/>
                  </a:lnTo>
                  <a:lnTo>
                    <a:pt x="6753071" y="771746"/>
                  </a:lnTo>
                  <a:lnTo>
                    <a:pt x="6682726" y="770533"/>
                  </a:lnTo>
                  <a:lnTo>
                    <a:pt x="6612382" y="769252"/>
                  </a:lnTo>
                  <a:lnTo>
                    <a:pt x="6542037" y="767900"/>
                  </a:lnTo>
                  <a:lnTo>
                    <a:pt x="6471693" y="766472"/>
                  </a:lnTo>
                  <a:lnTo>
                    <a:pt x="6401348" y="764965"/>
                  </a:lnTo>
                  <a:lnTo>
                    <a:pt x="6331004" y="763373"/>
                  </a:lnTo>
                  <a:lnTo>
                    <a:pt x="6260659" y="761693"/>
                  </a:lnTo>
                  <a:lnTo>
                    <a:pt x="6190315" y="759920"/>
                  </a:lnTo>
                  <a:lnTo>
                    <a:pt x="6119970" y="758047"/>
                  </a:lnTo>
                  <a:lnTo>
                    <a:pt x="6049626" y="756069"/>
                  </a:lnTo>
                  <a:lnTo>
                    <a:pt x="5979281" y="753982"/>
                  </a:lnTo>
                  <a:lnTo>
                    <a:pt x="5908937" y="751778"/>
                  </a:lnTo>
                  <a:lnTo>
                    <a:pt x="5838592" y="749451"/>
                  </a:lnTo>
                  <a:lnTo>
                    <a:pt x="5768248" y="746994"/>
                  </a:lnTo>
                  <a:lnTo>
                    <a:pt x="5697903" y="744400"/>
                  </a:lnTo>
                  <a:lnTo>
                    <a:pt x="5627559" y="741662"/>
                  </a:lnTo>
                  <a:lnTo>
                    <a:pt x="5557214" y="738771"/>
                  </a:lnTo>
                  <a:lnTo>
                    <a:pt x="5486870" y="735718"/>
                  </a:lnTo>
                  <a:lnTo>
                    <a:pt x="5416525" y="732495"/>
                  </a:lnTo>
                  <a:lnTo>
                    <a:pt x="5346181" y="729092"/>
                  </a:lnTo>
                  <a:lnTo>
                    <a:pt x="5275836" y="725500"/>
                  </a:lnTo>
                  <a:lnTo>
                    <a:pt x="5205492" y="721707"/>
                  </a:lnTo>
                  <a:lnTo>
                    <a:pt x="5135147" y="717703"/>
                  </a:lnTo>
                  <a:lnTo>
                    <a:pt x="5064803" y="713475"/>
                  </a:lnTo>
                  <a:lnTo>
                    <a:pt x="4994458" y="709011"/>
                  </a:lnTo>
                  <a:lnTo>
                    <a:pt x="4924114" y="704298"/>
                  </a:lnTo>
                  <a:lnTo>
                    <a:pt x="4853769" y="699323"/>
                  </a:lnTo>
                  <a:lnTo>
                    <a:pt x="4783425" y="694070"/>
                  </a:lnTo>
                  <a:lnTo>
                    <a:pt x="4713080" y="688523"/>
                  </a:lnTo>
                  <a:lnTo>
                    <a:pt x="4642736" y="682668"/>
                  </a:lnTo>
                  <a:lnTo>
                    <a:pt x="4572391" y="676486"/>
                  </a:lnTo>
                  <a:lnTo>
                    <a:pt x="4502047" y="669959"/>
                  </a:lnTo>
                  <a:lnTo>
                    <a:pt x="4431702" y="663067"/>
                  </a:lnTo>
                  <a:lnTo>
                    <a:pt x="4361358" y="655792"/>
                  </a:lnTo>
                  <a:lnTo>
                    <a:pt x="4291013" y="648110"/>
                  </a:lnTo>
                  <a:lnTo>
                    <a:pt x="4220669" y="640000"/>
                  </a:lnTo>
                  <a:lnTo>
                    <a:pt x="4150324" y="631438"/>
                  </a:lnTo>
                  <a:lnTo>
                    <a:pt x="4079980" y="622398"/>
                  </a:lnTo>
                  <a:lnTo>
                    <a:pt x="4009635" y="612853"/>
                  </a:lnTo>
                  <a:lnTo>
                    <a:pt x="3939291" y="602776"/>
                  </a:lnTo>
                  <a:lnTo>
                    <a:pt x="3868946" y="592137"/>
                  </a:lnTo>
                  <a:lnTo>
                    <a:pt x="3798602" y="580905"/>
                  </a:lnTo>
                  <a:lnTo>
                    <a:pt x="3728257" y="569046"/>
                  </a:lnTo>
                  <a:lnTo>
                    <a:pt x="3657913" y="556525"/>
                  </a:lnTo>
                  <a:lnTo>
                    <a:pt x="3587569" y="543306"/>
                  </a:lnTo>
                  <a:lnTo>
                    <a:pt x="3517224" y="529350"/>
                  </a:lnTo>
                  <a:lnTo>
                    <a:pt x="3446880" y="514615"/>
                  </a:lnTo>
                  <a:lnTo>
                    <a:pt x="3376535" y="499058"/>
                  </a:lnTo>
                  <a:lnTo>
                    <a:pt x="3306191" y="489869"/>
                  </a:lnTo>
                  <a:lnTo>
                    <a:pt x="3235846" y="483599"/>
                  </a:lnTo>
                  <a:lnTo>
                    <a:pt x="3165502" y="477200"/>
                  </a:lnTo>
                  <a:lnTo>
                    <a:pt x="3095157" y="470669"/>
                  </a:lnTo>
                  <a:lnTo>
                    <a:pt x="3024813" y="464003"/>
                  </a:lnTo>
                  <a:lnTo>
                    <a:pt x="2954468" y="457199"/>
                  </a:lnTo>
                  <a:lnTo>
                    <a:pt x="2884124" y="450254"/>
                  </a:lnTo>
                  <a:lnTo>
                    <a:pt x="2813779" y="443167"/>
                  </a:lnTo>
                  <a:lnTo>
                    <a:pt x="2743435" y="435932"/>
                  </a:lnTo>
                  <a:lnTo>
                    <a:pt x="2673090" y="428549"/>
                  </a:lnTo>
                  <a:lnTo>
                    <a:pt x="2602746" y="421013"/>
                  </a:lnTo>
                  <a:lnTo>
                    <a:pt x="2532401" y="413321"/>
                  </a:lnTo>
                  <a:lnTo>
                    <a:pt x="2462057" y="405471"/>
                  </a:lnTo>
                  <a:lnTo>
                    <a:pt x="2391712" y="397458"/>
                  </a:lnTo>
                  <a:lnTo>
                    <a:pt x="2321368" y="389280"/>
                  </a:lnTo>
                  <a:lnTo>
                    <a:pt x="2251023" y="380933"/>
                  </a:lnTo>
                  <a:lnTo>
                    <a:pt x="2180679" y="372414"/>
                  </a:lnTo>
                  <a:lnTo>
                    <a:pt x="2110334" y="363719"/>
                  </a:lnTo>
                  <a:lnTo>
                    <a:pt x="2039990" y="354844"/>
                  </a:lnTo>
                  <a:lnTo>
                    <a:pt x="1969645" y="345786"/>
                  </a:lnTo>
                  <a:lnTo>
                    <a:pt x="1899301" y="336541"/>
                  </a:lnTo>
                  <a:lnTo>
                    <a:pt x="1828956" y="327105"/>
                  </a:lnTo>
                  <a:lnTo>
                    <a:pt x="1758612" y="317474"/>
                  </a:lnTo>
                  <a:lnTo>
                    <a:pt x="1688267" y="307644"/>
                  </a:lnTo>
                  <a:lnTo>
                    <a:pt x="1617923" y="297612"/>
                  </a:lnTo>
                  <a:lnTo>
                    <a:pt x="1547578" y="287372"/>
                  </a:lnTo>
                  <a:lnTo>
                    <a:pt x="1477234" y="276921"/>
                  </a:lnTo>
                  <a:lnTo>
                    <a:pt x="1406889" y="266253"/>
                  </a:lnTo>
                  <a:lnTo>
                    <a:pt x="1336545" y="255366"/>
                  </a:lnTo>
                  <a:lnTo>
                    <a:pt x="1266200" y="244254"/>
                  </a:lnTo>
                  <a:lnTo>
                    <a:pt x="1195856" y="232912"/>
                  </a:lnTo>
                  <a:lnTo>
                    <a:pt x="1125511" y="221336"/>
                  </a:lnTo>
                  <a:lnTo>
                    <a:pt x="1055167" y="209521"/>
                  </a:lnTo>
                  <a:lnTo>
                    <a:pt x="984822" y="197462"/>
                  </a:lnTo>
                  <a:lnTo>
                    <a:pt x="914478" y="185154"/>
                  </a:lnTo>
                  <a:lnTo>
                    <a:pt x="844133" y="172592"/>
                  </a:lnTo>
                  <a:lnTo>
                    <a:pt x="773789" y="159771"/>
                  </a:lnTo>
                  <a:lnTo>
                    <a:pt x="703444" y="146685"/>
                  </a:lnTo>
                  <a:lnTo>
                    <a:pt x="633100" y="133328"/>
                  </a:lnTo>
                  <a:lnTo>
                    <a:pt x="562755" y="119696"/>
                  </a:lnTo>
                  <a:lnTo>
                    <a:pt x="492411" y="105782"/>
                  </a:lnTo>
                  <a:lnTo>
                    <a:pt x="422066" y="91581"/>
                  </a:lnTo>
                  <a:lnTo>
                    <a:pt x="351722" y="77086"/>
                  </a:lnTo>
                  <a:lnTo>
                    <a:pt x="281377" y="62293"/>
                  </a:lnTo>
                  <a:lnTo>
                    <a:pt x="211033" y="47194"/>
                  </a:lnTo>
                  <a:lnTo>
                    <a:pt x="140688" y="31783"/>
                  </a:lnTo>
                  <a:lnTo>
                    <a:pt x="70344" y="160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888763" y="4336484"/>
              <a:ext cx="6310653" cy="1213177"/>
            </a:xfrm>
            <a:custGeom>
              <a:avLst/>
              <a:pathLst>
                <a:path w="6310653" h="1213177">
                  <a:moveTo>
                    <a:pt x="0" y="0"/>
                  </a:moveTo>
                  <a:lnTo>
                    <a:pt x="49993" y="33117"/>
                  </a:lnTo>
                  <a:lnTo>
                    <a:pt x="120338" y="78008"/>
                  </a:lnTo>
                  <a:lnTo>
                    <a:pt x="190682" y="121252"/>
                  </a:lnTo>
                  <a:lnTo>
                    <a:pt x="261026" y="162910"/>
                  </a:lnTo>
                  <a:lnTo>
                    <a:pt x="331371" y="203040"/>
                  </a:lnTo>
                  <a:lnTo>
                    <a:pt x="401715" y="241699"/>
                  </a:lnTo>
                  <a:lnTo>
                    <a:pt x="472060" y="278940"/>
                  </a:lnTo>
                  <a:lnTo>
                    <a:pt x="542404" y="314815"/>
                  </a:lnTo>
                  <a:lnTo>
                    <a:pt x="612749" y="349375"/>
                  </a:lnTo>
                  <a:lnTo>
                    <a:pt x="683093" y="382667"/>
                  </a:lnTo>
                  <a:lnTo>
                    <a:pt x="753438" y="414738"/>
                  </a:lnTo>
                  <a:lnTo>
                    <a:pt x="823782" y="445634"/>
                  </a:lnTo>
                  <a:lnTo>
                    <a:pt x="894127" y="475396"/>
                  </a:lnTo>
                  <a:lnTo>
                    <a:pt x="964471" y="504067"/>
                  </a:lnTo>
                  <a:lnTo>
                    <a:pt x="1034816" y="531686"/>
                  </a:lnTo>
                  <a:lnTo>
                    <a:pt x="1105160" y="558293"/>
                  </a:lnTo>
                  <a:lnTo>
                    <a:pt x="1175505" y="583923"/>
                  </a:lnTo>
                  <a:lnTo>
                    <a:pt x="1245849" y="608614"/>
                  </a:lnTo>
                  <a:lnTo>
                    <a:pt x="1316194" y="632399"/>
                  </a:lnTo>
                  <a:lnTo>
                    <a:pt x="1386538" y="655312"/>
                  </a:lnTo>
                  <a:lnTo>
                    <a:pt x="1456883" y="677385"/>
                  </a:lnTo>
                  <a:lnTo>
                    <a:pt x="1527227" y="698649"/>
                  </a:lnTo>
                  <a:lnTo>
                    <a:pt x="1597572" y="719132"/>
                  </a:lnTo>
                  <a:lnTo>
                    <a:pt x="1667916" y="738864"/>
                  </a:lnTo>
                  <a:lnTo>
                    <a:pt x="1738261" y="757873"/>
                  </a:lnTo>
                  <a:lnTo>
                    <a:pt x="1808605" y="776185"/>
                  </a:lnTo>
                  <a:lnTo>
                    <a:pt x="1878950" y="793825"/>
                  </a:lnTo>
                  <a:lnTo>
                    <a:pt x="1949294" y="810818"/>
                  </a:lnTo>
                  <a:lnTo>
                    <a:pt x="2019639" y="827188"/>
                  </a:lnTo>
                  <a:lnTo>
                    <a:pt x="2089983" y="842958"/>
                  </a:lnTo>
                  <a:lnTo>
                    <a:pt x="2160328" y="858149"/>
                  </a:lnTo>
                  <a:lnTo>
                    <a:pt x="2230672" y="872783"/>
                  </a:lnTo>
                  <a:lnTo>
                    <a:pt x="2301017" y="886881"/>
                  </a:lnTo>
                  <a:lnTo>
                    <a:pt x="2371361" y="900462"/>
                  </a:lnTo>
                  <a:lnTo>
                    <a:pt x="2441706" y="913544"/>
                  </a:lnTo>
                  <a:lnTo>
                    <a:pt x="2512050" y="926147"/>
                  </a:lnTo>
                  <a:lnTo>
                    <a:pt x="2582395" y="938288"/>
                  </a:lnTo>
                  <a:lnTo>
                    <a:pt x="2652739" y="949983"/>
                  </a:lnTo>
                  <a:lnTo>
                    <a:pt x="2723084" y="961249"/>
                  </a:lnTo>
                  <a:lnTo>
                    <a:pt x="2793428" y="972103"/>
                  </a:lnTo>
                  <a:lnTo>
                    <a:pt x="2863773" y="982558"/>
                  </a:lnTo>
                  <a:lnTo>
                    <a:pt x="2934117" y="992630"/>
                  </a:lnTo>
                  <a:lnTo>
                    <a:pt x="3004462" y="1002332"/>
                  </a:lnTo>
                  <a:lnTo>
                    <a:pt x="3074806" y="1011679"/>
                  </a:lnTo>
                  <a:lnTo>
                    <a:pt x="3145151" y="1020683"/>
                  </a:lnTo>
                  <a:lnTo>
                    <a:pt x="3215495" y="1029357"/>
                  </a:lnTo>
                  <a:lnTo>
                    <a:pt x="3285840" y="1037712"/>
                  </a:lnTo>
                  <a:lnTo>
                    <a:pt x="3356184" y="1045762"/>
                  </a:lnTo>
                  <a:lnTo>
                    <a:pt x="3426529" y="1053516"/>
                  </a:lnTo>
                  <a:lnTo>
                    <a:pt x="3496873" y="1060985"/>
                  </a:lnTo>
                  <a:lnTo>
                    <a:pt x="3567218" y="1068181"/>
                  </a:lnTo>
                  <a:lnTo>
                    <a:pt x="3637562" y="1075113"/>
                  </a:lnTo>
                  <a:lnTo>
                    <a:pt x="3707907" y="1081791"/>
                  </a:lnTo>
                  <a:lnTo>
                    <a:pt x="3778251" y="1088223"/>
                  </a:lnTo>
                  <a:lnTo>
                    <a:pt x="3848596" y="1094420"/>
                  </a:lnTo>
                  <a:lnTo>
                    <a:pt x="3918940" y="1100390"/>
                  </a:lnTo>
                  <a:lnTo>
                    <a:pt x="3989284" y="1106141"/>
                  </a:lnTo>
                  <a:lnTo>
                    <a:pt x="4059629" y="1111680"/>
                  </a:lnTo>
                  <a:lnTo>
                    <a:pt x="4129973" y="1117017"/>
                  </a:lnTo>
                  <a:lnTo>
                    <a:pt x="4200318" y="1122158"/>
                  </a:lnTo>
                  <a:lnTo>
                    <a:pt x="4270662" y="1127110"/>
                  </a:lnTo>
                  <a:lnTo>
                    <a:pt x="4341007" y="1131881"/>
                  </a:lnTo>
                  <a:lnTo>
                    <a:pt x="4411351" y="1136477"/>
                  </a:lnTo>
                  <a:lnTo>
                    <a:pt x="4481696" y="1140904"/>
                  </a:lnTo>
                  <a:lnTo>
                    <a:pt x="4552040" y="1145169"/>
                  </a:lnTo>
                  <a:lnTo>
                    <a:pt x="4622385" y="1149278"/>
                  </a:lnTo>
                  <a:lnTo>
                    <a:pt x="4692729" y="1153235"/>
                  </a:lnTo>
                  <a:lnTo>
                    <a:pt x="4763074" y="1157048"/>
                  </a:lnTo>
                  <a:lnTo>
                    <a:pt x="4833418" y="1160721"/>
                  </a:lnTo>
                  <a:lnTo>
                    <a:pt x="4903763" y="1164259"/>
                  </a:lnTo>
                  <a:lnTo>
                    <a:pt x="4974107" y="1167668"/>
                  </a:lnTo>
                  <a:lnTo>
                    <a:pt x="5044452" y="1170951"/>
                  </a:lnTo>
                  <a:lnTo>
                    <a:pt x="5114796" y="1174114"/>
                  </a:lnTo>
                  <a:lnTo>
                    <a:pt x="5185141" y="1177161"/>
                  </a:lnTo>
                  <a:lnTo>
                    <a:pt x="5255485" y="1180096"/>
                  </a:lnTo>
                  <a:lnTo>
                    <a:pt x="5325830" y="1182924"/>
                  </a:lnTo>
                  <a:lnTo>
                    <a:pt x="5396174" y="1185648"/>
                  </a:lnTo>
                  <a:lnTo>
                    <a:pt x="5466519" y="1188272"/>
                  </a:lnTo>
                  <a:lnTo>
                    <a:pt x="5536863" y="1190800"/>
                  </a:lnTo>
                  <a:lnTo>
                    <a:pt x="5607208" y="1193235"/>
                  </a:lnTo>
                  <a:lnTo>
                    <a:pt x="5677552" y="1195581"/>
                  </a:lnTo>
                  <a:lnTo>
                    <a:pt x="5747897" y="1197841"/>
                  </a:lnTo>
                  <a:lnTo>
                    <a:pt x="5818241" y="1200018"/>
                  </a:lnTo>
                  <a:lnTo>
                    <a:pt x="5888586" y="1202115"/>
                  </a:lnTo>
                  <a:lnTo>
                    <a:pt x="5958930" y="1204135"/>
                  </a:lnTo>
                  <a:lnTo>
                    <a:pt x="6029275" y="1206081"/>
                  </a:lnTo>
                  <a:lnTo>
                    <a:pt x="6099619" y="1207956"/>
                  </a:lnTo>
                  <a:lnTo>
                    <a:pt x="6169964" y="1209762"/>
                  </a:lnTo>
                  <a:lnTo>
                    <a:pt x="6240308" y="1211501"/>
                  </a:lnTo>
                  <a:lnTo>
                    <a:pt x="6310653" y="12131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2026-07-22T07:54:27Z</dcterms:modified>
  <cp:category/>
</cp:coreProperties>
</file>