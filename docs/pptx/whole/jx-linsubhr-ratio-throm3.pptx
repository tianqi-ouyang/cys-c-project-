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235830" cy="3432544"/>
            </a:xfrm>
            <a:custGeom>
              <a:avLst/>
              <a:pathLst>
                <a:path w="7235830" h="3432544">
                  <a:moveTo>
                    <a:pt x="1502065" y="0"/>
                  </a:moveTo>
                  <a:lnTo>
                    <a:pt x="1556308" y="137283"/>
                  </a:lnTo>
                  <a:lnTo>
                    <a:pt x="1630068" y="314100"/>
                  </a:lnTo>
                  <a:lnTo>
                    <a:pt x="1703828" y="481575"/>
                  </a:lnTo>
                  <a:lnTo>
                    <a:pt x="1777588" y="640201"/>
                  </a:lnTo>
                  <a:lnTo>
                    <a:pt x="1851348" y="790445"/>
                  </a:lnTo>
                  <a:lnTo>
                    <a:pt x="1925108" y="932751"/>
                  </a:lnTo>
                  <a:lnTo>
                    <a:pt x="1998868" y="1067538"/>
                  </a:lnTo>
                  <a:lnTo>
                    <a:pt x="2072628" y="1195203"/>
                  </a:lnTo>
                  <a:lnTo>
                    <a:pt x="2146388" y="1316123"/>
                  </a:lnTo>
                  <a:lnTo>
                    <a:pt x="2220148" y="1430654"/>
                  </a:lnTo>
                  <a:lnTo>
                    <a:pt x="2293908" y="1539133"/>
                  </a:lnTo>
                  <a:lnTo>
                    <a:pt x="2367668" y="1641881"/>
                  </a:lnTo>
                  <a:lnTo>
                    <a:pt x="2441428" y="1739200"/>
                  </a:lnTo>
                  <a:lnTo>
                    <a:pt x="2515188" y="1831376"/>
                  </a:lnTo>
                  <a:lnTo>
                    <a:pt x="2588948" y="1918683"/>
                  </a:lnTo>
                  <a:lnTo>
                    <a:pt x="2662708" y="2001376"/>
                  </a:lnTo>
                  <a:lnTo>
                    <a:pt x="2736468" y="2079700"/>
                  </a:lnTo>
                  <a:lnTo>
                    <a:pt x="2810228" y="2153886"/>
                  </a:lnTo>
                  <a:lnTo>
                    <a:pt x="2883988" y="2224152"/>
                  </a:lnTo>
                  <a:lnTo>
                    <a:pt x="2957748" y="2290705"/>
                  </a:lnTo>
                  <a:lnTo>
                    <a:pt x="3031508" y="2353742"/>
                  </a:lnTo>
                  <a:lnTo>
                    <a:pt x="3105268" y="2413448"/>
                  </a:lnTo>
                  <a:lnTo>
                    <a:pt x="3179028" y="2469999"/>
                  </a:lnTo>
                  <a:lnTo>
                    <a:pt x="3252788" y="2523563"/>
                  </a:lnTo>
                  <a:lnTo>
                    <a:pt x="3326548" y="2574296"/>
                  </a:lnTo>
                  <a:lnTo>
                    <a:pt x="3400308" y="2622348"/>
                  </a:lnTo>
                  <a:lnTo>
                    <a:pt x="3474068" y="2659422"/>
                  </a:lnTo>
                  <a:lnTo>
                    <a:pt x="3547828" y="2676100"/>
                  </a:lnTo>
                  <a:lnTo>
                    <a:pt x="3621588" y="2692440"/>
                  </a:lnTo>
                  <a:lnTo>
                    <a:pt x="3695348" y="2708450"/>
                  </a:lnTo>
                  <a:lnTo>
                    <a:pt x="3769108" y="2724136"/>
                  </a:lnTo>
                  <a:lnTo>
                    <a:pt x="3842868" y="2739505"/>
                  </a:lnTo>
                  <a:lnTo>
                    <a:pt x="3916628" y="2754562"/>
                  </a:lnTo>
                  <a:lnTo>
                    <a:pt x="3990388" y="2769315"/>
                  </a:lnTo>
                  <a:lnTo>
                    <a:pt x="4064149" y="2783769"/>
                  </a:lnTo>
                  <a:lnTo>
                    <a:pt x="4137909" y="2797931"/>
                  </a:lnTo>
                  <a:lnTo>
                    <a:pt x="4211669" y="2811807"/>
                  </a:lnTo>
                  <a:lnTo>
                    <a:pt x="4285429" y="2825402"/>
                  </a:lnTo>
                  <a:lnTo>
                    <a:pt x="4359189" y="2838721"/>
                  </a:lnTo>
                  <a:lnTo>
                    <a:pt x="4432949" y="2851772"/>
                  </a:lnTo>
                  <a:lnTo>
                    <a:pt x="4506709" y="2864558"/>
                  </a:lnTo>
                  <a:lnTo>
                    <a:pt x="4580469" y="2877085"/>
                  </a:lnTo>
                  <a:lnTo>
                    <a:pt x="4654229" y="2889359"/>
                  </a:lnTo>
                  <a:lnTo>
                    <a:pt x="4727989" y="2901385"/>
                  </a:lnTo>
                  <a:lnTo>
                    <a:pt x="4801749" y="2913167"/>
                  </a:lnTo>
                  <a:lnTo>
                    <a:pt x="4875509" y="2924711"/>
                  </a:lnTo>
                  <a:lnTo>
                    <a:pt x="4949269" y="2936022"/>
                  </a:lnTo>
                  <a:lnTo>
                    <a:pt x="5023029" y="2947103"/>
                  </a:lnTo>
                  <a:lnTo>
                    <a:pt x="5096789" y="2957961"/>
                  </a:lnTo>
                  <a:lnTo>
                    <a:pt x="5170549" y="2968599"/>
                  </a:lnTo>
                  <a:lnTo>
                    <a:pt x="5244309" y="2979021"/>
                  </a:lnTo>
                  <a:lnTo>
                    <a:pt x="5318069" y="2989233"/>
                  </a:lnTo>
                  <a:lnTo>
                    <a:pt x="5391829" y="2999238"/>
                  </a:lnTo>
                  <a:lnTo>
                    <a:pt x="5465589" y="3009040"/>
                  </a:lnTo>
                  <a:lnTo>
                    <a:pt x="5539349" y="3018645"/>
                  </a:lnTo>
                  <a:lnTo>
                    <a:pt x="5613109" y="3028055"/>
                  </a:lnTo>
                  <a:lnTo>
                    <a:pt x="5686869" y="3037274"/>
                  </a:lnTo>
                  <a:lnTo>
                    <a:pt x="5760629" y="3046307"/>
                  </a:lnTo>
                  <a:lnTo>
                    <a:pt x="5834389" y="3055158"/>
                  </a:lnTo>
                  <a:lnTo>
                    <a:pt x="5908149" y="3063829"/>
                  </a:lnTo>
                  <a:lnTo>
                    <a:pt x="5981909" y="3072325"/>
                  </a:lnTo>
                  <a:lnTo>
                    <a:pt x="6055669" y="3080649"/>
                  </a:lnTo>
                  <a:lnTo>
                    <a:pt x="6129429" y="3088804"/>
                  </a:lnTo>
                  <a:lnTo>
                    <a:pt x="6203189" y="3096795"/>
                  </a:lnTo>
                  <a:lnTo>
                    <a:pt x="6276949" y="3104623"/>
                  </a:lnTo>
                  <a:lnTo>
                    <a:pt x="6350709" y="3112294"/>
                  </a:lnTo>
                  <a:lnTo>
                    <a:pt x="6424469" y="3119809"/>
                  </a:lnTo>
                  <a:lnTo>
                    <a:pt x="6498229" y="3127172"/>
                  </a:lnTo>
                  <a:lnTo>
                    <a:pt x="6571989" y="3134387"/>
                  </a:lnTo>
                  <a:lnTo>
                    <a:pt x="6645749" y="3141455"/>
                  </a:lnTo>
                  <a:lnTo>
                    <a:pt x="6719509" y="3148380"/>
                  </a:lnTo>
                  <a:lnTo>
                    <a:pt x="6793269" y="3155165"/>
                  </a:lnTo>
                  <a:lnTo>
                    <a:pt x="6867029" y="3161813"/>
                  </a:lnTo>
                  <a:lnTo>
                    <a:pt x="6940789" y="3168327"/>
                  </a:lnTo>
                  <a:lnTo>
                    <a:pt x="7014550" y="3174708"/>
                  </a:lnTo>
                  <a:lnTo>
                    <a:pt x="7088310" y="3180961"/>
                  </a:lnTo>
                  <a:lnTo>
                    <a:pt x="7162070" y="3187087"/>
                  </a:lnTo>
                  <a:lnTo>
                    <a:pt x="7235830" y="3193089"/>
                  </a:lnTo>
                  <a:lnTo>
                    <a:pt x="7235830" y="3432544"/>
                  </a:lnTo>
                  <a:lnTo>
                    <a:pt x="7162070" y="3429688"/>
                  </a:lnTo>
                  <a:lnTo>
                    <a:pt x="7088310" y="3426672"/>
                  </a:lnTo>
                  <a:lnTo>
                    <a:pt x="7014550" y="3423488"/>
                  </a:lnTo>
                  <a:lnTo>
                    <a:pt x="6940789" y="3420127"/>
                  </a:lnTo>
                  <a:lnTo>
                    <a:pt x="6867029" y="3416578"/>
                  </a:lnTo>
                  <a:lnTo>
                    <a:pt x="6793269" y="3412831"/>
                  </a:lnTo>
                  <a:lnTo>
                    <a:pt x="6719509" y="3408875"/>
                  </a:lnTo>
                  <a:lnTo>
                    <a:pt x="6645749" y="3404698"/>
                  </a:lnTo>
                  <a:lnTo>
                    <a:pt x="6571989" y="3400289"/>
                  </a:lnTo>
                  <a:lnTo>
                    <a:pt x="6498229" y="3395633"/>
                  </a:lnTo>
                  <a:lnTo>
                    <a:pt x="6424469" y="3390718"/>
                  </a:lnTo>
                  <a:lnTo>
                    <a:pt x="6350709" y="3385528"/>
                  </a:lnTo>
                  <a:lnTo>
                    <a:pt x="6276949" y="3380049"/>
                  </a:lnTo>
                  <a:lnTo>
                    <a:pt x="6203189" y="3374264"/>
                  </a:lnTo>
                  <a:lnTo>
                    <a:pt x="6129429" y="3368157"/>
                  </a:lnTo>
                  <a:lnTo>
                    <a:pt x="6055669" y="3361709"/>
                  </a:lnTo>
                  <a:lnTo>
                    <a:pt x="5981909" y="3354901"/>
                  </a:lnTo>
                  <a:lnTo>
                    <a:pt x="5908149" y="3347714"/>
                  </a:lnTo>
                  <a:lnTo>
                    <a:pt x="5834389" y="3340125"/>
                  </a:lnTo>
                  <a:lnTo>
                    <a:pt x="5760629" y="3332113"/>
                  </a:lnTo>
                  <a:lnTo>
                    <a:pt x="5686869" y="3323654"/>
                  </a:lnTo>
                  <a:lnTo>
                    <a:pt x="5613109" y="3314724"/>
                  </a:lnTo>
                  <a:lnTo>
                    <a:pt x="5539349" y="3305295"/>
                  </a:lnTo>
                  <a:lnTo>
                    <a:pt x="5465589" y="3295340"/>
                  </a:lnTo>
                  <a:lnTo>
                    <a:pt x="5391829" y="3284830"/>
                  </a:lnTo>
                  <a:lnTo>
                    <a:pt x="5318069" y="3273733"/>
                  </a:lnTo>
                  <a:lnTo>
                    <a:pt x="5244309" y="3262018"/>
                  </a:lnTo>
                  <a:lnTo>
                    <a:pt x="5170549" y="3249649"/>
                  </a:lnTo>
                  <a:lnTo>
                    <a:pt x="5096789" y="3236590"/>
                  </a:lnTo>
                  <a:lnTo>
                    <a:pt x="5023029" y="3222802"/>
                  </a:lnTo>
                  <a:lnTo>
                    <a:pt x="4949269" y="3208246"/>
                  </a:lnTo>
                  <a:lnTo>
                    <a:pt x="4875509" y="3192877"/>
                  </a:lnTo>
                  <a:lnTo>
                    <a:pt x="4801749" y="3176651"/>
                  </a:lnTo>
                  <a:lnTo>
                    <a:pt x="4727989" y="3159520"/>
                  </a:lnTo>
                  <a:lnTo>
                    <a:pt x="4654229" y="3141433"/>
                  </a:lnTo>
                  <a:lnTo>
                    <a:pt x="4580469" y="3122337"/>
                  </a:lnTo>
                  <a:lnTo>
                    <a:pt x="4506709" y="3102176"/>
                  </a:lnTo>
                  <a:lnTo>
                    <a:pt x="4432949" y="3080891"/>
                  </a:lnTo>
                  <a:lnTo>
                    <a:pt x="4359189" y="3058417"/>
                  </a:lnTo>
                  <a:lnTo>
                    <a:pt x="4285429" y="3034691"/>
                  </a:lnTo>
                  <a:lnTo>
                    <a:pt x="4211669" y="3009640"/>
                  </a:lnTo>
                  <a:lnTo>
                    <a:pt x="4137909" y="2983192"/>
                  </a:lnTo>
                  <a:lnTo>
                    <a:pt x="4064149" y="2955269"/>
                  </a:lnTo>
                  <a:lnTo>
                    <a:pt x="3990388" y="2925788"/>
                  </a:lnTo>
                  <a:lnTo>
                    <a:pt x="3916628" y="2894663"/>
                  </a:lnTo>
                  <a:lnTo>
                    <a:pt x="3842868" y="2861801"/>
                  </a:lnTo>
                  <a:lnTo>
                    <a:pt x="3769108" y="2827106"/>
                  </a:lnTo>
                  <a:lnTo>
                    <a:pt x="3695348" y="2790476"/>
                  </a:lnTo>
                  <a:lnTo>
                    <a:pt x="3621588" y="2751802"/>
                  </a:lnTo>
                  <a:lnTo>
                    <a:pt x="3547828" y="2710971"/>
                  </a:lnTo>
                  <a:lnTo>
                    <a:pt x="3474068" y="2667862"/>
                  </a:lnTo>
                  <a:lnTo>
                    <a:pt x="3400308" y="2642400"/>
                  </a:lnTo>
                  <a:lnTo>
                    <a:pt x="3326548" y="2625026"/>
                  </a:lnTo>
                  <a:lnTo>
                    <a:pt x="3252788" y="2607294"/>
                  </a:lnTo>
                  <a:lnTo>
                    <a:pt x="3179028" y="2589195"/>
                  </a:lnTo>
                  <a:lnTo>
                    <a:pt x="3105268" y="2570723"/>
                  </a:lnTo>
                  <a:lnTo>
                    <a:pt x="3031508" y="2551869"/>
                  </a:lnTo>
                  <a:lnTo>
                    <a:pt x="2957748" y="2532626"/>
                  </a:lnTo>
                  <a:lnTo>
                    <a:pt x="2883988" y="2512985"/>
                  </a:lnTo>
                  <a:lnTo>
                    <a:pt x="2810228" y="2492939"/>
                  </a:lnTo>
                  <a:lnTo>
                    <a:pt x="2736468" y="2472479"/>
                  </a:lnTo>
                  <a:lnTo>
                    <a:pt x="2662708" y="2451597"/>
                  </a:lnTo>
                  <a:lnTo>
                    <a:pt x="2588948" y="2430283"/>
                  </a:lnTo>
                  <a:lnTo>
                    <a:pt x="2515188" y="2408529"/>
                  </a:lnTo>
                  <a:lnTo>
                    <a:pt x="2441428" y="2386326"/>
                  </a:lnTo>
                  <a:lnTo>
                    <a:pt x="2367668" y="2363664"/>
                  </a:lnTo>
                  <a:lnTo>
                    <a:pt x="2293908" y="2340535"/>
                  </a:lnTo>
                  <a:lnTo>
                    <a:pt x="2220148" y="2316927"/>
                  </a:lnTo>
                  <a:lnTo>
                    <a:pt x="2146388" y="2292833"/>
                  </a:lnTo>
                  <a:lnTo>
                    <a:pt x="2072628" y="2268241"/>
                  </a:lnTo>
                  <a:lnTo>
                    <a:pt x="1998868" y="2243141"/>
                  </a:lnTo>
                  <a:lnTo>
                    <a:pt x="1925108" y="2217522"/>
                  </a:lnTo>
                  <a:lnTo>
                    <a:pt x="1851348" y="2191375"/>
                  </a:lnTo>
                  <a:lnTo>
                    <a:pt x="1777588" y="2164687"/>
                  </a:lnTo>
                  <a:lnTo>
                    <a:pt x="1703828" y="2137449"/>
                  </a:lnTo>
                  <a:lnTo>
                    <a:pt x="1630068" y="2109648"/>
                  </a:lnTo>
                  <a:lnTo>
                    <a:pt x="1556308" y="2081273"/>
                  </a:lnTo>
                  <a:lnTo>
                    <a:pt x="1482548" y="2052312"/>
                  </a:lnTo>
                  <a:lnTo>
                    <a:pt x="1408788" y="2022753"/>
                  </a:lnTo>
                  <a:lnTo>
                    <a:pt x="1335028" y="1992584"/>
                  </a:lnTo>
                  <a:lnTo>
                    <a:pt x="1261268" y="1961792"/>
                  </a:lnTo>
                  <a:lnTo>
                    <a:pt x="1187508" y="1930364"/>
                  </a:lnTo>
                  <a:lnTo>
                    <a:pt x="1113747" y="1898286"/>
                  </a:lnTo>
                  <a:lnTo>
                    <a:pt x="1039987" y="1865547"/>
                  </a:lnTo>
                  <a:lnTo>
                    <a:pt x="966227" y="1832131"/>
                  </a:lnTo>
                  <a:lnTo>
                    <a:pt x="892467" y="1798026"/>
                  </a:lnTo>
                  <a:lnTo>
                    <a:pt x="818707" y="1763216"/>
                  </a:lnTo>
                  <a:lnTo>
                    <a:pt x="744947" y="1727687"/>
                  </a:lnTo>
                  <a:lnTo>
                    <a:pt x="671187" y="1691424"/>
                  </a:lnTo>
                  <a:lnTo>
                    <a:pt x="597427" y="1654413"/>
                  </a:lnTo>
                  <a:lnTo>
                    <a:pt x="523667" y="1616638"/>
                  </a:lnTo>
                  <a:lnTo>
                    <a:pt x="449907" y="1578082"/>
                  </a:lnTo>
                  <a:lnTo>
                    <a:pt x="376147" y="1538730"/>
                  </a:lnTo>
                  <a:lnTo>
                    <a:pt x="302387" y="1498566"/>
                  </a:lnTo>
                  <a:lnTo>
                    <a:pt x="228627" y="1457572"/>
                  </a:lnTo>
                  <a:lnTo>
                    <a:pt x="154867" y="1415732"/>
                  </a:lnTo>
                  <a:lnTo>
                    <a:pt x="81107" y="1373028"/>
                  </a:lnTo>
                  <a:lnTo>
                    <a:pt x="7347" y="1329442"/>
                  </a:lnTo>
                  <a:lnTo>
                    <a:pt x="0" y="13250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2319583" y="2073503"/>
              <a:ext cx="5733764" cy="3193089"/>
            </a:xfrm>
            <a:custGeom>
              <a:avLst/>
              <a:pathLst>
                <a:path w="5733764" h="3193089">
                  <a:moveTo>
                    <a:pt x="0" y="0"/>
                  </a:moveTo>
                  <a:lnTo>
                    <a:pt x="54242" y="137283"/>
                  </a:lnTo>
                  <a:lnTo>
                    <a:pt x="128002" y="314100"/>
                  </a:lnTo>
                  <a:lnTo>
                    <a:pt x="201762" y="481575"/>
                  </a:lnTo>
                  <a:lnTo>
                    <a:pt x="275522" y="640201"/>
                  </a:lnTo>
                  <a:lnTo>
                    <a:pt x="349282" y="790445"/>
                  </a:lnTo>
                  <a:lnTo>
                    <a:pt x="423042" y="932751"/>
                  </a:lnTo>
                  <a:lnTo>
                    <a:pt x="496802" y="1067538"/>
                  </a:lnTo>
                  <a:lnTo>
                    <a:pt x="570562" y="1195203"/>
                  </a:lnTo>
                  <a:lnTo>
                    <a:pt x="644322" y="1316123"/>
                  </a:lnTo>
                  <a:lnTo>
                    <a:pt x="718082" y="1430654"/>
                  </a:lnTo>
                  <a:lnTo>
                    <a:pt x="791842" y="1539133"/>
                  </a:lnTo>
                  <a:lnTo>
                    <a:pt x="865602" y="1641881"/>
                  </a:lnTo>
                  <a:lnTo>
                    <a:pt x="939362" y="1739200"/>
                  </a:lnTo>
                  <a:lnTo>
                    <a:pt x="1013122" y="1831376"/>
                  </a:lnTo>
                  <a:lnTo>
                    <a:pt x="1086882" y="1918683"/>
                  </a:lnTo>
                  <a:lnTo>
                    <a:pt x="1160642" y="2001376"/>
                  </a:lnTo>
                  <a:lnTo>
                    <a:pt x="1234402" y="2079700"/>
                  </a:lnTo>
                  <a:lnTo>
                    <a:pt x="1308162" y="2153886"/>
                  </a:lnTo>
                  <a:lnTo>
                    <a:pt x="1381922" y="2224152"/>
                  </a:lnTo>
                  <a:lnTo>
                    <a:pt x="1455682" y="2290705"/>
                  </a:lnTo>
                  <a:lnTo>
                    <a:pt x="1529442" y="2353742"/>
                  </a:lnTo>
                  <a:lnTo>
                    <a:pt x="1603202" y="2413448"/>
                  </a:lnTo>
                  <a:lnTo>
                    <a:pt x="1676962" y="2469999"/>
                  </a:lnTo>
                  <a:lnTo>
                    <a:pt x="1750722" y="2523563"/>
                  </a:lnTo>
                  <a:lnTo>
                    <a:pt x="1824482" y="2574296"/>
                  </a:lnTo>
                  <a:lnTo>
                    <a:pt x="1898242" y="2622348"/>
                  </a:lnTo>
                  <a:lnTo>
                    <a:pt x="1972003" y="2659422"/>
                  </a:lnTo>
                  <a:lnTo>
                    <a:pt x="2045763" y="2676100"/>
                  </a:lnTo>
                  <a:lnTo>
                    <a:pt x="2119523" y="2692440"/>
                  </a:lnTo>
                  <a:lnTo>
                    <a:pt x="2193283" y="2708450"/>
                  </a:lnTo>
                  <a:lnTo>
                    <a:pt x="2267043" y="2724136"/>
                  </a:lnTo>
                  <a:lnTo>
                    <a:pt x="2340803" y="2739505"/>
                  </a:lnTo>
                  <a:lnTo>
                    <a:pt x="2414563" y="2754562"/>
                  </a:lnTo>
                  <a:lnTo>
                    <a:pt x="2488323" y="2769315"/>
                  </a:lnTo>
                  <a:lnTo>
                    <a:pt x="2562083" y="2783769"/>
                  </a:lnTo>
                  <a:lnTo>
                    <a:pt x="2635843" y="2797931"/>
                  </a:lnTo>
                  <a:lnTo>
                    <a:pt x="2709603" y="2811807"/>
                  </a:lnTo>
                  <a:lnTo>
                    <a:pt x="2783363" y="2825402"/>
                  </a:lnTo>
                  <a:lnTo>
                    <a:pt x="2857123" y="2838721"/>
                  </a:lnTo>
                  <a:lnTo>
                    <a:pt x="2930883" y="2851772"/>
                  </a:lnTo>
                  <a:lnTo>
                    <a:pt x="3004643" y="2864558"/>
                  </a:lnTo>
                  <a:lnTo>
                    <a:pt x="3078403" y="2877085"/>
                  </a:lnTo>
                  <a:lnTo>
                    <a:pt x="3152163" y="2889359"/>
                  </a:lnTo>
                  <a:lnTo>
                    <a:pt x="3225923" y="2901385"/>
                  </a:lnTo>
                  <a:lnTo>
                    <a:pt x="3299683" y="2913167"/>
                  </a:lnTo>
                  <a:lnTo>
                    <a:pt x="3373443" y="2924711"/>
                  </a:lnTo>
                  <a:lnTo>
                    <a:pt x="3447203" y="2936022"/>
                  </a:lnTo>
                  <a:lnTo>
                    <a:pt x="3520963" y="2947103"/>
                  </a:lnTo>
                  <a:lnTo>
                    <a:pt x="3594723" y="2957961"/>
                  </a:lnTo>
                  <a:lnTo>
                    <a:pt x="3668483" y="2968599"/>
                  </a:lnTo>
                  <a:lnTo>
                    <a:pt x="3742243" y="2979021"/>
                  </a:lnTo>
                  <a:lnTo>
                    <a:pt x="3816003" y="2989233"/>
                  </a:lnTo>
                  <a:lnTo>
                    <a:pt x="3889763" y="2999238"/>
                  </a:lnTo>
                  <a:lnTo>
                    <a:pt x="3963523" y="3009040"/>
                  </a:lnTo>
                  <a:lnTo>
                    <a:pt x="4037283" y="3018645"/>
                  </a:lnTo>
                  <a:lnTo>
                    <a:pt x="4111043" y="3028055"/>
                  </a:lnTo>
                  <a:lnTo>
                    <a:pt x="4184803" y="3037274"/>
                  </a:lnTo>
                  <a:lnTo>
                    <a:pt x="4258563" y="3046307"/>
                  </a:lnTo>
                  <a:lnTo>
                    <a:pt x="4332323" y="3055158"/>
                  </a:lnTo>
                  <a:lnTo>
                    <a:pt x="4406083" y="3063829"/>
                  </a:lnTo>
                  <a:lnTo>
                    <a:pt x="4479843" y="3072325"/>
                  </a:lnTo>
                  <a:lnTo>
                    <a:pt x="4553603" y="3080649"/>
                  </a:lnTo>
                  <a:lnTo>
                    <a:pt x="4627363" y="3088804"/>
                  </a:lnTo>
                  <a:lnTo>
                    <a:pt x="4701123" y="3096795"/>
                  </a:lnTo>
                  <a:lnTo>
                    <a:pt x="4774883" y="3104623"/>
                  </a:lnTo>
                  <a:lnTo>
                    <a:pt x="4848644" y="3112294"/>
                  </a:lnTo>
                  <a:lnTo>
                    <a:pt x="4922404" y="3119809"/>
                  </a:lnTo>
                  <a:lnTo>
                    <a:pt x="4996164" y="3127172"/>
                  </a:lnTo>
                  <a:lnTo>
                    <a:pt x="5069924" y="3134387"/>
                  </a:lnTo>
                  <a:lnTo>
                    <a:pt x="5143684" y="3141455"/>
                  </a:lnTo>
                  <a:lnTo>
                    <a:pt x="5217444" y="3148380"/>
                  </a:lnTo>
                  <a:lnTo>
                    <a:pt x="5291204" y="3155165"/>
                  </a:lnTo>
                  <a:lnTo>
                    <a:pt x="5364964" y="3161813"/>
                  </a:lnTo>
                  <a:lnTo>
                    <a:pt x="5438724" y="3168327"/>
                  </a:lnTo>
                  <a:lnTo>
                    <a:pt x="5512484" y="3174708"/>
                  </a:lnTo>
                  <a:lnTo>
                    <a:pt x="5586244" y="3180961"/>
                  </a:lnTo>
                  <a:lnTo>
                    <a:pt x="5660004" y="3187087"/>
                  </a:lnTo>
                  <a:lnTo>
                    <a:pt x="5733764" y="3193089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3398513"/>
              <a:ext cx="7235830" cy="2107533"/>
            </a:xfrm>
            <a:custGeom>
              <a:avLst/>
              <a:pathLst>
                <a:path w="7235830" h="2107533">
                  <a:moveTo>
                    <a:pt x="7235830" y="2107533"/>
                  </a:moveTo>
                  <a:lnTo>
                    <a:pt x="7162070" y="2104677"/>
                  </a:lnTo>
                  <a:lnTo>
                    <a:pt x="7088310" y="2101662"/>
                  </a:lnTo>
                  <a:lnTo>
                    <a:pt x="7014550" y="2098478"/>
                  </a:lnTo>
                  <a:lnTo>
                    <a:pt x="6940789" y="2095116"/>
                  </a:lnTo>
                  <a:lnTo>
                    <a:pt x="6867029" y="2091567"/>
                  </a:lnTo>
                  <a:lnTo>
                    <a:pt x="6793269" y="2087820"/>
                  </a:lnTo>
                  <a:lnTo>
                    <a:pt x="6719509" y="2083864"/>
                  </a:lnTo>
                  <a:lnTo>
                    <a:pt x="6645749" y="2079688"/>
                  </a:lnTo>
                  <a:lnTo>
                    <a:pt x="6571989" y="2075278"/>
                  </a:lnTo>
                  <a:lnTo>
                    <a:pt x="6498229" y="2070622"/>
                  </a:lnTo>
                  <a:lnTo>
                    <a:pt x="6424469" y="2065707"/>
                  </a:lnTo>
                  <a:lnTo>
                    <a:pt x="6350709" y="2060517"/>
                  </a:lnTo>
                  <a:lnTo>
                    <a:pt x="6276949" y="2055038"/>
                  </a:lnTo>
                  <a:lnTo>
                    <a:pt x="6203189" y="2049254"/>
                  </a:lnTo>
                  <a:lnTo>
                    <a:pt x="6129429" y="2043146"/>
                  </a:lnTo>
                  <a:lnTo>
                    <a:pt x="6055669" y="2036698"/>
                  </a:lnTo>
                  <a:lnTo>
                    <a:pt x="5981909" y="2029890"/>
                  </a:lnTo>
                  <a:lnTo>
                    <a:pt x="5908149" y="2022703"/>
                  </a:lnTo>
                  <a:lnTo>
                    <a:pt x="5834389" y="2015114"/>
                  </a:lnTo>
                  <a:lnTo>
                    <a:pt x="5760629" y="2007102"/>
                  </a:lnTo>
                  <a:lnTo>
                    <a:pt x="5686869" y="1998644"/>
                  </a:lnTo>
                  <a:lnTo>
                    <a:pt x="5613109" y="1989713"/>
                  </a:lnTo>
                  <a:lnTo>
                    <a:pt x="5539349" y="1980284"/>
                  </a:lnTo>
                  <a:lnTo>
                    <a:pt x="5465589" y="1970329"/>
                  </a:lnTo>
                  <a:lnTo>
                    <a:pt x="5391829" y="1959819"/>
                  </a:lnTo>
                  <a:lnTo>
                    <a:pt x="5318069" y="1948723"/>
                  </a:lnTo>
                  <a:lnTo>
                    <a:pt x="5244309" y="1937007"/>
                  </a:lnTo>
                  <a:lnTo>
                    <a:pt x="5170549" y="1924638"/>
                  </a:lnTo>
                  <a:lnTo>
                    <a:pt x="5096789" y="1911579"/>
                  </a:lnTo>
                  <a:lnTo>
                    <a:pt x="5023029" y="1897792"/>
                  </a:lnTo>
                  <a:lnTo>
                    <a:pt x="4949269" y="1883235"/>
                  </a:lnTo>
                  <a:lnTo>
                    <a:pt x="4875509" y="1867866"/>
                  </a:lnTo>
                  <a:lnTo>
                    <a:pt x="4801749" y="1851640"/>
                  </a:lnTo>
                  <a:lnTo>
                    <a:pt x="4727989" y="1834509"/>
                  </a:lnTo>
                  <a:lnTo>
                    <a:pt x="4654229" y="1816422"/>
                  </a:lnTo>
                  <a:lnTo>
                    <a:pt x="4580469" y="1797327"/>
                  </a:lnTo>
                  <a:lnTo>
                    <a:pt x="4506709" y="1777165"/>
                  </a:lnTo>
                  <a:lnTo>
                    <a:pt x="4432949" y="1755880"/>
                  </a:lnTo>
                  <a:lnTo>
                    <a:pt x="4359189" y="1733407"/>
                  </a:lnTo>
                  <a:lnTo>
                    <a:pt x="4285429" y="1709680"/>
                  </a:lnTo>
                  <a:lnTo>
                    <a:pt x="4211669" y="1684630"/>
                  </a:lnTo>
                  <a:lnTo>
                    <a:pt x="4137909" y="1658182"/>
                  </a:lnTo>
                  <a:lnTo>
                    <a:pt x="4064149" y="1630259"/>
                  </a:lnTo>
                  <a:lnTo>
                    <a:pt x="3990388" y="1600778"/>
                  </a:lnTo>
                  <a:lnTo>
                    <a:pt x="3916628" y="1569652"/>
                  </a:lnTo>
                  <a:lnTo>
                    <a:pt x="3842868" y="1536791"/>
                  </a:lnTo>
                  <a:lnTo>
                    <a:pt x="3769108" y="1502096"/>
                  </a:lnTo>
                  <a:lnTo>
                    <a:pt x="3695348" y="1465465"/>
                  </a:lnTo>
                  <a:lnTo>
                    <a:pt x="3621588" y="1426792"/>
                  </a:lnTo>
                  <a:lnTo>
                    <a:pt x="3547828" y="1385960"/>
                  </a:lnTo>
                  <a:lnTo>
                    <a:pt x="3474068" y="1342851"/>
                  </a:lnTo>
                  <a:lnTo>
                    <a:pt x="3400308" y="1317389"/>
                  </a:lnTo>
                  <a:lnTo>
                    <a:pt x="3326548" y="1300016"/>
                  </a:lnTo>
                  <a:lnTo>
                    <a:pt x="3252788" y="1282283"/>
                  </a:lnTo>
                  <a:lnTo>
                    <a:pt x="3179028" y="1264184"/>
                  </a:lnTo>
                  <a:lnTo>
                    <a:pt x="3105268" y="1245712"/>
                  </a:lnTo>
                  <a:lnTo>
                    <a:pt x="3031508" y="1226858"/>
                  </a:lnTo>
                  <a:lnTo>
                    <a:pt x="2957748" y="1207615"/>
                  </a:lnTo>
                  <a:lnTo>
                    <a:pt x="2883988" y="1187975"/>
                  </a:lnTo>
                  <a:lnTo>
                    <a:pt x="2810228" y="1167928"/>
                  </a:lnTo>
                  <a:lnTo>
                    <a:pt x="2736468" y="1147468"/>
                  </a:lnTo>
                  <a:lnTo>
                    <a:pt x="2662708" y="1126586"/>
                  </a:lnTo>
                  <a:lnTo>
                    <a:pt x="2588948" y="1105272"/>
                  </a:lnTo>
                  <a:lnTo>
                    <a:pt x="2515188" y="1083518"/>
                  </a:lnTo>
                  <a:lnTo>
                    <a:pt x="2441428" y="1061315"/>
                  </a:lnTo>
                  <a:lnTo>
                    <a:pt x="2367668" y="1038654"/>
                  </a:lnTo>
                  <a:lnTo>
                    <a:pt x="2293908" y="1015524"/>
                  </a:lnTo>
                  <a:lnTo>
                    <a:pt x="2220148" y="991917"/>
                  </a:lnTo>
                  <a:lnTo>
                    <a:pt x="2146388" y="967822"/>
                  </a:lnTo>
                  <a:lnTo>
                    <a:pt x="2072628" y="943230"/>
                  </a:lnTo>
                  <a:lnTo>
                    <a:pt x="1998868" y="918130"/>
                  </a:lnTo>
                  <a:lnTo>
                    <a:pt x="1925108" y="892511"/>
                  </a:lnTo>
                  <a:lnTo>
                    <a:pt x="1851348" y="866364"/>
                  </a:lnTo>
                  <a:lnTo>
                    <a:pt x="1777588" y="839677"/>
                  </a:lnTo>
                  <a:lnTo>
                    <a:pt x="1703828" y="812438"/>
                  </a:lnTo>
                  <a:lnTo>
                    <a:pt x="1630068" y="784637"/>
                  </a:lnTo>
                  <a:lnTo>
                    <a:pt x="1556308" y="756263"/>
                  </a:lnTo>
                  <a:lnTo>
                    <a:pt x="1482548" y="727302"/>
                  </a:lnTo>
                  <a:lnTo>
                    <a:pt x="1408788" y="697743"/>
                  </a:lnTo>
                  <a:lnTo>
                    <a:pt x="1335028" y="667573"/>
                  </a:lnTo>
                  <a:lnTo>
                    <a:pt x="1261268" y="636781"/>
                  </a:lnTo>
                  <a:lnTo>
                    <a:pt x="1187508" y="605353"/>
                  </a:lnTo>
                  <a:lnTo>
                    <a:pt x="1113747" y="573276"/>
                  </a:lnTo>
                  <a:lnTo>
                    <a:pt x="1039987" y="540536"/>
                  </a:lnTo>
                  <a:lnTo>
                    <a:pt x="966227" y="507120"/>
                  </a:lnTo>
                  <a:lnTo>
                    <a:pt x="892467" y="473015"/>
                  </a:lnTo>
                  <a:lnTo>
                    <a:pt x="818707" y="438205"/>
                  </a:lnTo>
                  <a:lnTo>
                    <a:pt x="744947" y="402676"/>
                  </a:lnTo>
                  <a:lnTo>
                    <a:pt x="671187" y="366414"/>
                  </a:lnTo>
                  <a:lnTo>
                    <a:pt x="597427" y="329402"/>
                  </a:lnTo>
                  <a:lnTo>
                    <a:pt x="523667" y="291627"/>
                  </a:lnTo>
                  <a:lnTo>
                    <a:pt x="449907" y="253071"/>
                  </a:lnTo>
                  <a:lnTo>
                    <a:pt x="376147" y="213720"/>
                  </a:lnTo>
                  <a:lnTo>
                    <a:pt x="302387" y="173555"/>
                  </a:lnTo>
                  <a:lnTo>
                    <a:pt x="228627" y="132562"/>
                  </a:lnTo>
                  <a:lnTo>
                    <a:pt x="154867" y="90721"/>
                  </a:lnTo>
                  <a:lnTo>
                    <a:pt x="81107" y="48017"/>
                  </a:lnTo>
                  <a:lnTo>
                    <a:pt x="7347" y="443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436284" y="2073503"/>
              <a:ext cx="6617063" cy="3361753"/>
            </a:xfrm>
            <a:custGeom>
              <a:avLst/>
              <a:pathLst>
                <a:path w="6617063" h="3361753">
                  <a:moveTo>
                    <a:pt x="0" y="0"/>
                  </a:moveTo>
                  <a:lnTo>
                    <a:pt x="52420" y="91770"/>
                  </a:lnTo>
                  <a:lnTo>
                    <a:pt x="126180" y="216162"/>
                  </a:lnTo>
                  <a:lnTo>
                    <a:pt x="199940" y="335993"/>
                  </a:lnTo>
                  <a:lnTo>
                    <a:pt x="273701" y="451429"/>
                  </a:lnTo>
                  <a:lnTo>
                    <a:pt x="347461" y="562631"/>
                  </a:lnTo>
                  <a:lnTo>
                    <a:pt x="421221" y="669756"/>
                  </a:lnTo>
                  <a:lnTo>
                    <a:pt x="494981" y="772952"/>
                  </a:lnTo>
                  <a:lnTo>
                    <a:pt x="568741" y="872364"/>
                  </a:lnTo>
                  <a:lnTo>
                    <a:pt x="642501" y="968130"/>
                  </a:lnTo>
                  <a:lnTo>
                    <a:pt x="716261" y="1060383"/>
                  </a:lnTo>
                  <a:lnTo>
                    <a:pt x="790021" y="1149254"/>
                  </a:lnTo>
                  <a:lnTo>
                    <a:pt x="863781" y="1234866"/>
                  </a:lnTo>
                  <a:lnTo>
                    <a:pt x="937541" y="1317338"/>
                  </a:lnTo>
                  <a:lnTo>
                    <a:pt x="1011301" y="1396786"/>
                  </a:lnTo>
                  <a:lnTo>
                    <a:pt x="1085061" y="1473320"/>
                  </a:lnTo>
                  <a:lnTo>
                    <a:pt x="1158821" y="1547047"/>
                  </a:lnTo>
                  <a:lnTo>
                    <a:pt x="1232581" y="1618071"/>
                  </a:lnTo>
                  <a:lnTo>
                    <a:pt x="1306341" y="1686490"/>
                  </a:lnTo>
                  <a:lnTo>
                    <a:pt x="1380101" y="1752399"/>
                  </a:lnTo>
                  <a:lnTo>
                    <a:pt x="1453861" y="1815892"/>
                  </a:lnTo>
                  <a:lnTo>
                    <a:pt x="1527621" y="1877057"/>
                  </a:lnTo>
                  <a:lnTo>
                    <a:pt x="1601381" y="1935978"/>
                  </a:lnTo>
                  <a:lnTo>
                    <a:pt x="1675141" y="1992739"/>
                  </a:lnTo>
                  <a:lnTo>
                    <a:pt x="1748901" y="2047418"/>
                  </a:lnTo>
                  <a:lnTo>
                    <a:pt x="1822661" y="2100091"/>
                  </a:lnTo>
                  <a:lnTo>
                    <a:pt x="1896421" y="2150833"/>
                  </a:lnTo>
                  <a:lnTo>
                    <a:pt x="1970181" y="2199715"/>
                  </a:lnTo>
                  <a:lnTo>
                    <a:pt x="2043941" y="2246803"/>
                  </a:lnTo>
                  <a:lnTo>
                    <a:pt x="2117701" y="2292165"/>
                  </a:lnTo>
                  <a:lnTo>
                    <a:pt x="2191461" y="2335863"/>
                  </a:lnTo>
                  <a:lnTo>
                    <a:pt x="2265221" y="2377959"/>
                  </a:lnTo>
                  <a:lnTo>
                    <a:pt x="2338981" y="2418511"/>
                  </a:lnTo>
                  <a:lnTo>
                    <a:pt x="2412741" y="2457576"/>
                  </a:lnTo>
                  <a:lnTo>
                    <a:pt x="2486501" y="2495208"/>
                  </a:lnTo>
                  <a:lnTo>
                    <a:pt x="2560261" y="2531460"/>
                  </a:lnTo>
                  <a:lnTo>
                    <a:pt x="2634021" y="2566383"/>
                  </a:lnTo>
                  <a:lnTo>
                    <a:pt x="2707781" y="2600025"/>
                  </a:lnTo>
                  <a:lnTo>
                    <a:pt x="2781541" y="2632433"/>
                  </a:lnTo>
                  <a:lnTo>
                    <a:pt x="2855301" y="2663653"/>
                  </a:lnTo>
                  <a:lnTo>
                    <a:pt x="2929061" y="2693728"/>
                  </a:lnTo>
                  <a:lnTo>
                    <a:pt x="3002821" y="2722700"/>
                  </a:lnTo>
                  <a:lnTo>
                    <a:pt x="3076581" y="2750609"/>
                  </a:lnTo>
                  <a:lnTo>
                    <a:pt x="3150341" y="2777495"/>
                  </a:lnTo>
                  <a:lnTo>
                    <a:pt x="3224102" y="2803395"/>
                  </a:lnTo>
                  <a:lnTo>
                    <a:pt x="3297862" y="2828345"/>
                  </a:lnTo>
                  <a:lnTo>
                    <a:pt x="3371622" y="2852381"/>
                  </a:lnTo>
                  <a:lnTo>
                    <a:pt x="3445382" y="2875534"/>
                  </a:lnTo>
                  <a:lnTo>
                    <a:pt x="3519142" y="2897839"/>
                  </a:lnTo>
                  <a:lnTo>
                    <a:pt x="3592902" y="2919326"/>
                  </a:lnTo>
                  <a:lnTo>
                    <a:pt x="3666662" y="2940024"/>
                  </a:lnTo>
                  <a:lnTo>
                    <a:pt x="3740422" y="2959964"/>
                  </a:lnTo>
                  <a:lnTo>
                    <a:pt x="3814182" y="2979173"/>
                  </a:lnTo>
                  <a:lnTo>
                    <a:pt x="3887942" y="2997677"/>
                  </a:lnTo>
                  <a:lnTo>
                    <a:pt x="3961702" y="3015502"/>
                  </a:lnTo>
                  <a:lnTo>
                    <a:pt x="4035462" y="3032674"/>
                  </a:lnTo>
                  <a:lnTo>
                    <a:pt x="4109222" y="3049216"/>
                  </a:lnTo>
                  <a:lnTo>
                    <a:pt x="4182982" y="3065151"/>
                  </a:lnTo>
                  <a:lnTo>
                    <a:pt x="4256742" y="3080502"/>
                  </a:lnTo>
                  <a:lnTo>
                    <a:pt x="4330502" y="3095290"/>
                  </a:lnTo>
                  <a:lnTo>
                    <a:pt x="4404262" y="3109536"/>
                  </a:lnTo>
                  <a:lnTo>
                    <a:pt x="4478022" y="3123259"/>
                  </a:lnTo>
                  <a:lnTo>
                    <a:pt x="4551782" y="3136479"/>
                  </a:lnTo>
                  <a:lnTo>
                    <a:pt x="4625542" y="3149214"/>
                  </a:lnTo>
                  <a:lnTo>
                    <a:pt x="4699302" y="3161482"/>
                  </a:lnTo>
                  <a:lnTo>
                    <a:pt x="4773062" y="3173300"/>
                  </a:lnTo>
                  <a:lnTo>
                    <a:pt x="4846822" y="3184685"/>
                  </a:lnTo>
                  <a:lnTo>
                    <a:pt x="4920582" y="3195652"/>
                  </a:lnTo>
                  <a:lnTo>
                    <a:pt x="4994342" y="3206218"/>
                  </a:lnTo>
                  <a:lnTo>
                    <a:pt x="5068102" y="3216395"/>
                  </a:lnTo>
                  <a:lnTo>
                    <a:pt x="5141862" y="3226200"/>
                  </a:lnTo>
                  <a:lnTo>
                    <a:pt x="5215622" y="3235645"/>
                  </a:lnTo>
                  <a:lnTo>
                    <a:pt x="5289382" y="3244743"/>
                  </a:lnTo>
                  <a:lnTo>
                    <a:pt x="5363142" y="3253508"/>
                  </a:lnTo>
                  <a:lnTo>
                    <a:pt x="5436902" y="3261951"/>
                  </a:lnTo>
                  <a:lnTo>
                    <a:pt x="5510662" y="3270085"/>
                  </a:lnTo>
                  <a:lnTo>
                    <a:pt x="5584422" y="3277921"/>
                  </a:lnTo>
                  <a:lnTo>
                    <a:pt x="5658182" y="3285469"/>
                  </a:lnTo>
                  <a:lnTo>
                    <a:pt x="5731942" y="3292740"/>
                  </a:lnTo>
                  <a:lnTo>
                    <a:pt x="5805702" y="3299745"/>
                  </a:lnTo>
                  <a:lnTo>
                    <a:pt x="5879462" y="3306493"/>
                  </a:lnTo>
                  <a:lnTo>
                    <a:pt x="5953222" y="3312993"/>
                  </a:lnTo>
                  <a:lnTo>
                    <a:pt x="6026982" y="3319255"/>
                  </a:lnTo>
                  <a:lnTo>
                    <a:pt x="6100743" y="3325287"/>
                  </a:lnTo>
                  <a:lnTo>
                    <a:pt x="6174503" y="3331098"/>
                  </a:lnTo>
                  <a:lnTo>
                    <a:pt x="6248263" y="3336696"/>
                  </a:lnTo>
                  <a:lnTo>
                    <a:pt x="6322023" y="3342089"/>
                  </a:lnTo>
                  <a:lnTo>
                    <a:pt x="6395783" y="3347284"/>
                  </a:lnTo>
                  <a:lnTo>
                    <a:pt x="6469543" y="3352288"/>
                  </a:lnTo>
                  <a:lnTo>
                    <a:pt x="6543303" y="3357109"/>
                  </a:lnTo>
                  <a:lnTo>
                    <a:pt x="6617063" y="3361753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691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99879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1.57 (1.28-1.92), p_Bonf = &lt;0.001 (n = 6)  |  per IQR decline (Δ = 0.29): 3.72 (2.05-6.75)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203938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Thrombocytopenia Grade 3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2026-07-03T17:03:42Z</dcterms:modified>
  <cp:category/>
</cp:coreProperties>
</file>