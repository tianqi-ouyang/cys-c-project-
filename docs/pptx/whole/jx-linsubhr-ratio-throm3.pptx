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98959"/>
            </a:xfrm>
            <a:custGeom>
              <a:avLst/>
              <a:pathLst>
                <a:path w="7235830" h="3598959">
                  <a:moveTo>
                    <a:pt x="1502065" y="0"/>
                  </a:moveTo>
                  <a:lnTo>
                    <a:pt x="1556308" y="143938"/>
                  </a:lnTo>
                  <a:lnTo>
                    <a:pt x="1630068" y="329328"/>
                  </a:lnTo>
                  <a:lnTo>
                    <a:pt x="1703828" y="504922"/>
                  </a:lnTo>
                  <a:lnTo>
                    <a:pt x="1777588" y="671238"/>
                  </a:lnTo>
                  <a:lnTo>
                    <a:pt x="1851348" y="828767"/>
                  </a:lnTo>
                  <a:lnTo>
                    <a:pt x="1925108" y="977972"/>
                  </a:lnTo>
                  <a:lnTo>
                    <a:pt x="1998868" y="1119294"/>
                  </a:lnTo>
                  <a:lnTo>
                    <a:pt x="2072628" y="1253149"/>
                  </a:lnTo>
                  <a:lnTo>
                    <a:pt x="2146388" y="1379931"/>
                  </a:lnTo>
                  <a:lnTo>
                    <a:pt x="2220148" y="1500014"/>
                  </a:lnTo>
                  <a:lnTo>
                    <a:pt x="2293908" y="1613753"/>
                  </a:lnTo>
                  <a:lnTo>
                    <a:pt x="2367668" y="1721482"/>
                  </a:lnTo>
                  <a:lnTo>
                    <a:pt x="2441428" y="1823518"/>
                  </a:lnTo>
                  <a:lnTo>
                    <a:pt x="2515188" y="1920164"/>
                  </a:lnTo>
                  <a:lnTo>
                    <a:pt x="2588948" y="2011703"/>
                  </a:lnTo>
                  <a:lnTo>
                    <a:pt x="2662708" y="2098406"/>
                  </a:lnTo>
                  <a:lnTo>
                    <a:pt x="2736468" y="2180527"/>
                  </a:lnTo>
                  <a:lnTo>
                    <a:pt x="2810228" y="2258309"/>
                  </a:lnTo>
                  <a:lnTo>
                    <a:pt x="2883988" y="2331982"/>
                  </a:lnTo>
                  <a:lnTo>
                    <a:pt x="2957748" y="2401761"/>
                  </a:lnTo>
                  <a:lnTo>
                    <a:pt x="3031508" y="2467854"/>
                  </a:lnTo>
                  <a:lnTo>
                    <a:pt x="3105268" y="2530455"/>
                  </a:lnTo>
                  <a:lnTo>
                    <a:pt x="3179028" y="2589748"/>
                  </a:lnTo>
                  <a:lnTo>
                    <a:pt x="3252788" y="2645908"/>
                  </a:lnTo>
                  <a:lnTo>
                    <a:pt x="3326548" y="2699101"/>
                  </a:lnTo>
                  <a:lnTo>
                    <a:pt x="3400308" y="2749484"/>
                  </a:lnTo>
                  <a:lnTo>
                    <a:pt x="3474068" y="2788355"/>
                  </a:lnTo>
                  <a:lnTo>
                    <a:pt x="3547828" y="2805841"/>
                  </a:lnTo>
                  <a:lnTo>
                    <a:pt x="3621588" y="2822974"/>
                  </a:lnTo>
                  <a:lnTo>
                    <a:pt x="3695348" y="2839760"/>
                  </a:lnTo>
                  <a:lnTo>
                    <a:pt x="3769108" y="2856206"/>
                  </a:lnTo>
                  <a:lnTo>
                    <a:pt x="3842868" y="2872320"/>
                  </a:lnTo>
                  <a:lnTo>
                    <a:pt x="3916628" y="2888107"/>
                  </a:lnTo>
                  <a:lnTo>
                    <a:pt x="3990388" y="2903575"/>
                  </a:lnTo>
                  <a:lnTo>
                    <a:pt x="4064149" y="2918730"/>
                  </a:lnTo>
                  <a:lnTo>
                    <a:pt x="4137909" y="2933579"/>
                  </a:lnTo>
                  <a:lnTo>
                    <a:pt x="4211669" y="2948127"/>
                  </a:lnTo>
                  <a:lnTo>
                    <a:pt x="4285429" y="2962381"/>
                  </a:lnTo>
                  <a:lnTo>
                    <a:pt x="4359189" y="2976347"/>
                  </a:lnTo>
                  <a:lnTo>
                    <a:pt x="4432949" y="2990029"/>
                  </a:lnTo>
                  <a:lnTo>
                    <a:pt x="4506709" y="3003435"/>
                  </a:lnTo>
                  <a:lnTo>
                    <a:pt x="4580469" y="3016570"/>
                  </a:lnTo>
                  <a:lnTo>
                    <a:pt x="4654229" y="3029439"/>
                  </a:lnTo>
                  <a:lnTo>
                    <a:pt x="4727989" y="3042048"/>
                  </a:lnTo>
                  <a:lnTo>
                    <a:pt x="4801749" y="3054402"/>
                  </a:lnTo>
                  <a:lnTo>
                    <a:pt x="4875509" y="3066505"/>
                  </a:lnTo>
                  <a:lnTo>
                    <a:pt x="4949269" y="3078364"/>
                  </a:lnTo>
                  <a:lnTo>
                    <a:pt x="5023029" y="3089983"/>
                  </a:lnTo>
                  <a:lnTo>
                    <a:pt x="5096789" y="3101367"/>
                  </a:lnTo>
                  <a:lnTo>
                    <a:pt x="5170549" y="3112520"/>
                  </a:lnTo>
                  <a:lnTo>
                    <a:pt x="5244309" y="3123448"/>
                  </a:lnTo>
                  <a:lnTo>
                    <a:pt x="5318069" y="3134155"/>
                  </a:lnTo>
                  <a:lnTo>
                    <a:pt x="5391829" y="3144645"/>
                  </a:lnTo>
                  <a:lnTo>
                    <a:pt x="5465589" y="3154923"/>
                  </a:lnTo>
                  <a:lnTo>
                    <a:pt x="5539349" y="3164993"/>
                  </a:lnTo>
                  <a:lnTo>
                    <a:pt x="5613109" y="3174859"/>
                  </a:lnTo>
                  <a:lnTo>
                    <a:pt x="5686869" y="3184526"/>
                  </a:lnTo>
                  <a:lnTo>
                    <a:pt x="5760629" y="3193997"/>
                  </a:lnTo>
                  <a:lnTo>
                    <a:pt x="5834389" y="3203276"/>
                  </a:lnTo>
                  <a:lnTo>
                    <a:pt x="5908149" y="3212368"/>
                  </a:lnTo>
                  <a:lnTo>
                    <a:pt x="5981909" y="3221275"/>
                  </a:lnTo>
                  <a:lnTo>
                    <a:pt x="6055669" y="3230003"/>
                  </a:lnTo>
                  <a:lnTo>
                    <a:pt x="6129429" y="3238554"/>
                  </a:lnTo>
                  <a:lnTo>
                    <a:pt x="6203189" y="3246932"/>
                  </a:lnTo>
                  <a:lnTo>
                    <a:pt x="6276949" y="3255140"/>
                  </a:lnTo>
                  <a:lnTo>
                    <a:pt x="6350709" y="3263182"/>
                  </a:lnTo>
                  <a:lnTo>
                    <a:pt x="6424469" y="3271062"/>
                  </a:lnTo>
                  <a:lnTo>
                    <a:pt x="6498229" y="3278782"/>
                  </a:lnTo>
                  <a:lnTo>
                    <a:pt x="6571989" y="3286346"/>
                  </a:lnTo>
                  <a:lnTo>
                    <a:pt x="6645749" y="3293757"/>
                  </a:lnTo>
                  <a:lnTo>
                    <a:pt x="6719509" y="3301018"/>
                  </a:lnTo>
                  <a:lnTo>
                    <a:pt x="6793269" y="3308132"/>
                  </a:lnTo>
                  <a:lnTo>
                    <a:pt x="6867029" y="3315102"/>
                  </a:lnTo>
                  <a:lnTo>
                    <a:pt x="6940789" y="3321931"/>
                  </a:lnTo>
                  <a:lnTo>
                    <a:pt x="7014550" y="3328622"/>
                  </a:lnTo>
                  <a:lnTo>
                    <a:pt x="7088310" y="3335178"/>
                  </a:lnTo>
                  <a:lnTo>
                    <a:pt x="7162070" y="3341601"/>
                  </a:lnTo>
                  <a:lnTo>
                    <a:pt x="7235830" y="3347894"/>
                  </a:lnTo>
                  <a:lnTo>
                    <a:pt x="7235830" y="3598959"/>
                  </a:lnTo>
                  <a:lnTo>
                    <a:pt x="7162070" y="3595964"/>
                  </a:lnTo>
                  <a:lnTo>
                    <a:pt x="7088310" y="3592802"/>
                  </a:lnTo>
                  <a:lnTo>
                    <a:pt x="7014550" y="3589464"/>
                  </a:lnTo>
                  <a:lnTo>
                    <a:pt x="6940789" y="3585940"/>
                  </a:lnTo>
                  <a:lnTo>
                    <a:pt x="6867029" y="3582218"/>
                  </a:lnTo>
                  <a:lnTo>
                    <a:pt x="6793269" y="3578290"/>
                  </a:lnTo>
                  <a:lnTo>
                    <a:pt x="6719509" y="3574142"/>
                  </a:lnTo>
                  <a:lnTo>
                    <a:pt x="6645749" y="3569763"/>
                  </a:lnTo>
                  <a:lnTo>
                    <a:pt x="6571989" y="3565139"/>
                  </a:lnTo>
                  <a:lnTo>
                    <a:pt x="6498229" y="3560258"/>
                  </a:lnTo>
                  <a:lnTo>
                    <a:pt x="6424469" y="3555104"/>
                  </a:lnTo>
                  <a:lnTo>
                    <a:pt x="6350709" y="3549663"/>
                  </a:lnTo>
                  <a:lnTo>
                    <a:pt x="6276949" y="3543919"/>
                  </a:lnTo>
                  <a:lnTo>
                    <a:pt x="6203189" y="3537853"/>
                  </a:lnTo>
                  <a:lnTo>
                    <a:pt x="6129429" y="3531450"/>
                  </a:lnTo>
                  <a:lnTo>
                    <a:pt x="6055669" y="3524689"/>
                  </a:lnTo>
                  <a:lnTo>
                    <a:pt x="5981909" y="3517551"/>
                  </a:lnTo>
                  <a:lnTo>
                    <a:pt x="5908149" y="3510015"/>
                  </a:lnTo>
                  <a:lnTo>
                    <a:pt x="5834389" y="3502059"/>
                  </a:lnTo>
                  <a:lnTo>
                    <a:pt x="5760629" y="3493659"/>
                  </a:lnTo>
                  <a:lnTo>
                    <a:pt x="5686869" y="3484790"/>
                  </a:lnTo>
                  <a:lnTo>
                    <a:pt x="5613109" y="3475426"/>
                  </a:lnTo>
                  <a:lnTo>
                    <a:pt x="5539349" y="3465540"/>
                  </a:lnTo>
                  <a:lnTo>
                    <a:pt x="5465589" y="3455103"/>
                  </a:lnTo>
                  <a:lnTo>
                    <a:pt x="5391829" y="3444083"/>
                  </a:lnTo>
                  <a:lnTo>
                    <a:pt x="5318069" y="3432449"/>
                  </a:lnTo>
                  <a:lnTo>
                    <a:pt x="5244309" y="3420165"/>
                  </a:lnTo>
                  <a:lnTo>
                    <a:pt x="5170549" y="3407196"/>
                  </a:lnTo>
                  <a:lnTo>
                    <a:pt x="5096789" y="3393504"/>
                  </a:lnTo>
                  <a:lnTo>
                    <a:pt x="5023029" y="3379048"/>
                  </a:lnTo>
                  <a:lnTo>
                    <a:pt x="4949269" y="3363786"/>
                  </a:lnTo>
                  <a:lnTo>
                    <a:pt x="4875509" y="3347672"/>
                  </a:lnTo>
                  <a:lnTo>
                    <a:pt x="4801749" y="3330660"/>
                  </a:lnTo>
                  <a:lnTo>
                    <a:pt x="4727989" y="3312698"/>
                  </a:lnTo>
                  <a:lnTo>
                    <a:pt x="4654229" y="3293734"/>
                  </a:lnTo>
                  <a:lnTo>
                    <a:pt x="4580469" y="3273713"/>
                  </a:lnTo>
                  <a:lnTo>
                    <a:pt x="4506709" y="3252574"/>
                  </a:lnTo>
                  <a:lnTo>
                    <a:pt x="4432949" y="3230256"/>
                  </a:lnTo>
                  <a:lnTo>
                    <a:pt x="4359189" y="3206694"/>
                  </a:lnTo>
                  <a:lnTo>
                    <a:pt x="4285429" y="3181817"/>
                  </a:lnTo>
                  <a:lnTo>
                    <a:pt x="4211669" y="3155552"/>
                  </a:lnTo>
                  <a:lnTo>
                    <a:pt x="4137909" y="3127822"/>
                  </a:lnTo>
                  <a:lnTo>
                    <a:pt x="4064149" y="3098545"/>
                  </a:lnTo>
                  <a:lnTo>
                    <a:pt x="3990388" y="3067635"/>
                  </a:lnTo>
                  <a:lnTo>
                    <a:pt x="3916628" y="3035000"/>
                  </a:lnTo>
                  <a:lnTo>
                    <a:pt x="3842868" y="3000545"/>
                  </a:lnTo>
                  <a:lnTo>
                    <a:pt x="3769108" y="2964168"/>
                  </a:lnTo>
                  <a:lnTo>
                    <a:pt x="3695348" y="2925762"/>
                  </a:lnTo>
                  <a:lnTo>
                    <a:pt x="3621588" y="2885213"/>
                  </a:lnTo>
                  <a:lnTo>
                    <a:pt x="3547828" y="2842403"/>
                  </a:lnTo>
                  <a:lnTo>
                    <a:pt x="3474068" y="2797204"/>
                  </a:lnTo>
                  <a:lnTo>
                    <a:pt x="3400308" y="2770507"/>
                  </a:lnTo>
                  <a:lnTo>
                    <a:pt x="3326548" y="2752291"/>
                  </a:lnTo>
                  <a:lnTo>
                    <a:pt x="3252788" y="2733699"/>
                  </a:lnTo>
                  <a:lnTo>
                    <a:pt x="3179028" y="2714723"/>
                  </a:lnTo>
                  <a:lnTo>
                    <a:pt x="3105268" y="2695355"/>
                  </a:lnTo>
                  <a:lnTo>
                    <a:pt x="3031508" y="2675587"/>
                  </a:lnTo>
                  <a:lnTo>
                    <a:pt x="2957748" y="2655411"/>
                  </a:lnTo>
                  <a:lnTo>
                    <a:pt x="2883988" y="2634818"/>
                  </a:lnTo>
                  <a:lnTo>
                    <a:pt x="2810228" y="2613800"/>
                  </a:lnTo>
                  <a:lnTo>
                    <a:pt x="2736468" y="2592348"/>
                  </a:lnTo>
                  <a:lnTo>
                    <a:pt x="2662708" y="2570453"/>
                  </a:lnTo>
                  <a:lnTo>
                    <a:pt x="2588948" y="2548106"/>
                  </a:lnTo>
                  <a:lnTo>
                    <a:pt x="2515188" y="2525298"/>
                  </a:lnTo>
                  <a:lnTo>
                    <a:pt x="2441428" y="2502018"/>
                  </a:lnTo>
                  <a:lnTo>
                    <a:pt x="2367668" y="2478258"/>
                  </a:lnTo>
                  <a:lnTo>
                    <a:pt x="2293908" y="2454007"/>
                  </a:lnTo>
                  <a:lnTo>
                    <a:pt x="2220148" y="2429255"/>
                  </a:lnTo>
                  <a:lnTo>
                    <a:pt x="2146388" y="2403993"/>
                  </a:lnTo>
                  <a:lnTo>
                    <a:pt x="2072628" y="2378208"/>
                  </a:lnTo>
                  <a:lnTo>
                    <a:pt x="1998868" y="2351891"/>
                  </a:lnTo>
                  <a:lnTo>
                    <a:pt x="1925108" y="2325031"/>
                  </a:lnTo>
                  <a:lnTo>
                    <a:pt x="1851348" y="2297616"/>
                  </a:lnTo>
                  <a:lnTo>
                    <a:pt x="1777588" y="2269635"/>
                  </a:lnTo>
                  <a:lnTo>
                    <a:pt x="1703828" y="2241076"/>
                  </a:lnTo>
                  <a:lnTo>
                    <a:pt x="1630068" y="2211927"/>
                  </a:lnTo>
                  <a:lnTo>
                    <a:pt x="1556308" y="2182176"/>
                  </a:lnTo>
                  <a:lnTo>
                    <a:pt x="1482548" y="2151811"/>
                  </a:lnTo>
                  <a:lnTo>
                    <a:pt x="1408788" y="2120819"/>
                  </a:lnTo>
                  <a:lnTo>
                    <a:pt x="1335028" y="2089187"/>
                  </a:lnTo>
                  <a:lnTo>
                    <a:pt x="1261268" y="2056902"/>
                  </a:lnTo>
                  <a:lnTo>
                    <a:pt x="1187508" y="2023950"/>
                  </a:lnTo>
                  <a:lnTo>
                    <a:pt x="1113747" y="1990318"/>
                  </a:lnTo>
                  <a:lnTo>
                    <a:pt x="1039987" y="1955991"/>
                  </a:lnTo>
                  <a:lnTo>
                    <a:pt x="966227" y="1920955"/>
                  </a:lnTo>
                  <a:lnTo>
                    <a:pt x="892467" y="1885196"/>
                  </a:lnTo>
                  <a:lnTo>
                    <a:pt x="818707" y="1848699"/>
                  </a:lnTo>
                  <a:lnTo>
                    <a:pt x="744947" y="1811448"/>
                  </a:lnTo>
                  <a:lnTo>
                    <a:pt x="671187" y="1773427"/>
                  </a:lnTo>
                  <a:lnTo>
                    <a:pt x="597427" y="1734621"/>
                  </a:lnTo>
                  <a:lnTo>
                    <a:pt x="523667" y="1695015"/>
                  </a:lnTo>
                  <a:lnTo>
                    <a:pt x="449907" y="1654590"/>
                  </a:lnTo>
                  <a:lnTo>
                    <a:pt x="376147" y="1613330"/>
                  </a:lnTo>
                  <a:lnTo>
                    <a:pt x="302387" y="1571219"/>
                  </a:lnTo>
                  <a:lnTo>
                    <a:pt x="228627" y="1528237"/>
                  </a:lnTo>
                  <a:lnTo>
                    <a:pt x="154867" y="1484369"/>
                  </a:lnTo>
                  <a:lnTo>
                    <a:pt x="81107" y="1439594"/>
                  </a:lnTo>
                  <a:lnTo>
                    <a:pt x="7347" y="1393895"/>
                  </a:lnTo>
                  <a:lnTo>
                    <a:pt x="0" y="13892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9583" y="1896563"/>
              <a:ext cx="5733764" cy="3347894"/>
            </a:xfrm>
            <a:custGeom>
              <a:avLst/>
              <a:pathLst>
                <a:path w="5733764" h="3347894">
                  <a:moveTo>
                    <a:pt x="0" y="0"/>
                  </a:moveTo>
                  <a:lnTo>
                    <a:pt x="54242" y="143938"/>
                  </a:lnTo>
                  <a:lnTo>
                    <a:pt x="128002" y="329328"/>
                  </a:lnTo>
                  <a:lnTo>
                    <a:pt x="201762" y="504922"/>
                  </a:lnTo>
                  <a:lnTo>
                    <a:pt x="275522" y="671238"/>
                  </a:lnTo>
                  <a:lnTo>
                    <a:pt x="349282" y="828767"/>
                  </a:lnTo>
                  <a:lnTo>
                    <a:pt x="423042" y="977972"/>
                  </a:lnTo>
                  <a:lnTo>
                    <a:pt x="496802" y="1119294"/>
                  </a:lnTo>
                  <a:lnTo>
                    <a:pt x="570562" y="1253149"/>
                  </a:lnTo>
                  <a:lnTo>
                    <a:pt x="644322" y="1379931"/>
                  </a:lnTo>
                  <a:lnTo>
                    <a:pt x="718082" y="1500014"/>
                  </a:lnTo>
                  <a:lnTo>
                    <a:pt x="791842" y="1613753"/>
                  </a:lnTo>
                  <a:lnTo>
                    <a:pt x="865602" y="1721482"/>
                  </a:lnTo>
                  <a:lnTo>
                    <a:pt x="939362" y="1823518"/>
                  </a:lnTo>
                  <a:lnTo>
                    <a:pt x="1013122" y="1920164"/>
                  </a:lnTo>
                  <a:lnTo>
                    <a:pt x="1086882" y="2011703"/>
                  </a:lnTo>
                  <a:lnTo>
                    <a:pt x="1160642" y="2098406"/>
                  </a:lnTo>
                  <a:lnTo>
                    <a:pt x="1234402" y="2180527"/>
                  </a:lnTo>
                  <a:lnTo>
                    <a:pt x="1308162" y="2258309"/>
                  </a:lnTo>
                  <a:lnTo>
                    <a:pt x="1381922" y="2331982"/>
                  </a:lnTo>
                  <a:lnTo>
                    <a:pt x="1455682" y="2401761"/>
                  </a:lnTo>
                  <a:lnTo>
                    <a:pt x="1529442" y="2467854"/>
                  </a:lnTo>
                  <a:lnTo>
                    <a:pt x="1603202" y="2530455"/>
                  </a:lnTo>
                  <a:lnTo>
                    <a:pt x="1676962" y="2589748"/>
                  </a:lnTo>
                  <a:lnTo>
                    <a:pt x="1750722" y="2645908"/>
                  </a:lnTo>
                  <a:lnTo>
                    <a:pt x="1824482" y="2699101"/>
                  </a:lnTo>
                  <a:lnTo>
                    <a:pt x="1898242" y="2749484"/>
                  </a:lnTo>
                  <a:lnTo>
                    <a:pt x="1972003" y="2788355"/>
                  </a:lnTo>
                  <a:lnTo>
                    <a:pt x="2045763" y="2805841"/>
                  </a:lnTo>
                  <a:lnTo>
                    <a:pt x="2119523" y="2822974"/>
                  </a:lnTo>
                  <a:lnTo>
                    <a:pt x="2193283" y="2839760"/>
                  </a:lnTo>
                  <a:lnTo>
                    <a:pt x="2267043" y="2856206"/>
                  </a:lnTo>
                  <a:lnTo>
                    <a:pt x="2340803" y="2872320"/>
                  </a:lnTo>
                  <a:lnTo>
                    <a:pt x="2414563" y="2888107"/>
                  </a:lnTo>
                  <a:lnTo>
                    <a:pt x="2488323" y="2903575"/>
                  </a:lnTo>
                  <a:lnTo>
                    <a:pt x="2562083" y="2918730"/>
                  </a:lnTo>
                  <a:lnTo>
                    <a:pt x="2635843" y="2933579"/>
                  </a:lnTo>
                  <a:lnTo>
                    <a:pt x="2709603" y="2948127"/>
                  </a:lnTo>
                  <a:lnTo>
                    <a:pt x="2783363" y="2962381"/>
                  </a:lnTo>
                  <a:lnTo>
                    <a:pt x="2857123" y="2976347"/>
                  </a:lnTo>
                  <a:lnTo>
                    <a:pt x="2930883" y="2990029"/>
                  </a:lnTo>
                  <a:lnTo>
                    <a:pt x="3004643" y="3003435"/>
                  </a:lnTo>
                  <a:lnTo>
                    <a:pt x="3078403" y="3016570"/>
                  </a:lnTo>
                  <a:lnTo>
                    <a:pt x="3152163" y="3029439"/>
                  </a:lnTo>
                  <a:lnTo>
                    <a:pt x="3225923" y="3042048"/>
                  </a:lnTo>
                  <a:lnTo>
                    <a:pt x="3299683" y="3054402"/>
                  </a:lnTo>
                  <a:lnTo>
                    <a:pt x="3373443" y="3066505"/>
                  </a:lnTo>
                  <a:lnTo>
                    <a:pt x="3447203" y="3078364"/>
                  </a:lnTo>
                  <a:lnTo>
                    <a:pt x="3520963" y="3089983"/>
                  </a:lnTo>
                  <a:lnTo>
                    <a:pt x="3594723" y="3101367"/>
                  </a:lnTo>
                  <a:lnTo>
                    <a:pt x="3668483" y="3112520"/>
                  </a:lnTo>
                  <a:lnTo>
                    <a:pt x="3742243" y="3123448"/>
                  </a:lnTo>
                  <a:lnTo>
                    <a:pt x="3816003" y="3134155"/>
                  </a:lnTo>
                  <a:lnTo>
                    <a:pt x="3889763" y="3144645"/>
                  </a:lnTo>
                  <a:lnTo>
                    <a:pt x="3963523" y="3154923"/>
                  </a:lnTo>
                  <a:lnTo>
                    <a:pt x="4037283" y="3164993"/>
                  </a:lnTo>
                  <a:lnTo>
                    <a:pt x="4111043" y="3174859"/>
                  </a:lnTo>
                  <a:lnTo>
                    <a:pt x="4184803" y="3184526"/>
                  </a:lnTo>
                  <a:lnTo>
                    <a:pt x="4258563" y="3193997"/>
                  </a:lnTo>
                  <a:lnTo>
                    <a:pt x="4332323" y="3203276"/>
                  </a:lnTo>
                  <a:lnTo>
                    <a:pt x="4406083" y="3212368"/>
                  </a:lnTo>
                  <a:lnTo>
                    <a:pt x="4479843" y="3221275"/>
                  </a:lnTo>
                  <a:lnTo>
                    <a:pt x="4553603" y="3230003"/>
                  </a:lnTo>
                  <a:lnTo>
                    <a:pt x="4627363" y="3238554"/>
                  </a:lnTo>
                  <a:lnTo>
                    <a:pt x="4701123" y="3246932"/>
                  </a:lnTo>
                  <a:lnTo>
                    <a:pt x="4774883" y="3255140"/>
                  </a:lnTo>
                  <a:lnTo>
                    <a:pt x="4848644" y="3263182"/>
                  </a:lnTo>
                  <a:lnTo>
                    <a:pt x="4922404" y="3271062"/>
                  </a:lnTo>
                  <a:lnTo>
                    <a:pt x="4996164" y="3278782"/>
                  </a:lnTo>
                  <a:lnTo>
                    <a:pt x="5069924" y="3286346"/>
                  </a:lnTo>
                  <a:lnTo>
                    <a:pt x="5143684" y="3293757"/>
                  </a:lnTo>
                  <a:lnTo>
                    <a:pt x="5217444" y="3301018"/>
                  </a:lnTo>
                  <a:lnTo>
                    <a:pt x="5291204" y="3308132"/>
                  </a:lnTo>
                  <a:lnTo>
                    <a:pt x="5364964" y="3315102"/>
                  </a:lnTo>
                  <a:lnTo>
                    <a:pt x="5438724" y="3321931"/>
                  </a:lnTo>
                  <a:lnTo>
                    <a:pt x="5512484" y="3328622"/>
                  </a:lnTo>
                  <a:lnTo>
                    <a:pt x="5586244" y="3335178"/>
                  </a:lnTo>
                  <a:lnTo>
                    <a:pt x="5660004" y="3341601"/>
                  </a:lnTo>
                  <a:lnTo>
                    <a:pt x="5733764" y="3347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285812"/>
              <a:ext cx="7235830" cy="2209710"/>
            </a:xfrm>
            <a:custGeom>
              <a:avLst/>
              <a:pathLst>
                <a:path w="7235830" h="2209710">
                  <a:moveTo>
                    <a:pt x="7235830" y="2209710"/>
                  </a:moveTo>
                  <a:lnTo>
                    <a:pt x="7162070" y="2206715"/>
                  </a:lnTo>
                  <a:lnTo>
                    <a:pt x="7088310" y="2203553"/>
                  </a:lnTo>
                  <a:lnTo>
                    <a:pt x="7014550" y="2200215"/>
                  </a:lnTo>
                  <a:lnTo>
                    <a:pt x="6940789" y="2196690"/>
                  </a:lnTo>
                  <a:lnTo>
                    <a:pt x="6867029" y="2192969"/>
                  </a:lnTo>
                  <a:lnTo>
                    <a:pt x="6793269" y="2189041"/>
                  </a:lnTo>
                  <a:lnTo>
                    <a:pt x="6719509" y="2184893"/>
                  </a:lnTo>
                  <a:lnTo>
                    <a:pt x="6645749" y="2180514"/>
                  </a:lnTo>
                  <a:lnTo>
                    <a:pt x="6571989" y="2175890"/>
                  </a:lnTo>
                  <a:lnTo>
                    <a:pt x="6498229" y="2171009"/>
                  </a:lnTo>
                  <a:lnTo>
                    <a:pt x="6424469" y="2165855"/>
                  </a:lnTo>
                  <a:lnTo>
                    <a:pt x="6350709" y="2160414"/>
                  </a:lnTo>
                  <a:lnTo>
                    <a:pt x="6276949" y="2154670"/>
                  </a:lnTo>
                  <a:lnTo>
                    <a:pt x="6203189" y="2148604"/>
                  </a:lnTo>
                  <a:lnTo>
                    <a:pt x="6129429" y="2142201"/>
                  </a:lnTo>
                  <a:lnTo>
                    <a:pt x="6055669" y="2135440"/>
                  </a:lnTo>
                  <a:lnTo>
                    <a:pt x="5981909" y="2128302"/>
                  </a:lnTo>
                  <a:lnTo>
                    <a:pt x="5908149" y="2120766"/>
                  </a:lnTo>
                  <a:lnTo>
                    <a:pt x="5834389" y="2112810"/>
                  </a:lnTo>
                  <a:lnTo>
                    <a:pt x="5760629" y="2104410"/>
                  </a:lnTo>
                  <a:lnTo>
                    <a:pt x="5686869" y="2095541"/>
                  </a:lnTo>
                  <a:lnTo>
                    <a:pt x="5613109" y="2086177"/>
                  </a:lnTo>
                  <a:lnTo>
                    <a:pt x="5539349" y="2076291"/>
                  </a:lnTo>
                  <a:lnTo>
                    <a:pt x="5465589" y="2065854"/>
                  </a:lnTo>
                  <a:lnTo>
                    <a:pt x="5391829" y="2054834"/>
                  </a:lnTo>
                  <a:lnTo>
                    <a:pt x="5318069" y="2043199"/>
                  </a:lnTo>
                  <a:lnTo>
                    <a:pt x="5244309" y="2030916"/>
                  </a:lnTo>
                  <a:lnTo>
                    <a:pt x="5170549" y="2017947"/>
                  </a:lnTo>
                  <a:lnTo>
                    <a:pt x="5096789" y="2004255"/>
                  </a:lnTo>
                  <a:lnTo>
                    <a:pt x="5023029" y="1989799"/>
                  </a:lnTo>
                  <a:lnTo>
                    <a:pt x="4949269" y="1974537"/>
                  </a:lnTo>
                  <a:lnTo>
                    <a:pt x="4875509" y="1958423"/>
                  </a:lnTo>
                  <a:lnTo>
                    <a:pt x="4801749" y="1941410"/>
                  </a:lnTo>
                  <a:lnTo>
                    <a:pt x="4727989" y="1923449"/>
                  </a:lnTo>
                  <a:lnTo>
                    <a:pt x="4654229" y="1904485"/>
                  </a:lnTo>
                  <a:lnTo>
                    <a:pt x="4580469" y="1884463"/>
                  </a:lnTo>
                  <a:lnTo>
                    <a:pt x="4506709" y="1863325"/>
                  </a:lnTo>
                  <a:lnTo>
                    <a:pt x="4432949" y="1841007"/>
                  </a:lnTo>
                  <a:lnTo>
                    <a:pt x="4359189" y="1817445"/>
                  </a:lnTo>
                  <a:lnTo>
                    <a:pt x="4285429" y="1792568"/>
                  </a:lnTo>
                  <a:lnTo>
                    <a:pt x="4211669" y="1766303"/>
                  </a:lnTo>
                  <a:lnTo>
                    <a:pt x="4137909" y="1738573"/>
                  </a:lnTo>
                  <a:lnTo>
                    <a:pt x="4064149" y="1709296"/>
                  </a:lnTo>
                  <a:lnTo>
                    <a:pt x="3990388" y="1678386"/>
                  </a:lnTo>
                  <a:lnTo>
                    <a:pt x="3916628" y="1645751"/>
                  </a:lnTo>
                  <a:lnTo>
                    <a:pt x="3842868" y="1611296"/>
                  </a:lnTo>
                  <a:lnTo>
                    <a:pt x="3769108" y="1574919"/>
                  </a:lnTo>
                  <a:lnTo>
                    <a:pt x="3695348" y="1536513"/>
                  </a:lnTo>
                  <a:lnTo>
                    <a:pt x="3621588" y="1495964"/>
                  </a:lnTo>
                  <a:lnTo>
                    <a:pt x="3547828" y="1453154"/>
                  </a:lnTo>
                  <a:lnTo>
                    <a:pt x="3474068" y="1407955"/>
                  </a:lnTo>
                  <a:lnTo>
                    <a:pt x="3400308" y="1381258"/>
                  </a:lnTo>
                  <a:lnTo>
                    <a:pt x="3326548" y="1363042"/>
                  </a:lnTo>
                  <a:lnTo>
                    <a:pt x="3252788" y="1344450"/>
                  </a:lnTo>
                  <a:lnTo>
                    <a:pt x="3179028" y="1325474"/>
                  </a:lnTo>
                  <a:lnTo>
                    <a:pt x="3105268" y="1306106"/>
                  </a:lnTo>
                  <a:lnTo>
                    <a:pt x="3031508" y="1286338"/>
                  </a:lnTo>
                  <a:lnTo>
                    <a:pt x="2957748" y="1266162"/>
                  </a:lnTo>
                  <a:lnTo>
                    <a:pt x="2883988" y="1245569"/>
                  </a:lnTo>
                  <a:lnTo>
                    <a:pt x="2810228" y="1224551"/>
                  </a:lnTo>
                  <a:lnTo>
                    <a:pt x="2736468" y="1203099"/>
                  </a:lnTo>
                  <a:lnTo>
                    <a:pt x="2662708" y="1181204"/>
                  </a:lnTo>
                  <a:lnTo>
                    <a:pt x="2588948" y="1158857"/>
                  </a:lnTo>
                  <a:lnTo>
                    <a:pt x="2515188" y="1136049"/>
                  </a:lnTo>
                  <a:lnTo>
                    <a:pt x="2441428" y="1112769"/>
                  </a:lnTo>
                  <a:lnTo>
                    <a:pt x="2367668" y="1089009"/>
                  </a:lnTo>
                  <a:lnTo>
                    <a:pt x="2293908" y="1064758"/>
                  </a:lnTo>
                  <a:lnTo>
                    <a:pt x="2220148" y="1040006"/>
                  </a:lnTo>
                  <a:lnTo>
                    <a:pt x="2146388" y="1014743"/>
                  </a:lnTo>
                  <a:lnTo>
                    <a:pt x="2072628" y="988959"/>
                  </a:lnTo>
                  <a:lnTo>
                    <a:pt x="1998868" y="962642"/>
                  </a:lnTo>
                  <a:lnTo>
                    <a:pt x="1925108" y="935782"/>
                  </a:lnTo>
                  <a:lnTo>
                    <a:pt x="1851348" y="908367"/>
                  </a:lnTo>
                  <a:lnTo>
                    <a:pt x="1777588" y="880385"/>
                  </a:lnTo>
                  <a:lnTo>
                    <a:pt x="1703828" y="851827"/>
                  </a:lnTo>
                  <a:lnTo>
                    <a:pt x="1630068" y="822678"/>
                  </a:lnTo>
                  <a:lnTo>
                    <a:pt x="1556308" y="792927"/>
                  </a:lnTo>
                  <a:lnTo>
                    <a:pt x="1482548" y="762562"/>
                  </a:lnTo>
                  <a:lnTo>
                    <a:pt x="1408788" y="731570"/>
                  </a:lnTo>
                  <a:lnTo>
                    <a:pt x="1335028" y="699938"/>
                  </a:lnTo>
                  <a:lnTo>
                    <a:pt x="1261268" y="667653"/>
                  </a:lnTo>
                  <a:lnTo>
                    <a:pt x="1187508" y="634701"/>
                  </a:lnTo>
                  <a:lnTo>
                    <a:pt x="1113747" y="601069"/>
                  </a:lnTo>
                  <a:lnTo>
                    <a:pt x="1039987" y="566742"/>
                  </a:lnTo>
                  <a:lnTo>
                    <a:pt x="966227" y="531706"/>
                  </a:lnTo>
                  <a:lnTo>
                    <a:pt x="892467" y="495947"/>
                  </a:lnTo>
                  <a:lnTo>
                    <a:pt x="818707" y="459450"/>
                  </a:lnTo>
                  <a:lnTo>
                    <a:pt x="744947" y="422198"/>
                  </a:lnTo>
                  <a:lnTo>
                    <a:pt x="671187" y="384178"/>
                  </a:lnTo>
                  <a:lnTo>
                    <a:pt x="597427" y="345372"/>
                  </a:lnTo>
                  <a:lnTo>
                    <a:pt x="523667" y="305765"/>
                  </a:lnTo>
                  <a:lnTo>
                    <a:pt x="449907" y="265341"/>
                  </a:lnTo>
                  <a:lnTo>
                    <a:pt x="376147" y="224081"/>
                  </a:lnTo>
                  <a:lnTo>
                    <a:pt x="302387" y="181970"/>
                  </a:lnTo>
                  <a:lnTo>
                    <a:pt x="228627" y="138988"/>
                  </a:lnTo>
                  <a:lnTo>
                    <a:pt x="154867" y="95120"/>
                  </a:lnTo>
                  <a:lnTo>
                    <a:pt x="81107" y="50345"/>
                  </a:lnTo>
                  <a:lnTo>
                    <a:pt x="7347" y="464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36284" y="1896563"/>
              <a:ext cx="6617063" cy="3524736"/>
            </a:xfrm>
            <a:custGeom>
              <a:avLst/>
              <a:pathLst>
                <a:path w="6617063" h="3524736">
                  <a:moveTo>
                    <a:pt x="0" y="0"/>
                  </a:moveTo>
                  <a:lnTo>
                    <a:pt x="52420" y="96219"/>
                  </a:lnTo>
                  <a:lnTo>
                    <a:pt x="126180" y="226642"/>
                  </a:lnTo>
                  <a:lnTo>
                    <a:pt x="199940" y="352282"/>
                  </a:lnTo>
                  <a:lnTo>
                    <a:pt x="273701" y="473315"/>
                  </a:lnTo>
                  <a:lnTo>
                    <a:pt x="347461" y="589909"/>
                  </a:lnTo>
                  <a:lnTo>
                    <a:pt x="421221" y="702227"/>
                  </a:lnTo>
                  <a:lnTo>
                    <a:pt x="494981" y="810426"/>
                  </a:lnTo>
                  <a:lnTo>
                    <a:pt x="568741" y="914657"/>
                  </a:lnTo>
                  <a:lnTo>
                    <a:pt x="642501" y="1015066"/>
                  </a:lnTo>
                  <a:lnTo>
                    <a:pt x="716261" y="1111792"/>
                  </a:lnTo>
                  <a:lnTo>
                    <a:pt x="790021" y="1204972"/>
                  </a:lnTo>
                  <a:lnTo>
                    <a:pt x="863781" y="1294734"/>
                  </a:lnTo>
                  <a:lnTo>
                    <a:pt x="937541" y="1381204"/>
                  </a:lnTo>
                  <a:lnTo>
                    <a:pt x="1011301" y="1464504"/>
                  </a:lnTo>
                  <a:lnTo>
                    <a:pt x="1085061" y="1544748"/>
                  </a:lnTo>
                  <a:lnTo>
                    <a:pt x="1158821" y="1622050"/>
                  </a:lnTo>
                  <a:lnTo>
                    <a:pt x="1232581" y="1696517"/>
                  </a:lnTo>
                  <a:lnTo>
                    <a:pt x="1306341" y="1768253"/>
                  </a:lnTo>
                  <a:lnTo>
                    <a:pt x="1380101" y="1837358"/>
                  </a:lnTo>
                  <a:lnTo>
                    <a:pt x="1453861" y="1903929"/>
                  </a:lnTo>
                  <a:lnTo>
                    <a:pt x="1527621" y="1968059"/>
                  </a:lnTo>
                  <a:lnTo>
                    <a:pt x="1601381" y="2029837"/>
                  </a:lnTo>
                  <a:lnTo>
                    <a:pt x="1675141" y="2089349"/>
                  </a:lnTo>
                  <a:lnTo>
                    <a:pt x="1748901" y="2146679"/>
                  </a:lnTo>
                  <a:lnTo>
                    <a:pt x="1822661" y="2201907"/>
                  </a:lnTo>
                  <a:lnTo>
                    <a:pt x="1896421" y="2255109"/>
                  </a:lnTo>
                  <a:lnTo>
                    <a:pt x="1970181" y="2306360"/>
                  </a:lnTo>
                  <a:lnTo>
                    <a:pt x="2043941" y="2355731"/>
                  </a:lnTo>
                  <a:lnTo>
                    <a:pt x="2117701" y="2403292"/>
                  </a:lnTo>
                  <a:lnTo>
                    <a:pt x="2191461" y="2449109"/>
                  </a:lnTo>
                  <a:lnTo>
                    <a:pt x="2265221" y="2493246"/>
                  </a:lnTo>
                  <a:lnTo>
                    <a:pt x="2338981" y="2535764"/>
                  </a:lnTo>
                  <a:lnTo>
                    <a:pt x="2412741" y="2576723"/>
                  </a:lnTo>
                  <a:lnTo>
                    <a:pt x="2486501" y="2616179"/>
                  </a:lnTo>
                  <a:lnTo>
                    <a:pt x="2560261" y="2654189"/>
                  </a:lnTo>
                  <a:lnTo>
                    <a:pt x="2634021" y="2690805"/>
                  </a:lnTo>
                  <a:lnTo>
                    <a:pt x="2707781" y="2726078"/>
                  </a:lnTo>
                  <a:lnTo>
                    <a:pt x="2781541" y="2760057"/>
                  </a:lnTo>
                  <a:lnTo>
                    <a:pt x="2855301" y="2792791"/>
                  </a:lnTo>
                  <a:lnTo>
                    <a:pt x="2929061" y="2824324"/>
                  </a:lnTo>
                  <a:lnTo>
                    <a:pt x="3002821" y="2854700"/>
                  </a:lnTo>
                  <a:lnTo>
                    <a:pt x="3076581" y="2883963"/>
                  </a:lnTo>
                  <a:lnTo>
                    <a:pt x="3150341" y="2912152"/>
                  </a:lnTo>
                  <a:lnTo>
                    <a:pt x="3224102" y="2939308"/>
                  </a:lnTo>
                  <a:lnTo>
                    <a:pt x="3297862" y="2965468"/>
                  </a:lnTo>
                  <a:lnTo>
                    <a:pt x="3371622" y="2990668"/>
                  </a:lnTo>
                  <a:lnTo>
                    <a:pt x="3445382" y="3014944"/>
                  </a:lnTo>
                  <a:lnTo>
                    <a:pt x="3519142" y="3038330"/>
                  </a:lnTo>
                  <a:lnTo>
                    <a:pt x="3592902" y="3060859"/>
                  </a:lnTo>
                  <a:lnTo>
                    <a:pt x="3666662" y="3082561"/>
                  </a:lnTo>
                  <a:lnTo>
                    <a:pt x="3740422" y="3103467"/>
                  </a:lnTo>
                  <a:lnTo>
                    <a:pt x="3814182" y="3123607"/>
                  </a:lnTo>
                  <a:lnTo>
                    <a:pt x="3887942" y="3143008"/>
                  </a:lnTo>
                  <a:lnTo>
                    <a:pt x="3961702" y="3161698"/>
                  </a:lnTo>
                  <a:lnTo>
                    <a:pt x="4035462" y="3179702"/>
                  </a:lnTo>
                  <a:lnTo>
                    <a:pt x="4109222" y="3197046"/>
                  </a:lnTo>
                  <a:lnTo>
                    <a:pt x="4182982" y="3213754"/>
                  </a:lnTo>
                  <a:lnTo>
                    <a:pt x="4256742" y="3229849"/>
                  </a:lnTo>
                  <a:lnTo>
                    <a:pt x="4330502" y="3245354"/>
                  </a:lnTo>
                  <a:lnTo>
                    <a:pt x="4404262" y="3260290"/>
                  </a:lnTo>
                  <a:lnTo>
                    <a:pt x="4478022" y="3274679"/>
                  </a:lnTo>
                  <a:lnTo>
                    <a:pt x="4551782" y="3288540"/>
                  </a:lnTo>
                  <a:lnTo>
                    <a:pt x="4625542" y="3301892"/>
                  </a:lnTo>
                  <a:lnTo>
                    <a:pt x="4699302" y="3314755"/>
                  </a:lnTo>
                  <a:lnTo>
                    <a:pt x="4773062" y="3327146"/>
                  </a:lnTo>
                  <a:lnTo>
                    <a:pt x="4846822" y="3339083"/>
                  </a:lnTo>
                  <a:lnTo>
                    <a:pt x="4920582" y="3350582"/>
                  </a:lnTo>
                  <a:lnTo>
                    <a:pt x="4994342" y="3361659"/>
                  </a:lnTo>
                  <a:lnTo>
                    <a:pt x="5068102" y="3372331"/>
                  </a:lnTo>
                  <a:lnTo>
                    <a:pt x="5141862" y="3382610"/>
                  </a:lnTo>
                  <a:lnTo>
                    <a:pt x="5215622" y="3392513"/>
                  </a:lnTo>
                  <a:lnTo>
                    <a:pt x="5289382" y="3402053"/>
                  </a:lnTo>
                  <a:lnTo>
                    <a:pt x="5363142" y="3411243"/>
                  </a:lnTo>
                  <a:lnTo>
                    <a:pt x="5436902" y="3420095"/>
                  </a:lnTo>
                  <a:lnTo>
                    <a:pt x="5510662" y="3428623"/>
                  </a:lnTo>
                  <a:lnTo>
                    <a:pt x="5584422" y="3436839"/>
                  </a:lnTo>
                  <a:lnTo>
                    <a:pt x="5658182" y="3444753"/>
                  </a:lnTo>
                  <a:lnTo>
                    <a:pt x="5731942" y="3452377"/>
                  </a:lnTo>
                  <a:lnTo>
                    <a:pt x="5805702" y="3459721"/>
                  </a:lnTo>
                  <a:lnTo>
                    <a:pt x="5879462" y="3466796"/>
                  </a:lnTo>
                  <a:lnTo>
                    <a:pt x="5953222" y="3473611"/>
                  </a:lnTo>
                  <a:lnTo>
                    <a:pt x="6026982" y="3480177"/>
                  </a:lnTo>
                  <a:lnTo>
                    <a:pt x="6100743" y="3486502"/>
                  </a:lnTo>
                  <a:lnTo>
                    <a:pt x="6174503" y="3492595"/>
                  </a:lnTo>
                  <a:lnTo>
                    <a:pt x="6248263" y="3498464"/>
                  </a:lnTo>
                  <a:lnTo>
                    <a:pt x="6322023" y="3504118"/>
                  </a:lnTo>
                  <a:lnTo>
                    <a:pt x="6395783" y="3509565"/>
                  </a:lnTo>
                  <a:lnTo>
                    <a:pt x="6469543" y="3514812"/>
                  </a:lnTo>
                  <a:lnTo>
                    <a:pt x="6543303" y="3519867"/>
                  </a:lnTo>
                  <a:lnTo>
                    <a:pt x="6617063" y="352473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2026-05-21T09:01:12Z</dcterms:modified>
  <cp:category/>
</cp:coreProperties>
</file>