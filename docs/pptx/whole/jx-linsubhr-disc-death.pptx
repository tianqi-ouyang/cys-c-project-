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749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0.96 (0.95-0.98)  |  per IQR (Δ = 23.3): 0.41 (0.28-0.59)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2026-05-21T09:01:16Z</dcterms:modified>
  <cp:category/>
</cp:coreProperties>
</file>