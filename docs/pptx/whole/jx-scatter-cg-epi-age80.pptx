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11436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244691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375014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05337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162952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90734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51740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39613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549207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67953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809853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940175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207049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29075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03514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77954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52393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268332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2647934" y="475257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5565628" y="39867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527991" y="37531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2742298" y="49315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2820842" y="477179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2745414" y="48904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5059417" y="36645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059905" y="40938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792051" y="406335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828172" y="38356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2810507" y="46175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627753" y="45822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738376" y="39833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538061" y="44045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2874636" y="41041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827046" y="39401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279778" y="43263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2836660" y="49112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5376478" y="44444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618060" y="43210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833619" y="40538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4359485" y="42842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4182732" y="37261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544671" y="43807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4650756" y="41367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2915676" y="44537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5095198" y="36121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563214" y="44179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2706884" y="45226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323622" y="44579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683950" y="41894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2609000" y="47252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426902" y="42698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548657" y="43570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938592" y="41788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5288556" y="30863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030284" y="45022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865818" y="44193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698294" y="448077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4620214" y="38355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3481633" y="432368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635187" y="39274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2943095" y="432565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279622" y="43621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5411309" y="38251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222041" y="45054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4428339" y="41466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631401" y="38363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782787" y="43887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757867" y="42421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257359" y="41684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951553" y="44015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2671200" y="49336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6078890" y="39083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5837247" y="38086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5128077" y="34334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4544743" y="38965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346499" y="436939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165317" y="41573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2323195" y="51526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6405691" y="34640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188829" y="44279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280870" y="43739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3832869" y="40560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4694711" y="40331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7133915" y="34083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2745877" y="463139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4675440" y="36622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6884761" y="34598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2947671" y="49025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4656015" y="34050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2465853" y="49250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3223019" y="46764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3863678" y="42576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2929771" y="446827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6419508" y="31525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4865453" y="34914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370706" y="43583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4887909" y="34694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3015557" y="43784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3970218" y="41871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2595219" y="45128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6093904" y="33520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3691789" y="43237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5839142" y="37733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2989285" y="41406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4906861" y="35343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3938768" y="40337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4569621" y="37225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5262586" y="35816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3509416" y="43458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2854842" y="485638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4019812" y="39278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4245447" y="37716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5340389" y="39012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5064241" y="35649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3732460" y="39367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4228341" y="39839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5238763" y="36595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4038719" y="40365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3511343" y="43992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5845362" y="35383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5557418" y="38129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4350781" y="38748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4905878" y="40071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2736225" y="44455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2968979" y="45116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2789853" y="44939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4906980" y="37920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3263188" y="43116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2691263" y="48455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3192516" y="46302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6537487" y="33452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4080134" y="39139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4997079" y="41770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7438931" y="38363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3523892" y="40002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2876355" y="438432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5256595" y="37897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2796328" y="46431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5999291" y="36226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4322005" y="38668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4517297" y="38964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5453976" y="40796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4142252" y="40768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3001601" y="44357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3698937" y="38981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4671221" y="39371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3828484" y="39987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4418945" y="33477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3098979" y="43337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4039019" y="41376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6232187" y="32521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3160910" y="46478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6535533" y="38362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3090675" y="46904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4629174" y="36045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5130831" y="36830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3622931" y="413999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4118670" y="42027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3532440" y="43283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4591003" y="36383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3881376" y="39811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4199133" y="41523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3317292" y="42081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3338477" y="42578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4044504" y="41136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4670930" y="40750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8701080" y="32107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3841622" y="3902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6042738" y="37986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6211059" y="34594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3976580" y="40448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2865892" y="46204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4400447" y="46388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6146643" y="29778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5358834" y="34827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6372644" y="34346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5816061" y="36409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3900617" y="44515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4252091" y="38112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4888174" y="40966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6706825" y="32519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3625468" y="46567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4059662" y="42542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4102212" y="40705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4456107" y="39355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3836370" y="42589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6930312" y="39500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2896393" y="48449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3884873" y="46353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2701128" y="48420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3789726" y="42634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3646593" y="40725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3599269" y="42522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3099094" y="41409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2899522" y="43217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2922243" y="46760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6157919" y="31126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4157237" y="41646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5035441" y="34063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3518080" y="44475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4527054" y="38255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4281201" y="38602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3785541" y="42244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4892634" y="34345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4488845" y="41573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3424979" y="45153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6295388" y="35858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7988727" y="35074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3432574" y="41261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4139700" y="42740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3184822" y="444822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4419139" y="39282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4000972" y="37521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3336636" y="42539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4146130" y="40485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4239720" y="41482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3494652" y="42693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3599968" y="44047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3686041" y="46110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5135505" y="35903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4246787" y="41393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4018474" y="39282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4451768" y="38876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4562854" y="43496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3097844" y="452721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3520631" y="40575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4641405" y="38065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3397657" y="42548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4449598" y="41365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3759535" y="41091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3937643" y="442305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3838069" y="394780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4749311" y="34936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2852819" y="44900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3788873" y="39166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3959634" y="40279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3492653" y="40077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4783129" y="34381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4706312" y="35638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4732274" y="38682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3408416" y="43223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4740647" y="35816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4114369" y="41525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3470071" y="43457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3725068" y="45197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4657385" y="35407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2390429" y="45991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4175304" y="36633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4160749" y="41893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2399573" y="51627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3433196" y="43681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5422313" y="40839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6067083" y="37400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3368157" y="42834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6223686" y="35153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4989839" y="36838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3564789" y="40762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4301215" y="39871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3278979" y="437526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3012188" y="45405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3249976" y="41549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5224068" y="36946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4884645" y="35118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3710418" y="43135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4340798" y="38725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5263012" y="38075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3653167" y="41329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3034009" y="42507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3537980" y="44566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4750041" y="37177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4894956" y="42112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4753924" y="42180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4344132" y="35680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4026787" y="39188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3709095" y="41106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3324858" y="43434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4715385" y="38504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4576141" y="40731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4084771" y="38855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4035906" y="39235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4678196" y="386286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5080759" y="40326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3083549" y="45120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4584018" y="41694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4680202" y="38852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7656090" y="34178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2706179" y="476427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3746955" y="43330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5250677" y="38587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2990444" y="43224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3124791" y="42748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5234291" y="36536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6456892" y="31690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3396531" y="44231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3415603" y="42546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3425994" y="44481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3970789" y="44065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4096158" y="36178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4056725" y="39494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3195920" y="47123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3784012" y="42283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3832142" y="38703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4300351" y="387546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4107847" y="42660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4459477" y="36426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5050236" y="37812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4270463" y="38918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3977957" y="44368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7704467" y="28408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6559294" y="35187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3466387" y="40437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3564514" y="47659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4490651" y="39263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3389135" y="42971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4028007" y="38396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4076219" y="38283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5113159" y="36458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4241707" y="40212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3291611" y="42273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3499911" y="45084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4021513" y="36658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3520444" y="39936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3438829" y="43813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6019613" y="38067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5184626" y="36882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4590052" y="40778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4260751" y="42133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4770370" y="34076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2145281" y="49598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4079143" y="43331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7460099" y="32608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3728045" y="39586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4797878" y="36982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4907453" y="36175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5172299" y="36016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3134636" y="44485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4214917" y="43825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3888710" y="36323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3393956" y="46878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3947009" y="38466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8223735" y="30223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2918145" y="48474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7111148" y="32041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2886955" y="47964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5372856" y="3176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4620892" y="41625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4558116" y="41382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2579773" y="49052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6435663" y="33676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5430976" y="32646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3726428" y="42048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5752354" y="3098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4237944" y="42093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2863390" y="49703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5126964" y="37158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3648120" y="39971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4907638" y="38892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3824742" y="43036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5445402" y="34619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5070462" y="38352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4422452" y="40162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2660226" y="48773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3028503" y="440174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6720092" y="33372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2312186" y="50485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4151041" y="35038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4977096" y="38402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2866814" y="47766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4628013" y="39374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5244681" y="35038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4247597" y="39934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5104376" y="39371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4722718" y="3936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4056749" y="38958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3386924" y="43611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5363004" y="38129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3317494" y="448581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5354724" y="41113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5414058" y="39583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2428275" y="49693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4732841" y="40527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3532263" y="43093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5075231" y="39572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6146290" y="34531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4140031" y="42440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4716083" y="40032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3173324" y="44396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3515127" y="43973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6156452" y="356927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3865121" y="40481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5083592" y="39628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3263540" y="41844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4003687" y="38633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4422060" y="41144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3440157" y="42254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5036679" y="42429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2806929" y="44403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4670718" y="37668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2732209" y="46231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4399008" y="38056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2803392" y="481634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4487385" y="41260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3686949" y="44027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3484271" y="44609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7404184" y="31287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4961684" y="37625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3477280" y="43001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3947179" y="40030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3830792" y="39627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4673596" y="34178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4204038" y="39285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4222431" y="42082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2244865" y="50895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3540553" y="43258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4357171" y="37127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5927785" y="34551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2430745" y="49883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3662089" y="39005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3661305" y="41779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2809527" y="42447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3870217" y="416597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5617294" y="32360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4455133" y="38943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3782805" y="38922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3492402" y="41568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4658103" y="40512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3148069" y="48943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5049812" y="38141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3910201" y="37905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2816003" y="49850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8331949" y="37914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5509359" y="35023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4306564" y="39396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6390244" y="30202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4628522" y="39932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3327482" y="46707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5650021" y="40682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4274956" y="37542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3696625" y="44761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3525760" y="38865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3934839" y="41572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5580993" y="38622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4273305" y="43260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3653825" y="386454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4317017" y="43233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4729721" y="38089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4013836" y="42521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4475153" y="37332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3432354" y="40762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4526172" y="39438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3712382" y="40205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6802962" y="34916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5721528" y="35067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3243284" y="45985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8"/>
            <p:cNvSpPr/>
            <p:nvPr/>
          </p:nvSpPr>
          <p:spPr>
            <a:xfrm>
              <a:off x="3500165" y="40808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9"/>
            <p:cNvSpPr/>
            <p:nvPr/>
          </p:nvSpPr>
          <p:spPr>
            <a:xfrm>
              <a:off x="5330768" y="35646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4796440" y="41697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5186445" y="4162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4547521" y="38503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6416789" y="34072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3984262" y="47697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5062046" y="38182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5557965" y="35141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2923662" y="43652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4872767" y="37710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4258381" y="41696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2626713" y="46654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4320630" y="36987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3558480" y="40886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6302276" y="32503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4928516" y="38156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3903347" y="39523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5869708" y="33181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5031012" y="43573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3742976" y="40781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3474118" y="43528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3692331" y="40744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3847379" y="41646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2"/>
            <p:cNvSpPr/>
            <p:nvPr/>
          </p:nvSpPr>
          <p:spPr>
            <a:xfrm>
              <a:off x="5933635" y="31486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3"/>
            <p:cNvSpPr/>
            <p:nvPr/>
          </p:nvSpPr>
          <p:spPr>
            <a:xfrm>
              <a:off x="3956221" y="40868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4"/>
            <p:cNvSpPr/>
            <p:nvPr/>
          </p:nvSpPr>
          <p:spPr>
            <a:xfrm>
              <a:off x="3112313" y="44122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5"/>
            <p:cNvSpPr/>
            <p:nvPr/>
          </p:nvSpPr>
          <p:spPr>
            <a:xfrm>
              <a:off x="4433689" y="37929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6"/>
            <p:cNvSpPr/>
            <p:nvPr/>
          </p:nvSpPr>
          <p:spPr>
            <a:xfrm>
              <a:off x="4018953" y="39687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7"/>
            <p:cNvSpPr/>
            <p:nvPr/>
          </p:nvSpPr>
          <p:spPr>
            <a:xfrm>
              <a:off x="3683094" y="40932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3310129" y="42506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9"/>
            <p:cNvSpPr/>
            <p:nvPr/>
          </p:nvSpPr>
          <p:spPr>
            <a:xfrm>
              <a:off x="5418150" y="35220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90"/>
            <p:cNvSpPr/>
            <p:nvPr/>
          </p:nvSpPr>
          <p:spPr>
            <a:xfrm>
              <a:off x="3487061" y="44304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1"/>
            <p:cNvSpPr/>
            <p:nvPr/>
          </p:nvSpPr>
          <p:spPr>
            <a:xfrm>
              <a:off x="2673087" y="455699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2"/>
            <p:cNvSpPr/>
            <p:nvPr/>
          </p:nvSpPr>
          <p:spPr>
            <a:xfrm>
              <a:off x="4615613" y="34544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3"/>
            <p:cNvSpPr/>
            <p:nvPr/>
          </p:nvSpPr>
          <p:spPr>
            <a:xfrm>
              <a:off x="3509837" y="42867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4"/>
            <p:cNvSpPr/>
            <p:nvPr/>
          </p:nvSpPr>
          <p:spPr>
            <a:xfrm>
              <a:off x="4526167" y="42665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5"/>
            <p:cNvSpPr/>
            <p:nvPr/>
          </p:nvSpPr>
          <p:spPr>
            <a:xfrm>
              <a:off x="5048280" y="34408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6"/>
            <p:cNvSpPr/>
            <p:nvPr/>
          </p:nvSpPr>
          <p:spPr>
            <a:xfrm>
              <a:off x="5249111" y="33949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7"/>
            <p:cNvSpPr/>
            <p:nvPr/>
          </p:nvSpPr>
          <p:spPr>
            <a:xfrm>
              <a:off x="3716355" y="42219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8"/>
            <p:cNvSpPr/>
            <p:nvPr/>
          </p:nvSpPr>
          <p:spPr>
            <a:xfrm>
              <a:off x="3823415" y="39967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9"/>
            <p:cNvSpPr/>
            <p:nvPr/>
          </p:nvSpPr>
          <p:spPr>
            <a:xfrm>
              <a:off x="5346422" y="38883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500"/>
            <p:cNvSpPr/>
            <p:nvPr/>
          </p:nvSpPr>
          <p:spPr>
            <a:xfrm>
              <a:off x="4096505" y="39096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3495765" y="39033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2519080" y="49717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5221771" y="37695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4986922" y="34808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4595593" y="38842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4136655" y="38324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4569977" y="41014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7929590" y="36883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3718094" y="43023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3921366" y="41252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3954693" y="38852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5186611" y="34594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7190853" y="38193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3786184" y="37344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5"/>
            <p:cNvSpPr/>
            <p:nvPr/>
          </p:nvSpPr>
          <p:spPr>
            <a:xfrm>
              <a:off x="3554803" y="43216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5343925" y="33524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3581580" y="43620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5584266" y="37177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5033944" y="43365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4174465" y="41172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4537599" y="41612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4803780" y="37341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3"/>
            <p:cNvSpPr/>
            <p:nvPr/>
          </p:nvSpPr>
          <p:spPr>
            <a:xfrm>
              <a:off x="7138911" y="31614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4"/>
            <p:cNvSpPr/>
            <p:nvPr/>
          </p:nvSpPr>
          <p:spPr>
            <a:xfrm>
              <a:off x="4456989" y="40316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4896694" y="36007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5471876" y="377438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5118156" y="42519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4664468" y="36254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5460198" y="43993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2709978" y="46966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3814714" y="3949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4983111" y="36064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5039064" y="36768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4"/>
            <p:cNvSpPr/>
            <p:nvPr/>
          </p:nvSpPr>
          <p:spPr>
            <a:xfrm>
              <a:off x="2940186" y="48669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5"/>
            <p:cNvSpPr/>
            <p:nvPr/>
          </p:nvSpPr>
          <p:spPr>
            <a:xfrm>
              <a:off x="3332172" y="44012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6"/>
            <p:cNvSpPr/>
            <p:nvPr/>
          </p:nvSpPr>
          <p:spPr>
            <a:xfrm>
              <a:off x="3686637" y="44094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7"/>
            <p:cNvSpPr/>
            <p:nvPr/>
          </p:nvSpPr>
          <p:spPr>
            <a:xfrm>
              <a:off x="3510806" y="43280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8"/>
            <p:cNvSpPr/>
            <p:nvPr/>
          </p:nvSpPr>
          <p:spPr>
            <a:xfrm>
              <a:off x="6079407" y="36029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9"/>
            <p:cNvSpPr/>
            <p:nvPr/>
          </p:nvSpPr>
          <p:spPr>
            <a:xfrm>
              <a:off x="3568143" y="43232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40"/>
            <p:cNvSpPr/>
            <p:nvPr/>
          </p:nvSpPr>
          <p:spPr>
            <a:xfrm>
              <a:off x="3164005" y="44634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1"/>
            <p:cNvSpPr/>
            <p:nvPr/>
          </p:nvSpPr>
          <p:spPr>
            <a:xfrm>
              <a:off x="3603676" y="41452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2"/>
            <p:cNvSpPr/>
            <p:nvPr/>
          </p:nvSpPr>
          <p:spPr>
            <a:xfrm>
              <a:off x="2837667" y="492016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3"/>
            <p:cNvSpPr/>
            <p:nvPr/>
          </p:nvSpPr>
          <p:spPr>
            <a:xfrm>
              <a:off x="4592098" y="38348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4"/>
            <p:cNvSpPr/>
            <p:nvPr/>
          </p:nvSpPr>
          <p:spPr>
            <a:xfrm>
              <a:off x="6661802" y="39771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5"/>
            <p:cNvSpPr/>
            <p:nvPr/>
          </p:nvSpPr>
          <p:spPr>
            <a:xfrm>
              <a:off x="7177026" y="37967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6"/>
            <p:cNvSpPr/>
            <p:nvPr/>
          </p:nvSpPr>
          <p:spPr>
            <a:xfrm>
              <a:off x="4748225" y="40775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7"/>
            <p:cNvSpPr/>
            <p:nvPr/>
          </p:nvSpPr>
          <p:spPr>
            <a:xfrm>
              <a:off x="5774687" y="36082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8"/>
            <p:cNvSpPr/>
            <p:nvPr/>
          </p:nvSpPr>
          <p:spPr>
            <a:xfrm>
              <a:off x="3958685" y="44156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9"/>
            <p:cNvSpPr/>
            <p:nvPr/>
          </p:nvSpPr>
          <p:spPr>
            <a:xfrm>
              <a:off x="4030395" y="46483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50"/>
            <p:cNvSpPr/>
            <p:nvPr/>
          </p:nvSpPr>
          <p:spPr>
            <a:xfrm>
              <a:off x="5551209" y="36483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4272347" y="40243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3827119" y="43019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3815884" y="44723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4381329" y="40043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4810021" y="38162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7284882" y="35541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4232443" y="42111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5445227" y="38767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4451457" y="36867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4076722" y="36321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4540700" y="35846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4699077" y="36373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4905929" y="37774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4753650" y="38614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5329086" y="37233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3444984" y="417947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4043214" y="40550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4435750" y="42011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5159916" y="38911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3819749" y="39717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4230369" y="42222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4342471" y="35049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3712996" y="38250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4075832" y="42476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2779553" y="47573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5899524" y="32967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4762917" y="38028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2796660" y="45862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4342352" y="41471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4791956" y="42295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3752584" y="43823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3068656" y="49058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3300806" y="43148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3468225" y="41898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4364230" y="36987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3200175" y="45006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7"/>
            <p:cNvSpPr/>
            <p:nvPr/>
          </p:nvSpPr>
          <p:spPr>
            <a:xfrm>
              <a:off x="4989742" y="36270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8"/>
            <p:cNvSpPr/>
            <p:nvPr/>
          </p:nvSpPr>
          <p:spPr>
            <a:xfrm>
              <a:off x="3897796" y="37399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9"/>
            <p:cNvSpPr/>
            <p:nvPr/>
          </p:nvSpPr>
          <p:spPr>
            <a:xfrm>
              <a:off x="5067667" y="36698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90"/>
            <p:cNvSpPr/>
            <p:nvPr/>
          </p:nvSpPr>
          <p:spPr>
            <a:xfrm>
              <a:off x="5061781" y="39931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1"/>
            <p:cNvSpPr/>
            <p:nvPr/>
          </p:nvSpPr>
          <p:spPr>
            <a:xfrm>
              <a:off x="4931387" y="38692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2"/>
            <p:cNvSpPr/>
            <p:nvPr/>
          </p:nvSpPr>
          <p:spPr>
            <a:xfrm>
              <a:off x="3365688" y="46232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3"/>
            <p:cNvSpPr/>
            <p:nvPr/>
          </p:nvSpPr>
          <p:spPr>
            <a:xfrm>
              <a:off x="4441632" y="39377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4"/>
            <p:cNvSpPr/>
            <p:nvPr/>
          </p:nvSpPr>
          <p:spPr>
            <a:xfrm>
              <a:off x="4248428" y="38525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5414318" y="34290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4311681" y="36472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2342321" y="497665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2449572" y="46674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2694103" y="468118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3627288" y="46779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3461700" y="41521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2995833" y="42747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3"/>
            <p:cNvSpPr/>
            <p:nvPr/>
          </p:nvSpPr>
          <p:spPr>
            <a:xfrm>
              <a:off x="3097403" y="44810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4"/>
            <p:cNvSpPr/>
            <p:nvPr/>
          </p:nvSpPr>
          <p:spPr>
            <a:xfrm>
              <a:off x="4038178" y="46019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5"/>
            <p:cNvSpPr/>
            <p:nvPr/>
          </p:nvSpPr>
          <p:spPr>
            <a:xfrm>
              <a:off x="4525932" y="36818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6"/>
            <p:cNvSpPr/>
            <p:nvPr/>
          </p:nvSpPr>
          <p:spPr>
            <a:xfrm>
              <a:off x="3119479" y="46071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7"/>
            <p:cNvSpPr/>
            <p:nvPr/>
          </p:nvSpPr>
          <p:spPr>
            <a:xfrm>
              <a:off x="5808328" y="41867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8"/>
            <p:cNvSpPr/>
            <p:nvPr/>
          </p:nvSpPr>
          <p:spPr>
            <a:xfrm>
              <a:off x="4268486" y="37491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9"/>
            <p:cNvSpPr/>
            <p:nvPr/>
          </p:nvSpPr>
          <p:spPr>
            <a:xfrm>
              <a:off x="4376449" y="39607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t610"/>
            <p:cNvSpPr/>
            <p:nvPr/>
          </p:nvSpPr>
          <p:spPr>
            <a:xfrm>
              <a:off x="4891883" y="35736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1"/>
            <p:cNvSpPr/>
            <p:nvPr/>
          </p:nvSpPr>
          <p:spPr>
            <a:xfrm>
              <a:off x="3122420" y="46926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2"/>
            <p:cNvSpPr/>
            <p:nvPr/>
          </p:nvSpPr>
          <p:spPr>
            <a:xfrm>
              <a:off x="6600063" y="34150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3"/>
            <p:cNvSpPr/>
            <p:nvPr/>
          </p:nvSpPr>
          <p:spPr>
            <a:xfrm>
              <a:off x="4629336" y="41185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t614"/>
            <p:cNvSpPr/>
            <p:nvPr/>
          </p:nvSpPr>
          <p:spPr>
            <a:xfrm>
              <a:off x="4278069" y="40898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t615"/>
            <p:cNvSpPr/>
            <p:nvPr/>
          </p:nvSpPr>
          <p:spPr>
            <a:xfrm>
              <a:off x="3148513" y="45007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t616"/>
            <p:cNvSpPr/>
            <p:nvPr/>
          </p:nvSpPr>
          <p:spPr>
            <a:xfrm>
              <a:off x="4142678" y="413091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t617"/>
            <p:cNvSpPr/>
            <p:nvPr/>
          </p:nvSpPr>
          <p:spPr>
            <a:xfrm>
              <a:off x="4082884" y="40829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t618"/>
            <p:cNvSpPr/>
            <p:nvPr/>
          </p:nvSpPr>
          <p:spPr>
            <a:xfrm>
              <a:off x="2668235" y="471478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t619"/>
            <p:cNvSpPr/>
            <p:nvPr/>
          </p:nvSpPr>
          <p:spPr>
            <a:xfrm>
              <a:off x="3966048" y="41005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t620"/>
            <p:cNvSpPr/>
            <p:nvPr/>
          </p:nvSpPr>
          <p:spPr>
            <a:xfrm>
              <a:off x="2954849" y="44881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t621"/>
            <p:cNvSpPr/>
            <p:nvPr/>
          </p:nvSpPr>
          <p:spPr>
            <a:xfrm>
              <a:off x="4188670" y="38188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t622"/>
            <p:cNvSpPr/>
            <p:nvPr/>
          </p:nvSpPr>
          <p:spPr>
            <a:xfrm>
              <a:off x="2992196" y="43049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t623"/>
            <p:cNvSpPr/>
            <p:nvPr/>
          </p:nvSpPr>
          <p:spPr>
            <a:xfrm>
              <a:off x="4103132" y="37745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t624"/>
            <p:cNvSpPr/>
            <p:nvPr/>
          </p:nvSpPr>
          <p:spPr>
            <a:xfrm>
              <a:off x="4986422" y="40207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t625"/>
            <p:cNvSpPr/>
            <p:nvPr/>
          </p:nvSpPr>
          <p:spPr>
            <a:xfrm>
              <a:off x="3079333" y="46689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t626"/>
            <p:cNvSpPr/>
            <p:nvPr/>
          </p:nvSpPr>
          <p:spPr>
            <a:xfrm>
              <a:off x="6103485" y="35632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t627"/>
            <p:cNvSpPr/>
            <p:nvPr/>
          </p:nvSpPr>
          <p:spPr>
            <a:xfrm>
              <a:off x="2306931" y="488291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t628"/>
            <p:cNvSpPr/>
            <p:nvPr/>
          </p:nvSpPr>
          <p:spPr>
            <a:xfrm>
              <a:off x="4670581" y="40562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t629"/>
            <p:cNvSpPr/>
            <p:nvPr/>
          </p:nvSpPr>
          <p:spPr>
            <a:xfrm>
              <a:off x="7576389" y="37857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t630"/>
            <p:cNvSpPr/>
            <p:nvPr/>
          </p:nvSpPr>
          <p:spPr>
            <a:xfrm>
              <a:off x="3675616" y="39354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t631"/>
            <p:cNvSpPr/>
            <p:nvPr/>
          </p:nvSpPr>
          <p:spPr>
            <a:xfrm>
              <a:off x="4089176" y="45657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t632"/>
            <p:cNvSpPr/>
            <p:nvPr/>
          </p:nvSpPr>
          <p:spPr>
            <a:xfrm>
              <a:off x="4857006" y="37539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t633"/>
            <p:cNvSpPr/>
            <p:nvPr/>
          </p:nvSpPr>
          <p:spPr>
            <a:xfrm>
              <a:off x="3304038" y="41125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t634"/>
            <p:cNvSpPr/>
            <p:nvPr/>
          </p:nvSpPr>
          <p:spPr>
            <a:xfrm>
              <a:off x="4883146" y="37439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t635"/>
            <p:cNvSpPr/>
            <p:nvPr/>
          </p:nvSpPr>
          <p:spPr>
            <a:xfrm>
              <a:off x="3287727" y="44336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t636"/>
            <p:cNvSpPr/>
            <p:nvPr/>
          </p:nvSpPr>
          <p:spPr>
            <a:xfrm>
              <a:off x="4118927" y="40728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t637"/>
            <p:cNvSpPr/>
            <p:nvPr/>
          </p:nvSpPr>
          <p:spPr>
            <a:xfrm>
              <a:off x="3622871" y="41724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t638"/>
            <p:cNvSpPr/>
            <p:nvPr/>
          </p:nvSpPr>
          <p:spPr>
            <a:xfrm>
              <a:off x="4403040" y="40065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4089052" y="40789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5601194" y="36391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3192932" y="43129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5885176" y="33354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5187657" y="34479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4666777" y="35609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6242485" y="39641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4776000" y="40222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t647"/>
            <p:cNvSpPr/>
            <p:nvPr/>
          </p:nvSpPr>
          <p:spPr>
            <a:xfrm>
              <a:off x="6622072" y="33230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t648"/>
            <p:cNvSpPr/>
            <p:nvPr/>
          </p:nvSpPr>
          <p:spPr>
            <a:xfrm>
              <a:off x="5145853" y="35336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t649"/>
            <p:cNvSpPr/>
            <p:nvPr/>
          </p:nvSpPr>
          <p:spPr>
            <a:xfrm>
              <a:off x="4184287" y="42296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t650"/>
            <p:cNvSpPr/>
            <p:nvPr/>
          </p:nvSpPr>
          <p:spPr>
            <a:xfrm>
              <a:off x="3610912" y="40953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t651"/>
            <p:cNvSpPr/>
            <p:nvPr/>
          </p:nvSpPr>
          <p:spPr>
            <a:xfrm>
              <a:off x="3873497" y="43870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t652"/>
            <p:cNvSpPr/>
            <p:nvPr/>
          </p:nvSpPr>
          <p:spPr>
            <a:xfrm>
              <a:off x="4503490" y="37308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t653"/>
            <p:cNvSpPr/>
            <p:nvPr/>
          </p:nvSpPr>
          <p:spPr>
            <a:xfrm>
              <a:off x="5606129" y="35077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t654"/>
            <p:cNvSpPr/>
            <p:nvPr/>
          </p:nvSpPr>
          <p:spPr>
            <a:xfrm>
              <a:off x="3421973" y="46315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t655"/>
            <p:cNvSpPr/>
            <p:nvPr/>
          </p:nvSpPr>
          <p:spPr>
            <a:xfrm>
              <a:off x="4259435" y="38305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t656"/>
            <p:cNvSpPr/>
            <p:nvPr/>
          </p:nvSpPr>
          <p:spPr>
            <a:xfrm>
              <a:off x="3724215" y="46443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t657"/>
            <p:cNvSpPr/>
            <p:nvPr/>
          </p:nvSpPr>
          <p:spPr>
            <a:xfrm>
              <a:off x="6565755" y="31423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t658"/>
            <p:cNvSpPr/>
            <p:nvPr/>
          </p:nvSpPr>
          <p:spPr>
            <a:xfrm>
              <a:off x="6470738" y="31389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t659"/>
            <p:cNvSpPr/>
            <p:nvPr/>
          </p:nvSpPr>
          <p:spPr>
            <a:xfrm>
              <a:off x="6927089" y="306437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t660"/>
            <p:cNvSpPr/>
            <p:nvPr/>
          </p:nvSpPr>
          <p:spPr>
            <a:xfrm>
              <a:off x="4488985" y="36586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t661"/>
            <p:cNvSpPr/>
            <p:nvPr/>
          </p:nvSpPr>
          <p:spPr>
            <a:xfrm>
              <a:off x="3238688" y="47202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t662"/>
            <p:cNvSpPr/>
            <p:nvPr/>
          </p:nvSpPr>
          <p:spPr>
            <a:xfrm>
              <a:off x="5622922" y="33339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t663"/>
            <p:cNvSpPr/>
            <p:nvPr/>
          </p:nvSpPr>
          <p:spPr>
            <a:xfrm>
              <a:off x="3305003" y="45534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t664"/>
            <p:cNvSpPr/>
            <p:nvPr/>
          </p:nvSpPr>
          <p:spPr>
            <a:xfrm>
              <a:off x="3951740" y="39671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t665"/>
            <p:cNvSpPr/>
            <p:nvPr/>
          </p:nvSpPr>
          <p:spPr>
            <a:xfrm>
              <a:off x="3738008" y="41076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t666"/>
            <p:cNvSpPr/>
            <p:nvPr/>
          </p:nvSpPr>
          <p:spPr>
            <a:xfrm>
              <a:off x="5314110" y="36427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t667"/>
            <p:cNvSpPr/>
            <p:nvPr/>
          </p:nvSpPr>
          <p:spPr>
            <a:xfrm>
              <a:off x="4366908" y="36047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t668"/>
            <p:cNvSpPr/>
            <p:nvPr/>
          </p:nvSpPr>
          <p:spPr>
            <a:xfrm>
              <a:off x="4178959" y="38520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t669"/>
            <p:cNvSpPr/>
            <p:nvPr/>
          </p:nvSpPr>
          <p:spPr>
            <a:xfrm>
              <a:off x="3816547" y="40399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t670"/>
            <p:cNvSpPr/>
            <p:nvPr/>
          </p:nvSpPr>
          <p:spPr>
            <a:xfrm>
              <a:off x="6214534" y="36204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t671"/>
            <p:cNvSpPr/>
            <p:nvPr/>
          </p:nvSpPr>
          <p:spPr>
            <a:xfrm>
              <a:off x="6683267" y="36490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t672"/>
            <p:cNvSpPr/>
            <p:nvPr/>
          </p:nvSpPr>
          <p:spPr>
            <a:xfrm>
              <a:off x="3973983" y="40448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t673"/>
            <p:cNvSpPr/>
            <p:nvPr/>
          </p:nvSpPr>
          <p:spPr>
            <a:xfrm>
              <a:off x="4575112" y="38564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t674"/>
            <p:cNvSpPr/>
            <p:nvPr/>
          </p:nvSpPr>
          <p:spPr>
            <a:xfrm>
              <a:off x="4808348" y="37713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t675"/>
            <p:cNvSpPr/>
            <p:nvPr/>
          </p:nvSpPr>
          <p:spPr>
            <a:xfrm>
              <a:off x="4598321" y="41942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t676"/>
            <p:cNvSpPr/>
            <p:nvPr/>
          </p:nvSpPr>
          <p:spPr>
            <a:xfrm>
              <a:off x="5598082" y="35067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t677"/>
            <p:cNvSpPr/>
            <p:nvPr/>
          </p:nvSpPr>
          <p:spPr>
            <a:xfrm>
              <a:off x="14830610" y="24079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t678"/>
            <p:cNvSpPr/>
            <p:nvPr/>
          </p:nvSpPr>
          <p:spPr>
            <a:xfrm>
              <a:off x="3838809" y="431251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t679"/>
            <p:cNvSpPr/>
            <p:nvPr/>
          </p:nvSpPr>
          <p:spPr>
            <a:xfrm>
              <a:off x="3810569" y="42486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t680"/>
            <p:cNvSpPr/>
            <p:nvPr/>
          </p:nvSpPr>
          <p:spPr>
            <a:xfrm>
              <a:off x="4572322" y="37101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t681"/>
            <p:cNvSpPr/>
            <p:nvPr/>
          </p:nvSpPr>
          <p:spPr>
            <a:xfrm>
              <a:off x="4893238" y="38581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t682"/>
            <p:cNvSpPr/>
            <p:nvPr/>
          </p:nvSpPr>
          <p:spPr>
            <a:xfrm>
              <a:off x="4769842" y="38122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4763500" y="40087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5628864" y="34637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3261643" y="4368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6"/>
            <p:cNvSpPr/>
            <p:nvPr/>
          </p:nvSpPr>
          <p:spPr>
            <a:xfrm>
              <a:off x="3126665" y="4221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7"/>
            <p:cNvSpPr/>
            <p:nvPr/>
          </p:nvSpPr>
          <p:spPr>
            <a:xfrm>
              <a:off x="2979308" y="45205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8"/>
            <p:cNvSpPr/>
            <p:nvPr/>
          </p:nvSpPr>
          <p:spPr>
            <a:xfrm>
              <a:off x="5330324" y="38318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9"/>
            <p:cNvSpPr/>
            <p:nvPr/>
          </p:nvSpPr>
          <p:spPr>
            <a:xfrm>
              <a:off x="4338979" y="35506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90"/>
            <p:cNvSpPr/>
            <p:nvPr/>
          </p:nvSpPr>
          <p:spPr>
            <a:xfrm>
              <a:off x="6440281" y="30693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t691"/>
            <p:cNvSpPr/>
            <p:nvPr/>
          </p:nvSpPr>
          <p:spPr>
            <a:xfrm>
              <a:off x="4614409" y="40139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t692"/>
            <p:cNvSpPr/>
            <p:nvPr/>
          </p:nvSpPr>
          <p:spPr>
            <a:xfrm>
              <a:off x="3715059" y="42965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t693"/>
            <p:cNvSpPr/>
            <p:nvPr/>
          </p:nvSpPr>
          <p:spPr>
            <a:xfrm>
              <a:off x="3921487" y="41965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t694"/>
            <p:cNvSpPr/>
            <p:nvPr/>
          </p:nvSpPr>
          <p:spPr>
            <a:xfrm>
              <a:off x="6100827" y="37871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t695"/>
            <p:cNvSpPr/>
            <p:nvPr/>
          </p:nvSpPr>
          <p:spPr>
            <a:xfrm>
              <a:off x="4892732" y="35894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t696"/>
            <p:cNvSpPr/>
            <p:nvPr/>
          </p:nvSpPr>
          <p:spPr>
            <a:xfrm>
              <a:off x="6884758" y="34300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t697"/>
            <p:cNvSpPr/>
            <p:nvPr/>
          </p:nvSpPr>
          <p:spPr>
            <a:xfrm>
              <a:off x="7653398" y="38881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t698"/>
            <p:cNvSpPr/>
            <p:nvPr/>
          </p:nvSpPr>
          <p:spPr>
            <a:xfrm>
              <a:off x="3738309" y="389976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t699"/>
            <p:cNvSpPr/>
            <p:nvPr/>
          </p:nvSpPr>
          <p:spPr>
            <a:xfrm>
              <a:off x="3891734" y="38309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t700"/>
            <p:cNvSpPr/>
            <p:nvPr/>
          </p:nvSpPr>
          <p:spPr>
            <a:xfrm>
              <a:off x="3143336" y="44747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t701"/>
            <p:cNvSpPr/>
            <p:nvPr/>
          </p:nvSpPr>
          <p:spPr>
            <a:xfrm>
              <a:off x="4361511" y="39362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t702"/>
            <p:cNvSpPr/>
            <p:nvPr/>
          </p:nvSpPr>
          <p:spPr>
            <a:xfrm>
              <a:off x="3743273" y="43512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t703"/>
            <p:cNvSpPr/>
            <p:nvPr/>
          </p:nvSpPr>
          <p:spPr>
            <a:xfrm>
              <a:off x="5938612" y="38474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t704"/>
            <p:cNvSpPr/>
            <p:nvPr/>
          </p:nvSpPr>
          <p:spPr>
            <a:xfrm>
              <a:off x="2833536" y="44543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t705"/>
            <p:cNvSpPr/>
            <p:nvPr/>
          </p:nvSpPr>
          <p:spPr>
            <a:xfrm>
              <a:off x="4206489" y="36781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t706"/>
            <p:cNvSpPr/>
            <p:nvPr/>
          </p:nvSpPr>
          <p:spPr>
            <a:xfrm>
              <a:off x="4865222" y="37524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t707"/>
            <p:cNvSpPr/>
            <p:nvPr/>
          </p:nvSpPr>
          <p:spPr>
            <a:xfrm>
              <a:off x="4328087" y="40949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t708"/>
            <p:cNvSpPr/>
            <p:nvPr/>
          </p:nvSpPr>
          <p:spPr>
            <a:xfrm>
              <a:off x="5074097" y="39849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t709"/>
            <p:cNvSpPr/>
            <p:nvPr/>
          </p:nvSpPr>
          <p:spPr>
            <a:xfrm>
              <a:off x="2869140" y="47421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t710"/>
            <p:cNvSpPr/>
            <p:nvPr/>
          </p:nvSpPr>
          <p:spPr>
            <a:xfrm>
              <a:off x="3154123" y="45783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t711"/>
            <p:cNvSpPr/>
            <p:nvPr/>
          </p:nvSpPr>
          <p:spPr>
            <a:xfrm>
              <a:off x="3747111" y="40641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t712"/>
            <p:cNvSpPr/>
            <p:nvPr/>
          </p:nvSpPr>
          <p:spPr>
            <a:xfrm>
              <a:off x="5558617" y="38925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t713"/>
            <p:cNvSpPr/>
            <p:nvPr/>
          </p:nvSpPr>
          <p:spPr>
            <a:xfrm>
              <a:off x="3173448" y="47225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t714"/>
            <p:cNvSpPr/>
            <p:nvPr/>
          </p:nvSpPr>
          <p:spPr>
            <a:xfrm>
              <a:off x="5215231" y="41342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5"/>
            <p:cNvSpPr/>
            <p:nvPr/>
          </p:nvSpPr>
          <p:spPr>
            <a:xfrm>
              <a:off x="4875404" y="43091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t716"/>
            <p:cNvSpPr/>
            <p:nvPr/>
          </p:nvSpPr>
          <p:spPr>
            <a:xfrm>
              <a:off x="3012844" y="46458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7"/>
            <p:cNvSpPr/>
            <p:nvPr/>
          </p:nvSpPr>
          <p:spPr>
            <a:xfrm>
              <a:off x="3405570" y="42956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8"/>
            <p:cNvSpPr/>
            <p:nvPr/>
          </p:nvSpPr>
          <p:spPr>
            <a:xfrm>
              <a:off x="5257432" y="35185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9"/>
            <p:cNvSpPr/>
            <p:nvPr/>
          </p:nvSpPr>
          <p:spPr>
            <a:xfrm>
              <a:off x="3735227" y="40992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20"/>
            <p:cNvSpPr/>
            <p:nvPr/>
          </p:nvSpPr>
          <p:spPr>
            <a:xfrm>
              <a:off x="4968388" y="35811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1"/>
            <p:cNvSpPr/>
            <p:nvPr/>
          </p:nvSpPr>
          <p:spPr>
            <a:xfrm>
              <a:off x="2940285" y="48301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2"/>
            <p:cNvSpPr/>
            <p:nvPr/>
          </p:nvSpPr>
          <p:spPr>
            <a:xfrm>
              <a:off x="4504887" y="39352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3"/>
            <p:cNvSpPr/>
            <p:nvPr/>
          </p:nvSpPr>
          <p:spPr>
            <a:xfrm>
              <a:off x="5597494" y="36490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4"/>
            <p:cNvSpPr/>
            <p:nvPr/>
          </p:nvSpPr>
          <p:spPr>
            <a:xfrm>
              <a:off x="6144724" y="39661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5"/>
            <p:cNvSpPr/>
            <p:nvPr/>
          </p:nvSpPr>
          <p:spPr>
            <a:xfrm>
              <a:off x="4092310" y="42931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6"/>
            <p:cNvSpPr/>
            <p:nvPr/>
          </p:nvSpPr>
          <p:spPr>
            <a:xfrm>
              <a:off x="4674599" y="365881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7"/>
            <p:cNvSpPr/>
            <p:nvPr/>
          </p:nvSpPr>
          <p:spPr>
            <a:xfrm>
              <a:off x="4365157" y="41625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8"/>
            <p:cNvSpPr/>
            <p:nvPr/>
          </p:nvSpPr>
          <p:spPr>
            <a:xfrm>
              <a:off x="5705745" y="34092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9"/>
            <p:cNvSpPr/>
            <p:nvPr/>
          </p:nvSpPr>
          <p:spPr>
            <a:xfrm>
              <a:off x="3384938" y="44159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30"/>
            <p:cNvSpPr/>
            <p:nvPr/>
          </p:nvSpPr>
          <p:spPr>
            <a:xfrm>
              <a:off x="3277475" y="45080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1"/>
            <p:cNvSpPr/>
            <p:nvPr/>
          </p:nvSpPr>
          <p:spPr>
            <a:xfrm>
              <a:off x="6311465" y="28860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2"/>
            <p:cNvSpPr/>
            <p:nvPr/>
          </p:nvSpPr>
          <p:spPr>
            <a:xfrm>
              <a:off x="4753173" y="45554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3"/>
            <p:cNvSpPr/>
            <p:nvPr/>
          </p:nvSpPr>
          <p:spPr>
            <a:xfrm>
              <a:off x="3785801" y="39134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4"/>
            <p:cNvSpPr/>
            <p:nvPr/>
          </p:nvSpPr>
          <p:spPr>
            <a:xfrm>
              <a:off x="5652347" y="39140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5"/>
            <p:cNvSpPr/>
            <p:nvPr/>
          </p:nvSpPr>
          <p:spPr>
            <a:xfrm>
              <a:off x="3786533" y="41077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6"/>
            <p:cNvSpPr/>
            <p:nvPr/>
          </p:nvSpPr>
          <p:spPr>
            <a:xfrm>
              <a:off x="5450249" y="34404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7"/>
            <p:cNvSpPr/>
            <p:nvPr/>
          </p:nvSpPr>
          <p:spPr>
            <a:xfrm>
              <a:off x="4689823" y="38454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8"/>
            <p:cNvSpPr/>
            <p:nvPr/>
          </p:nvSpPr>
          <p:spPr>
            <a:xfrm>
              <a:off x="5944383" y="35321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9"/>
            <p:cNvSpPr/>
            <p:nvPr/>
          </p:nvSpPr>
          <p:spPr>
            <a:xfrm>
              <a:off x="4322819" y="37249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40"/>
            <p:cNvSpPr/>
            <p:nvPr/>
          </p:nvSpPr>
          <p:spPr>
            <a:xfrm>
              <a:off x="2743459" y="431616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1"/>
            <p:cNvSpPr/>
            <p:nvPr/>
          </p:nvSpPr>
          <p:spPr>
            <a:xfrm>
              <a:off x="5798063" y="40188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2"/>
            <p:cNvSpPr/>
            <p:nvPr/>
          </p:nvSpPr>
          <p:spPr>
            <a:xfrm>
              <a:off x="4246820" y="43197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3"/>
            <p:cNvSpPr/>
            <p:nvPr/>
          </p:nvSpPr>
          <p:spPr>
            <a:xfrm>
              <a:off x="3626117" y="42470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4"/>
            <p:cNvSpPr/>
            <p:nvPr/>
          </p:nvSpPr>
          <p:spPr>
            <a:xfrm>
              <a:off x="4952300" y="36931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5"/>
            <p:cNvSpPr/>
            <p:nvPr/>
          </p:nvSpPr>
          <p:spPr>
            <a:xfrm>
              <a:off x="3533715" y="43237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6"/>
            <p:cNvSpPr/>
            <p:nvPr/>
          </p:nvSpPr>
          <p:spPr>
            <a:xfrm>
              <a:off x="5342031" y="34570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t747"/>
            <p:cNvSpPr/>
            <p:nvPr/>
          </p:nvSpPr>
          <p:spPr>
            <a:xfrm>
              <a:off x="3581552" y="44235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t748"/>
            <p:cNvSpPr/>
            <p:nvPr/>
          </p:nvSpPr>
          <p:spPr>
            <a:xfrm>
              <a:off x="4601054" y="39960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t749"/>
            <p:cNvSpPr/>
            <p:nvPr/>
          </p:nvSpPr>
          <p:spPr>
            <a:xfrm>
              <a:off x="7820330" y="29900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t750"/>
            <p:cNvSpPr/>
            <p:nvPr/>
          </p:nvSpPr>
          <p:spPr>
            <a:xfrm>
              <a:off x="5866002" y="33590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t751"/>
            <p:cNvSpPr/>
            <p:nvPr/>
          </p:nvSpPr>
          <p:spPr>
            <a:xfrm>
              <a:off x="4813801" y="36616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t752"/>
            <p:cNvSpPr/>
            <p:nvPr/>
          </p:nvSpPr>
          <p:spPr>
            <a:xfrm>
              <a:off x="7741311" y="37482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t753"/>
            <p:cNvSpPr/>
            <p:nvPr/>
          </p:nvSpPr>
          <p:spPr>
            <a:xfrm>
              <a:off x="4528266" y="43967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t754"/>
            <p:cNvSpPr/>
            <p:nvPr/>
          </p:nvSpPr>
          <p:spPr>
            <a:xfrm>
              <a:off x="4509196" y="41159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t755"/>
            <p:cNvSpPr/>
            <p:nvPr/>
          </p:nvSpPr>
          <p:spPr>
            <a:xfrm>
              <a:off x="6703571" y="36047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t756"/>
            <p:cNvSpPr/>
            <p:nvPr/>
          </p:nvSpPr>
          <p:spPr>
            <a:xfrm>
              <a:off x="7469095" y="33596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t757"/>
            <p:cNvSpPr/>
            <p:nvPr/>
          </p:nvSpPr>
          <p:spPr>
            <a:xfrm>
              <a:off x="4497142" y="39059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t758"/>
            <p:cNvSpPr/>
            <p:nvPr/>
          </p:nvSpPr>
          <p:spPr>
            <a:xfrm>
              <a:off x="4934923" y="33208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t759"/>
            <p:cNvSpPr/>
            <p:nvPr/>
          </p:nvSpPr>
          <p:spPr>
            <a:xfrm>
              <a:off x="4312463" y="39386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t760"/>
            <p:cNvSpPr/>
            <p:nvPr/>
          </p:nvSpPr>
          <p:spPr>
            <a:xfrm>
              <a:off x="4752415" y="40288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t761"/>
            <p:cNvSpPr/>
            <p:nvPr/>
          </p:nvSpPr>
          <p:spPr>
            <a:xfrm>
              <a:off x="4770014" y="38071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t762"/>
            <p:cNvSpPr/>
            <p:nvPr/>
          </p:nvSpPr>
          <p:spPr>
            <a:xfrm>
              <a:off x="3022283" y="44210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t763"/>
            <p:cNvSpPr/>
            <p:nvPr/>
          </p:nvSpPr>
          <p:spPr>
            <a:xfrm>
              <a:off x="3852002" y="41911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t764"/>
            <p:cNvSpPr/>
            <p:nvPr/>
          </p:nvSpPr>
          <p:spPr>
            <a:xfrm>
              <a:off x="5699787" y="35295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t765"/>
            <p:cNvSpPr/>
            <p:nvPr/>
          </p:nvSpPr>
          <p:spPr>
            <a:xfrm>
              <a:off x="6463059" y="34981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t766"/>
            <p:cNvSpPr/>
            <p:nvPr/>
          </p:nvSpPr>
          <p:spPr>
            <a:xfrm>
              <a:off x="3402545" y="46496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t767"/>
            <p:cNvSpPr/>
            <p:nvPr/>
          </p:nvSpPr>
          <p:spPr>
            <a:xfrm>
              <a:off x="3866429" y="40587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t768"/>
            <p:cNvSpPr/>
            <p:nvPr/>
          </p:nvSpPr>
          <p:spPr>
            <a:xfrm>
              <a:off x="4889492" y="40319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t769"/>
            <p:cNvSpPr/>
            <p:nvPr/>
          </p:nvSpPr>
          <p:spPr>
            <a:xfrm>
              <a:off x="4365951" y="40550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t770"/>
            <p:cNvSpPr/>
            <p:nvPr/>
          </p:nvSpPr>
          <p:spPr>
            <a:xfrm>
              <a:off x="5400208" y="38004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t771"/>
            <p:cNvSpPr/>
            <p:nvPr/>
          </p:nvSpPr>
          <p:spPr>
            <a:xfrm>
              <a:off x="5208705" y="37132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t772"/>
            <p:cNvSpPr/>
            <p:nvPr/>
          </p:nvSpPr>
          <p:spPr>
            <a:xfrm>
              <a:off x="3983228" y="40934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t773"/>
            <p:cNvSpPr/>
            <p:nvPr/>
          </p:nvSpPr>
          <p:spPr>
            <a:xfrm>
              <a:off x="2903896" y="44008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t774"/>
            <p:cNvSpPr/>
            <p:nvPr/>
          </p:nvSpPr>
          <p:spPr>
            <a:xfrm>
              <a:off x="5232657" y="31583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t775"/>
            <p:cNvSpPr/>
            <p:nvPr/>
          </p:nvSpPr>
          <p:spPr>
            <a:xfrm>
              <a:off x="6837987" y="33411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t776"/>
            <p:cNvSpPr/>
            <p:nvPr/>
          </p:nvSpPr>
          <p:spPr>
            <a:xfrm>
              <a:off x="7253945" y="32812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t777"/>
            <p:cNvSpPr/>
            <p:nvPr/>
          </p:nvSpPr>
          <p:spPr>
            <a:xfrm>
              <a:off x="3383525" y="41432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t778"/>
            <p:cNvSpPr/>
            <p:nvPr/>
          </p:nvSpPr>
          <p:spPr>
            <a:xfrm>
              <a:off x="3193206" y="42694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t779"/>
            <p:cNvSpPr/>
            <p:nvPr/>
          </p:nvSpPr>
          <p:spPr>
            <a:xfrm>
              <a:off x="5326356" y="38844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t780"/>
            <p:cNvSpPr/>
            <p:nvPr/>
          </p:nvSpPr>
          <p:spPr>
            <a:xfrm>
              <a:off x="5024921" y="37094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t781"/>
            <p:cNvSpPr/>
            <p:nvPr/>
          </p:nvSpPr>
          <p:spPr>
            <a:xfrm>
              <a:off x="6338224" y="36887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t782"/>
            <p:cNvSpPr/>
            <p:nvPr/>
          </p:nvSpPr>
          <p:spPr>
            <a:xfrm>
              <a:off x="3946894" y="40549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t783"/>
            <p:cNvSpPr/>
            <p:nvPr/>
          </p:nvSpPr>
          <p:spPr>
            <a:xfrm>
              <a:off x="7098241" y="33986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t784"/>
            <p:cNvSpPr/>
            <p:nvPr/>
          </p:nvSpPr>
          <p:spPr>
            <a:xfrm>
              <a:off x="3398233" y="38994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t785"/>
            <p:cNvSpPr/>
            <p:nvPr/>
          </p:nvSpPr>
          <p:spPr>
            <a:xfrm>
              <a:off x="3231451" y="48334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t786"/>
            <p:cNvSpPr/>
            <p:nvPr/>
          </p:nvSpPr>
          <p:spPr>
            <a:xfrm>
              <a:off x="3669293" y="45289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t787"/>
            <p:cNvSpPr/>
            <p:nvPr/>
          </p:nvSpPr>
          <p:spPr>
            <a:xfrm>
              <a:off x="7109168" y="32260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t788"/>
            <p:cNvSpPr/>
            <p:nvPr/>
          </p:nvSpPr>
          <p:spPr>
            <a:xfrm>
              <a:off x="3988116" y="42518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t789"/>
            <p:cNvSpPr/>
            <p:nvPr/>
          </p:nvSpPr>
          <p:spPr>
            <a:xfrm>
              <a:off x="8023121" y="30550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t790"/>
            <p:cNvSpPr/>
            <p:nvPr/>
          </p:nvSpPr>
          <p:spPr>
            <a:xfrm>
              <a:off x="6826149" y="30593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t791"/>
            <p:cNvSpPr/>
            <p:nvPr/>
          </p:nvSpPr>
          <p:spPr>
            <a:xfrm>
              <a:off x="3433138" y="45268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t792"/>
            <p:cNvSpPr/>
            <p:nvPr/>
          </p:nvSpPr>
          <p:spPr>
            <a:xfrm>
              <a:off x="5084714" y="40227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t793"/>
            <p:cNvSpPr/>
            <p:nvPr/>
          </p:nvSpPr>
          <p:spPr>
            <a:xfrm>
              <a:off x="5029089" y="38581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t794"/>
            <p:cNvSpPr/>
            <p:nvPr/>
          </p:nvSpPr>
          <p:spPr>
            <a:xfrm>
              <a:off x="5003127" y="337285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t795"/>
            <p:cNvSpPr/>
            <p:nvPr/>
          </p:nvSpPr>
          <p:spPr>
            <a:xfrm>
              <a:off x="4108227" y="41443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t796"/>
            <p:cNvSpPr/>
            <p:nvPr/>
          </p:nvSpPr>
          <p:spPr>
            <a:xfrm>
              <a:off x="6058232" y="34512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t797"/>
            <p:cNvSpPr/>
            <p:nvPr/>
          </p:nvSpPr>
          <p:spPr>
            <a:xfrm>
              <a:off x="5257676" y="38570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t798"/>
            <p:cNvSpPr/>
            <p:nvPr/>
          </p:nvSpPr>
          <p:spPr>
            <a:xfrm>
              <a:off x="3026000" y="49150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t799"/>
            <p:cNvSpPr/>
            <p:nvPr/>
          </p:nvSpPr>
          <p:spPr>
            <a:xfrm>
              <a:off x="4047082" y="39407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t800"/>
            <p:cNvSpPr/>
            <p:nvPr/>
          </p:nvSpPr>
          <p:spPr>
            <a:xfrm>
              <a:off x="4077465" y="38739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t801"/>
            <p:cNvSpPr/>
            <p:nvPr/>
          </p:nvSpPr>
          <p:spPr>
            <a:xfrm>
              <a:off x="5501312" y="39272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t802"/>
            <p:cNvSpPr/>
            <p:nvPr/>
          </p:nvSpPr>
          <p:spPr>
            <a:xfrm>
              <a:off x="3060864" y="42167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t803"/>
            <p:cNvSpPr/>
            <p:nvPr/>
          </p:nvSpPr>
          <p:spPr>
            <a:xfrm>
              <a:off x="3951883" y="46679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t804"/>
            <p:cNvSpPr/>
            <p:nvPr/>
          </p:nvSpPr>
          <p:spPr>
            <a:xfrm>
              <a:off x="3882660" y="41205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t805"/>
            <p:cNvSpPr/>
            <p:nvPr/>
          </p:nvSpPr>
          <p:spPr>
            <a:xfrm>
              <a:off x="3840197" y="46510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t806"/>
            <p:cNvSpPr/>
            <p:nvPr/>
          </p:nvSpPr>
          <p:spPr>
            <a:xfrm>
              <a:off x="4139322" y="43095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t807"/>
            <p:cNvSpPr/>
            <p:nvPr/>
          </p:nvSpPr>
          <p:spPr>
            <a:xfrm>
              <a:off x="5316967" y="35105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t808"/>
            <p:cNvSpPr/>
            <p:nvPr/>
          </p:nvSpPr>
          <p:spPr>
            <a:xfrm>
              <a:off x="4824531" y="36172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t809"/>
            <p:cNvSpPr/>
            <p:nvPr/>
          </p:nvSpPr>
          <p:spPr>
            <a:xfrm>
              <a:off x="4798494" y="40581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t810"/>
            <p:cNvSpPr/>
            <p:nvPr/>
          </p:nvSpPr>
          <p:spPr>
            <a:xfrm>
              <a:off x="3941253" y="43936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t811"/>
            <p:cNvSpPr/>
            <p:nvPr/>
          </p:nvSpPr>
          <p:spPr>
            <a:xfrm>
              <a:off x="4099475" y="41093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t812"/>
            <p:cNvSpPr/>
            <p:nvPr/>
          </p:nvSpPr>
          <p:spPr>
            <a:xfrm>
              <a:off x="4997152" y="38610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t813"/>
            <p:cNvSpPr/>
            <p:nvPr/>
          </p:nvSpPr>
          <p:spPr>
            <a:xfrm>
              <a:off x="5307403" y="33982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t814"/>
            <p:cNvSpPr/>
            <p:nvPr/>
          </p:nvSpPr>
          <p:spPr>
            <a:xfrm>
              <a:off x="4579621" y="37910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t815"/>
            <p:cNvSpPr/>
            <p:nvPr/>
          </p:nvSpPr>
          <p:spPr>
            <a:xfrm>
              <a:off x="5586558" y="33032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t816"/>
            <p:cNvSpPr/>
            <p:nvPr/>
          </p:nvSpPr>
          <p:spPr>
            <a:xfrm>
              <a:off x="3763559" y="41839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t817"/>
            <p:cNvSpPr/>
            <p:nvPr/>
          </p:nvSpPr>
          <p:spPr>
            <a:xfrm>
              <a:off x="4714195" y="36738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t818"/>
            <p:cNvSpPr/>
            <p:nvPr/>
          </p:nvSpPr>
          <p:spPr>
            <a:xfrm>
              <a:off x="4909438" y="44860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t819"/>
            <p:cNvSpPr/>
            <p:nvPr/>
          </p:nvSpPr>
          <p:spPr>
            <a:xfrm>
              <a:off x="3869410" y="40539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t820"/>
            <p:cNvSpPr/>
            <p:nvPr/>
          </p:nvSpPr>
          <p:spPr>
            <a:xfrm>
              <a:off x="4496005" y="42555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t821"/>
            <p:cNvSpPr/>
            <p:nvPr/>
          </p:nvSpPr>
          <p:spPr>
            <a:xfrm>
              <a:off x="4378218" y="43582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t822"/>
            <p:cNvSpPr/>
            <p:nvPr/>
          </p:nvSpPr>
          <p:spPr>
            <a:xfrm>
              <a:off x="4982280" y="37711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t823"/>
            <p:cNvSpPr/>
            <p:nvPr/>
          </p:nvSpPr>
          <p:spPr>
            <a:xfrm>
              <a:off x="4177381" y="43220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t824"/>
            <p:cNvSpPr/>
            <p:nvPr/>
          </p:nvSpPr>
          <p:spPr>
            <a:xfrm>
              <a:off x="5638222" y="38848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t825"/>
            <p:cNvSpPr/>
            <p:nvPr/>
          </p:nvSpPr>
          <p:spPr>
            <a:xfrm>
              <a:off x="4913146" y="38938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t826"/>
            <p:cNvSpPr/>
            <p:nvPr/>
          </p:nvSpPr>
          <p:spPr>
            <a:xfrm>
              <a:off x="3792526" y="41540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t827"/>
            <p:cNvSpPr/>
            <p:nvPr/>
          </p:nvSpPr>
          <p:spPr>
            <a:xfrm>
              <a:off x="2999069" y="45117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t828"/>
            <p:cNvSpPr/>
            <p:nvPr/>
          </p:nvSpPr>
          <p:spPr>
            <a:xfrm>
              <a:off x="2926973" y="43282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t829"/>
            <p:cNvSpPr/>
            <p:nvPr/>
          </p:nvSpPr>
          <p:spPr>
            <a:xfrm>
              <a:off x="3703277" y="41213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t830"/>
            <p:cNvSpPr/>
            <p:nvPr/>
          </p:nvSpPr>
          <p:spPr>
            <a:xfrm>
              <a:off x="6180717" y="36073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t831"/>
            <p:cNvSpPr/>
            <p:nvPr/>
          </p:nvSpPr>
          <p:spPr>
            <a:xfrm>
              <a:off x="4616825" y="38879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t832"/>
            <p:cNvSpPr/>
            <p:nvPr/>
          </p:nvSpPr>
          <p:spPr>
            <a:xfrm>
              <a:off x="3003999" y="46592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t833"/>
            <p:cNvSpPr/>
            <p:nvPr/>
          </p:nvSpPr>
          <p:spPr>
            <a:xfrm>
              <a:off x="3179854" y="45757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t834"/>
            <p:cNvSpPr/>
            <p:nvPr/>
          </p:nvSpPr>
          <p:spPr>
            <a:xfrm>
              <a:off x="4430918" y="37613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t835"/>
            <p:cNvSpPr/>
            <p:nvPr/>
          </p:nvSpPr>
          <p:spPr>
            <a:xfrm>
              <a:off x="4065313" y="39251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t836"/>
            <p:cNvSpPr/>
            <p:nvPr/>
          </p:nvSpPr>
          <p:spPr>
            <a:xfrm>
              <a:off x="3310907" y="40880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t837"/>
            <p:cNvSpPr/>
            <p:nvPr/>
          </p:nvSpPr>
          <p:spPr>
            <a:xfrm>
              <a:off x="3348491" y="39515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t838"/>
            <p:cNvSpPr/>
            <p:nvPr/>
          </p:nvSpPr>
          <p:spPr>
            <a:xfrm>
              <a:off x="4231188" y="43467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t839"/>
            <p:cNvSpPr/>
            <p:nvPr/>
          </p:nvSpPr>
          <p:spPr>
            <a:xfrm>
              <a:off x="8525379" y="29169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t840"/>
            <p:cNvSpPr/>
            <p:nvPr/>
          </p:nvSpPr>
          <p:spPr>
            <a:xfrm>
              <a:off x="7270229" y="30258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t841"/>
            <p:cNvSpPr/>
            <p:nvPr/>
          </p:nvSpPr>
          <p:spPr>
            <a:xfrm>
              <a:off x="3244920" y="49545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t842"/>
            <p:cNvSpPr/>
            <p:nvPr/>
          </p:nvSpPr>
          <p:spPr>
            <a:xfrm>
              <a:off x="4170501" y="39057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t843"/>
            <p:cNvSpPr/>
            <p:nvPr/>
          </p:nvSpPr>
          <p:spPr>
            <a:xfrm>
              <a:off x="6836029" y="31457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t844"/>
            <p:cNvSpPr/>
            <p:nvPr/>
          </p:nvSpPr>
          <p:spPr>
            <a:xfrm>
              <a:off x="1959486" y="52250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t845"/>
            <p:cNvSpPr/>
            <p:nvPr/>
          </p:nvSpPr>
          <p:spPr>
            <a:xfrm>
              <a:off x="3393376" y="43436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t846"/>
            <p:cNvSpPr/>
            <p:nvPr/>
          </p:nvSpPr>
          <p:spPr>
            <a:xfrm>
              <a:off x="3566762" y="439291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t847"/>
            <p:cNvSpPr/>
            <p:nvPr/>
          </p:nvSpPr>
          <p:spPr>
            <a:xfrm>
              <a:off x="3946447" y="41558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t848"/>
            <p:cNvSpPr/>
            <p:nvPr/>
          </p:nvSpPr>
          <p:spPr>
            <a:xfrm>
              <a:off x="5569703" y="36836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t849"/>
            <p:cNvSpPr/>
            <p:nvPr/>
          </p:nvSpPr>
          <p:spPr>
            <a:xfrm>
              <a:off x="3427486" y="43145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t850"/>
            <p:cNvSpPr/>
            <p:nvPr/>
          </p:nvSpPr>
          <p:spPr>
            <a:xfrm>
              <a:off x="3284888" y="43352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t851"/>
            <p:cNvSpPr/>
            <p:nvPr/>
          </p:nvSpPr>
          <p:spPr>
            <a:xfrm>
              <a:off x="4262898" y="36391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t852"/>
            <p:cNvSpPr/>
            <p:nvPr/>
          </p:nvSpPr>
          <p:spPr>
            <a:xfrm>
              <a:off x="9918622" y="32797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t853"/>
            <p:cNvSpPr/>
            <p:nvPr/>
          </p:nvSpPr>
          <p:spPr>
            <a:xfrm>
              <a:off x="4275870" y="37001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t854"/>
            <p:cNvSpPr/>
            <p:nvPr/>
          </p:nvSpPr>
          <p:spPr>
            <a:xfrm>
              <a:off x="6167787" y="35832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t855"/>
            <p:cNvSpPr/>
            <p:nvPr/>
          </p:nvSpPr>
          <p:spPr>
            <a:xfrm>
              <a:off x="7219475" y="29990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t856"/>
            <p:cNvSpPr/>
            <p:nvPr/>
          </p:nvSpPr>
          <p:spPr>
            <a:xfrm>
              <a:off x="5725517" y="36323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t857"/>
            <p:cNvSpPr/>
            <p:nvPr/>
          </p:nvSpPr>
          <p:spPr>
            <a:xfrm>
              <a:off x="3691054" y="42687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t858"/>
            <p:cNvSpPr/>
            <p:nvPr/>
          </p:nvSpPr>
          <p:spPr>
            <a:xfrm>
              <a:off x="7382896" y="31648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t859"/>
            <p:cNvSpPr/>
            <p:nvPr/>
          </p:nvSpPr>
          <p:spPr>
            <a:xfrm>
              <a:off x="3673810" y="42748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t860"/>
            <p:cNvSpPr/>
            <p:nvPr/>
          </p:nvSpPr>
          <p:spPr>
            <a:xfrm>
              <a:off x="4330855" y="394201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t861"/>
            <p:cNvSpPr/>
            <p:nvPr/>
          </p:nvSpPr>
          <p:spPr>
            <a:xfrm>
              <a:off x="3426707" y="44291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t862"/>
            <p:cNvSpPr/>
            <p:nvPr/>
          </p:nvSpPr>
          <p:spPr>
            <a:xfrm>
              <a:off x="6341887" y="34324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t863"/>
            <p:cNvSpPr/>
            <p:nvPr/>
          </p:nvSpPr>
          <p:spPr>
            <a:xfrm>
              <a:off x="3462335" y="39926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t864"/>
            <p:cNvSpPr/>
            <p:nvPr/>
          </p:nvSpPr>
          <p:spPr>
            <a:xfrm>
              <a:off x="4753824" y="36321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t865"/>
            <p:cNvSpPr/>
            <p:nvPr/>
          </p:nvSpPr>
          <p:spPr>
            <a:xfrm>
              <a:off x="4543879" y="38189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t866"/>
            <p:cNvSpPr/>
            <p:nvPr/>
          </p:nvSpPr>
          <p:spPr>
            <a:xfrm>
              <a:off x="3861325" y="45232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t867"/>
            <p:cNvSpPr/>
            <p:nvPr/>
          </p:nvSpPr>
          <p:spPr>
            <a:xfrm>
              <a:off x="5558049" y="35356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t868"/>
            <p:cNvSpPr/>
            <p:nvPr/>
          </p:nvSpPr>
          <p:spPr>
            <a:xfrm>
              <a:off x="5185187" y="33127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t869"/>
            <p:cNvSpPr/>
            <p:nvPr/>
          </p:nvSpPr>
          <p:spPr>
            <a:xfrm>
              <a:off x="4513173" y="37259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t870"/>
            <p:cNvSpPr/>
            <p:nvPr/>
          </p:nvSpPr>
          <p:spPr>
            <a:xfrm>
              <a:off x="4684292" y="41200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t871"/>
            <p:cNvSpPr/>
            <p:nvPr/>
          </p:nvSpPr>
          <p:spPr>
            <a:xfrm>
              <a:off x="4281909" y="40818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t872"/>
            <p:cNvSpPr/>
            <p:nvPr/>
          </p:nvSpPr>
          <p:spPr>
            <a:xfrm>
              <a:off x="3339035" y="44586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t873"/>
            <p:cNvSpPr/>
            <p:nvPr/>
          </p:nvSpPr>
          <p:spPr>
            <a:xfrm>
              <a:off x="4089403" y="37120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t874"/>
            <p:cNvSpPr/>
            <p:nvPr/>
          </p:nvSpPr>
          <p:spPr>
            <a:xfrm>
              <a:off x="4402817" y="38254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t875"/>
            <p:cNvSpPr/>
            <p:nvPr/>
          </p:nvSpPr>
          <p:spPr>
            <a:xfrm>
              <a:off x="2881482" y="43860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t876"/>
            <p:cNvSpPr/>
            <p:nvPr/>
          </p:nvSpPr>
          <p:spPr>
            <a:xfrm>
              <a:off x="7466442" y="29081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t877"/>
            <p:cNvSpPr/>
            <p:nvPr/>
          </p:nvSpPr>
          <p:spPr>
            <a:xfrm>
              <a:off x="6176514" y="42427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t878"/>
            <p:cNvSpPr/>
            <p:nvPr/>
          </p:nvSpPr>
          <p:spPr>
            <a:xfrm>
              <a:off x="5205047" y="36396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t879"/>
            <p:cNvSpPr/>
            <p:nvPr/>
          </p:nvSpPr>
          <p:spPr>
            <a:xfrm>
              <a:off x="3330638" y="42641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t880"/>
            <p:cNvSpPr/>
            <p:nvPr/>
          </p:nvSpPr>
          <p:spPr>
            <a:xfrm>
              <a:off x="6563966" y="33195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t881"/>
            <p:cNvSpPr/>
            <p:nvPr/>
          </p:nvSpPr>
          <p:spPr>
            <a:xfrm>
              <a:off x="4472592" y="40571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t882"/>
            <p:cNvSpPr/>
            <p:nvPr/>
          </p:nvSpPr>
          <p:spPr>
            <a:xfrm>
              <a:off x="6280432" y="36009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t883"/>
            <p:cNvSpPr/>
            <p:nvPr/>
          </p:nvSpPr>
          <p:spPr>
            <a:xfrm>
              <a:off x="2610626" y="52153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t884"/>
            <p:cNvSpPr/>
            <p:nvPr/>
          </p:nvSpPr>
          <p:spPr>
            <a:xfrm>
              <a:off x="4981185" y="34911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t885"/>
            <p:cNvSpPr/>
            <p:nvPr/>
          </p:nvSpPr>
          <p:spPr>
            <a:xfrm>
              <a:off x="3563892" y="44217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t886"/>
            <p:cNvSpPr/>
            <p:nvPr/>
          </p:nvSpPr>
          <p:spPr>
            <a:xfrm>
              <a:off x="4883510" y="45487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t887"/>
            <p:cNvSpPr/>
            <p:nvPr/>
          </p:nvSpPr>
          <p:spPr>
            <a:xfrm>
              <a:off x="3275923" y="40316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t888"/>
            <p:cNvSpPr/>
            <p:nvPr/>
          </p:nvSpPr>
          <p:spPr>
            <a:xfrm>
              <a:off x="3308237" y="45678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t889"/>
            <p:cNvSpPr/>
            <p:nvPr/>
          </p:nvSpPr>
          <p:spPr>
            <a:xfrm>
              <a:off x="4158116" y="40752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t890"/>
            <p:cNvSpPr/>
            <p:nvPr/>
          </p:nvSpPr>
          <p:spPr>
            <a:xfrm>
              <a:off x="4164982" y="368655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t891"/>
            <p:cNvSpPr/>
            <p:nvPr/>
          </p:nvSpPr>
          <p:spPr>
            <a:xfrm>
              <a:off x="3801511" y="42530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t892"/>
            <p:cNvSpPr/>
            <p:nvPr/>
          </p:nvSpPr>
          <p:spPr>
            <a:xfrm>
              <a:off x="5656600" y="36141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t893"/>
            <p:cNvSpPr/>
            <p:nvPr/>
          </p:nvSpPr>
          <p:spPr>
            <a:xfrm>
              <a:off x="3503778" y="42355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t894"/>
            <p:cNvSpPr/>
            <p:nvPr/>
          </p:nvSpPr>
          <p:spPr>
            <a:xfrm>
              <a:off x="4437992" y="35321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t895"/>
            <p:cNvSpPr/>
            <p:nvPr/>
          </p:nvSpPr>
          <p:spPr>
            <a:xfrm>
              <a:off x="5427828" y="38568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t896"/>
            <p:cNvSpPr/>
            <p:nvPr/>
          </p:nvSpPr>
          <p:spPr>
            <a:xfrm>
              <a:off x="4442326" y="40902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t897"/>
            <p:cNvSpPr/>
            <p:nvPr/>
          </p:nvSpPr>
          <p:spPr>
            <a:xfrm>
              <a:off x="3649724" y="38693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t898"/>
            <p:cNvSpPr/>
            <p:nvPr/>
          </p:nvSpPr>
          <p:spPr>
            <a:xfrm>
              <a:off x="2992476" y="45166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t899"/>
            <p:cNvSpPr/>
            <p:nvPr/>
          </p:nvSpPr>
          <p:spPr>
            <a:xfrm>
              <a:off x="3617710" y="41167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t900"/>
            <p:cNvSpPr/>
            <p:nvPr/>
          </p:nvSpPr>
          <p:spPr>
            <a:xfrm>
              <a:off x="4704669" y="40173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t901"/>
            <p:cNvSpPr/>
            <p:nvPr/>
          </p:nvSpPr>
          <p:spPr>
            <a:xfrm>
              <a:off x="6052386" y="36849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t902"/>
            <p:cNvSpPr/>
            <p:nvPr/>
          </p:nvSpPr>
          <p:spPr>
            <a:xfrm>
              <a:off x="4480252" y="36695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t903"/>
            <p:cNvSpPr/>
            <p:nvPr/>
          </p:nvSpPr>
          <p:spPr>
            <a:xfrm>
              <a:off x="4194585" y="39012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t904"/>
            <p:cNvSpPr/>
            <p:nvPr/>
          </p:nvSpPr>
          <p:spPr>
            <a:xfrm>
              <a:off x="4728098" y="37114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t905"/>
            <p:cNvSpPr/>
            <p:nvPr/>
          </p:nvSpPr>
          <p:spPr>
            <a:xfrm>
              <a:off x="6333672" y="37550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t906"/>
            <p:cNvSpPr/>
            <p:nvPr/>
          </p:nvSpPr>
          <p:spPr>
            <a:xfrm>
              <a:off x="3491374" y="44405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t907"/>
            <p:cNvSpPr/>
            <p:nvPr/>
          </p:nvSpPr>
          <p:spPr>
            <a:xfrm>
              <a:off x="3639907" y="42833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t908"/>
            <p:cNvSpPr/>
            <p:nvPr/>
          </p:nvSpPr>
          <p:spPr>
            <a:xfrm>
              <a:off x="3506217" y="41435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t909"/>
            <p:cNvSpPr/>
            <p:nvPr/>
          </p:nvSpPr>
          <p:spPr>
            <a:xfrm>
              <a:off x="3888570" y="39358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t910"/>
            <p:cNvSpPr/>
            <p:nvPr/>
          </p:nvSpPr>
          <p:spPr>
            <a:xfrm>
              <a:off x="4138501" y="38288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t911"/>
            <p:cNvSpPr/>
            <p:nvPr/>
          </p:nvSpPr>
          <p:spPr>
            <a:xfrm>
              <a:off x="3516546" y="46199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t912"/>
            <p:cNvSpPr/>
            <p:nvPr/>
          </p:nvSpPr>
          <p:spPr>
            <a:xfrm>
              <a:off x="3982878" y="39756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t913"/>
            <p:cNvSpPr/>
            <p:nvPr/>
          </p:nvSpPr>
          <p:spPr>
            <a:xfrm>
              <a:off x="4990245" y="36489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t914"/>
            <p:cNvSpPr/>
            <p:nvPr/>
          </p:nvSpPr>
          <p:spPr>
            <a:xfrm>
              <a:off x="3747751" y="39189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t915"/>
            <p:cNvSpPr/>
            <p:nvPr/>
          </p:nvSpPr>
          <p:spPr>
            <a:xfrm>
              <a:off x="3989461" y="40820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t916"/>
            <p:cNvSpPr/>
            <p:nvPr/>
          </p:nvSpPr>
          <p:spPr>
            <a:xfrm>
              <a:off x="3661753" y="41361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t917"/>
            <p:cNvSpPr/>
            <p:nvPr/>
          </p:nvSpPr>
          <p:spPr>
            <a:xfrm>
              <a:off x="5017049" y="37787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t918"/>
            <p:cNvSpPr/>
            <p:nvPr/>
          </p:nvSpPr>
          <p:spPr>
            <a:xfrm>
              <a:off x="4067386" y="41244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t919"/>
            <p:cNvSpPr/>
            <p:nvPr/>
          </p:nvSpPr>
          <p:spPr>
            <a:xfrm>
              <a:off x="5016680" y="40847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t920"/>
            <p:cNvSpPr/>
            <p:nvPr/>
          </p:nvSpPr>
          <p:spPr>
            <a:xfrm>
              <a:off x="3548204" y="41128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t921"/>
            <p:cNvSpPr/>
            <p:nvPr/>
          </p:nvSpPr>
          <p:spPr>
            <a:xfrm>
              <a:off x="4879701" y="3594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t922"/>
            <p:cNvSpPr/>
            <p:nvPr/>
          </p:nvSpPr>
          <p:spPr>
            <a:xfrm>
              <a:off x="7993316" y="34718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t923"/>
            <p:cNvSpPr/>
            <p:nvPr/>
          </p:nvSpPr>
          <p:spPr>
            <a:xfrm>
              <a:off x="2933492" y="47470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t924"/>
            <p:cNvSpPr/>
            <p:nvPr/>
          </p:nvSpPr>
          <p:spPr>
            <a:xfrm>
              <a:off x="4449696" y="41825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t925"/>
            <p:cNvSpPr/>
            <p:nvPr/>
          </p:nvSpPr>
          <p:spPr>
            <a:xfrm>
              <a:off x="2796606" y="45001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t926"/>
            <p:cNvSpPr/>
            <p:nvPr/>
          </p:nvSpPr>
          <p:spPr>
            <a:xfrm>
              <a:off x="6636871" y="31725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t927"/>
            <p:cNvSpPr/>
            <p:nvPr/>
          </p:nvSpPr>
          <p:spPr>
            <a:xfrm>
              <a:off x="5951170" y="34393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t928"/>
            <p:cNvSpPr/>
            <p:nvPr/>
          </p:nvSpPr>
          <p:spPr>
            <a:xfrm>
              <a:off x="3283275" y="40759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t929"/>
            <p:cNvSpPr/>
            <p:nvPr/>
          </p:nvSpPr>
          <p:spPr>
            <a:xfrm>
              <a:off x="3363158" y="41925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t930"/>
            <p:cNvSpPr/>
            <p:nvPr/>
          </p:nvSpPr>
          <p:spPr>
            <a:xfrm>
              <a:off x="4972995" y="38084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t931"/>
            <p:cNvSpPr/>
            <p:nvPr/>
          </p:nvSpPr>
          <p:spPr>
            <a:xfrm>
              <a:off x="4288728" y="37454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t932"/>
            <p:cNvSpPr/>
            <p:nvPr/>
          </p:nvSpPr>
          <p:spPr>
            <a:xfrm>
              <a:off x="4226902" y="38509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t933"/>
            <p:cNvSpPr/>
            <p:nvPr/>
          </p:nvSpPr>
          <p:spPr>
            <a:xfrm>
              <a:off x="5010711" y="34327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t934"/>
            <p:cNvSpPr/>
            <p:nvPr/>
          </p:nvSpPr>
          <p:spPr>
            <a:xfrm>
              <a:off x="4261651" y="35986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t935"/>
            <p:cNvSpPr/>
            <p:nvPr/>
          </p:nvSpPr>
          <p:spPr>
            <a:xfrm>
              <a:off x="2554627" y="50159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t936"/>
            <p:cNvSpPr/>
            <p:nvPr/>
          </p:nvSpPr>
          <p:spPr>
            <a:xfrm>
              <a:off x="2934818" y="48560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t937"/>
            <p:cNvSpPr/>
            <p:nvPr/>
          </p:nvSpPr>
          <p:spPr>
            <a:xfrm>
              <a:off x="6844867" y="30450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t938"/>
            <p:cNvSpPr/>
            <p:nvPr/>
          </p:nvSpPr>
          <p:spPr>
            <a:xfrm>
              <a:off x="5647058" y="323091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t939"/>
            <p:cNvSpPr/>
            <p:nvPr/>
          </p:nvSpPr>
          <p:spPr>
            <a:xfrm>
              <a:off x="6158917" y="30999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t940"/>
            <p:cNvSpPr/>
            <p:nvPr/>
          </p:nvSpPr>
          <p:spPr>
            <a:xfrm>
              <a:off x="6719082" y="34669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t941"/>
            <p:cNvSpPr/>
            <p:nvPr/>
          </p:nvSpPr>
          <p:spPr>
            <a:xfrm>
              <a:off x="4724363" y="37304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t942"/>
            <p:cNvSpPr/>
            <p:nvPr/>
          </p:nvSpPr>
          <p:spPr>
            <a:xfrm>
              <a:off x="4532124" y="35786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t943"/>
            <p:cNvSpPr/>
            <p:nvPr/>
          </p:nvSpPr>
          <p:spPr>
            <a:xfrm>
              <a:off x="4915568" y="38732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t944"/>
            <p:cNvSpPr/>
            <p:nvPr/>
          </p:nvSpPr>
          <p:spPr>
            <a:xfrm>
              <a:off x="3856320" y="39087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t945"/>
            <p:cNvSpPr/>
            <p:nvPr/>
          </p:nvSpPr>
          <p:spPr>
            <a:xfrm>
              <a:off x="3861034" y="39030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t946"/>
            <p:cNvSpPr/>
            <p:nvPr/>
          </p:nvSpPr>
          <p:spPr>
            <a:xfrm>
              <a:off x="5592269" y="37816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t947"/>
            <p:cNvSpPr/>
            <p:nvPr/>
          </p:nvSpPr>
          <p:spPr>
            <a:xfrm>
              <a:off x="5871724" y="32995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t948"/>
            <p:cNvSpPr/>
            <p:nvPr/>
          </p:nvSpPr>
          <p:spPr>
            <a:xfrm>
              <a:off x="4775852" y="34619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t949"/>
            <p:cNvSpPr/>
            <p:nvPr/>
          </p:nvSpPr>
          <p:spPr>
            <a:xfrm>
              <a:off x="7169781" y="30097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t950"/>
            <p:cNvSpPr/>
            <p:nvPr/>
          </p:nvSpPr>
          <p:spPr>
            <a:xfrm>
              <a:off x="4011295" y="38511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t951"/>
            <p:cNvSpPr/>
            <p:nvPr/>
          </p:nvSpPr>
          <p:spPr>
            <a:xfrm>
              <a:off x="4344990" y="396291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t952"/>
            <p:cNvSpPr/>
            <p:nvPr/>
          </p:nvSpPr>
          <p:spPr>
            <a:xfrm>
              <a:off x="4399911" y="39045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t953"/>
            <p:cNvSpPr/>
            <p:nvPr/>
          </p:nvSpPr>
          <p:spPr>
            <a:xfrm>
              <a:off x="4243085" y="40314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t954"/>
            <p:cNvSpPr/>
            <p:nvPr/>
          </p:nvSpPr>
          <p:spPr>
            <a:xfrm>
              <a:off x="7989826" y="31814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t955"/>
            <p:cNvSpPr/>
            <p:nvPr/>
          </p:nvSpPr>
          <p:spPr>
            <a:xfrm>
              <a:off x="3120299" y="45827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t956"/>
            <p:cNvSpPr/>
            <p:nvPr/>
          </p:nvSpPr>
          <p:spPr>
            <a:xfrm>
              <a:off x="3611603" y="38899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t957"/>
            <p:cNvSpPr/>
            <p:nvPr/>
          </p:nvSpPr>
          <p:spPr>
            <a:xfrm>
              <a:off x="6950086" y="38122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t958"/>
            <p:cNvSpPr/>
            <p:nvPr/>
          </p:nvSpPr>
          <p:spPr>
            <a:xfrm>
              <a:off x="3832859" y="37139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t959"/>
            <p:cNvSpPr/>
            <p:nvPr/>
          </p:nvSpPr>
          <p:spPr>
            <a:xfrm>
              <a:off x="7485681" y="30226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t960"/>
            <p:cNvSpPr/>
            <p:nvPr/>
          </p:nvSpPr>
          <p:spPr>
            <a:xfrm>
              <a:off x="4846030" y="40752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t961"/>
            <p:cNvSpPr/>
            <p:nvPr/>
          </p:nvSpPr>
          <p:spPr>
            <a:xfrm>
              <a:off x="5321852" y="37957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t962"/>
            <p:cNvSpPr/>
            <p:nvPr/>
          </p:nvSpPr>
          <p:spPr>
            <a:xfrm>
              <a:off x="6329442" y="36679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t963"/>
            <p:cNvSpPr/>
            <p:nvPr/>
          </p:nvSpPr>
          <p:spPr>
            <a:xfrm>
              <a:off x="5096619" y="38647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t964"/>
            <p:cNvSpPr/>
            <p:nvPr/>
          </p:nvSpPr>
          <p:spPr>
            <a:xfrm>
              <a:off x="3084621" y="43362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g965"/>
            <p:cNvSpPr/>
            <p:nvPr/>
          </p:nvSpPr>
          <p:spPr>
            <a:xfrm>
              <a:off x="1985667" y="2814404"/>
              <a:ext cx="6631543" cy="1943601"/>
            </a:xfrm>
            <a:custGeom>
              <a:avLst/>
              <a:pathLst>
                <a:path w="6631543" h="1943601">
                  <a:moveTo>
                    <a:pt x="0" y="1863315"/>
                  </a:moveTo>
                  <a:lnTo>
                    <a:pt x="162925" y="1820128"/>
                  </a:lnTo>
                  <a:lnTo>
                    <a:pt x="325851" y="1776911"/>
                  </a:lnTo>
                  <a:lnTo>
                    <a:pt x="488776" y="1733659"/>
                  </a:lnTo>
                  <a:lnTo>
                    <a:pt x="651702" y="1690366"/>
                  </a:lnTo>
                  <a:lnTo>
                    <a:pt x="814628" y="1647023"/>
                  </a:lnTo>
                  <a:lnTo>
                    <a:pt x="977553" y="1603619"/>
                  </a:lnTo>
                  <a:lnTo>
                    <a:pt x="1140479" y="1560142"/>
                  </a:lnTo>
                  <a:lnTo>
                    <a:pt x="1303404" y="1516577"/>
                  </a:lnTo>
                  <a:lnTo>
                    <a:pt x="1466330" y="1472904"/>
                  </a:lnTo>
                  <a:lnTo>
                    <a:pt x="1629256" y="1429098"/>
                  </a:lnTo>
                  <a:lnTo>
                    <a:pt x="1792181" y="1385132"/>
                  </a:lnTo>
                  <a:lnTo>
                    <a:pt x="1955107" y="1340973"/>
                  </a:lnTo>
                  <a:lnTo>
                    <a:pt x="2118033" y="1296585"/>
                  </a:lnTo>
                  <a:lnTo>
                    <a:pt x="2280958" y="1251936"/>
                  </a:lnTo>
                  <a:lnTo>
                    <a:pt x="2443884" y="1206996"/>
                  </a:lnTo>
                  <a:lnTo>
                    <a:pt x="2606809" y="1161750"/>
                  </a:lnTo>
                  <a:lnTo>
                    <a:pt x="2769735" y="1116197"/>
                  </a:lnTo>
                  <a:lnTo>
                    <a:pt x="2932661" y="1070350"/>
                  </a:lnTo>
                  <a:lnTo>
                    <a:pt x="3095586" y="1024237"/>
                  </a:lnTo>
                  <a:lnTo>
                    <a:pt x="3258512" y="977891"/>
                  </a:lnTo>
                  <a:lnTo>
                    <a:pt x="3421438" y="931347"/>
                  </a:lnTo>
                  <a:lnTo>
                    <a:pt x="3584363" y="884638"/>
                  </a:lnTo>
                  <a:lnTo>
                    <a:pt x="3747289" y="837793"/>
                  </a:lnTo>
                  <a:lnTo>
                    <a:pt x="3910214" y="790837"/>
                  </a:lnTo>
                  <a:lnTo>
                    <a:pt x="4073140" y="743789"/>
                  </a:lnTo>
                  <a:lnTo>
                    <a:pt x="4236066" y="696667"/>
                  </a:lnTo>
                  <a:lnTo>
                    <a:pt x="4398991" y="649483"/>
                  </a:lnTo>
                  <a:lnTo>
                    <a:pt x="4561917" y="602247"/>
                  </a:lnTo>
                  <a:lnTo>
                    <a:pt x="4724843" y="554969"/>
                  </a:lnTo>
                  <a:lnTo>
                    <a:pt x="4887768" y="507655"/>
                  </a:lnTo>
                  <a:lnTo>
                    <a:pt x="5050694" y="460311"/>
                  </a:lnTo>
                  <a:lnTo>
                    <a:pt x="5213619" y="412940"/>
                  </a:lnTo>
                  <a:lnTo>
                    <a:pt x="5376545" y="365548"/>
                  </a:lnTo>
                  <a:lnTo>
                    <a:pt x="5539471" y="318136"/>
                  </a:lnTo>
                  <a:lnTo>
                    <a:pt x="5702396" y="270708"/>
                  </a:lnTo>
                  <a:lnTo>
                    <a:pt x="5865322" y="223265"/>
                  </a:lnTo>
                  <a:lnTo>
                    <a:pt x="6028248" y="175810"/>
                  </a:lnTo>
                  <a:lnTo>
                    <a:pt x="6191173" y="128343"/>
                  </a:lnTo>
                  <a:lnTo>
                    <a:pt x="6354099" y="80867"/>
                  </a:lnTo>
                  <a:lnTo>
                    <a:pt x="6517024" y="33382"/>
                  </a:lnTo>
                  <a:lnTo>
                    <a:pt x="6631543" y="0"/>
                  </a:lnTo>
                  <a:lnTo>
                    <a:pt x="6631543" y="121866"/>
                  </a:lnTo>
                  <a:lnTo>
                    <a:pt x="6517024" y="152120"/>
                  </a:lnTo>
                  <a:lnTo>
                    <a:pt x="6354099" y="195170"/>
                  </a:lnTo>
                  <a:lnTo>
                    <a:pt x="6191173" y="238229"/>
                  </a:lnTo>
                  <a:lnTo>
                    <a:pt x="6028248" y="281298"/>
                  </a:lnTo>
                  <a:lnTo>
                    <a:pt x="5865322" y="324378"/>
                  </a:lnTo>
                  <a:lnTo>
                    <a:pt x="5702396" y="367470"/>
                  </a:lnTo>
                  <a:lnTo>
                    <a:pt x="5539471" y="410578"/>
                  </a:lnTo>
                  <a:lnTo>
                    <a:pt x="5376545" y="453701"/>
                  </a:lnTo>
                  <a:lnTo>
                    <a:pt x="5213619" y="496844"/>
                  </a:lnTo>
                  <a:lnTo>
                    <a:pt x="5050694" y="540009"/>
                  </a:lnTo>
                  <a:lnTo>
                    <a:pt x="4887768" y="583200"/>
                  </a:lnTo>
                  <a:lnTo>
                    <a:pt x="4724843" y="626421"/>
                  </a:lnTo>
                  <a:lnTo>
                    <a:pt x="4561917" y="669678"/>
                  </a:lnTo>
                  <a:lnTo>
                    <a:pt x="4398991" y="712978"/>
                  </a:lnTo>
                  <a:lnTo>
                    <a:pt x="4236066" y="756330"/>
                  </a:lnTo>
                  <a:lnTo>
                    <a:pt x="4073140" y="799743"/>
                  </a:lnTo>
                  <a:lnTo>
                    <a:pt x="3910214" y="843231"/>
                  </a:lnTo>
                  <a:lnTo>
                    <a:pt x="3747289" y="886810"/>
                  </a:lnTo>
                  <a:lnTo>
                    <a:pt x="3584363" y="930500"/>
                  </a:lnTo>
                  <a:lnTo>
                    <a:pt x="3421438" y="974326"/>
                  </a:lnTo>
                  <a:lnTo>
                    <a:pt x="3258512" y="1018318"/>
                  </a:lnTo>
                  <a:lnTo>
                    <a:pt x="3095586" y="1062507"/>
                  </a:lnTo>
                  <a:lnTo>
                    <a:pt x="2932661" y="1106929"/>
                  </a:lnTo>
                  <a:lnTo>
                    <a:pt x="2769735" y="1151618"/>
                  </a:lnTo>
                  <a:lnTo>
                    <a:pt x="2606809" y="1196600"/>
                  </a:lnTo>
                  <a:lnTo>
                    <a:pt x="2443884" y="1241890"/>
                  </a:lnTo>
                  <a:lnTo>
                    <a:pt x="2280958" y="1287486"/>
                  </a:lnTo>
                  <a:lnTo>
                    <a:pt x="2118033" y="1333371"/>
                  </a:lnTo>
                  <a:lnTo>
                    <a:pt x="1955107" y="1379519"/>
                  </a:lnTo>
                  <a:lnTo>
                    <a:pt x="1792181" y="1425895"/>
                  </a:lnTo>
                  <a:lnTo>
                    <a:pt x="1629256" y="1472464"/>
                  </a:lnTo>
                  <a:lnTo>
                    <a:pt x="1466330" y="1519194"/>
                  </a:lnTo>
                  <a:lnTo>
                    <a:pt x="1303404" y="1566056"/>
                  </a:lnTo>
                  <a:lnTo>
                    <a:pt x="1140479" y="1613026"/>
                  </a:lnTo>
                  <a:lnTo>
                    <a:pt x="977553" y="1660085"/>
                  </a:lnTo>
                  <a:lnTo>
                    <a:pt x="814628" y="1707217"/>
                  </a:lnTo>
                  <a:lnTo>
                    <a:pt x="651702" y="1754409"/>
                  </a:lnTo>
                  <a:lnTo>
                    <a:pt x="488776" y="1801651"/>
                  </a:lnTo>
                  <a:lnTo>
                    <a:pt x="325851" y="1848934"/>
                  </a:lnTo>
                  <a:lnTo>
                    <a:pt x="162925" y="1896253"/>
                  </a:lnTo>
                  <a:lnTo>
                    <a:pt x="0" y="1943601"/>
                  </a:lnTo>
                  <a:close/>
                </a:path>
              </a:pathLst>
            </a:custGeom>
            <a:solidFill>
              <a:srgbClr val="999999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966" name="pl966"/>
            <p:cNvSpPr/>
            <p:nvPr/>
          </p:nvSpPr>
          <p:spPr>
            <a:xfrm>
              <a:off x="1985667" y="2814404"/>
              <a:ext cx="6631543" cy="1863315"/>
            </a:xfrm>
            <a:custGeom>
              <a:avLst/>
              <a:pathLst>
                <a:path w="6631543" h="1863315">
                  <a:moveTo>
                    <a:pt x="0" y="1863315"/>
                  </a:moveTo>
                  <a:lnTo>
                    <a:pt x="162925" y="1820128"/>
                  </a:lnTo>
                  <a:lnTo>
                    <a:pt x="325851" y="1776911"/>
                  </a:lnTo>
                  <a:lnTo>
                    <a:pt x="488776" y="1733659"/>
                  </a:lnTo>
                  <a:lnTo>
                    <a:pt x="651702" y="1690366"/>
                  </a:lnTo>
                  <a:lnTo>
                    <a:pt x="814628" y="1647023"/>
                  </a:lnTo>
                  <a:lnTo>
                    <a:pt x="977553" y="1603619"/>
                  </a:lnTo>
                  <a:lnTo>
                    <a:pt x="1140479" y="1560142"/>
                  </a:lnTo>
                  <a:lnTo>
                    <a:pt x="1303404" y="1516577"/>
                  </a:lnTo>
                  <a:lnTo>
                    <a:pt x="1466330" y="1472904"/>
                  </a:lnTo>
                  <a:lnTo>
                    <a:pt x="1629256" y="1429098"/>
                  </a:lnTo>
                  <a:lnTo>
                    <a:pt x="1792181" y="1385132"/>
                  </a:lnTo>
                  <a:lnTo>
                    <a:pt x="1955107" y="1340973"/>
                  </a:lnTo>
                  <a:lnTo>
                    <a:pt x="2118033" y="1296585"/>
                  </a:lnTo>
                  <a:lnTo>
                    <a:pt x="2280958" y="1251936"/>
                  </a:lnTo>
                  <a:lnTo>
                    <a:pt x="2443884" y="1206996"/>
                  </a:lnTo>
                  <a:lnTo>
                    <a:pt x="2606809" y="1161750"/>
                  </a:lnTo>
                  <a:lnTo>
                    <a:pt x="2769735" y="1116197"/>
                  </a:lnTo>
                  <a:lnTo>
                    <a:pt x="2932661" y="1070350"/>
                  </a:lnTo>
                  <a:lnTo>
                    <a:pt x="3095586" y="1024237"/>
                  </a:lnTo>
                  <a:lnTo>
                    <a:pt x="3258512" y="977891"/>
                  </a:lnTo>
                  <a:lnTo>
                    <a:pt x="3421438" y="931347"/>
                  </a:lnTo>
                  <a:lnTo>
                    <a:pt x="3584363" y="884638"/>
                  </a:lnTo>
                  <a:lnTo>
                    <a:pt x="3747289" y="837793"/>
                  </a:lnTo>
                  <a:lnTo>
                    <a:pt x="3910214" y="790837"/>
                  </a:lnTo>
                  <a:lnTo>
                    <a:pt x="4073140" y="743789"/>
                  </a:lnTo>
                  <a:lnTo>
                    <a:pt x="4236066" y="696667"/>
                  </a:lnTo>
                  <a:lnTo>
                    <a:pt x="4398991" y="649483"/>
                  </a:lnTo>
                  <a:lnTo>
                    <a:pt x="4561917" y="602247"/>
                  </a:lnTo>
                  <a:lnTo>
                    <a:pt x="4724843" y="554969"/>
                  </a:lnTo>
                  <a:lnTo>
                    <a:pt x="4887768" y="507655"/>
                  </a:lnTo>
                  <a:lnTo>
                    <a:pt x="5050694" y="460311"/>
                  </a:lnTo>
                  <a:lnTo>
                    <a:pt x="5213619" y="412940"/>
                  </a:lnTo>
                  <a:lnTo>
                    <a:pt x="5376545" y="365548"/>
                  </a:lnTo>
                  <a:lnTo>
                    <a:pt x="5539471" y="318136"/>
                  </a:lnTo>
                  <a:lnTo>
                    <a:pt x="5702396" y="270708"/>
                  </a:lnTo>
                  <a:lnTo>
                    <a:pt x="5865322" y="223265"/>
                  </a:lnTo>
                  <a:lnTo>
                    <a:pt x="6028248" y="175810"/>
                  </a:lnTo>
                  <a:lnTo>
                    <a:pt x="6191173" y="128343"/>
                  </a:lnTo>
                  <a:lnTo>
                    <a:pt x="6354099" y="80867"/>
                  </a:lnTo>
                  <a:lnTo>
                    <a:pt x="6517024" y="33382"/>
                  </a:lnTo>
                  <a:lnTo>
                    <a:pt x="663154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67" name="pl967"/>
            <p:cNvSpPr/>
            <p:nvPr/>
          </p:nvSpPr>
          <p:spPr>
            <a:xfrm>
              <a:off x="1985667" y="2936270"/>
              <a:ext cx="6631543" cy="1821735"/>
            </a:xfrm>
            <a:custGeom>
              <a:avLst/>
              <a:pathLst>
                <a:path w="6631543" h="1821735">
                  <a:moveTo>
                    <a:pt x="6631543" y="0"/>
                  </a:moveTo>
                  <a:lnTo>
                    <a:pt x="6517024" y="30254"/>
                  </a:lnTo>
                  <a:lnTo>
                    <a:pt x="6354099" y="73304"/>
                  </a:lnTo>
                  <a:lnTo>
                    <a:pt x="6191173" y="116363"/>
                  </a:lnTo>
                  <a:lnTo>
                    <a:pt x="6028248" y="159432"/>
                  </a:lnTo>
                  <a:lnTo>
                    <a:pt x="5865322" y="202512"/>
                  </a:lnTo>
                  <a:lnTo>
                    <a:pt x="5702396" y="245604"/>
                  </a:lnTo>
                  <a:lnTo>
                    <a:pt x="5539471" y="288711"/>
                  </a:lnTo>
                  <a:lnTo>
                    <a:pt x="5376545" y="331835"/>
                  </a:lnTo>
                  <a:lnTo>
                    <a:pt x="5213619" y="374978"/>
                  </a:lnTo>
                  <a:lnTo>
                    <a:pt x="5050694" y="418143"/>
                  </a:lnTo>
                  <a:lnTo>
                    <a:pt x="4887768" y="461334"/>
                  </a:lnTo>
                  <a:lnTo>
                    <a:pt x="4724843" y="504555"/>
                  </a:lnTo>
                  <a:lnTo>
                    <a:pt x="4561917" y="547812"/>
                  </a:lnTo>
                  <a:lnTo>
                    <a:pt x="4398991" y="591112"/>
                  </a:lnTo>
                  <a:lnTo>
                    <a:pt x="4236066" y="634464"/>
                  </a:lnTo>
                  <a:lnTo>
                    <a:pt x="4073140" y="677877"/>
                  </a:lnTo>
                  <a:lnTo>
                    <a:pt x="3910214" y="721364"/>
                  </a:lnTo>
                  <a:lnTo>
                    <a:pt x="3747289" y="764944"/>
                  </a:lnTo>
                  <a:lnTo>
                    <a:pt x="3584363" y="808634"/>
                  </a:lnTo>
                  <a:lnTo>
                    <a:pt x="3421438" y="852460"/>
                  </a:lnTo>
                  <a:lnTo>
                    <a:pt x="3258512" y="896452"/>
                  </a:lnTo>
                  <a:lnTo>
                    <a:pt x="3095586" y="940641"/>
                  </a:lnTo>
                  <a:lnTo>
                    <a:pt x="2932661" y="985063"/>
                  </a:lnTo>
                  <a:lnTo>
                    <a:pt x="2769735" y="1029752"/>
                  </a:lnTo>
                  <a:lnTo>
                    <a:pt x="2606809" y="1074734"/>
                  </a:lnTo>
                  <a:lnTo>
                    <a:pt x="2443884" y="1120024"/>
                  </a:lnTo>
                  <a:lnTo>
                    <a:pt x="2280958" y="1165619"/>
                  </a:lnTo>
                  <a:lnTo>
                    <a:pt x="2118033" y="1211505"/>
                  </a:lnTo>
                  <a:lnTo>
                    <a:pt x="1955107" y="1257653"/>
                  </a:lnTo>
                  <a:lnTo>
                    <a:pt x="1792181" y="1304029"/>
                  </a:lnTo>
                  <a:lnTo>
                    <a:pt x="1629256" y="1350598"/>
                  </a:lnTo>
                  <a:lnTo>
                    <a:pt x="1466330" y="1397328"/>
                  </a:lnTo>
                  <a:lnTo>
                    <a:pt x="1303404" y="1444190"/>
                  </a:lnTo>
                  <a:lnTo>
                    <a:pt x="1140479" y="1491160"/>
                  </a:lnTo>
                  <a:lnTo>
                    <a:pt x="977553" y="1538219"/>
                  </a:lnTo>
                  <a:lnTo>
                    <a:pt x="814628" y="1585351"/>
                  </a:lnTo>
                  <a:lnTo>
                    <a:pt x="651702" y="1632543"/>
                  </a:lnTo>
                  <a:lnTo>
                    <a:pt x="488776" y="1679784"/>
                  </a:lnTo>
                  <a:lnTo>
                    <a:pt x="325851" y="1727068"/>
                  </a:lnTo>
                  <a:lnTo>
                    <a:pt x="162925" y="1774387"/>
                  </a:lnTo>
                  <a:lnTo>
                    <a:pt x="0" y="182173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68" name="pl968"/>
            <p:cNvSpPr/>
            <p:nvPr/>
          </p:nvSpPr>
          <p:spPr>
            <a:xfrm>
              <a:off x="1985667" y="2875337"/>
              <a:ext cx="6631543" cy="1842525"/>
            </a:xfrm>
            <a:custGeom>
              <a:avLst/>
              <a:pathLst>
                <a:path w="6631543" h="1842525">
                  <a:moveTo>
                    <a:pt x="0" y="1842525"/>
                  </a:moveTo>
                  <a:lnTo>
                    <a:pt x="162925" y="1797257"/>
                  </a:lnTo>
                  <a:lnTo>
                    <a:pt x="325851" y="1751990"/>
                  </a:lnTo>
                  <a:lnTo>
                    <a:pt x="488776" y="1706722"/>
                  </a:lnTo>
                  <a:lnTo>
                    <a:pt x="651702" y="1661454"/>
                  </a:lnTo>
                  <a:lnTo>
                    <a:pt x="814628" y="1616187"/>
                  </a:lnTo>
                  <a:lnTo>
                    <a:pt x="977553" y="1570919"/>
                  </a:lnTo>
                  <a:lnTo>
                    <a:pt x="1140479" y="1525651"/>
                  </a:lnTo>
                  <a:lnTo>
                    <a:pt x="1303404" y="1480384"/>
                  </a:lnTo>
                  <a:lnTo>
                    <a:pt x="1466330" y="1435116"/>
                  </a:lnTo>
                  <a:lnTo>
                    <a:pt x="1629256" y="1389848"/>
                  </a:lnTo>
                  <a:lnTo>
                    <a:pt x="1792181" y="1344581"/>
                  </a:lnTo>
                  <a:lnTo>
                    <a:pt x="1955107" y="1299313"/>
                  </a:lnTo>
                  <a:lnTo>
                    <a:pt x="2118033" y="1254045"/>
                  </a:lnTo>
                  <a:lnTo>
                    <a:pt x="2280958" y="1208777"/>
                  </a:lnTo>
                  <a:lnTo>
                    <a:pt x="2443884" y="1163510"/>
                  </a:lnTo>
                  <a:lnTo>
                    <a:pt x="2606809" y="1118242"/>
                  </a:lnTo>
                  <a:lnTo>
                    <a:pt x="2769735" y="1072974"/>
                  </a:lnTo>
                  <a:lnTo>
                    <a:pt x="2932661" y="1027707"/>
                  </a:lnTo>
                  <a:lnTo>
                    <a:pt x="3095586" y="982439"/>
                  </a:lnTo>
                  <a:lnTo>
                    <a:pt x="3258512" y="937171"/>
                  </a:lnTo>
                  <a:lnTo>
                    <a:pt x="3421438" y="891904"/>
                  </a:lnTo>
                  <a:lnTo>
                    <a:pt x="3584363" y="846636"/>
                  </a:lnTo>
                  <a:lnTo>
                    <a:pt x="3747289" y="801368"/>
                  </a:lnTo>
                  <a:lnTo>
                    <a:pt x="3910214" y="756101"/>
                  </a:lnTo>
                  <a:lnTo>
                    <a:pt x="4073140" y="710833"/>
                  </a:lnTo>
                  <a:lnTo>
                    <a:pt x="4236066" y="665565"/>
                  </a:lnTo>
                  <a:lnTo>
                    <a:pt x="4398991" y="620298"/>
                  </a:lnTo>
                  <a:lnTo>
                    <a:pt x="4561917" y="575030"/>
                  </a:lnTo>
                  <a:lnTo>
                    <a:pt x="4724843" y="529762"/>
                  </a:lnTo>
                  <a:lnTo>
                    <a:pt x="4887768" y="484495"/>
                  </a:lnTo>
                  <a:lnTo>
                    <a:pt x="5050694" y="439227"/>
                  </a:lnTo>
                  <a:lnTo>
                    <a:pt x="5213619" y="393959"/>
                  </a:lnTo>
                  <a:lnTo>
                    <a:pt x="5376545" y="348691"/>
                  </a:lnTo>
                  <a:lnTo>
                    <a:pt x="5539471" y="303424"/>
                  </a:lnTo>
                  <a:lnTo>
                    <a:pt x="5702396" y="258156"/>
                  </a:lnTo>
                  <a:lnTo>
                    <a:pt x="5865322" y="212888"/>
                  </a:lnTo>
                  <a:lnTo>
                    <a:pt x="6028248" y="167621"/>
                  </a:lnTo>
                  <a:lnTo>
                    <a:pt x="6191173" y="122353"/>
                  </a:lnTo>
                  <a:lnTo>
                    <a:pt x="6354099" y="77085"/>
                  </a:lnTo>
                  <a:lnTo>
                    <a:pt x="6517024" y="31818"/>
                  </a:lnTo>
                  <a:lnTo>
                    <a:pt x="6631543" y="0"/>
                  </a:lnTo>
                </a:path>
              </a:pathLst>
            </a:custGeom>
            <a:ln w="27101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g969"/>
            <p:cNvSpPr/>
            <p:nvPr/>
          </p:nvSpPr>
          <p:spPr>
            <a:xfrm>
              <a:off x="2333112" y="3218704"/>
              <a:ext cx="3164944" cy="1732438"/>
            </a:xfrm>
            <a:custGeom>
              <a:avLst/>
              <a:pathLst>
                <a:path w="3164944" h="1732438">
                  <a:moveTo>
                    <a:pt x="0" y="1515659"/>
                  </a:moveTo>
                  <a:lnTo>
                    <a:pt x="40062" y="1501265"/>
                  </a:lnTo>
                  <a:lnTo>
                    <a:pt x="80125" y="1486828"/>
                  </a:lnTo>
                  <a:lnTo>
                    <a:pt x="120187" y="1472345"/>
                  </a:lnTo>
                  <a:lnTo>
                    <a:pt x="160250" y="1457811"/>
                  </a:lnTo>
                  <a:lnTo>
                    <a:pt x="200312" y="1443220"/>
                  </a:lnTo>
                  <a:lnTo>
                    <a:pt x="240375" y="1428566"/>
                  </a:lnTo>
                  <a:lnTo>
                    <a:pt x="280438" y="1413843"/>
                  </a:lnTo>
                  <a:lnTo>
                    <a:pt x="320500" y="1399043"/>
                  </a:lnTo>
                  <a:lnTo>
                    <a:pt x="360563" y="1384158"/>
                  </a:lnTo>
                  <a:lnTo>
                    <a:pt x="400625" y="1369179"/>
                  </a:lnTo>
                  <a:lnTo>
                    <a:pt x="440688" y="1354095"/>
                  </a:lnTo>
                  <a:lnTo>
                    <a:pt x="480751" y="1338895"/>
                  </a:lnTo>
                  <a:lnTo>
                    <a:pt x="520813" y="1323566"/>
                  </a:lnTo>
                  <a:lnTo>
                    <a:pt x="560876" y="1308095"/>
                  </a:lnTo>
                  <a:lnTo>
                    <a:pt x="600938" y="1292468"/>
                  </a:lnTo>
                  <a:lnTo>
                    <a:pt x="641001" y="1276668"/>
                  </a:lnTo>
                  <a:lnTo>
                    <a:pt x="681063" y="1260680"/>
                  </a:lnTo>
                  <a:lnTo>
                    <a:pt x="721126" y="1244488"/>
                  </a:lnTo>
                  <a:lnTo>
                    <a:pt x="761189" y="1228076"/>
                  </a:lnTo>
                  <a:lnTo>
                    <a:pt x="801251" y="1211429"/>
                  </a:lnTo>
                  <a:lnTo>
                    <a:pt x="841314" y="1194534"/>
                  </a:lnTo>
                  <a:lnTo>
                    <a:pt x="881376" y="1177380"/>
                  </a:lnTo>
                  <a:lnTo>
                    <a:pt x="921439" y="1159960"/>
                  </a:lnTo>
                  <a:lnTo>
                    <a:pt x="961502" y="1142270"/>
                  </a:lnTo>
                  <a:lnTo>
                    <a:pt x="1001564" y="1124308"/>
                  </a:lnTo>
                  <a:lnTo>
                    <a:pt x="1041627" y="1106079"/>
                  </a:lnTo>
                  <a:lnTo>
                    <a:pt x="1081689" y="1087589"/>
                  </a:lnTo>
                  <a:lnTo>
                    <a:pt x="1121752" y="1068849"/>
                  </a:lnTo>
                  <a:lnTo>
                    <a:pt x="1161814" y="1049872"/>
                  </a:lnTo>
                  <a:lnTo>
                    <a:pt x="1201877" y="1030671"/>
                  </a:lnTo>
                  <a:lnTo>
                    <a:pt x="1241940" y="1011263"/>
                  </a:lnTo>
                  <a:lnTo>
                    <a:pt x="1282002" y="991663"/>
                  </a:lnTo>
                  <a:lnTo>
                    <a:pt x="1322065" y="971888"/>
                  </a:lnTo>
                  <a:lnTo>
                    <a:pt x="1362127" y="951954"/>
                  </a:lnTo>
                  <a:lnTo>
                    <a:pt x="1402190" y="931874"/>
                  </a:lnTo>
                  <a:lnTo>
                    <a:pt x="1442253" y="911663"/>
                  </a:lnTo>
                  <a:lnTo>
                    <a:pt x="1482315" y="891333"/>
                  </a:lnTo>
                  <a:lnTo>
                    <a:pt x="1522378" y="870897"/>
                  </a:lnTo>
                  <a:lnTo>
                    <a:pt x="1562440" y="850364"/>
                  </a:lnTo>
                  <a:lnTo>
                    <a:pt x="1602503" y="829744"/>
                  </a:lnTo>
                  <a:lnTo>
                    <a:pt x="1642565" y="809046"/>
                  </a:lnTo>
                  <a:lnTo>
                    <a:pt x="1682628" y="788277"/>
                  </a:lnTo>
                  <a:lnTo>
                    <a:pt x="1722691" y="767444"/>
                  </a:lnTo>
                  <a:lnTo>
                    <a:pt x="1762753" y="746554"/>
                  </a:lnTo>
                  <a:lnTo>
                    <a:pt x="1802816" y="725611"/>
                  </a:lnTo>
                  <a:lnTo>
                    <a:pt x="1842878" y="704621"/>
                  </a:lnTo>
                  <a:lnTo>
                    <a:pt x="1882941" y="683587"/>
                  </a:lnTo>
                  <a:lnTo>
                    <a:pt x="1923004" y="662514"/>
                  </a:lnTo>
                  <a:lnTo>
                    <a:pt x="1963066" y="641406"/>
                  </a:lnTo>
                  <a:lnTo>
                    <a:pt x="2003129" y="620264"/>
                  </a:lnTo>
                  <a:lnTo>
                    <a:pt x="2043191" y="599093"/>
                  </a:lnTo>
                  <a:lnTo>
                    <a:pt x="2083254" y="577894"/>
                  </a:lnTo>
                  <a:lnTo>
                    <a:pt x="2123316" y="556670"/>
                  </a:lnTo>
                  <a:lnTo>
                    <a:pt x="2163379" y="535423"/>
                  </a:lnTo>
                  <a:lnTo>
                    <a:pt x="2203442" y="514154"/>
                  </a:lnTo>
                  <a:lnTo>
                    <a:pt x="2243504" y="492866"/>
                  </a:lnTo>
                  <a:lnTo>
                    <a:pt x="2283567" y="471559"/>
                  </a:lnTo>
                  <a:lnTo>
                    <a:pt x="2323629" y="450235"/>
                  </a:lnTo>
                  <a:lnTo>
                    <a:pt x="2363692" y="428896"/>
                  </a:lnTo>
                  <a:lnTo>
                    <a:pt x="2403755" y="407542"/>
                  </a:lnTo>
                  <a:lnTo>
                    <a:pt x="2443817" y="386174"/>
                  </a:lnTo>
                  <a:lnTo>
                    <a:pt x="2483880" y="364794"/>
                  </a:lnTo>
                  <a:lnTo>
                    <a:pt x="2523942" y="343402"/>
                  </a:lnTo>
                  <a:lnTo>
                    <a:pt x="2564005" y="321999"/>
                  </a:lnTo>
                  <a:lnTo>
                    <a:pt x="2604067" y="300585"/>
                  </a:lnTo>
                  <a:lnTo>
                    <a:pt x="2644130" y="279162"/>
                  </a:lnTo>
                  <a:lnTo>
                    <a:pt x="2684193" y="257730"/>
                  </a:lnTo>
                  <a:lnTo>
                    <a:pt x="2724255" y="236289"/>
                  </a:lnTo>
                  <a:lnTo>
                    <a:pt x="2764318" y="214840"/>
                  </a:lnTo>
                  <a:lnTo>
                    <a:pt x="2804380" y="193384"/>
                  </a:lnTo>
                  <a:lnTo>
                    <a:pt x="2844443" y="171920"/>
                  </a:lnTo>
                  <a:lnTo>
                    <a:pt x="2884506" y="150450"/>
                  </a:lnTo>
                  <a:lnTo>
                    <a:pt x="2924568" y="128974"/>
                  </a:lnTo>
                  <a:lnTo>
                    <a:pt x="2964631" y="107491"/>
                  </a:lnTo>
                  <a:lnTo>
                    <a:pt x="3004693" y="86003"/>
                  </a:lnTo>
                  <a:lnTo>
                    <a:pt x="3044756" y="64509"/>
                  </a:lnTo>
                  <a:lnTo>
                    <a:pt x="3084818" y="43011"/>
                  </a:lnTo>
                  <a:lnTo>
                    <a:pt x="3124881" y="21507"/>
                  </a:lnTo>
                  <a:lnTo>
                    <a:pt x="3164944" y="0"/>
                  </a:lnTo>
                  <a:lnTo>
                    <a:pt x="3164944" y="448650"/>
                  </a:lnTo>
                  <a:lnTo>
                    <a:pt x="3124881" y="462579"/>
                  </a:lnTo>
                  <a:lnTo>
                    <a:pt x="3084818" y="476511"/>
                  </a:lnTo>
                  <a:lnTo>
                    <a:pt x="3044756" y="490449"/>
                  </a:lnTo>
                  <a:lnTo>
                    <a:pt x="3004693" y="504391"/>
                  </a:lnTo>
                  <a:lnTo>
                    <a:pt x="2964631" y="518339"/>
                  </a:lnTo>
                  <a:lnTo>
                    <a:pt x="2924568" y="532293"/>
                  </a:lnTo>
                  <a:lnTo>
                    <a:pt x="2884506" y="546252"/>
                  </a:lnTo>
                  <a:lnTo>
                    <a:pt x="2844443" y="560218"/>
                  </a:lnTo>
                  <a:lnTo>
                    <a:pt x="2804380" y="574191"/>
                  </a:lnTo>
                  <a:lnTo>
                    <a:pt x="2764318" y="588170"/>
                  </a:lnTo>
                  <a:lnTo>
                    <a:pt x="2724255" y="602158"/>
                  </a:lnTo>
                  <a:lnTo>
                    <a:pt x="2684193" y="616153"/>
                  </a:lnTo>
                  <a:lnTo>
                    <a:pt x="2644130" y="630157"/>
                  </a:lnTo>
                  <a:lnTo>
                    <a:pt x="2604067" y="644169"/>
                  </a:lnTo>
                  <a:lnTo>
                    <a:pt x="2564005" y="658192"/>
                  </a:lnTo>
                  <a:lnTo>
                    <a:pt x="2523942" y="672225"/>
                  </a:lnTo>
                  <a:lnTo>
                    <a:pt x="2483880" y="686269"/>
                  </a:lnTo>
                  <a:lnTo>
                    <a:pt x="2443817" y="700325"/>
                  </a:lnTo>
                  <a:lnTo>
                    <a:pt x="2403755" y="714393"/>
                  </a:lnTo>
                  <a:lnTo>
                    <a:pt x="2363692" y="728475"/>
                  </a:lnTo>
                  <a:lnTo>
                    <a:pt x="2323629" y="742572"/>
                  </a:lnTo>
                  <a:lnTo>
                    <a:pt x="2283567" y="756684"/>
                  </a:lnTo>
                  <a:lnTo>
                    <a:pt x="2243504" y="770813"/>
                  </a:lnTo>
                  <a:lnTo>
                    <a:pt x="2203442" y="784961"/>
                  </a:lnTo>
                  <a:lnTo>
                    <a:pt x="2163379" y="799128"/>
                  </a:lnTo>
                  <a:lnTo>
                    <a:pt x="2123316" y="813317"/>
                  </a:lnTo>
                  <a:lnTo>
                    <a:pt x="2083254" y="827529"/>
                  </a:lnTo>
                  <a:lnTo>
                    <a:pt x="2043191" y="841766"/>
                  </a:lnTo>
                  <a:lnTo>
                    <a:pt x="2003129" y="856031"/>
                  </a:lnTo>
                  <a:lnTo>
                    <a:pt x="1963066" y="870325"/>
                  </a:lnTo>
                  <a:lnTo>
                    <a:pt x="1923004" y="884653"/>
                  </a:lnTo>
                  <a:lnTo>
                    <a:pt x="1882941" y="899016"/>
                  </a:lnTo>
                  <a:lnTo>
                    <a:pt x="1842878" y="913419"/>
                  </a:lnTo>
                  <a:lnTo>
                    <a:pt x="1802816" y="927864"/>
                  </a:lnTo>
                  <a:lnTo>
                    <a:pt x="1762753" y="942358"/>
                  </a:lnTo>
                  <a:lnTo>
                    <a:pt x="1722691" y="956903"/>
                  </a:lnTo>
                  <a:lnTo>
                    <a:pt x="1682628" y="971507"/>
                  </a:lnTo>
                  <a:lnTo>
                    <a:pt x="1642565" y="986174"/>
                  </a:lnTo>
                  <a:lnTo>
                    <a:pt x="1602503" y="1000912"/>
                  </a:lnTo>
                  <a:lnTo>
                    <a:pt x="1562440" y="1015728"/>
                  </a:lnTo>
                  <a:lnTo>
                    <a:pt x="1522378" y="1030631"/>
                  </a:lnTo>
                  <a:lnTo>
                    <a:pt x="1482315" y="1045630"/>
                  </a:lnTo>
                  <a:lnTo>
                    <a:pt x="1442253" y="1060737"/>
                  </a:lnTo>
                  <a:lnTo>
                    <a:pt x="1402190" y="1075962"/>
                  </a:lnTo>
                  <a:lnTo>
                    <a:pt x="1362127" y="1091318"/>
                  </a:lnTo>
                  <a:lnTo>
                    <a:pt x="1322065" y="1106819"/>
                  </a:lnTo>
                  <a:lnTo>
                    <a:pt x="1282002" y="1122481"/>
                  </a:lnTo>
                  <a:lnTo>
                    <a:pt x="1241940" y="1138317"/>
                  </a:lnTo>
                  <a:lnTo>
                    <a:pt x="1201877" y="1154345"/>
                  </a:lnTo>
                  <a:lnTo>
                    <a:pt x="1161814" y="1170581"/>
                  </a:lnTo>
                  <a:lnTo>
                    <a:pt x="1121752" y="1187039"/>
                  </a:lnTo>
                  <a:lnTo>
                    <a:pt x="1081689" y="1203735"/>
                  </a:lnTo>
                  <a:lnTo>
                    <a:pt x="1041627" y="1220681"/>
                  </a:lnTo>
                  <a:lnTo>
                    <a:pt x="1001564" y="1237888"/>
                  </a:lnTo>
                  <a:lnTo>
                    <a:pt x="961502" y="1255363"/>
                  </a:lnTo>
                  <a:lnTo>
                    <a:pt x="921439" y="1273108"/>
                  </a:lnTo>
                  <a:lnTo>
                    <a:pt x="881376" y="1291124"/>
                  </a:lnTo>
                  <a:lnTo>
                    <a:pt x="841314" y="1309407"/>
                  </a:lnTo>
                  <a:lnTo>
                    <a:pt x="801251" y="1327948"/>
                  </a:lnTo>
                  <a:lnTo>
                    <a:pt x="761189" y="1346737"/>
                  </a:lnTo>
                  <a:lnTo>
                    <a:pt x="721126" y="1365761"/>
                  </a:lnTo>
                  <a:lnTo>
                    <a:pt x="681063" y="1385005"/>
                  </a:lnTo>
                  <a:lnTo>
                    <a:pt x="641001" y="1404453"/>
                  </a:lnTo>
                  <a:lnTo>
                    <a:pt x="600938" y="1424089"/>
                  </a:lnTo>
                  <a:lnTo>
                    <a:pt x="560876" y="1443897"/>
                  </a:lnTo>
                  <a:lnTo>
                    <a:pt x="520813" y="1463862"/>
                  </a:lnTo>
                  <a:lnTo>
                    <a:pt x="480751" y="1483970"/>
                  </a:lnTo>
                  <a:lnTo>
                    <a:pt x="440688" y="1504206"/>
                  </a:lnTo>
                  <a:lnTo>
                    <a:pt x="400625" y="1524558"/>
                  </a:lnTo>
                  <a:lnTo>
                    <a:pt x="360563" y="1545015"/>
                  </a:lnTo>
                  <a:lnTo>
                    <a:pt x="320500" y="1565566"/>
                  </a:lnTo>
                  <a:lnTo>
                    <a:pt x="280438" y="1586202"/>
                  </a:lnTo>
                  <a:lnTo>
                    <a:pt x="240375" y="1606915"/>
                  </a:lnTo>
                  <a:lnTo>
                    <a:pt x="200312" y="1627697"/>
                  </a:lnTo>
                  <a:lnTo>
                    <a:pt x="160250" y="1648542"/>
                  </a:lnTo>
                  <a:lnTo>
                    <a:pt x="120187" y="1669444"/>
                  </a:lnTo>
                  <a:lnTo>
                    <a:pt x="80125" y="1690397"/>
                  </a:lnTo>
                  <a:lnTo>
                    <a:pt x="40062" y="1711396"/>
                  </a:lnTo>
                  <a:lnTo>
                    <a:pt x="0" y="1732438"/>
                  </a:lnTo>
                  <a:close/>
                </a:path>
              </a:pathLst>
            </a:custGeom>
            <a:solidFill>
              <a:srgbClr val="E31A1C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970" name="pl970"/>
            <p:cNvSpPr/>
            <p:nvPr/>
          </p:nvSpPr>
          <p:spPr>
            <a:xfrm>
              <a:off x="2333112" y="3218704"/>
              <a:ext cx="3164944" cy="1515659"/>
            </a:xfrm>
            <a:custGeom>
              <a:avLst/>
              <a:pathLst>
                <a:path w="3164944" h="1515659">
                  <a:moveTo>
                    <a:pt x="0" y="1515659"/>
                  </a:moveTo>
                  <a:lnTo>
                    <a:pt x="40062" y="1501265"/>
                  </a:lnTo>
                  <a:lnTo>
                    <a:pt x="80125" y="1486828"/>
                  </a:lnTo>
                  <a:lnTo>
                    <a:pt x="120187" y="1472345"/>
                  </a:lnTo>
                  <a:lnTo>
                    <a:pt x="160250" y="1457811"/>
                  </a:lnTo>
                  <a:lnTo>
                    <a:pt x="200312" y="1443220"/>
                  </a:lnTo>
                  <a:lnTo>
                    <a:pt x="240375" y="1428566"/>
                  </a:lnTo>
                  <a:lnTo>
                    <a:pt x="280438" y="1413843"/>
                  </a:lnTo>
                  <a:lnTo>
                    <a:pt x="320500" y="1399043"/>
                  </a:lnTo>
                  <a:lnTo>
                    <a:pt x="360563" y="1384158"/>
                  </a:lnTo>
                  <a:lnTo>
                    <a:pt x="400625" y="1369179"/>
                  </a:lnTo>
                  <a:lnTo>
                    <a:pt x="440688" y="1354095"/>
                  </a:lnTo>
                  <a:lnTo>
                    <a:pt x="480751" y="1338895"/>
                  </a:lnTo>
                  <a:lnTo>
                    <a:pt x="520813" y="1323566"/>
                  </a:lnTo>
                  <a:lnTo>
                    <a:pt x="560876" y="1308095"/>
                  </a:lnTo>
                  <a:lnTo>
                    <a:pt x="600938" y="1292468"/>
                  </a:lnTo>
                  <a:lnTo>
                    <a:pt x="641001" y="1276668"/>
                  </a:lnTo>
                  <a:lnTo>
                    <a:pt x="681063" y="1260680"/>
                  </a:lnTo>
                  <a:lnTo>
                    <a:pt x="721126" y="1244488"/>
                  </a:lnTo>
                  <a:lnTo>
                    <a:pt x="761189" y="1228076"/>
                  </a:lnTo>
                  <a:lnTo>
                    <a:pt x="801251" y="1211429"/>
                  </a:lnTo>
                  <a:lnTo>
                    <a:pt x="841314" y="1194534"/>
                  </a:lnTo>
                  <a:lnTo>
                    <a:pt x="881376" y="1177380"/>
                  </a:lnTo>
                  <a:lnTo>
                    <a:pt x="921439" y="1159960"/>
                  </a:lnTo>
                  <a:lnTo>
                    <a:pt x="961502" y="1142270"/>
                  </a:lnTo>
                  <a:lnTo>
                    <a:pt x="1001564" y="1124308"/>
                  </a:lnTo>
                  <a:lnTo>
                    <a:pt x="1041627" y="1106079"/>
                  </a:lnTo>
                  <a:lnTo>
                    <a:pt x="1081689" y="1087589"/>
                  </a:lnTo>
                  <a:lnTo>
                    <a:pt x="1121752" y="1068849"/>
                  </a:lnTo>
                  <a:lnTo>
                    <a:pt x="1161814" y="1049872"/>
                  </a:lnTo>
                  <a:lnTo>
                    <a:pt x="1201877" y="1030671"/>
                  </a:lnTo>
                  <a:lnTo>
                    <a:pt x="1241940" y="1011263"/>
                  </a:lnTo>
                  <a:lnTo>
                    <a:pt x="1282002" y="991663"/>
                  </a:lnTo>
                  <a:lnTo>
                    <a:pt x="1322065" y="971888"/>
                  </a:lnTo>
                  <a:lnTo>
                    <a:pt x="1362127" y="951954"/>
                  </a:lnTo>
                  <a:lnTo>
                    <a:pt x="1402190" y="931874"/>
                  </a:lnTo>
                  <a:lnTo>
                    <a:pt x="1442253" y="911663"/>
                  </a:lnTo>
                  <a:lnTo>
                    <a:pt x="1482315" y="891333"/>
                  </a:lnTo>
                  <a:lnTo>
                    <a:pt x="1522378" y="870897"/>
                  </a:lnTo>
                  <a:lnTo>
                    <a:pt x="1562440" y="850364"/>
                  </a:lnTo>
                  <a:lnTo>
                    <a:pt x="1602503" y="829744"/>
                  </a:lnTo>
                  <a:lnTo>
                    <a:pt x="1642565" y="809046"/>
                  </a:lnTo>
                  <a:lnTo>
                    <a:pt x="1682628" y="788277"/>
                  </a:lnTo>
                  <a:lnTo>
                    <a:pt x="1722691" y="767444"/>
                  </a:lnTo>
                  <a:lnTo>
                    <a:pt x="1762753" y="746554"/>
                  </a:lnTo>
                  <a:lnTo>
                    <a:pt x="1802816" y="725611"/>
                  </a:lnTo>
                  <a:lnTo>
                    <a:pt x="1842878" y="704621"/>
                  </a:lnTo>
                  <a:lnTo>
                    <a:pt x="1882941" y="683587"/>
                  </a:lnTo>
                  <a:lnTo>
                    <a:pt x="1923004" y="662514"/>
                  </a:lnTo>
                  <a:lnTo>
                    <a:pt x="1963066" y="641406"/>
                  </a:lnTo>
                  <a:lnTo>
                    <a:pt x="2003129" y="620264"/>
                  </a:lnTo>
                  <a:lnTo>
                    <a:pt x="2043191" y="599093"/>
                  </a:lnTo>
                  <a:lnTo>
                    <a:pt x="2083254" y="577894"/>
                  </a:lnTo>
                  <a:lnTo>
                    <a:pt x="2123316" y="556670"/>
                  </a:lnTo>
                  <a:lnTo>
                    <a:pt x="2163379" y="535423"/>
                  </a:lnTo>
                  <a:lnTo>
                    <a:pt x="2203442" y="514154"/>
                  </a:lnTo>
                  <a:lnTo>
                    <a:pt x="2243504" y="492866"/>
                  </a:lnTo>
                  <a:lnTo>
                    <a:pt x="2283567" y="471559"/>
                  </a:lnTo>
                  <a:lnTo>
                    <a:pt x="2323629" y="450235"/>
                  </a:lnTo>
                  <a:lnTo>
                    <a:pt x="2363692" y="428896"/>
                  </a:lnTo>
                  <a:lnTo>
                    <a:pt x="2403755" y="407542"/>
                  </a:lnTo>
                  <a:lnTo>
                    <a:pt x="2443817" y="386174"/>
                  </a:lnTo>
                  <a:lnTo>
                    <a:pt x="2483880" y="364794"/>
                  </a:lnTo>
                  <a:lnTo>
                    <a:pt x="2523942" y="343402"/>
                  </a:lnTo>
                  <a:lnTo>
                    <a:pt x="2564005" y="321999"/>
                  </a:lnTo>
                  <a:lnTo>
                    <a:pt x="2604067" y="300585"/>
                  </a:lnTo>
                  <a:lnTo>
                    <a:pt x="2644130" y="279162"/>
                  </a:lnTo>
                  <a:lnTo>
                    <a:pt x="2684193" y="257730"/>
                  </a:lnTo>
                  <a:lnTo>
                    <a:pt x="2724255" y="236289"/>
                  </a:lnTo>
                  <a:lnTo>
                    <a:pt x="2764318" y="214840"/>
                  </a:lnTo>
                  <a:lnTo>
                    <a:pt x="2804380" y="193384"/>
                  </a:lnTo>
                  <a:lnTo>
                    <a:pt x="2844443" y="171920"/>
                  </a:lnTo>
                  <a:lnTo>
                    <a:pt x="2884506" y="150450"/>
                  </a:lnTo>
                  <a:lnTo>
                    <a:pt x="2924568" y="128974"/>
                  </a:lnTo>
                  <a:lnTo>
                    <a:pt x="2964631" y="107491"/>
                  </a:lnTo>
                  <a:lnTo>
                    <a:pt x="3004693" y="86003"/>
                  </a:lnTo>
                  <a:lnTo>
                    <a:pt x="3044756" y="64509"/>
                  </a:lnTo>
                  <a:lnTo>
                    <a:pt x="3084818" y="43011"/>
                  </a:lnTo>
                  <a:lnTo>
                    <a:pt x="3124881" y="21507"/>
                  </a:lnTo>
                  <a:lnTo>
                    <a:pt x="316494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71" name="pl971"/>
            <p:cNvSpPr/>
            <p:nvPr/>
          </p:nvSpPr>
          <p:spPr>
            <a:xfrm>
              <a:off x="2333112" y="3667355"/>
              <a:ext cx="3164944" cy="1283787"/>
            </a:xfrm>
            <a:custGeom>
              <a:avLst/>
              <a:pathLst>
                <a:path w="3164944" h="1283787">
                  <a:moveTo>
                    <a:pt x="3164944" y="0"/>
                  </a:moveTo>
                  <a:lnTo>
                    <a:pt x="3124881" y="13928"/>
                  </a:lnTo>
                  <a:lnTo>
                    <a:pt x="3084818" y="27860"/>
                  </a:lnTo>
                  <a:lnTo>
                    <a:pt x="3044756" y="41798"/>
                  </a:lnTo>
                  <a:lnTo>
                    <a:pt x="3004693" y="55740"/>
                  </a:lnTo>
                  <a:lnTo>
                    <a:pt x="2964631" y="69688"/>
                  </a:lnTo>
                  <a:lnTo>
                    <a:pt x="2924568" y="83642"/>
                  </a:lnTo>
                  <a:lnTo>
                    <a:pt x="2884506" y="97601"/>
                  </a:lnTo>
                  <a:lnTo>
                    <a:pt x="2844443" y="111567"/>
                  </a:lnTo>
                  <a:lnTo>
                    <a:pt x="2804380" y="125540"/>
                  </a:lnTo>
                  <a:lnTo>
                    <a:pt x="2764318" y="139519"/>
                  </a:lnTo>
                  <a:lnTo>
                    <a:pt x="2724255" y="153507"/>
                  </a:lnTo>
                  <a:lnTo>
                    <a:pt x="2684193" y="167502"/>
                  </a:lnTo>
                  <a:lnTo>
                    <a:pt x="2644130" y="181506"/>
                  </a:lnTo>
                  <a:lnTo>
                    <a:pt x="2604067" y="195518"/>
                  </a:lnTo>
                  <a:lnTo>
                    <a:pt x="2564005" y="209541"/>
                  </a:lnTo>
                  <a:lnTo>
                    <a:pt x="2523942" y="223574"/>
                  </a:lnTo>
                  <a:lnTo>
                    <a:pt x="2483880" y="237618"/>
                  </a:lnTo>
                  <a:lnTo>
                    <a:pt x="2443817" y="251674"/>
                  </a:lnTo>
                  <a:lnTo>
                    <a:pt x="2403755" y="265742"/>
                  </a:lnTo>
                  <a:lnTo>
                    <a:pt x="2363692" y="279824"/>
                  </a:lnTo>
                  <a:lnTo>
                    <a:pt x="2323629" y="293921"/>
                  </a:lnTo>
                  <a:lnTo>
                    <a:pt x="2283567" y="308033"/>
                  </a:lnTo>
                  <a:lnTo>
                    <a:pt x="2243504" y="322162"/>
                  </a:lnTo>
                  <a:lnTo>
                    <a:pt x="2203442" y="336310"/>
                  </a:lnTo>
                  <a:lnTo>
                    <a:pt x="2163379" y="350477"/>
                  </a:lnTo>
                  <a:lnTo>
                    <a:pt x="2123316" y="364666"/>
                  </a:lnTo>
                  <a:lnTo>
                    <a:pt x="2083254" y="378878"/>
                  </a:lnTo>
                  <a:lnTo>
                    <a:pt x="2043191" y="393115"/>
                  </a:lnTo>
                  <a:lnTo>
                    <a:pt x="2003129" y="407380"/>
                  </a:lnTo>
                  <a:lnTo>
                    <a:pt x="1963066" y="421674"/>
                  </a:lnTo>
                  <a:lnTo>
                    <a:pt x="1923004" y="436002"/>
                  </a:lnTo>
                  <a:lnTo>
                    <a:pt x="1882941" y="450365"/>
                  </a:lnTo>
                  <a:lnTo>
                    <a:pt x="1842878" y="464768"/>
                  </a:lnTo>
                  <a:lnTo>
                    <a:pt x="1802816" y="479213"/>
                  </a:lnTo>
                  <a:lnTo>
                    <a:pt x="1762753" y="493707"/>
                  </a:lnTo>
                  <a:lnTo>
                    <a:pt x="1722691" y="508252"/>
                  </a:lnTo>
                  <a:lnTo>
                    <a:pt x="1682628" y="522856"/>
                  </a:lnTo>
                  <a:lnTo>
                    <a:pt x="1642565" y="537523"/>
                  </a:lnTo>
                  <a:lnTo>
                    <a:pt x="1602503" y="552261"/>
                  </a:lnTo>
                  <a:lnTo>
                    <a:pt x="1562440" y="567077"/>
                  </a:lnTo>
                  <a:lnTo>
                    <a:pt x="1522378" y="581980"/>
                  </a:lnTo>
                  <a:lnTo>
                    <a:pt x="1482315" y="596979"/>
                  </a:lnTo>
                  <a:lnTo>
                    <a:pt x="1442253" y="612086"/>
                  </a:lnTo>
                  <a:lnTo>
                    <a:pt x="1402190" y="627311"/>
                  </a:lnTo>
                  <a:lnTo>
                    <a:pt x="1362127" y="642667"/>
                  </a:lnTo>
                  <a:lnTo>
                    <a:pt x="1322065" y="658168"/>
                  </a:lnTo>
                  <a:lnTo>
                    <a:pt x="1282002" y="673830"/>
                  </a:lnTo>
                  <a:lnTo>
                    <a:pt x="1241940" y="689666"/>
                  </a:lnTo>
                  <a:lnTo>
                    <a:pt x="1201877" y="705694"/>
                  </a:lnTo>
                  <a:lnTo>
                    <a:pt x="1161814" y="721930"/>
                  </a:lnTo>
                  <a:lnTo>
                    <a:pt x="1121752" y="738388"/>
                  </a:lnTo>
                  <a:lnTo>
                    <a:pt x="1081689" y="755084"/>
                  </a:lnTo>
                  <a:lnTo>
                    <a:pt x="1041627" y="772030"/>
                  </a:lnTo>
                  <a:lnTo>
                    <a:pt x="1001564" y="789237"/>
                  </a:lnTo>
                  <a:lnTo>
                    <a:pt x="961502" y="806712"/>
                  </a:lnTo>
                  <a:lnTo>
                    <a:pt x="921439" y="824457"/>
                  </a:lnTo>
                  <a:lnTo>
                    <a:pt x="881376" y="842473"/>
                  </a:lnTo>
                  <a:lnTo>
                    <a:pt x="841314" y="860756"/>
                  </a:lnTo>
                  <a:lnTo>
                    <a:pt x="801251" y="879297"/>
                  </a:lnTo>
                  <a:lnTo>
                    <a:pt x="761189" y="898086"/>
                  </a:lnTo>
                  <a:lnTo>
                    <a:pt x="721126" y="917110"/>
                  </a:lnTo>
                  <a:lnTo>
                    <a:pt x="681063" y="936354"/>
                  </a:lnTo>
                  <a:lnTo>
                    <a:pt x="641001" y="955802"/>
                  </a:lnTo>
                  <a:lnTo>
                    <a:pt x="600938" y="975438"/>
                  </a:lnTo>
                  <a:lnTo>
                    <a:pt x="560876" y="995246"/>
                  </a:lnTo>
                  <a:lnTo>
                    <a:pt x="520813" y="1015211"/>
                  </a:lnTo>
                  <a:lnTo>
                    <a:pt x="480751" y="1035319"/>
                  </a:lnTo>
                  <a:lnTo>
                    <a:pt x="440688" y="1055555"/>
                  </a:lnTo>
                  <a:lnTo>
                    <a:pt x="400625" y="1075907"/>
                  </a:lnTo>
                  <a:lnTo>
                    <a:pt x="360563" y="1096364"/>
                  </a:lnTo>
                  <a:lnTo>
                    <a:pt x="320500" y="1116915"/>
                  </a:lnTo>
                  <a:lnTo>
                    <a:pt x="280438" y="1137551"/>
                  </a:lnTo>
                  <a:lnTo>
                    <a:pt x="240375" y="1158264"/>
                  </a:lnTo>
                  <a:lnTo>
                    <a:pt x="200312" y="1179046"/>
                  </a:lnTo>
                  <a:lnTo>
                    <a:pt x="160250" y="1199891"/>
                  </a:lnTo>
                  <a:lnTo>
                    <a:pt x="120187" y="1220793"/>
                  </a:lnTo>
                  <a:lnTo>
                    <a:pt x="80125" y="1241746"/>
                  </a:lnTo>
                  <a:lnTo>
                    <a:pt x="40062" y="1262745"/>
                  </a:lnTo>
                  <a:lnTo>
                    <a:pt x="0" y="128378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72" name="pl972"/>
            <p:cNvSpPr/>
            <p:nvPr/>
          </p:nvSpPr>
          <p:spPr>
            <a:xfrm>
              <a:off x="2333112" y="3443029"/>
              <a:ext cx="3164944" cy="1399723"/>
            </a:xfrm>
            <a:custGeom>
              <a:avLst/>
              <a:pathLst>
                <a:path w="3164944" h="1399723">
                  <a:moveTo>
                    <a:pt x="0" y="1399723"/>
                  </a:moveTo>
                  <a:lnTo>
                    <a:pt x="40062" y="1382005"/>
                  </a:lnTo>
                  <a:lnTo>
                    <a:pt x="80125" y="1364287"/>
                  </a:lnTo>
                  <a:lnTo>
                    <a:pt x="120187" y="1346569"/>
                  </a:lnTo>
                  <a:lnTo>
                    <a:pt x="160250" y="1328851"/>
                  </a:lnTo>
                  <a:lnTo>
                    <a:pt x="200312" y="1311133"/>
                  </a:lnTo>
                  <a:lnTo>
                    <a:pt x="240375" y="1293415"/>
                  </a:lnTo>
                  <a:lnTo>
                    <a:pt x="280438" y="1275697"/>
                  </a:lnTo>
                  <a:lnTo>
                    <a:pt x="320500" y="1257979"/>
                  </a:lnTo>
                  <a:lnTo>
                    <a:pt x="360563" y="1240261"/>
                  </a:lnTo>
                  <a:lnTo>
                    <a:pt x="400625" y="1222543"/>
                  </a:lnTo>
                  <a:lnTo>
                    <a:pt x="440688" y="1204825"/>
                  </a:lnTo>
                  <a:lnTo>
                    <a:pt x="480751" y="1187107"/>
                  </a:lnTo>
                  <a:lnTo>
                    <a:pt x="520813" y="1169389"/>
                  </a:lnTo>
                  <a:lnTo>
                    <a:pt x="560876" y="1151671"/>
                  </a:lnTo>
                  <a:lnTo>
                    <a:pt x="600938" y="1133953"/>
                  </a:lnTo>
                  <a:lnTo>
                    <a:pt x="641001" y="1116235"/>
                  </a:lnTo>
                  <a:lnTo>
                    <a:pt x="681063" y="1098517"/>
                  </a:lnTo>
                  <a:lnTo>
                    <a:pt x="721126" y="1080799"/>
                  </a:lnTo>
                  <a:lnTo>
                    <a:pt x="761189" y="1063081"/>
                  </a:lnTo>
                  <a:lnTo>
                    <a:pt x="801251" y="1045363"/>
                  </a:lnTo>
                  <a:lnTo>
                    <a:pt x="841314" y="1027645"/>
                  </a:lnTo>
                  <a:lnTo>
                    <a:pt x="881376" y="1009927"/>
                  </a:lnTo>
                  <a:lnTo>
                    <a:pt x="921439" y="992209"/>
                  </a:lnTo>
                  <a:lnTo>
                    <a:pt x="961502" y="974491"/>
                  </a:lnTo>
                  <a:lnTo>
                    <a:pt x="1001564" y="956773"/>
                  </a:lnTo>
                  <a:lnTo>
                    <a:pt x="1041627" y="939055"/>
                  </a:lnTo>
                  <a:lnTo>
                    <a:pt x="1081689" y="921337"/>
                  </a:lnTo>
                  <a:lnTo>
                    <a:pt x="1121752" y="903619"/>
                  </a:lnTo>
                  <a:lnTo>
                    <a:pt x="1161814" y="885901"/>
                  </a:lnTo>
                  <a:lnTo>
                    <a:pt x="1201877" y="868182"/>
                  </a:lnTo>
                  <a:lnTo>
                    <a:pt x="1241940" y="850464"/>
                  </a:lnTo>
                  <a:lnTo>
                    <a:pt x="1282002" y="832746"/>
                  </a:lnTo>
                  <a:lnTo>
                    <a:pt x="1322065" y="815028"/>
                  </a:lnTo>
                  <a:lnTo>
                    <a:pt x="1362127" y="797310"/>
                  </a:lnTo>
                  <a:lnTo>
                    <a:pt x="1402190" y="779592"/>
                  </a:lnTo>
                  <a:lnTo>
                    <a:pt x="1442253" y="761874"/>
                  </a:lnTo>
                  <a:lnTo>
                    <a:pt x="1482315" y="744156"/>
                  </a:lnTo>
                  <a:lnTo>
                    <a:pt x="1522378" y="726438"/>
                  </a:lnTo>
                  <a:lnTo>
                    <a:pt x="1562440" y="708720"/>
                  </a:lnTo>
                  <a:lnTo>
                    <a:pt x="1602503" y="691002"/>
                  </a:lnTo>
                  <a:lnTo>
                    <a:pt x="1642565" y="673284"/>
                  </a:lnTo>
                  <a:lnTo>
                    <a:pt x="1682628" y="655566"/>
                  </a:lnTo>
                  <a:lnTo>
                    <a:pt x="1722691" y="637848"/>
                  </a:lnTo>
                  <a:lnTo>
                    <a:pt x="1762753" y="620130"/>
                  </a:lnTo>
                  <a:lnTo>
                    <a:pt x="1802816" y="602412"/>
                  </a:lnTo>
                  <a:lnTo>
                    <a:pt x="1842878" y="584694"/>
                  </a:lnTo>
                  <a:lnTo>
                    <a:pt x="1882941" y="566976"/>
                  </a:lnTo>
                  <a:lnTo>
                    <a:pt x="1923004" y="549258"/>
                  </a:lnTo>
                  <a:lnTo>
                    <a:pt x="1963066" y="531540"/>
                  </a:lnTo>
                  <a:lnTo>
                    <a:pt x="2003129" y="513822"/>
                  </a:lnTo>
                  <a:lnTo>
                    <a:pt x="2043191" y="496104"/>
                  </a:lnTo>
                  <a:lnTo>
                    <a:pt x="2083254" y="478386"/>
                  </a:lnTo>
                  <a:lnTo>
                    <a:pt x="2123316" y="460668"/>
                  </a:lnTo>
                  <a:lnTo>
                    <a:pt x="2163379" y="442950"/>
                  </a:lnTo>
                  <a:lnTo>
                    <a:pt x="2203442" y="425232"/>
                  </a:lnTo>
                  <a:lnTo>
                    <a:pt x="2243504" y="407514"/>
                  </a:lnTo>
                  <a:lnTo>
                    <a:pt x="2283567" y="389796"/>
                  </a:lnTo>
                  <a:lnTo>
                    <a:pt x="2323629" y="372078"/>
                  </a:lnTo>
                  <a:lnTo>
                    <a:pt x="2363692" y="354360"/>
                  </a:lnTo>
                  <a:lnTo>
                    <a:pt x="2403755" y="336642"/>
                  </a:lnTo>
                  <a:lnTo>
                    <a:pt x="2443817" y="318924"/>
                  </a:lnTo>
                  <a:lnTo>
                    <a:pt x="2483880" y="301206"/>
                  </a:lnTo>
                  <a:lnTo>
                    <a:pt x="2523942" y="283488"/>
                  </a:lnTo>
                  <a:lnTo>
                    <a:pt x="2564005" y="265770"/>
                  </a:lnTo>
                  <a:lnTo>
                    <a:pt x="2604067" y="248052"/>
                  </a:lnTo>
                  <a:lnTo>
                    <a:pt x="2644130" y="230334"/>
                  </a:lnTo>
                  <a:lnTo>
                    <a:pt x="2684193" y="212616"/>
                  </a:lnTo>
                  <a:lnTo>
                    <a:pt x="2724255" y="194898"/>
                  </a:lnTo>
                  <a:lnTo>
                    <a:pt x="2764318" y="177180"/>
                  </a:lnTo>
                  <a:lnTo>
                    <a:pt x="2804380" y="159462"/>
                  </a:lnTo>
                  <a:lnTo>
                    <a:pt x="2844443" y="141744"/>
                  </a:lnTo>
                  <a:lnTo>
                    <a:pt x="2884506" y="124026"/>
                  </a:lnTo>
                  <a:lnTo>
                    <a:pt x="2924568" y="106308"/>
                  </a:lnTo>
                  <a:lnTo>
                    <a:pt x="2964631" y="88590"/>
                  </a:lnTo>
                  <a:lnTo>
                    <a:pt x="3004693" y="70872"/>
                  </a:lnTo>
                  <a:lnTo>
                    <a:pt x="3044756" y="53154"/>
                  </a:lnTo>
                  <a:lnTo>
                    <a:pt x="3084818" y="35436"/>
                  </a:lnTo>
                  <a:lnTo>
                    <a:pt x="3124881" y="17718"/>
                  </a:lnTo>
                  <a:lnTo>
                    <a:pt x="316494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tx973"/>
            <p:cNvSpPr/>
            <p:nvPr/>
          </p:nvSpPr>
          <p:spPr>
            <a:xfrm>
              <a:off x="1465194" y="2113392"/>
              <a:ext cx="2324221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E31A1C">
                      <a:alpha val="100000"/>
                    </a:srgbClr>
                  </a:solidFill>
                  <a:latin typeface="Helvetica"/>
                  <a:cs typeface="Helvetica"/>
                </a:rPr>
                <a:t>&gt;= threshold: y = 0.89 x +14.1   (R² = 0.59)</a:t>
              </a:r>
            </a:p>
          </p:txBody>
        </p:sp>
        <p:sp>
          <p:nvSpPr>
            <p:cNvPr id="974" name="tx974"/>
            <p:cNvSpPr/>
            <p:nvPr/>
          </p:nvSpPr>
          <p:spPr>
            <a:xfrm>
              <a:off x="1465194" y="2339508"/>
              <a:ext cx="228664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666666">
                      <a:alpha val="100000"/>
                    </a:srgbClr>
                  </a:solidFill>
                  <a:latin typeface="Helvetica"/>
                  <a:cs typeface="Helvetica"/>
                </a:rPr>
                <a:t>&lt; threshold:  y = 0.56 x +36.7   (R² = 0.62)</a:t>
              </a:r>
            </a:p>
          </p:txBody>
        </p:sp>
        <p:sp>
          <p:nvSpPr>
            <p:cNvPr id="975" name="tx975"/>
            <p:cNvSpPr/>
            <p:nvPr/>
          </p:nvSpPr>
          <p:spPr>
            <a:xfrm>
              <a:off x="817066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976" name="tx976"/>
            <p:cNvSpPr/>
            <p:nvPr/>
          </p:nvSpPr>
          <p:spPr>
            <a:xfrm>
              <a:off x="754887" y="4639479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977" name="tx977"/>
            <p:cNvSpPr/>
            <p:nvPr/>
          </p:nvSpPr>
          <p:spPr>
            <a:xfrm>
              <a:off x="692708" y="376980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978" name="tx978"/>
            <p:cNvSpPr/>
            <p:nvPr/>
          </p:nvSpPr>
          <p:spPr>
            <a:xfrm>
              <a:off x="692708" y="290012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979" name="tx979"/>
            <p:cNvSpPr/>
            <p:nvPr/>
          </p:nvSpPr>
          <p:spPr>
            <a:xfrm>
              <a:off x="692708" y="2030448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980" name="tx980"/>
            <p:cNvSpPr/>
            <p:nvPr/>
          </p:nvSpPr>
          <p:spPr>
            <a:xfrm>
              <a:off x="1259665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981" name="tx981"/>
            <p:cNvSpPr/>
            <p:nvPr/>
          </p:nvSpPr>
          <p:spPr>
            <a:xfrm>
              <a:off x="297297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982" name="tx982"/>
            <p:cNvSpPr/>
            <p:nvPr/>
          </p:nvSpPr>
          <p:spPr>
            <a:xfrm>
              <a:off x="4686274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983" name="tx983"/>
            <p:cNvSpPr/>
            <p:nvPr/>
          </p:nvSpPr>
          <p:spPr>
            <a:xfrm>
              <a:off x="6430669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984" name="tx984"/>
            <p:cNvSpPr/>
            <p:nvPr/>
          </p:nvSpPr>
          <p:spPr>
            <a:xfrm>
              <a:off x="8175063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985" name="tx985"/>
            <p:cNvSpPr/>
            <p:nvPr/>
          </p:nvSpPr>
          <p:spPr>
            <a:xfrm>
              <a:off x="3793774" y="5925448"/>
              <a:ext cx="197153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Cockcroft-Gault eGFR (mL/min)</a:t>
              </a:r>
            </a:p>
          </p:txBody>
        </p:sp>
        <p:sp>
          <p:nvSpPr>
            <p:cNvPr id="986" name="tx986"/>
            <p:cNvSpPr/>
            <p:nvPr/>
          </p:nvSpPr>
          <p:spPr>
            <a:xfrm rot="-5400000">
              <a:off x="-804851" y="3759743"/>
              <a:ext cx="27634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CKD-EPI Cr-Cys eGFR, unindexed (mL/min)</a:t>
              </a:r>
            </a:p>
          </p:txBody>
        </p:sp>
        <p:sp>
          <p:nvSpPr>
            <p:cNvPr id="987" name="tx987"/>
            <p:cNvSpPr/>
            <p:nvPr/>
          </p:nvSpPr>
          <p:spPr>
            <a:xfrm>
              <a:off x="941876" y="1669789"/>
              <a:ext cx="258628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Age &gt;= 80   |   N = 943, n_red = 59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2026-09-28T17:35:36Z</dcterms:modified>
  <cp:category/>
</cp:coreProperties>
</file>