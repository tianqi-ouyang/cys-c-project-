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720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583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447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310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3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036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9002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763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626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6152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015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3878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2742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60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0468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9331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8195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817517" y="2479087"/>
              <a:ext cx="7235830" cy="2881169"/>
            </a:xfrm>
            <a:custGeom>
              <a:avLst/>
              <a:pathLst>
                <a:path w="7235830" h="2881169">
                  <a:moveTo>
                    <a:pt x="0" y="0"/>
                  </a:moveTo>
                  <a:lnTo>
                    <a:pt x="7347" y="8689"/>
                  </a:lnTo>
                  <a:lnTo>
                    <a:pt x="81107" y="93506"/>
                  </a:lnTo>
                  <a:lnTo>
                    <a:pt x="154867" y="175979"/>
                  </a:lnTo>
                  <a:lnTo>
                    <a:pt x="228627" y="256173"/>
                  </a:lnTo>
                  <a:lnTo>
                    <a:pt x="302387" y="334151"/>
                  </a:lnTo>
                  <a:lnTo>
                    <a:pt x="376147" y="409975"/>
                  </a:lnTo>
                  <a:lnTo>
                    <a:pt x="449907" y="483703"/>
                  </a:lnTo>
                  <a:lnTo>
                    <a:pt x="523667" y="555394"/>
                  </a:lnTo>
                  <a:lnTo>
                    <a:pt x="597427" y="625104"/>
                  </a:lnTo>
                  <a:lnTo>
                    <a:pt x="671187" y="692888"/>
                  </a:lnTo>
                  <a:lnTo>
                    <a:pt x="744947" y="758799"/>
                  </a:lnTo>
                  <a:lnTo>
                    <a:pt x="818707" y="822889"/>
                  </a:lnTo>
                  <a:lnTo>
                    <a:pt x="892467" y="885207"/>
                  </a:lnTo>
                  <a:lnTo>
                    <a:pt x="966227" y="945804"/>
                  </a:lnTo>
                  <a:lnTo>
                    <a:pt x="1039987" y="1004726"/>
                  </a:lnTo>
                  <a:lnTo>
                    <a:pt x="1113747" y="1062020"/>
                  </a:lnTo>
                  <a:lnTo>
                    <a:pt x="1187508" y="1117731"/>
                  </a:lnTo>
                  <a:lnTo>
                    <a:pt x="1261268" y="1171902"/>
                  </a:lnTo>
                  <a:lnTo>
                    <a:pt x="1335028" y="1224577"/>
                  </a:lnTo>
                  <a:lnTo>
                    <a:pt x="1408788" y="1275796"/>
                  </a:lnTo>
                  <a:lnTo>
                    <a:pt x="1482548" y="1325599"/>
                  </a:lnTo>
                  <a:lnTo>
                    <a:pt x="1556308" y="1374027"/>
                  </a:lnTo>
                  <a:lnTo>
                    <a:pt x="1630068" y="1421116"/>
                  </a:lnTo>
                  <a:lnTo>
                    <a:pt x="1703828" y="1466904"/>
                  </a:lnTo>
                  <a:lnTo>
                    <a:pt x="1777588" y="1511427"/>
                  </a:lnTo>
                  <a:lnTo>
                    <a:pt x="1851348" y="1554720"/>
                  </a:lnTo>
                  <a:lnTo>
                    <a:pt x="1925108" y="1596816"/>
                  </a:lnTo>
                  <a:lnTo>
                    <a:pt x="1998868" y="1637749"/>
                  </a:lnTo>
                  <a:lnTo>
                    <a:pt x="2072628" y="1677551"/>
                  </a:lnTo>
                  <a:lnTo>
                    <a:pt x="2146388" y="1716253"/>
                  </a:lnTo>
                  <a:lnTo>
                    <a:pt x="2220148" y="1753886"/>
                  </a:lnTo>
                  <a:lnTo>
                    <a:pt x="2293908" y="1790479"/>
                  </a:lnTo>
                  <a:lnTo>
                    <a:pt x="2367668" y="1826061"/>
                  </a:lnTo>
                  <a:lnTo>
                    <a:pt x="2441428" y="1860659"/>
                  </a:lnTo>
                  <a:lnTo>
                    <a:pt x="2515188" y="1894302"/>
                  </a:lnTo>
                  <a:lnTo>
                    <a:pt x="2588948" y="1927015"/>
                  </a:lnTo>
                  <a:lnTo>
                    <a:pt x="2662708" y="1958824"/>
                  </a:lnTo>
                  <a:lnTo>
                    <a:pt x="2736468" y="1989754"/>
                  </a:lnTo>
                  <a:lnTo>
                    <a:pt x="2810228" y="2019829"/>
                  </a:lnTo>
                  <a:lnTo>
                    <a:pt x="2883988" y="2049073"/>
                  </a:lnTo>
                  <a:lnTo>
                    <a:pt x="2957748" y="2077509"/>
                  </a:lnTo>
                  <a:lnTo>
                    <a:pt x="3031508" y="2105160"/>
                  </a:lnTo>
                  <a:lnTo>
                    <a:pt x="3105268" y="2132046"/>
                  </a:lnTo>
                  <a:lnTo>
                    <a:pt x="3179028" y="2158190"/>
                  </a:lnTo>
                  <a:lnTo>
                    <a:pt x="3252788" y="2183611"/>
                  </a:lnTo>
                  <a:lnTo>
                    <a:pt x="3326548" y="2208329"/>
                  </a:lnTo>
                  <a:lnTo>
                    <a:pt x="3400308" y="2232365"/>
                  </a:lnTo>
                  <a:lnTo>
                    <a:pt x="3474068" y="2250829"/>
                  </a:lnTo>
                  <a:lnTo>
                    <a:pt x="3547828" y="2257796"/>
                  </a:lnTo>
                  <a:lnTo>
                    <a:pt x="3621588" y="2264704"/>
                  </a:lnTo>
                  <a:lnTo>
                    <a:pt x="3695348" y="2271555"/>
                  </a:lnTo>
                  <a:lnTo>
                    <a:pt x="3769108" y="2278347"/>
                  </a:lnTo>
                  <a:lnTo>
                    <a:pt x="3842868" y="2285083"/>
                  </a:lnTo>
                  <a:lnTo>
                    <a:pt x="3916628" y="2291761"/>
                  </a:lnTo>
                  <a:lnTo>
                    <a:pt x="3990388" y="2298384"/>
                  </a:lnTo>
                  <a:lnTo>
                    <a:pt x="4064149" y="2304950"/>
                  </a:lnTo>
                  <a:lnTo>
                    <a:pt x="4137909" y="2311461"/>
                  </a:lnTo>
                  <a:lnTo>
                    <a:pt x="4211669" y="2317918"/>
                  </a:lnTo>
                  <a:lnTo>
                    <a:pt x="4285429" y="2324320"/>
                  </a:lnTo>
                  <a:lnTo>
                    <a:pt x="4359189" y="2330668"/>
                  </a:lnTo>
                  <a:lnTo>
                    <a:pt x="4432949" y="2336963"/>
                  </a:lnTo>
                  <a:lnTo>
                    <a:pt x="4506709" y="2343205"/>
                  </a:lnTo>
                  <a:lnTo>
                    <a:pt x="4580469" y="2349394"/>
                  </a:lnTo>
                  <a:lnTo>
                    <a:pt x="4654229" y="2355531"/>
                  </a:lnTo>
                  <a:lnTo>
                    <a:pt x="4727989" y="2361616"/>
                  </a:lnTo>
                  <a:lnTo>
                    <a:pt x="4801749" y="2367650"/>
                  </a:lnTo>
                  <a:lnTo>
                    <a:pt x="4875509" y="2373634"/>
                  </a:lnTo>
                  <a:lnTo>
                    <a:pt x="4949269" y="2379567"/>
                  </a:lnTo>
                  <a:lnTo>
                    <a:pt x="5023029" y="2385450"/>
                  </a:lnTo>
                  <a:lnTo>
                    <a:pt x="5096789" y="2391283"/>
                  </a:lnTo>
                  <a:lnTo>
                    <a:pt x="5170549" y="2397067"/>
                  </a:lnTo>
                  <a:lnTo>
                    <a:pt x="5244309" y="2402803"/>
                  </a:lnTo>
                  <a:lnTo>
                    <a:pt x="5318069" y="2408490"/>
                  </a:lnTo>
                  <a:lnTo>
                    <a:pt x="5391829" y="2414130"/>
                  </a:lnTo>
                  <a:lnTo>
                    <a:pt x="5465589" y="2419721"/>
                  </a:lnTo>
                  <a:lnTo>
                    <a:pt x="5539349" y="2425266"/>
                  </a:lnTo>
                  <a:lnTo>
                    <a:pt x="5613109" y="2430764"/>
                  </a:lnTo>
                  <a:lnTo>
                    <a:pt x="5686869" y="2436216"/>
                  </a:lnTo>
                  <a:lnTo>
                    <a:pt x="5760629" y="2441622"/>
                  </a:lnTo>
                  <a:lnTo>
                    <a:pt x="5834389" y="2446983"/>
                  </a:lnTo>
                  <a:lnTo>
                    <a:pt x="5908149" y="2452298"/>
                  </a:lnTo>
                  <a:lnTo>
                    <a:pt x="5981909" y="2457568"/>
                  </a:lnTo>
                  <a:lnTo>
                    <a:pt x="6055669" y="2462794"/>
                  </a:lnTo>
                  <a:lnTo>
                    <a:pt x="6129429" y="2467976"/>
                  </a:lnTo>
                  <a:lnTo>
                    <a:pt x="6203189" y="2473115"/>
                  </a:lnTo>
                  <a:lnTo>
                    <a:pt x="6276949" y="2478210"/>
                  </a:lnTo>
                  <a:lnTo>
                    <a:pt x="6350709" y="2483262"/>
                  </a:lnTo>
                  <a:lnTo>
                    <a:pt x="6424469" y="2488272"/>
                  </a:lnTo>
                  <a:lnTo>
                    <a:pt x="6498229" y="2493240"/>
                  </a:lnTo>
                  <a:lnTo>
                    <a:pt x="6571989" y="2498165"/>
                  </a:lnTo>
                  <a:lnTo>
                    <a:pt x="6645749" y="2503050"/>
                  </a:lnTo>
                  <a:lnTo>
                    <a:pt x="6719509" y="2507893"/>
                  </a:lnTo>
                  <a:lnTo>
                    <a:pt x="6793269" y="2512695"/>
                  </a:lnTo>
                  <a:lnTo>
                    <a:pt x="6867029" y="2517457"/>
                  </a:lnTo>
                  <a:lnTo>
                    <a:pt x="6940789" y="2522179"/>
                  </a:lnTo>
                  <a:lnTo>
                    <a:pt x="7014550" y="2526861"/>
                  </a:lnTo>
                  <a:lnTo>
                    <a:pt x="7088310" y="2531503"/>
                  </a:lnTo>
                  <a:lnTo>
                    <a:pt x="7162070" y="2536107"/>
                  </a:lnTo>
                  <a:lnTo>
                    <a:pt x="7235830" y="2540671"/>
                  </a:lnTo>
                  <a:lnTo>
                    <a:pt x="7235830" y="2881169"/>
                  </a:lnTo>
                  <a:lnTo>
                    <a:pt x="7162070" y="2875571"/>
                  </a:lnTo>
                  <a:lnTo>
                    <a:pt x="7088310" y="2869814"/>
                  </a:lnTo>
                  <a:lnTo>
                    <a:pt x="7014550" y="2863893"/>
                  </a:lnTo>
                  <a:lnTo>
                    <a:pt x="6940789" y="2857804"/>
                  </a:lnTo>
                  <a:lnTo>
                    <a:pt x="6867029" y="2851542"/>
                  </a:lnTo>
                  <a:lnTo>
                    <a:pt x="6793269" y="2845102"/>
                  </a:lnTo>
                  <a:lnTo>
                    <a:pt x="6719509" y="2838479"/>
                  </a:lnTo>
                  <a:lnTo>
                    <a:pt x="6645749" y="2831667"/>
                  </a:lnTo>
                  <a:lnTo>
                    <a:pt x="6571989" y="2824663"/>
                  </a:lnTo>
                  <a:lnTo>
                    <a:pt x="6498229" y="2817459"/>
                  </a:lnTo>
                  <a:lnTo>
                    <a:pt x="6424469" y="2810050"/>
                  </a:lnTo>
                  <a:lnTo>
                    <a:pt x="6350709" y="2802431"/>
                  </a:lnTo>
                  <a:lnTo>
                    <a:pt x="6276949" y="2794595"/>
                  </a:lnTo>
                  <a:lnTo>
                    <a:pt x="6203189" y="2786537"/>
                  </a:lnTo>
                  <a:lnTo>
                    <a:pt x="6129429" y="2778250"/>
                  </a:lnTo>
                  <a:lnTo>
                    <a:pt x="6055669" y="2769727"/>
                  </a:lnTo>
                  <a:lnTo>
                    <a:pt x="5981909" y="2760962"/>
                  </a:lnTo>
                  <a:lnTo>
                    <a:pt x="5908149" y="2751948"/>
                  </a:lnTo>
                  <a:lnTo>
                    <a:pt x="5834389" y="2742678"/>
                  </a:lnTo>
                  <a:lnTo>
                    <a:pt x="5760629" y="2733144"/>
                  </a:lnTo>
                  <a:lnTo>
                    <a:pt x="5686869" y="2723339"/>
                  </a:lnTo>
                  <a:lnTo>
                    <a:pt x="5613109" y="2713256"/>
                  </a:lnTo>
                  <a:lnTo>
                    <a:pt x="5539349" y="2702887"/>
                  </a:lnTo>
                  <a:lnTo>
                    <a:pt x="5465589" y="2692222"/>
                  </a:lnTo>
                  <a:lnTo>
                    <a:pt x="5391829" y="2681255"/>
                  </a:lnTo>
                  <a:lnTo>
                    <a:pt x="5318069" y="2669975"/>
                  </a:lnTo>
                  <a:lnTo>
                    <a:pt x="5244309" y="2658376"/>
                  </a:lnTo>
                  <a:lnTo>
                    <a:pt x="5170549" y="2646446"/>
                  </a:lnTo>
                  <a:lnTo>
                    <a:pt x="5096789" y="2634178"/>
                  </a:lnTo>
                  <a:lnTo>
                    <a:pt x="5023029" y="2621561"/>
                  </a:lnTo>
                  <a:lnTo>
                    <a:pt x="4949269" y="2608586"/>
                  </a:lnTo>
                  <a:lnTo>
                    <a:pt x="4875509" y="2595241"/>
                  </a:lnTo>
                  <a:lnTo>
                    <a:pt x="4801749" y="2581518"/>
                  </a:lnTo>
                  <a:lnTo>
                    <a:pt x="4727989" y="2567404"/>
                  </a:lnTo>
                  <a:lnTo>
                    <a:pt x="4654229" y="2552890"/>
                  </a:lnTo>
                  <a:lnTo>
                    <a:pt x="4580469" y="2537963"/>
                  </a:lnTo>
                  <a:lnTo>
                    <a:pt x="4506709" y="2522612"/>
                  </a:lnTo>
                  <a:lnTo>
                    <a:pt x="4432949" y="2506824"/>
                  </a:lnTo>
                  <a:lnTo>
                    <a:pt x="4359189" y="2490588"/>
                  </a:lnTo>
                  <a:lnTo>
                    <a:pt x="4285429" y="2473891"/>
                  </a:lnTo>
                  <a:lnTo>
                    <a:pt x="4211669" y="2456719"/>
                  </a:lnTo>
                  <a:lnTo>
                    <a:pt x="4137909" y="2439059"/>
                  </a:lnTo>
                  <a:lnTo>
                    <a:pt x="4064149" y="2420897"/>
                  </a:lnTo>
                  <a:lnTo>
                    <a:pt x="3990388" y="2402219"/>
                  </a:lnTo>
                  <a:lnTo>
                    <a:pt x="3916628" y="2383010"/>
                  </a:lnTo>
                  <a:lnTo>
                    <a:pt x="3842868" y="2363256"/>
                  </a:lnTo>
                  <a:lnTo>
                    <a:pt x="3769108" y="2342940"/>
                  </a:lnTo>
                  <a:lnTo>
                    <a:pt x="3695348" y="2322047"/>
                  </a:lnTo>
                  <a:lnTo>
                    <a:pt x="3621588" y="2300559"/>
                  </a:lnTo>
                  <a:lnTo>
                    <a:pt x="3547828" y="2278462"/>
                  </a:lnTo>
                  <a:lnTo>
                    <a:pt x="3474068" y="2255736"/>
                  </a:lnTo>
                  <a:lnTo>
                    <a:pt x="3400308" y="2243803"/>
                  </a:lnTo>
                  <a:lnTo>
                    <a:pt x="3326548" y="2236717"/>
                  </a:lnTo>
                  <a:lnTo>
                    <a:pt x="3252788" y="2229571"/>
                  </a:lnTo>
                  <a:lnTo>
                    <a:pt x="3179028" y="2222364"/>
                  </a:lnTo>
                  <a:lnTo>
                    <a:pt x="3105268" y="2215096"/>
                  </a:lnTo>
                  <a:lnTo>
                    <a:pt x="3031508" y="2207766"/>
                  </a:lnTo>
                  <a:lnTo>
                    <a:pt x="2957748" y="2200374"/>
                  </a:lnTo>
                  <a:lnTo>
                    <a:pt x="2883988" y="2192919"/>
                  </a:lnTo>
                  <a:lnTo>
                    <a:pt x="2810228" y="2185401"/>
                  </a:lnTo>
                  <a:lnTo>
                    <a:pt x="2736468" y="2177820"/>
                  </a:lnTo>
                  <a:lnTo>
                    <a:pt x="2662708" y="2170173"/>
                  </a:lnTo>
                  <a:lnTo>
                    <a:pt x="2588948" y="2162462"/>
                  </a:lnTo>
                  <a:lnTo>
                    <a:pt x="2515188" y="2154685"/>
                  </a:lnTo>
                  <a:lnTo>
                    <a:pt x="2441428" y="2146843"/>
                  </a:lnTo>
                  <a:lnTo>
                    <a:pt x="2367668" y="2138933"/>
                  </a:lnTo>
                  <a:lnTo>
                    <a:pt x="2293908" y="2130957"/>
                  </a:lnTo>
                  <a:lnTo>
                    <a:pt x="2220148" y="2122912"/>
                  </a:lnTo>
                  <a:lnTo>
                    <a:pt x="2146388" y="2114800"/>
                  </a:lnTo>
                  <a:lnTo>
                    <a:pt x="2072628" y="2106618"/>
                  </a:lnTo>
                  <a:lnTo>
                    <a:pt x="1998868" y="2098367"/>
                  </a:lnTo>
                  <a:lnTo>
                    <a:pt x="1925108" y="2090046"/>
                  </a:lnTo>
                  <a:lnTo>
                    <a:pt x="1851348" y="2081655"/>
                  </a:lnTo>
                  <a:lnTo>
                    <a:pt x="1777588" y="2073192"/>
                  </a:lnTo>
                  <a:lnTo>
                    <a:pt x="1703828" y="2064657"/>
                  </a:lnTo>
                  <a:lnTo>
                    <a:pt x="1630068" y="2056049"/>
                  </a:lnTo>
                  <a:lnTo>
                    <a:pt x="1556308" y="2047369"/>
                  </a:lnTo>
                  <a:lnTo>
                    <a:pt x="1482548" y="2038615"/>
                  </a:lnTo>
                  <a:lnTo>
                    <a:pt x="1408788" y="2029786"/>
                  </a:lnTo>
                  <a:lnTo>
                    <a:pt x="1335028" y="2020883"/>
                  </a:lnTo>
                  <a:lnTo>
                    <a:pt x="1261268" y="2011904"/>
                  </a:lnTo>
                  <a:lnTo>
                    <a:pt x="1187508" y="2002848"/>
                  </a:lnTo>
                  <a:lnTo>
                    <a:pt x="1113747" y="1993716"/>
                  </a:lnTo>
                  <a:lnTo>
                    <a:pt x="1039987" y="1984506"/>
                  </a:lnTo>
                  <a:lnTo>
                    <a:pt x="966227" y="1975218"/>
                  </a:lnTo>
                  <a:lnTo>
                    <a:pt x="892467" y="1965851"/>
                  </a:lnTo>
                  <a:lnTo>
                    <a:pt x="818707" y="1956405"/>
                  </a:lnTo>
                  <a:lnTo>
                    <a:pt x="744947" y="1946878"/>
                  </a:lnTo>
                  <a:lnTo>
                    <a:pt x="671187" y="1937271"/>
                  </a:lnTo>
                  <a:lnTo>
                    <a:pt x="597427" y="1927581"/>
                  </a:lnTo>
                  <a:lnTo>
                    <a:pt x="523667" y="1917810"/>
                  </a:lnTo>
                  <a:lnTo>
                    <a:pt x="449907" y="1907955"/>
                  </a:lnTo>
                  <a:lnTo>
                    <a:pt x="376147" y="1898017"/>
                  </a:lnTo>
                  <a:lnTo>
                    <a:pt x="302387" y="1887995"/>
                  </a:lnTo>
                  <a:lnTo>
                    <a:pt x="228627" y="1877887"/>
                  </a:lnTo>
                  <a:lnTo>
                    <a:pt x="154867" y="1867694"/>
                  </a:lnTo>
                  <a:lnTo>
                    <a:pt x="81107" y="1857414"/>
                  </a:lnTo>
                  <a:lnTo>
                    <a:pt x="7347" y="1847046"/>
                  </a:lnTo>
                  <a:lnTo>
                    <a:pt x="0" y="184600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817517" y="2479087"/>
              <a:ext cx="7235830" cy="2540671"/>
            </a:xfrm>
            <a:custGeom>
              <a:avLst/>
              <a:pathLst>
                <a:path w="7235830" h="2540671">
                  <a:moveTo>
                    <a:pt x="0" y="0"/>
                  </a:moveTo>
                  <a:lnTo>
                    <a:pt x="7347" y="8689"/>
                  </a:lnTo>
                  <a:lnTo>
                    <a:pt x="81107" y="93506"/>
                  </a:lnTo>
                  <a:lnTo>
                    <a:pt x="154867" y="175979"/>
                  </a:lnTo>
                  <a:lnTo>
                    <a:pt x="228627" y="256173"/>
                  </a:lnTo>
                  <a:lnTo>
                    <a:pt x="302387" y="334151"/>
                  </a:lnTo>
                  <a:lnTo>
                    <a:pt x="376147" y="409975"/>
                  </a:lnTo>
                  <a:lnTo>
                    <a:pt x="449907" y="483703"/>
                  </a:lnTo>
                  <a:lnTo>
                    <a:pt x="523667" y="555394"/>
                  </a:lnTo>
                  <a:lnTo>
                    <a:pt x="597427" y="625104"/>
                  </a:lnTo>
                  <a:lnTo>
                    <a:pt x="671187" y="692888"/>
                  </a:lnTo>
                  <a:lnTo>
                    <a:pt x="744947" y="758799"/>
                  </a:lnTo>
                  <a:lnTo>
                    <a:pt x="818707" y="822889"/>
                  </a:lnTo>
                  <a:lnTo>
                    <a:pt x="892467" y="885207"/>
                  </a:lnTo>
                  <a:lnTo>
                    <a:pt x="966227" y="945804"/>
                  </a:lnTo>
                  <a:lnTo>
                    <a:pt x="1039987" y="1004726"/>
                  </a:lnTo>
                  <a:lnTo>
                    <a:pt x="1113747" y="1062020"/>
                  </a:lnTo>
                  <a:lnTo>
                    <a:pt x="1187508" y="1117731"/>
                  </a:lnTo>
                  <a:lnTo>
                    <a:pt x="1261268" y="1171902"/>
                  </a:lnTo>
                  <a:lnTo>
                    <a:pt x="1335028" y="1224577"/>
                  </a:lnTo>
                  <a:lnTo>
                    <a:pt x="1408788" y="1275796"/>
                  </a:lnTo>
                  <a:lnTo>
                    <a:pt x="1482548" y="1325599"/>
                  </a:lnTo>
                  <a:lnTo>
                    <a:pt x="1556308" y="1374027"/>
                  </a:lnTo>
                  <a:lnTo>
                    <a:pt x="1630068" y="1421116"/>
                  </a:lnTo>
                  <a:lnTo>
                    <a:pt x="1703828" y="1466904"/>
                  </a:lnTo>
                  <a:lnTo>
                    <a:pt x="1777588" y="1511427"/>
                  </a:lnTo>
                  <a:lnTo>
                    <a:pt x="1851348" y="1554720"/>
                  </a:lnTo>
                  <a:lnTo>
                    <a:pt x="1925108" y="1596816"/>
                  </a:lnTo>
                  <a:lnTo>
                    <a:pt x="1998868" y="1637749"/>
                  </a:lnTo>
                  <a:lnTo>
                    <a:pt x="2072628" y="1677551"/>
                  </a:lnTo>
                  <a:lnTo>
                    <a:pt x="2146388" y="1716253"/>
                  </a:lnTo>
                  <a:lnTo>
                    <a:pt x="2220148" y="1753886"/>
                  </a:lnTo>
                  <a:lnTo>
                    <a:pt x="2293908" y="1790479"/>
                  </a:lnTo>
                  <a:lnTo>
                    <a:pt x="2367668" y="1826061"/>
                  </a:lnTo>
                  <a:lnTo>
                    <a:pt x="2441428" y="1860659"/>
                  </a:lnTo>
                  <a:lnTo>
                    <a:pt x="2515188" y="1894302"/>
                  </a:lnTo>
                  <a:lnTo>
                    <a:pt x="2588948" y="1927015"/>
                  </a:lnTo>
                  <a:lnTo>
                    <a:pt x="2662708" y="1958824"/>
                  </a:lnTo>
                  <a:lnTo>
                    <a:pt x="2736468" y="1989754"/>
                  </a:lnTo>
                  <a:lnTo>
                    <a:pt x="2810228" y="2019829"/>
                  </a:lnTo>
                  <a:lnTo>
                    <a:pt x="2883988" y="2049073"/>
                  </a:lnTo>
                  <a:lnTo>
                    <a:pt x="2957748" y="2077509"/>
                  </a:lnTo>
                  <a:lnTo>
                    <a:pt x="3031508" y="2105160"/>
                  </a:lnTo>
                  <a:lnTo>
                    <a:pt x="3105268" y="2132046"/>
                  </a:lnTo>
                  <a:lnTo>
                    <a:pt x="3179028" y="2158190"/>
                  </a:lnTo>
                  <a:lnTo>
                    <a:pt x="3252788" y="2183611"/>
                  </a:lnTo>
                  <a:lnTo>
                    <a:pt x="3326548" y="2208329"/>
                  </a:lnTo>
                  <a:lnTo>
                    <a:pt x="3400308" y="2232365"/>
                  </a:lnTo>
                  <a:lnTo>
                    <a:pt x="3474068" y="2250829"/>
                  </a:lnTo>
                  <a:lnTo>
                    <a:pt x="3547828" y="2257796"/>
                  </a:lnTo>
                  <a:lnTo>
                    <a:pt x="3621588" y="2264704"/>
                  </a:lnTo>
                  <a:lnTo>
                    <a:pt x="3695348" y="2271555"/>
                  </a:lnTo>
                  <a:lnTo>
                    <a:pt x="3769108" y="2278347"/>
                  </a:lnTo>
                  <a:lnTo>
                    <a:pt x="3842868" y="2285083"/>
                  </a:lnTo>
                  <a:lnTo>
                    <a:pt x="3916628" y="2291761"/>
                  </a:lnTo>
                  <a:lnTo>
                    <a:pt x="3990388" y="2298384"/>
                  </a:lnTo>
                  <a:lnTo>
                    <a:pt x="4064149" y="2304950"/>
                  </a:lnTo>
                  <a:lnTo>
                    <a:pt x="4137909" y="2311461"/>
                  </a:lnTo>
                  <a:lnTo>
                    <a:pt x="4211669" y="2317918"/>
                  </a:lnTo>
                  <a:lnTo>
                    <a:pt x="4285429" y="2324320"/>
                  </a:lnTo>
                  <a:lnTo>
                    <a:pt x="4359189" y="2330668"/>
                  </a:lnTo>
                  <a:lnTo>
                    <a:pt x="4432949" y="2336963"/>
                  </a:lnTo>
                  <a:lnTo>
                    <a:pt x="4506709" y="2343205"/>
                  </a:lnTo>
                  <a:lnTo>
                    <a:pt x="4580469" y="2349394"/>
                  </a:lnTo>
                  <a:lnTo>
                    <a:pt x="4654229" y="2355531"/>
                  </a:lnTo>
                  <a:lnTo>
                    <a:pt x="4727989" y="2361616"/>
                  </a:lnTo>
                  <a:lnTo>
                    <a:pt x="4801749" y="2367650"/>
                  </a:lnTo>
                  <a:lnTo>
                    <a:pt x="4875509" y="2373634"/>
                  </a:lnTo>
                  <a:lnTo>
                    <a:pt x="4949269" y="2379567"/>
                  </a:lnTo>
                  <a:lnTo>
                    <a:pt x="5023029" y="2385450"/>
                  </a:lnTo>
                  <a:lnTo>
                    <a:pt x="5096789" y="2391283"/>
                  </a:lnTo>
                  <a:lnTo>
                    <a:pt x="5170549" y="2397067"/>
                  </a:lnTo>
                  <a:lnTo>
                    <a:pt x="5244309" y="2402803"/>
                  </a:lnTo>
                  <a:lnTo>
                    <a:pt x="5318069" y="2408490"/>
                  </a:lnTo>
                  <a:lnTo>
                    <a:pt x="5391829" y="2414130"/>
                  </a:lnTo>
                  <a:lnTo>
                    <a:pt x="5465589" y="2419721"/>
                  </a:lnTo>
                  <a:lnTo>
                    <a:pt x="5539349" y="2425266"/>
                  </a:lnTo>
                  <a:lnTo>
                    <a:pt x="5613109" y="2430764"/>
                  </a:lnTo>
                  <a:lnTo>
                    <a:pt x="5686869" y="2436216"/>
                  </a:lnTo>
                  <a:lnTo>
                    <a:pt x="5760629" y="2441622"/>
                  </a:lnTo>
                  <a:lnTo>
                    <a:pt x="5834389" y="2446983"/>
                  </a:lnTo>
                  <a:lnTo>
                    <a:pt x="5908149" y="2452298"/>
                  </a:lnTo>
                  <a:lnTo>
                    <a:pt x="5981909" y="2457568"/>
                  </a:lnTo>
                  <a:lnTo>
                    <a:pt x="6055669" y="2462794"/>
                  </a:lnTo>
                  <a:lnTo>
                    <a:pt x="6129429" y="2467976"/>
                  </a:lnTo>
                  <a:lnTo>
                    <a:pt x="6203189" y="2473115"/>
                  </a:lnTo>
                  <a:lnTo>
                    <a:pt x="6276949" y="2478210"/>
                  </a:lnTo>
                  <a:lnTo>
                    <a:pt x="6350709" y="2483262"/>
                  </a:lnTo>
                  <a:lnTo>
                    <a:pt x="6424469" y="2488272"/>
                  </a:lnTo>
                  <a:lnTo>
                    <a:pt x="6498229" y="2493240"/>
                  </a:lnTo>
                  <a:lnTo>
                    <a:pt x="6571989" y="2498165"/>
                  </a:lnTo>
                  <a:lnTo>
                    <a:pt x="6645749" y="2503050"/>
                  </a:lnTo>
                  <a:lnTo>
                    <a:pt x="6719509" y="2507893"/>
                  </a:lnTo>
                  <a:lnTo>
                    <a:pt x="6793269" y="2512695"/>
                  </a:lnTo>
                  <a:lnTo>
                    <a:pt x="6867029" y="2517457"/>
                  </a:lnTo>
                  <a:lnTo>
                    <a:pt x="6940789" y="2522179"/>
                  </a:lnTo>
                  <a:lnTo>
                    <a:pt x="7014550" y="2526861"/>
                  </a:lnTo>
                  <a:lnTo>
                    <a:pt x="7088310" y="2531503"/>
                  </a:lnTo>
                  <a:lnTo>
                    <a:pt x="7162070" y="2536107"/>
                  </a:lnTo>
                  <a:lnTo>
                    <a:pt x="7235830" y="254067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817517" y="4325092"/>
              <a:ext cx="7235830" cy="1035164"/>
            </a:xfrm>
            <a:custGeom>
              <a:avLst/>
              <a:pathLst>
                <a:path w="7235830" h="1035164">
                  <a:moveTo>
                    <a:pt x="7235830" y="1035164"/>
                  </a:moveTo>
                  <a:lnTo>
                    <a:pt x="7162070" y="1029566"/>
                  </a:lnTo>
                  <a:lnTo>
                    <a:pt x="7088310" y="1023808"/>
                  </a:lnTo>
                  <a:lnTo>
                    <a:pt x="7014550" y="1017888"/>
                  </a:lnTo>
                  <a:lnTo>
                    <a:pt x="6940789" y="1011799"/>
                  </a:lnTo>
                  <a:lnTo>
                    <a:pt x="6867029" y="1005537"/>
                  </a:lnTo>
                  <a:lnTo>
                    <a:pt x="6793269" y="999097"/>
                  </a:lnTo>
                  <a:lnTo>
                    <a:pt x="6719509" y="992474"/>
                  </a:lnTo>
                  <a:lnTo>
                    <a:pt x="6645749" y="985662"/>
                  </a:lnTo>
                  <a:lnTo>
                    <a:pt x="6571989" y="978657"/>
                  </a:lnTo>
                  <a:lnTo>
                    <a:pt x="6498229" y="971454"/>
                  </a:lnTo>
                  <a:lnTo>
                    <a:pt x="6424469" y="964045"/>
                  </a:lnTo>
                  <a:lnTo>
                    <a:pt x="6350709" y="956426"/>
                  </a:lnTo>
                  <a:lnTo>
                    <a:pt x="6276949" y="948590"/>
                  </a:lnTo>
                  <a:lnTo>
                    <a:pt x="6203189" y="940532"/>
                  </a:lnTo>
                  <a:lnTo>
                    <a:pt x="6129429" y="932245"/>
                  </a:lnTo>
                  <a:lnTo>
                    <a:pt x="6055669" y="923722"/>
                  </a:lnTo>
                  <a:lnTo>
                    <a:pt x="5981909" y="914957"/>
                  </a:lnTo>
                  <a:lnTo>
                    <a:pt x="5908149" y="905943"/>
                  </a:lnTo>
                  <a:lnTo>
                    <a:pt x="5834389" y="896673"/>
                  </a:lnTo>
                  <a:lnTo>
                    <a:pt x="5760629" y="887139"/>
                  </a:lnTo>
                  <a:lnTo>
                    <a:pt x="5686869" y="877334"/>
                  </a:lnTo>
                  <a:lnTo>
                    <a:pt x="5613109" y="867251"/>
                  </a:lnTo>
                  <a:lnTo>
                    <a:pt x="5539349" y="856881"/>
                  </a:lnTo>
                  <a:lnTo>
                    <a:pt x="5465589" y="846217"/>
                  </a:lnTo>
                  <a:lnTo>
                    <a:pt x="5391829" y="835249"/>
                  </a:lnTo>
                  <a:lnTo>
                    <a:pt x="5318069" y="823970"/>
                  </a:lnTo>
                  <a:lnTo>
                    <a:pt x="5244309" y="812371"/>
                  </a:lnTo>
                  <a:lnTo>
                    <a:pt x="5170549" y="800441"/>
                  </a:lnTo>
                  <a:lnTo>
                    <a:pt x="5096789" y="788173"/>
                  </a:lnTo>
                  <a:lnTo>
                    <a:pt x="5023029" y="775556"/>
                  </a:lnTo>
                  <a:lnTo>
                    <a:pt x="4949269" y="762580"/>
                  </a:lnTo>
                  <a:lnTo>
                    <a:pt x="4875509" y="749236"/>
                  </a:lnTo>
                  <a:lnTo>
                    <a:pt x="4801749" y="735513"/>
                  </a:lnTo>
                  <a:lnTo>
                    <a:pt x="4727989" y="721399"/>
                  </a:lnTo>
                  <a:lnTo>
                    <a:pt x="4654229" y="706885"/>
                  </a:lnTo>
                  <a:lnTo>
                    <a:pt x="4580469" y="691958"/>
                  </a:lnTo>
                  <a:lnTo>
                    <a:pt x="4506709" y="676606"/>
                  </a:lnTo>
                  <a:lnTo>
                    <a:pt x="4432949" y="660819"/>
                  </a:lnTo>
                  <a:lnTo>
                    <a:pt x="4359189" y="644583"/>
                  </a:lnTo>
                  <a:lnTo>
                    <a:pt x="4285429" y="627886"/>
                  </a:lnTo>
                  <a:lnTo>
                    <a:pt x="4211669" y="610714"/>
                  </a:lnTo>
                  <a:lnTo>
                    <a:pt x="4137909" y="593054"/>
                  </a:lnTo>
                  <a:lnTo>
                    <a:pt x="4064149" y="574892"/>
                  </a:lnTo>
                  <a:lnTo>
                    <a:pt x="3990388" y="556214"/>
                  </a:lnTo>
                  <a:lnTo>
                    <a:pt x="3916628" y="537005"/>
                  </a:lnTo>
                  <a:lnTo>
                    <a:pt x="3842868" y="517251"/>
                  </a:lnTo>
                  <a:lnTo>
                    <a:pt x="3769108" y="496935"/>
                  </a:lnTo>
                  <a:lnTo>
                    <a:pt x="3695348" y="476041"/>
                  </a:lnTo>
                  <a:lnTo>
                    <a:pt x="3621588" y="454554"/>
                  </a:lnTo>
                  <a:lnTo>
                    <a:pt x="3547828" y="432457"/>
                  </a:lnTo>
                  <a:lnTo>
                    <a:pt x="3474068" y="409731"/>
                  </a:lnTo>
                  <a:lnTo>
                    <a:pt x="3400308" y="397798"/>
                  </a:lnTo>
                  <a:lnTo>
                    <a:pt x="3326548" y="390712"/>
                  </a:lnTo>
                  <a:lnTo>
                    <a:pt x="3252788" y="383566"/>
                  </a:lnTo>
                  <a:lnTo>
                    <a:pt x="3179028" y="376359"/>
                  </a:lnTo>
                  <a:lnTo>
                    <a:pt x="3105268" y="369091"/>
                  </a:lnTo>
                  <a:lnTo>
                    <a:pt x="3031508" y="361761"/>
                  </a:lnTo>
                  <a:lnTo>
                    <a:pt x="2957748" y="354369"/>
                  </a:lnTo>
                  <a:lnTo>
                    <a:pt x="2883988" y="346914"/>
                  </a:lnTo>
                  <a:lnTo>
                    <a:pt x="2810228" y="339396"/>
                  </a:lnTo>
                  <a:lnTo>
                    <a:pt x="2736468" y="331814"/>
                  </a:lnTo>
                  <a:lnTo>
                    <a:pt x="2662708" y="324168"/>
                  </a:lnTo>
                  <a:lnTo>
                    <a:pt x="2588948" y="316457"/>
                  </a:lnTo>
                  <a:lnTo>
                    <a:pt x="2515188" y="308680"/>
                  </a:lnTo>
                  <a:lnTo>
                    <a:pt x="2441428" y="300837"/>
                  </a:lnTo>
                  <a:lnTo>
                    <a:pt x="2367668" y="292928"/>
                  </a:lnTo>
                  <a:lnTo>
                    <a:pt x="2293908" y="284952"/>
                  </a:lnTo>
                  <a:lnTo>
                    <a:pt x="2220148" y="276907"/>
                  </a:lnTo>
                  <a:lnTo>
                    <a:pt x="2146388" y="268795"/>
                  </a:lnTo>
                  <a:lnTo>
                    <a:pt x="2072628" y="260613"/>
                  </a:lnTo>
                  <a:lnTo>
                    <a:pt x="1998868" y="252362"/>
                  </a:lnTo>
                  <a:lnTo>
                    <a:pt x="1925108" y="244041"/>
                  </a:lnTo>
                  <a:lnTo>
                    <a:pt x="1851348" y="235649"/>
                  </a:lnTo>
                  <a:lnTo>
                    <a:pt x="1777588" y="227186"/>
                  </a:lnTo>
                  <a:lnTo>
                    <a:pt x="1703828" y="218652"/>
                  </a:lnTo>
                  <a:lnTo>
                    <a:pt x="1630068" y="210044"/>
                  </a:lnTo>
                  <a:lnTo>
                    <a:pt x="1556308" y="201364"/>
                  </a:lnTo>
                  <a:lnTo>
                    <a:pt x="1482548" y="192610"/>
                  </a:lnTo>
                  <a:lnTo>
                    <a:pt x="1408788" y="183781"/>
                  </a:lnTo>
                  <a:lnTo>
                    <a:pt x="1335028" y="174878"/>
                  </a:lnTo>
                  <a:lnTo>
                    <a:pt x="1261268" y="165899"/>
                  </a:lnTo>
                  <a:lnTo>
                    <a:pt x="1187508" y="156843"/>
                  </a:lnTo>
                  <a:lnTo>
                    <a:pt x="1113747" y="147711"/>
                  </a:lnTo>
                  <a:lnTo>
                    <a:pt x="1039987" y="138501"/>
                  </a:lnTo>
                  <a:lnTo>
                    <a:pt x="966227" y="129213"/>
                  </a:lnTo>
                  <a:lnTo>
                    <a:pt x="892467" y="119846"/>
                  </a:lnTo>
                  <a:lnTo>
                    <a:pt x="818707" y="110400"/>
                  </a:lnTo>
                  <a:lnTo>
                    <a:pt x="744947" y="100873"/>
                  </a:lnTo>
                  <a:lnTo>
                    <a:pt x="671187" y="91265"/>
                  </a:lnTo>
                  <a:lnTo>
                    <a:pt x="597427" y="81576"/>
                  </a:lnTo>
                  <a:lnTo>
                    <a:pt x="523667" y="71805"/>
                  </a:lnTo>
                  <a:lnTo>
                    <a:pt x="449907" y="61950"/>
                  </a:lnTo>
                  <a:lnTo>
                    <a:pt x="376147" y="52012"/>
                  </a:lnTo>
                  <a:lnTo>
                    <a:pt x="302387" y="41990"/>
                  </a:lnTo>
                  <a:lnTo>
                    <a:pt x="228627" y="31882"/>
                  </a:lnTo>
                  <a:lnTo>
                    <a:pt x="154867" y="21688"/>
                  </a:lnTo>
                  <a:lnTo>
                    <a:pt x="81107" y="11408"/>
                  </a:lnTo>
                  <a:lnTo>
                    <a:pt x="7347" y="104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817517" y="3609751"/>
              <a:ext cx="7235830" cy="1622102"/>
            </a:xfrm>
            <a:custGeom>
              <a:avLst/>
              <a:pathLst>
                <a:path w="7235830" h="1622102">
                  <a:moveTo>
                    <a:pt x="0" y="0"/>
                  </a:moveTo>
                  <a:lnTo>
                    <a:pt x="7347" y="3564"/>
                  </a:lnTo>
                  <a:lnTo>
                    <a:pt x="81107" y="38698"/>
                  </a:lnTo>
                  <a:lnTo>
                    <a:pt x="154867" y="73197"/>
                  </a:lnTo>
                  <a:lnTo>
                    <a:pt x="228627" y="107073"/>
                  </a:lnTo>
                  <a:lnTo>
                    <a:pt x="302387" y="140336"/>
                  </a:lnTo>
                  <a:lnTo>
                    <a:pt x="376147" y="172998"/>
                  </a:lnTo>
                  <a:lnTo>
                    <a:pt x="449907" y="205070"/>
                  </a:lnTo>
                  <a:lnTo>
                    <a:pt x="523667" y="236562"/>
                  </a:lnTo>
                  <a:lnTo>
                    <a:pt x="597427" y="267485"/>
                  </a:lnTo>
                  <a:lnTo>
                    <a:pt x="671187" y="297849"/>
                  </a:lnTo>
                  <a:lnTo>
                    <a:pt x="744947" y="327665"/>
                  </a:lnTo>
                  <a:lnTo>
                    <a:pt x="818707" y="356941"/>
                  </a:lnTo>
                  <a:lnTo>
                    <a:pt x="892467" y="385688"/>
                  </a:lnTo>
                  <a:lnTo>
                    <a:pt x="966227" y="413916"/>
                  </a:lnTo>
                  <a:lnTo>
                    <a:pt x="1039987" y="441634"/>
                  </a:lnTo>
                  <a:lnTo>
                    <a:pt x="1113747" y="468850"/>
                  </a:lnTo>
                  <a:lnTo>
                    <a:pt x="1187508" y="495575"/>
                  </a:lnTo>
                  <a:lnTo>
                    <a:pt x="1261268" y="521817"/>
                  </a:lnTo>
                  <a:lnTo>
                    <a:pt x="1335028" y="547584"/>
                  </a:lnTo>
                  <a:lnTo>
                    <a:pt x="1408788" y="572886"/>
                  </a:lnTo>
                  <a:lnTo>
                    <a:pt x="1482548" y="597730"/>
                  </a:lnTo>
                  <a:lnTo>
                    <a:pt x="1556308" y="622125"/>
                  </a:lnTo>
                  <a:lnTo>
                    <a:pt x="1630068" y="646080"/>
                  </a:lnTo>
                  <a:lnTo>
                    <a:pt x="1703828" y="669601"/>
                  </a:lnTo>
                  <a:lnTo>
                    <a:pt x="1777588" y="692698"/>
                  </a:lnTo>
                  <a:lnTo>
                    <a:pt x="1851348" y="715376"/>
                  </a:lnTo>
                  <a:lnTo>
                    <a:pt x="1925108" y="737646"/>
                  </a:lnTo>
                  <a:lnTo>
                    <a:pt x="1998868" y="759512"/>
                  </a:lnTo>
                  <a:lnTo>
                    <a:pt x="2072628" y="780983"/>
                  </a:lnTo>
                  <a:lnTo>
                    <a:pt x="2146388" y="802067"/>
                  </a:lnTo>
                  <a:lnTo>
                    <a:pt x="2220148" y="822769"/>
                  </a:lnTo>
                  <a:lnTo>
                    <a:pt x="2293908" y="843097"/>
                  </a:lnTo>
                  <a:lnTo>
                    <a:pt x="2367668" y="863058"/>
                  </a:lnTo>
                  <a:lnTo>
                    <a:pt x="2441428" y="882657"/>
                  </a:lnTo>
                  <a:lnTo>
                    <a:pt x="2515188" y="901903"/>
                  </a:lnTo>
                  <a:lnTo>
                    <a:pt x="2588948" y="920801"/>
                  </a:lnTo>
                  <a:lnTo>
                    <a:pt x="2662708" y="939357"/>
                  </a:lnTo>
                  <a:lnTo>
                    <a:pt x="2736468" y="957578"/>
                  </a:lnTo>
                  <a:lnTo>
                    <a:pt x="2810228" y="975470"/>
                  </a:lnTo>
                  <a:lnTo>
                    <a:pt x="2883988" y="993038"/>
                  </a:lnTo>
                  <a:lnTo>
                    <a:pt x="2957748" y="1010288"/>
                  </a:lnTo>
                  <a:lnTo>
                    <a:pt x="3031508" y="1027227"/>
                  </a:lnTo>
                  <a:lnTo>
                    <a:pt x="3105268" y="1043860"/>
                  </a:lnTo>
                  <a:lnTo>
                    <a:pt x="3179028" y="1060192"/>
                  </a:lnTo>
                  <a:lnTo>
                    <a:pt x="3252788" y="1076229"/>
                  </a:lnTo>
                  <a:lnTo>
                    <a:pt x="3326548" y="1091976"/>
                  </a:lnTo>
                  <a:lnTo>
                    <a:pt x="3400308" y="1107439"/>
                  </a:lnTo>
                  <a:lnTo>
                    <a:pt x="3474068" y="1122622"/>
                  </a:lnTo>
                  <a:lnTo>
                    <a:pt x="3547828" y="1137530"/>
                  </a:lnTo>
                  <a:lnTo>
                    <a:pt x="3621588" y="1152169"/>
                  </a:lnTo>
                  <a:lnTo>
                    <a:pt x="3695348" y="1166544"/>
                  </a:lnTo>
                  <a:lnTo>
                    <a:pt x="3769108" y="1180659"/>
                  </a:lnTo>
                  <a:lnTo>
                    <a:pt x="3842868" y="1194518"/>
                  </a:lnTo>
                  <a:lnTo>
                    <a:pt x="3916628" y="1208127"/>
                  </a:lnTo>
                  <a:lnTo>
                    <a:pt x="3990388" y="1221491"/>
                  </a:lnTo>
                  <a:lnTo>
                    <a:pt x="4064149" y="1234612"/>
                  </a:lnTo>
                  <a:lnTo>
                    <a:pt x="4137909" y="1247497"/>
                  </a:lnTo>
                  <a:lnTo>
                    <a:pt x="4211669" y="1260148"/>
                  </a:lnTo>
                  <a:lnTo>
                    <a:pt x="4285429" y="1272571"/>
                  </a:lnTo>
                  <a:lnTo>
                    <a:pt x="4359189" y="1284770"/>
                  </a:lnTo>
                  <a:lnTo>
                    <a:pt x="4432949" y="1296748"/>
                  </a:lnTo>
                  <a:lnTo>
                    <a:pt x="4506709" y="1308509"/>
                  </a:lnTo>
                  <a:lnTo>
                    <a:pt x="4580469" y="1320058"/>
                  </a:lnTo>
                  <a:lnTo>
                    <a:pt x="4654229" y="1331398"/>
                  </a:lnTo>
                  <a:lnTo>
                    <a:pt x="4727989" y="1342533"/>
                  </a:lnTo>
                  <a:lnTo>
                    <a:pt x="4801749" y="1353467"/>
                  </a:lnTo>
                  <a:lnTo>
                    <a:pt x="4875509" y="1364204"/>
                  </a:lnTo>
                  <a:lnTo>
                    <a:pt x="4949269" y="1374746"/>
                  </a:lnTo>
                  <a:lnTo>
                    <a:pt x="5023029" y="1385098"/>
                  </a:lnTo>
                  <a:lnTo>
                    <a:pt x="5096789" y="1395263"/>
                  </a:lnTo>
                  <a:lnTo>
                    <a:pt x="5170549" y="1405243"/>
                  </a:lnTo>
                  <a:lnTo>
                    <a:pt x="5244309" y="1415044"/>
                  </a:lnTo>
                  <a:lnTo>
                    <a:pt x="5318069" y="1424667"/>
                  </a:lnTo>
                  <a:lnTo>
                    <a:pt x="5391829" y="1434117"/>
                  </a:lnTo>
                  <a:lnTo>
                    <a:pt x="5465589" y="1443396"/>
                  </a:lnTo>
                  <a:lnTo>
                    <a:pt x="5539349" y="1452507"/>
                  </a:lnTo>
                  <a:lnTo>
                    <a:pt x="5613109" y="1461453"/>
                  </a:lnTo>
                  <a:lnTo>
                    <a:pt x="5686869" y="1470238"/>
                  </a:lnTo>
                  <a:lnTo>
                    <a:pt x="5760629" y="1478863"/>
                  </a:lnTo>
                  <a:lnTo>
                    <a:pt x="5834389" y="1487333"/>
                  </a:lnTo>
                  <a:lnTo>
                    <a:pt x="5908149" y="1495650"/>
                  </a:lnTo>
                  <a:lnTo>
                    <a:pt x="5981909" y="1503817"/>
                  </a:lnTo>
                  <a:lnTo>
                    <a:pt x="6055669" y="1511836"/>
                  </a:lnTo>
                  <a:lnTo>
                    <a:pt x="6129429" y="1519710"/>
                  </a:lnTo>
                  <a:lnTo>
                    <a:pt x="6203189" y="1527442"/>
                  </a:lnTo>
                  <a:lnTo>
                    <a:pt x="6276949" y="1535034"/>
                  </a:lnTo>
                  <a:lnTo>
                    <a:pt x="6350709" y="1542488"/>
                  </a:lnTo>
                  <a:lnTo>
                    <a:pt x="6424469" y="1549808"/>
                  </a:lnTo>
                  <a:lnTo>
                    <a:pt x="6498229" y="1556996"/>
                  </a:lnTo>
                  <a:lnTo>
                    <a:pt x="6571989" y="1564054"/>
                  </a:lnTo>
                  <a:lnTo>
                    <a:pt x="6645749" y="1570984"/>
                  </a:lnTo>
                  <a:lnTo>
                    <a:pt x="6719509" y="1577789"/>
                  </a:lnTo>
                  <a:lnTo>
                    <a:pt x="6793269" y="1584471"/>
                  </a:lnTo>
                  <a:lnTo>
                    <a:pt x="6867029" y="1591032"/>
                  </a:lnTo>
                  <a:lnTo>
                    <a:pt x="6940789" y="1597475"/>
                  </a:lnTo>
                  <a:lnTo>
                    <a:pt x="7014550" y="1603801"/>
                  </a:lnTo>
                  <a:lnTo>
                    <a:pt x="7088310" y="1610013"/>
                  </a:lnTo>
                  <a:lnTo>
                    <a:pt x="7162070" y="1616113"/>
                  </a:lnTo>
                  <a:lnTo>
                    <a:pt x="7235830" y="162210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691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53442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42075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30708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4311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09834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846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710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5733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1.25 (1.11-1.40), p_Bonf = 0.002 (n = 6)  |  per IQR decline (Δ = 29.3 %): 1.90 (1.35-2.68)  |  IQR: [-14.6, 14.7]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267233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 (Sherley adjusters)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2026-09-28T16:57:52Z</dcterms:modified>
  <cp:category/>
</cp:coreProperties>
</file>