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635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72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508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945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353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87902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226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465977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353694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929386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024933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418596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26191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147852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89756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164810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26149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798847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85796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36206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323771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064204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68533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516517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74760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25437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9599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88354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20255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995939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382372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84017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202657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276996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90668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032669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92217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54046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533316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5588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40984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880190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573141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8296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287368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135924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726295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5231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499926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518286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428342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751986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075175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959575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724247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362697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24092" y="2517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905683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331323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019666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46777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792548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717459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75866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10458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933152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479756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641941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266193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399293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182822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244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5779353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764672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53549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652403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096406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787570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040814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653551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685874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66731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409918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574496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437677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628640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88076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859592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56749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91808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22986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879603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97429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468754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237842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04849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352174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468566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210103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498775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883883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564407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93206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476816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360585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60072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30845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336770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5458929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781965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629403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03467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2284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059721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103528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833506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552853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236777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767603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93481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53305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884469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724454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320409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37366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839227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735669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1114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649276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576152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24668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131505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246818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72107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475919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24027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5928592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498315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98171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6164395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72419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4724615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2619165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295645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102231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975915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821293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511682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212357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367356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945377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07887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685529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40840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136111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626641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56109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817182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65337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10435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791585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746356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8405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595950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714508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205984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207947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786259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82673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164855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70205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94375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147160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479814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682627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4411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238340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754804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245489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671502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14217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99094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73618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27942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654666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6508082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915039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5784143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217789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750907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665442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767809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5714668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933247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05078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341723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534943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09952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645494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216148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497876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931955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695134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201192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955684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656981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323348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814914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533074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7748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49787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597906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459159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021458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179026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797922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692737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984312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051974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278193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449632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569047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113039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526541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252059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301756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705963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396146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645772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2647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352153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944890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46864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039792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5453079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844065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150777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854209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1454918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413450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114039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961828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622357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515579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00370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132953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352702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395991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98864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939112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073540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524183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548026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635155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95259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993386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702803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195496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016575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800363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3783525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385726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521111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48288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474513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689636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140685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603046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09404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659001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240422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3058905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903208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603835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755884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2437139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500157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669178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526274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643473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1747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6369118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277953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693270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216345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879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262916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445663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56507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758139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640485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627942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665252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201816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860244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587590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44127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7178035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5507157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213036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432924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450245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88662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716312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744101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193905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26865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760629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067744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514472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33665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380898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797325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5089422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129149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795199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781067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955049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499688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4278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422875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064643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263776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302854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215398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378069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227311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625514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4698850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730737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232186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6282682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357867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6351013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920421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3980283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089676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879593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133507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8160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6543274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804953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1929202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5021395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4327966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4594076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572625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5647310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727009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280869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158448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33073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595446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1736484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544006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714709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406751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475263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543973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337016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475851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477285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577722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343067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78193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23516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046396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4423580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931725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4190966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558453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426410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668783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719546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312917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237210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341507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5382664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202286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412555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6361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657806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38841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3765151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722185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235537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895660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84972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800023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308791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010238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32829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184766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6468567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906324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581161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313346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441277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5755992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497008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3807783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1635419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517813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5029106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566385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18847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566172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8823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717626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911868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6203952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4581407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586458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934446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194622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116488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779008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483722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892945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4835073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5547750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4469855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6735902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37510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667735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152680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926736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3147373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600682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933405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660455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517321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654872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523988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791878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3699398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978403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133114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59484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270231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5574035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5536796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845682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121797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394184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902573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3920641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689911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781945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423560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76904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518581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420565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4885261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3902836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68077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5063610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102495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6168775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4775325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438335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6001764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40068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4128423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451189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137559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915021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6419339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4106823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304782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4831385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398010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91023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703205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5499173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259959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948052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5665633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614076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66399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569928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812466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773824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4328879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4596140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54372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559188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1925835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4888902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600661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606393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733851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070823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5089053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3575699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4012210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603846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5653374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766213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975624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528033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5917029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428620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016642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491437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4031929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3923447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976347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6387999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243036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305208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77087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699879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244102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336695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2603731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4445242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5290912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5117484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184155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3331914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11614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512384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5299764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200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178738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963007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052882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4728150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377186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821987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2973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5286564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296505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722800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5187772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260990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3576686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156729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4310139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774014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5419980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3800590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624851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093079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22777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534486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5214752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86962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62594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5002850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878592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185365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825287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58935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390637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773167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5541196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752110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0608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5429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6054501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80687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75941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958307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3755148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378607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088083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544807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852932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506341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086832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524035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6199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134674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33797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4643384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784685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474466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684382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5728301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190455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1913645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675853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641950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49901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946055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43800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135281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837366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105283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824516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86076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4939261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41775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537178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613679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5762798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4028831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099512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3086657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998303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1662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559114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73252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117861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4767424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3569438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876661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269767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672188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5397546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2144698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4182220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849068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479986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926358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927411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43590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95218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252022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141404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895912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304819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126343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5210524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54954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958957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681756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403107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409245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26605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5989600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5470541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754862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085979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36684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4984520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5534359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2764340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4738676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732699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6434908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44331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627181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5162332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545666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5962750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2956881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4401863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4055590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52015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295130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685692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222486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5256598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5186038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4210441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4674783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884667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3842235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5536821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3550668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708122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503538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670624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783777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29935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5642655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412876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774793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037991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4735328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428476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6614908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286615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3590016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836493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484561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533305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5725854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596581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568046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4737788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150733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4478065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455158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696999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201116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114199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931143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087028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58016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491770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95394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4162928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4585720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2540082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990164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558853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729058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592158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5507740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4076412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353304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274855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480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5185976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404424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98287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516195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920355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5777190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295835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068737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7066617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2951795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534271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532895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4055315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700105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4701964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7426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998981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3541665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27453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532919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371196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5077410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522898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5659331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276968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4330730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6810509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5900818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15486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941522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3343101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035152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5295336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5899327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552711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5994891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72214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249825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96428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3283020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849923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5480504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558044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2719563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4176086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424223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185315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1295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027811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4090710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332981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6395618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945055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092602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3967965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656748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4605723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037124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88266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4185562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5803145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56882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266569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01725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6228704" y="3051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700211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6650250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663949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022404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4264921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4670611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866811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3965239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673640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673342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2065604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4466912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631704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500350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786754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2674684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4023881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716123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557874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5527467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264531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177551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3350758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051363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663478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5804241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836001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6038277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867665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124949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122913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188036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691021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437848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885116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352715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60490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582584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3941184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059489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511992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4021787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528880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4597080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695949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2901823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4909158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505525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103833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440345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466307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6990494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6722028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19682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4553293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6426710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3473897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52491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936836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5100854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545742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94712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5210356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6096430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060109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5348324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78831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5227296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658556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637959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43563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4463918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263237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5719873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4338995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5227695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67135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3031206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5465513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6015005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4996476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025182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119295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3190411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5030714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751211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3369459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7012162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372273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520931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669911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998304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418017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5304575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1325380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5575303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3281353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968389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242962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921202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4135428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5093577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3697139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5272079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740385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474206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673906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098416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642909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0474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4033088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4278206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5097420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5135534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564312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5032242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924800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235043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622612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967253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4479016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4742872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792958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380944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5186267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520649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118787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5417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4866328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4014131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112160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42931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320692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5622887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2479528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3871122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3088166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6360511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5702942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4133715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846356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4793160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48489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688465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5719206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310338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1816758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21080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6674794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216695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539427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34960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4985476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5359670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633359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4581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559923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4859152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604751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647321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6761900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687921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412389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556223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243413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6338499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2884574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4592172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478382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5026027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729937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135442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24373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139525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4654424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3492116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1326279" y="2445235"/>
              <a:ext cx="6943744" cy="412700"/>
            </a:xfrm>
            <a:custGeom>
              <a:avLst/>
              <a:pathLst>
                <a:path w="6943744" h="412700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90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  <a:lnTo>
                    <a:pt x="6943744" y="412700"/>
                  </a:lnTo>
                  <a:lnTo>
                    <a:pt x="6855848" y="407607"/>
                  </a:lnTo>
                  <a:lnTo>
                    <a:pt x="6767953" y="402516"/>
                  </a:lnTo>
                  <a:lnTo>
                    <a:pt x="6680057" y="397428"/>
                  </a:lnTo>
                  <a:lnTo>
                    <a:pt x="6592162" y="392343"/>
                  </a:lnTo>
                  <a:lnTo>
                    <a:pt x="6504266" y="387260"/>
                  </a:lnTo>
                  <a:lnTo>
                    <a:pt x="6416371" y="382181"/>
                  </a:lnTo>
                  <a:lnTo>
                    <a:pt x="6328475" y="377105"/>
                  </a:lnTo>
                  <a:lnTo>
                    <a:pt x="6240580" y="372033"/>
                  </a:lnTo>
                  <a:lnTo>
                    <a:pt x="6152684" y="366965"/>
                  </a:lnTo>
                  <a:lnTo>
                    <a:pt x="6064789" y="361902"/>
                  </a:lnTo>
                  <a:lnTo>
                    <a:pt x="5976893" y="356842"/>
                  </a:lnTo>
                  <a:lnTo>
                    <a:pt x="5888998" y="351788"/>
                  </a:lnTo>
                  <a:lnTo>
                    <a:pt x="5801102" y="346739"/>
                  </a:lnTo>
                  <a:lnTo>
                    <a:pt x="5713207" y="341696"/>
                  </a:lnTo>
                  <a:lnTo>
                    <a:pt x="5625311" y="336660"/>
                  </a:lnTo>
                  <a:lnTo>
                    <a:pt x="5537416" y="331630"/>
                  </a:lnTo>
                  <a:lnTo>
                    <a:pt x="5449520" y="326608"/>
                  </a:lnTo>
                  <a:lnTo>
                    <a:pt x="5361625" y="321594"/>
                  </a:lnTo>
                  <a:lnTo>
                    <a:pt x="5273729" y="316589"/>
                  </a:lnTo>
                  <a:lnTo>
                    <a:pt x="5185834" y="311594"/>
                  </a:lnTo>
                  <a:lnTo>
                    <a:pt x="5097938" y="306610"/>
                  </a:lnTo>
                  <a:lnTo>
                    <a:pt x="5010043" y="301638"/>
                  </a:lnTo>
                  <a:lnTo>
                    <a:pt x="4922147" y="296679"/>
                  </a:lnTo>
                  <a:lnTo>
                    <a:pt x="4834252" y="291735"/>
                  </a:lnTo>
                  <a:lnTo>
                    <a:pt x="4746356" y="286807"/>
                  </a:lnTo>
                  <a:lnTo>
                    <a:pt x="4658461" y="281898"/>
                  </a:lnTo>
                  <a:lnTo>
                    <a:pt x="4570565" y="277009"/>
                  </a:lnTo>
                  <a:lnTo>
                    <a:pt x="4482670" y="272143"/>
                  </a:lnTo>
                  <a:lnTo>
                    <a:pt x="4394774" y="267302"/>
                  </a:lnTo>
                  <a:lnTo>
                    <a:pt x="4306879" y="262490"/>
                  </a:lnTo>
                  <a:lnTo>
                    <a:pt x="4218983" y="257711"/>
                  </a:lnTo>
                  <a:lnTo>
                    <a:pt x="4131088" y="252968"/>
                  </a:lnTo>
                  <a:lnTo>
                    <a:pt x="4043192" y="248267"/>
                  </a:lnTo>
                  <a:lnTo>
                    <a:pt x="3955297" y="243613"/>
                  </a:lnTo>
                  <a:lnTo>
                    <a:pt x="3867401" y="239011"/>
                  </a:lnTo>
                  <a:lnTo>
                    <a:pt x="3779506" y="234469"/>
                  </a:lnTo>
                  <a:lnTo>
                    <a:pt x="3691610" y="229995"/>
                  </a:lnTo>
                  <a:lnTo>
                    <a:pt x="3603715" y="225596"/>
                  </a:lnTo>
                  <a:lnTo>
                    <a:pt x="3515819" y="221281"/>
                  </a:lnTo>
                  <a:lnTo>
                    <a:pt x="3427924" y="217059"/>
                  </a:lnTo>
                  <a:lnTo>
                    <a:pt x="3340028" y="212940"/>
                  </a:lnTo>
                  <a:lnTo>
                    <a:pt x="3252133" y="208931"/>
                  </a:lnTo>
                  <a:lnTo>
                    <a:pt x="3164237" y="205039"/>
                  </a:lnTo>
                  <a:lnTo>
                    <a:pt x="3076342" y="201272"/>
                  </a:lnTo>
                  <a:lnTo>
                    <a:pt x="2988446" y="197632"/>
                  </a:lnTo>
                  <a:lnTo>
                    <a:pt x="2900551" y="194121"/>
                  </a:lnTo>
                  <a:lnTo>
                    <a:pt x="2812655" y="190737"/>
                  </a:lnTo>
                  <a:lnTo>
                    <a:pt x="2724760" y="187477"/>
                  </a:lnTo>
                  <a:lnTo>
                    <a:pt x="2636864" y="184334"/>
                  </a:lnTo>
                  <a:lnTo>
                    <a:pt x="2548969" y="181303"/>
                  </a:lnTo>
                  <a:lnTo>
                    <a:pt x="2461073" y="178373"/>
                  </a:lnTo>
                  <a:lnTo>
                    <a:pt x="2373178" y="175536"/>
                  </a:lnTo>
                  <a:lnTo>
                    <a:pt x="2285282" y="172784"/>
                  </a:lnTo>
                  <a:lnTo>
                    <a:pt x="2197387" y="170107"/>
                  </a:lnTo>
                  <a:lnTo>
                    <a:pt x="2109491" y="167498"/>
                  </a:lnTo>
                  <a:lnTo>
                    <a:pt x="2021596" y="164948"/>
                  </a:lnTo>
                  <a:lnTo>
                    <a:pt x="1933700" y="162451"/>
                  </a:lnTo>
                  <a:lnTo>
                    <a:pt x="1845805" y="160001"/>
                  </a:lnTo>
                  <a:lnTo>
                    <a:pt x="1757909" y="157592"/>
                  </a:lnTo>
                  <a:lnTo>
                    <a:pt x="1670014" y="155220"/>
                  </a:lnTo>
                  <a:lnTo>
                    <a:pt x="1582118" y="152881"/>
                  </a:lnTo>
                  <a:lnTo>
                    <a:pt x="1494223" y="150570"/>
                  </a:lnTo>
                  <a:lnTo>
                    <a:pt x="1406327" y="148285"/>
                  </a:lnTo>
                  <a:lnTo>
                    <a:pt x="1318432" y="146022"/>
                  </a:lnTo>
                  <a:lnTo>
                    <a:pt x="1230536" y="143780"/>
                  </a:lnTo>
                  <a:lnTo>
                    <a:pt x="1142641" y="141557"/>
                  </a:lnTo>
                  <a:lnTo>
                    <a:pt x="1054745" y="139349"/>
                  </a:lnTo>
                  <a:lnTo>
                    <a:pt x="966850" y="137157"/>
                  </a:lnTo>
                  <a:lnTo>
                    <a:pt x="878954" y="134977"/>
                  </a:lnTo>
                  <a:lnTo>
                    <a:pt x="791059" y="132810"/>
                  </a:lnTo>
                  <a:lnTo>
                    <a:pt x="703163" y="130654"/>
                  </a:lnTo>
                  <a:lnTo>
                    <a:pt x="615268" y="128507"/>
                  </a:lnTo>
                  <a:lnTo>
                    <a:pt x="527372" y="126370"/>
                  </a:lnTo>
                  <a:lnTo>
                    <a:pt x="439477" y="124241"/>
                  </a:lnTo>
                  <a:lnTo>
                    <a:pt x="351581" y="122119"/>
                  </a:lnTo>
                  <a:lnTo>
                    <a:pt x="263686" y="120004"/>
                  </a:lnTo>
                  <a:lnTo>
                    <a:pt x="175790" y="117896"/>
                  </a:lnTo>
                  <a:lnTo>
                    <a:pt x="87895" y="115793"/>
                  </a:lnTo>
                  <a:lnTo>
                    <a:pt x="0" y="11369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1326279" y="2445235"/>
              <a:ext cx="6943744" cy="265954"/>
            </a:xfrm>
            <a:custGeom>
              <a:avLst/>
              <a:pathLst>
                <a:path w="6943744" h="265954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90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558931"/>
              <a:ext cx="6943744" cy="299004"/>
            </a:xfrm>
            <a:custGeom>
              <a:avLst/>
              <a:pathLst>
                <a:path w="6943744" h="299004">
                  <a:moveTo>
                    <a:pt x="6943744" y="299004"/>
                  </a:moveTo>
                  <a:lnTo>
                    <a:pt x="6855848" y="293910"/>
                  </a:lnTo>
                  <a:lnTo>
                    <a:pt x="6767953" y="288820"/>
                  </a:lnTo>
                  <a:lnTo>
                    <a:pt x="6680057" y="283731"/>
                  </a:lnTo>
                  <a:lnTo>
                    <a:pt x="6592162" y="278646"/>
                  </a:lnTo>
                  <a:lnTo>
                    <a:pt x="6504266" y="273564"/>
                  </a:lnTo>
                  <a:lnTo>
                    <a:pt x="6416371" y="268485"/>
                  </a:lnTo>
                  <a:lnTo>
                    <a:pt x="6328475" y="263409"/>
                  </a:lnTo>
                  <a:lnTo>
                    <a:pt x="6240580" y="258337"/>
                  </a:lnTo>
                  <a:lnTo>
                    <a:pt x="6152684" y="253269"/>
                  </a:lnTo>
                  <a:lnTo>
                    <a:pt x="6064789" y="248205"/>
                  </a:lnTo>
                  <a:lnTo>
                    <a:pt x="5976893" y="243146"/>
                  </a:lnTo>
                  <a:lnTo>
                    <a:pt x="5888998" y="238092"/>
                  </a:lnTo>
                  <a:lnTo>
                    <a:pt x="5801102" y="233043"/>
                  </a:lnTo>
                  <a:lnTo>
                    <a:pt x="5713207" y="228000"/>
                  </a:lnTo>
                  <a:lnTo>
                    <a:pt x="5625311" y="222963"/>
                  </a:lnTo>
                  <a:lnTo>
                    <a:pt x="5537416" y="217934"/>
                  </a:lnTo>
                  <a:lnTo>
                    <a:pt x="5449520" y="212911"/>
                  </a:lnTo>
                  <a:lnTo>
                    <a:pt x="5361625" y="207897"/>
                  </a:lnTo>
                  <a:lnTo>
                    <a:pt x="5273729" y="202892"/>
                  </a:lnTo>
                  <a:lnTo>
                    <a:pt x="5185834" y="197897"/>
                  </a:lnTo>
                  <a:lnTo>
                    <a:pt x="5097938" y="192913"/>
                  </a:lnTo>
                  <a:lnTo>
                    <a:pt x="5010043" y="187941"/>
                  </a:lnTo>
                  <a:lnTo>
                    <a:pt x="4922147" y="182982"/>
                  </a:lnTo>
                  <a:lnTo>
                    <a:pt x="4834252" y="178038"/>
                  </a:lnTo>
                  <a:lnTo>
                    <a:pt x="4746356" y="173111"/>
                  </a:lnTo>
                  <a:lnTo>
                    <a:pt x="4658461" y="168201"/>
                  </a:lnTo>
                  <a:lnTo>
                    <a:pt x="4570565" y="163312"/>
                  </a:lnTo>
                  <a:lnTo>
                    <a:pt x="4482670" y="158446"/>
                  </a:lnTo>
                  <a:lnTo>
                    <a:pt x="4394774" y="153606"/>
                  </a:lnTo>
                  <a:lnTo>
                    <a:pt x="4306879" y="148794"/>
                  </a:lnTo>
                  <a:lnTo>
                    <a:pt x="4218983" y="144014"/>
                  </a:lnTo>
                  <a:lnTo>
                    <a:pt x="4131088" y="139272"/>
                  </a:lnTo>
                  <a:lnTo>
                    <a:pt x="4043192" y="134571"/>
                  </a:lnTo>
                  <a:lnTo>
                    <a:pt x="3955297" y="129916"/>
                  </a:lnTo>
                  <a:lnTo>
                    <a:pt x="3867401" y="125315"/>
                  </a:lnTo>
                  <a:lnTo>
                    <a:pt x="3779506" y="120773"/>
                  </a:lnTo>
                  <a:lnTo>
                    <a:pt x="3691610" y="116298"/>
                  </a:lnTo>
                  <a:lnTo>
                    <a:pt x="3603715" y="111899"/>
                  </a:lnTo>
                  <a:lnTo>
                    <a:pt x="3515819" y="107584"/>
                  </a:lnTo>
                  <a:lnTo>
                    <a:pt x="3427924" y="103363"/>
                  </a:lnTo>
                  <a:lnTo>
                    <a:pt x="3340028" y="99243"/>
                  </a:lnTo>
                  <a:lnTo>
                    <a:pt x="3252133" y="95234"/>
                  </a:lnTo>
                  <a:lnTo>
                    <a:pt x="3164237" y="91343"/>
                  </a:lnTo>
                  <a:lnTo>
                    <a:pt x="3076342" y="87575"/>
                  </a:lnTo>
                  <a:lnTo>
                    <a:pt x="2988446" y="83935"/>
                  </a:lnTo>
                  <a:lnTo>
                    <a:pt x="2900551" y="80424"/>
                  </a:lnTo>
                  <a:lnTo>
                    <a:pt x="2812655" y="77040"/>
                  </a:lnTo>
                  <a:lnTo>
                    <a:pt x="2724760" y="73780"/>
                  </a:lnTo>
                  <a:lnTo>
                    <a:pt x="2636864" y="70638"/>
                  </a:lnTo>
                  <a:lnTo>
                    <a:pt x="2548969" y="67606"/>
                  </a:lnTo>
                  <a:lnTo>
                    <a:pt x="2461073" y="64676"/>
                  </a:lnTo>
                  <a:lnTo>
                    <a:pt x="2373178" y="61840"/>
                  </a:lnTo>
                  <a:lnTo>
                    <a:pt x="2285282" y="59088"/>
                  </a:lnTo>
                  <a:lnTo>
                    <a:pt x="2197387" y="56411"/>
                  </a:lnTo>
                  <a:lnTo>
                    <a:pt x="2109491" y="53801"/>
                  </a:lnTo>
                  <a:lnTo>
                    <a:pt x="2021596" y="51251"/>
                  </a:lnTo>
                  <a:lnTo>
                    <a:pt x="1933700" y="48754"/>
                  </a:lnTo>
                  <a:lnTo>
                    <a:pt x="1845805" y="46304"/>
                  </a:lnTo>
                  <a:lnTo>
                    <a:pt x="1757909" y="43896"/>
                  </a:lnTo>
                  <a:lnTo>
                    <a:pt x="1670014" y="41524"/>
                  </a:lnTo>
                  <a:lnTo>
                    <a:pt x="1582118" y="39184"/>
                  </a:lnTo>
                  <a:lnTo>
                    <a:pt x="1494223" y="36873"/>
                  </a:lnTo>
                  <a:lnTo>
                    <a:pt x="1406327" y="34588"/>
                  </a:lnTo>
                  <a:lnTo>
                    <a:pt x="1318432" y="32326"/>
                  </a:lnTo>
                  <a:lnTo>
                    <a:pt x="1230536" y="30084"/>
                  </a:lnTo>
                  <a:lnTo>
                    <a:pt x="1142641" y="27860"/>
                  </a:lnTo>
                  <a:lnTo>
                    <a:pt x="1054745" y="25653"/>
                  </a:lnTo>
                  <a:lnTo>
                    <a:pt x="966850" y="23460"/>
                  </a:lnTo>
                  <a:lnTo>
                    <a:pt x="878954" y="21281"/>
                  </a:lnTo>
                  <a:lnTo>
                    <a:pt x="791059" y="19114"/>
                  </a:lnTo>
                  <a:lnTo>
                    <a:pt x="703163" y="16957"/>
                  </a:lnTo>
                  <a:lnTo>
                    <a:pt x="615268" y="14811"/>
                  </a:lnTo>
                  <a:lnTo>
                    <a:pt x="527372" y="12673"/>
                  </a:lnTo>
                  <a:lnTo>
                    <a:pt x="439477" y="10544"/>
                  </a:lnTo>
                  <a:lnTo>
                    <a:pt x="351581" y="8422"/>
                  </a:lnTo>
                  <a:lnTo>
                    <a:pt x="263686" y="6308"/>
                  </a:lnTo>
                  <a:lnTo>
                    <a:pt x="175790" y="4199"/>
                  </a:lnTo>
                  <a:lnTo>
                    <a:pt x="87895" y="2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502083"/>
              <a:ext cx="6943744" cy="282479"/>
            </a:xfrm>
            <a:custGeom>
              <a:avLst/>
              <a:pathLst>
                <a:path w="6943744" h="282479">
                  <a:moveTo>
                    <a:pt x="0" y="0"/>
                  </a:moveTo>
                  <a:lnTo>
                    <a:pt x="87895" y="3575"/>
                  </a:lnTo>
                  <a:lnTo>
                    <a:pt x="175790" y="7151"/>
                  </a:lnTo>
                  <a:lnTo>
                    <a:pt x="263686" y="10727"/>
                  </a:lnTo>
                  <a:lnTo>
                    <a:pt x="351581" y="14302"/>
                  </a:lnTo>
                  <a:lnTo>
                    <a:pt x="439477" y="17878"/>
                  </a:lnTo>
                  <a:lnTo>
                    <a:pt x="527372" y="21454"/>
                  </a:lnTo>
                  <a:lnTo>
                    <a:pt x="615268" y="25029"/>
                  </a:lnTo>
                  <a:lnTo>
                    <a:pt x="703163" y="28605"/>
                  </a:lnTo>
                  <a:lnTo>
                    <a:pt x="791059" y="32181"/>
                  </a:lnTo>
                  <a:lnTo>
                    <a:pt x="878954" y="35756"/>
                  </a:lnTo>
                  <a:lnTo>
                    <a:pt x="966850" y="39332"/>
                  </a:lnTo>
                  <a:lnTo>
                    <a:pt x="1054745" y="42908"/>
                  </a:lnTo>
                  <a:lnTo>
                    <a:pt x="1142641" y="46483"/>
                  </a:lnTo>
                  <a:lnTo>
                    <a:pt x="1230536" y="50059"/>
                  </a:lnTo>
                  <a:lnTo>
                    <a:pt x="1318432" y="53635"/>
                  </a:lnTo>
                  <a:lnTo>
                    <a:pt x="1406327" y="57211"/>
                  </a:lnTo>
                  <a:lnTo>
                    <a:pt x="1494223" y="60786"/>
                  </a:lnTo>
                  <a:lnTo>
                    <a:pt x="1582118" y="64362"/>
                  </a:lnTo>
                  <a:lnTo>
                    <a:pt x="1670014" y="67938"/>
                  </a:lnTo>
                  <a:lnTo>
                    <a:pt x="1757909" y="71513"/>
                  </a:lnTo>
                  <a:lnTo>
                    <a:pt x="1845805" y="75089"/>
                  </a:lnTo>
                  <a:lnTo>
                    <a:pt x="1933700" y="78665"/>
                  </a:lnTo>
                  <a:lnTo>
                    <a:pt x="2021596" y="82240"/>
                  </a:lnTo>
                  <a:lnTo>
                    <a:pt x="2109491" y="85816"/>
                  </a:lnTo>
                  <a:lnTo>
                    <a:pt x="2197387" y="89392"/>
                  </a:lnTo>
                  <a:lnTo>
                    <a:pt x="2285282" y="92967"/>
                  </a:lnTo>
                  <a:lnTo>
                    <a:pt x="2373178" y="96543"/>
                  </a:lnTo>
                  <a:lnTo>
                    <a:pt x="2461073" y="100119"/>
                  </a:lnTo>
                  <a:lnTo>
                    <a:pt x="2548969" y="103695"/>
                  </a:lnTo>
                  <a:lnTo>
                    <a:pt x="2636864" y="107270"/>
                  </a:lnTo>
                  <a:lnTo>
                    <a:pt x="2724760" y="110846"/>
                  </a:lnTo>
                  <a:lnTo>
                    <a:pt x="2812655" y="114422"/>
                  </a:lnTo>
                  <a:lnTo>
                    <a:pt x="2900551" y="117997"/>
                  </a:lnTo>
                  <a:lnTo>
                    <a:pt x="2988446" y="121573"/>
                  </a:lnTo>
                  <a:lnTo>
                    <a:pt x="3076342" y="125149"/>
                  </a:lnTo>
                  <a:lnTo>
                    <a:pt x="3164237" y="128724"/>
                  </a:lnTo>
                  <a:lnTo>
                    <a:pt x="3252133" y="132300"/>
                  </a:lnTo>
                  <a:lnTo>
                    <a:pt x="3340028" y="135876"/>
                  </a:lnTo>
                  <a:lnTo>
                    <a:pt x="3427924" y="139451"/>
                  </a:lnTo>
                  <a:lnTo>
                    <a:pt x="3515819" y="143027"/>
                  </a:lnTo>
                  <a:lnTo>
                    <a:pt x="3603715" y="146603"/>
                  </a:lnTo>
                  <a:lnTo>
                    <a:pt x="3691610" y="150178"/>
                  </a:lnTo>
                  <a:lnTo>
                    <a:pt x="3779506" y="153754"/>
                  </a:lnTo>
                  <a:lnTo>
                    <a:pt x="3867401" y="157330"/>
                  </a:lnTo>
                  <a:lnTo>
                    <a:pt x="3955297" y="160906"/>
                  </a:lnTo>
                  <a:lnTo>
                    <a:pt x="4043192" y="164481"/>
                  </a:lnTo>
                  <a:lnTo>
                    <a:pt x="4131088" y="168057"/>
                  </a:lnTo>
                  <a:lnTo>
                    <a:pt x="4218983" y="171633"/>
                  </a:lnTo>
                  <a:lnTo>
                    <a:pt x="4306879" y="175208"/>
                  </a:lnTo>
                  <a:lnTo>
                    <a:pt x="4394774" y="178784"/>
                  </a:lnTo>
                  <a:lnTo>
                    <a:pt x="4482670" y="182360"/>
                  </a:lnTo>
                  <a:lnTo>
                    <a:pt x="4570565" y="185935"/>
                  </a:lnTo>
                  <a:lnTo>
                    <a:pt x="4658461" y="189511"/>
                  </a:lnTo>
                  <a:lnTo>
                    <a:pt x="4746356" y="193087"/>
                  </a:lnTo>
                  <a:lnTo>
                    <a:pt x="4834252" y="196662"/>
                  </a:lnTo>
                  <a:lnTo>
                    <a:pt x="4922147" y="200238"/>
                  </a:lnTo>
                  <a:lnTo>
                    <a:pt x="5010043" y="203814"/>
                  </a:lnTo>
                  <a:lnTo>
                    <a:pt x="5097938" y="207390"/>
                  </a:lnTo>
                  <a:lnTo>
                    <a:pt x="5185834" y="210965"/>
                  </a:lnTo>
                  <a:lnTo>
                    <a:pt x="5273729" y="214541"/>
                  </a:lnTo>
                  <a:lnTo>
                    <a:pt x="5361625" y="218117"/>
                  </a:lnTo>
                  <a:lnTo>
                    <a:pt x="5449520" y="221692"/>
                  </a:lnTo>
                  <a:lnTo>
                    <a:pt x="5537416" y="225268"/>
                  </a:lnTo>
                  <a:lnTo>
                    <a:pt x="5625311" y="228844"/>
                  </a:lnTo>
                  <a:lnTo>
                    <a:pt x="5713207" y="232419"/>
                  </a:lnTo>
                  <a:lnTo>
                    <a:pt x="5801102" y="235995"/>
                  </a:lnTo>
                  <a:lnTo>
                    <a:pt x="5888998" y="239571"/>
                  </a:lnTo>
                  <a:lnTo>
                    <a:pt x="5976893" y="243146"/>
                  </a:lnTo>
                  <a:lnTo>
                    <a:pt x="6064789" y="246722"/>
                  </a:lnTo>
                  <a:lnTo>
                    <a:pt x="6152684" y="250298"/>
                  </a:lnTo>
                  <a:lnTo>
                    <a:pt x="6240580" y="253873"/>
                  </a:lnTo>
                  <a:lnTo>
                    <a:pt x="6328475" y="257449"/>
                  </a:lnTo>
                  <a:lnTo>
                    <a:pt x="6416371" y="261025"/>
                  </a:lnTo>
                  <a:lnTo>
                    <a:pt x="6504266" y="264601"/>
                  </a:lnTo>
                  <a:lnTo>
                    <a:pt x="6592162" y="268176"/>
                  </a:lnTo>
                  <a:lnTo>
                    <a:pt x="6680057" y="271752"/>
                  </a:lnTo>
                  <a:lnTo>
                    <a:pt x="6767953" y="275328"/>
                  </a:lnTo>
                  <a:lnTo>
                    <a:pt x="6855848" y="278903"/>
                  </a:lnTo>
                  <a:lnTo>
                    <a:pt x="6943744" y="282479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9" name="tx969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267320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478576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692941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979092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2026-07-18T08:49:20Z</dcterms:modified>
  <cp:category/>
</cp:coreProperties>
</file>