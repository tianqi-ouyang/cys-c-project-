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9092" y="505611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9092" y="434668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9092" y="363725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9092" y="2927828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9092" y="221839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6355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80720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9508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09450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9092" y="541082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9092" y="4701400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9092" y="3991971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9092" y="3282542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9092" y="2573113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3537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87902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2268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465977" y="24823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353694" y="30442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929386" y="2431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024933" y="26667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418596" y="25684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126191" y="26344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147852" y="2575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089756" y="21125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164810" y="2792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26149" y="22144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798847" y="2438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85796" y="2741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362066" y="27050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323771" y="25605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064204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468533" y="22991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516517" y="23916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074760" y="2688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25437" y="33407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29599" y="25249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188354" y="23945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620255" y="27964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995939" y="22693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382372" y="25438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984017" y="27945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202657" y="23474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5276996" y="25473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290668" y="25817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032669" y="23188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192217" y="25168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854046" y="24443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533316" y="2444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655888" y="24054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40984" y="25260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880190" y="25392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6573141" y="2197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082960" y="2433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287368" y="2705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135924" y="26878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726295" y="25364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523125" y="24716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499926" y="22107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18286" y="22541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428342" y="24208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751986" y="28496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075175" y="25142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959575" y="27121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724247" y="25416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362697" y="26471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24092" y="25174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905683" y="2660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331323" y="27261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019666" y="2639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546777" y="31891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792548" y="30094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717459" y="2414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575866" y="25555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410458" y="24539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933152" y="22072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479756" y="26767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641941" y="29595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266193" y="24375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399293" y="24309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182822" y="23961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239244" y="27279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779353" y="32102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764672" y="24233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5153549" y="24175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652403" y="31509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096406" y="2726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5787570" y="21998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040814" y="25490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653551" y="2654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685874" y="25731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166731" y="23651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6409918" y="27110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574496" y="2355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437677" y="24547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628640" y="2346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388076" y="23267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859592" y="2558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056749" y="22654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918089" y="27413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522986" y="2557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879603" y="29814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974292" y="21220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468754" y="24073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237842" y="24209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004849" y="24237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5352174" y="25905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468566" y="25009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210103" y="26512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498775" y="23675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883883" y="2331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564407" y="28829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93206" y="24963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476816" y="22579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360585" y="24981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160072" y="26444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230845" y="2463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336770" y="2545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5458929" y="27922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4781965" y="28991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4629403" y="24589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03467" y="27925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222840" y="2267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059721" y="24164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103528" y="23291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4833506" y="2617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552853" y="23729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236777" y="25758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767603" y="26040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5934814" y="2916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533055" y="23807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3884469" y="2968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724454" y="36834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320409" y="22249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373668" y="2274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839227" y="27579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735669" y="24534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251114" y="2923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649276" y="24406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576152" y="25443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124668" y="3074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131505" y="25389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246818" y="23678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572107" y="22128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475919" y="26400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324027" y="2347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5928592" y="20567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498315" y="23241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981714" y="25465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6164395" y="27161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724190" y="2605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4724615" y="33159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619165" y="2611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5295645" y="23516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5102231" y="26197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975915" y="23792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821293" y="26320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511682" y="2496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5212357" y="23637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367356" y="2354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945377" y="2623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807887" y="2310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685529" y="23596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040840" y="2529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136111" y="27524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6266414" y="36864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561092" y="22744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817182" y="30849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653372" y="2876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210435" y="24454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2791585" y="24632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746356" y="31023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6840551" y="24575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5595950" y="2549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714508" y="29221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205984" y="28640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207947" y="27463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786259" y="23669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082673" y="28584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6164855" y="29089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702051" y="2801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94375" y="26500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147160" y="25174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479814" y="2551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682627" y="25630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444116" y="35693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238340" y="26587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754804" y="28898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245489" y="2577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671502" y="2547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142178" y="23338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99094" y="2461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973618" y="21669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527942" y="22332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654666" y="25315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6508082" y="2572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915039" y="2616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5784143" y="23552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217789" y="25874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750907" y="24904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665442" y="2418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767809" y="25142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5714668" y="23201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933247" y="27454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050781" y="26048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341723" y="3014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534943" y="3638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009952" y="22905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645494" y="26987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216148" y="24524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4497876" y="25302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931955" y="22165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695134" y="23557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4201192" y="25174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955684" y="26367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656981" y="2432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323348" y="25858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2814914" y="27891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5330749" y="2545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977482" y="2632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497871" y="23673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597906" y="25104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459159" y="2932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021458" y="2481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179026" y="22703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797922" y="2521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692737" y="23813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984312" y="2712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051974" y="24096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278193" y="2738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4449632" y="23099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569047" y="23100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113039" y="23515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526541" y="22644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252059" y="24247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301756" y="2218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705963" y="22785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396146" y="23498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645772" y="26086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526475" y="24407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352153" y="23783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944890" y="25893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468647" y="24849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039792" y="27305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5453079" y="23110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2844065" y="22525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150777" y="22150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854209" y="26382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454918" y="27159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413450" y="24881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114039" y="3065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961828" y="30469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622357" y="23926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515579" y="29273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5100370" y="25629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132953" y="23035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352702" y="25303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395991" y="24312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2988647" y="24575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939112" y="22397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073540" y="2667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524183" y="2379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548026" y="25564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635155" y="2452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795259" y="27750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993386" y="23857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702803" y="2230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195496" y="26029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016575" y="2493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800363" y="2954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783525" y="29028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5385726" y="2205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521111" y="2363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48288" y="23903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474513" y="24239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689636" y="25873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140685" y="27123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603046" y="2359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509404" y="2370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659001" y="25823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240422" y="28845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058905" y="24633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903208" y="27941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603835" y="26013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755884" y="34303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2437139" y="25156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500157" y="2587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669178" y="28117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526274" y="2270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643473" y="22866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174753" y="2637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6369118" y="27397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277953" y="25181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693270" y="2388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216345" y="2550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318796" y="2738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262916" y="21457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445663" y="24001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2565077" y="26724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758139" y="25167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640485" y="22443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627942" y="24389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665252" y="26792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201816" y="23137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860244" y="26670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587590" y="2440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244127" y="2765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7178035" y="29794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5507157" y="30666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213036" y="22370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2432924" y="28661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4502452" y="25578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588662" y="24122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716312" y="22989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744101" y="23093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5193905" y="25821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4268651" y="25339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760629" y="23157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067744" y="26297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5144720" y="21545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336652" y="22181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380898" y="25012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797325" y="30820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5089422" y="26458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4129149" y="2721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3795199" y="26984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5781067" y="22484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955049" y="24470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3499688" y="2722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142787" y="32226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4422875" y="22740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5064643" y="2496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263776" y="24754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5302854" y="25701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3215398" y="24323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378069" y="2817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5227311" y="20731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2625514" y="2733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4698850" y="2271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6730737" y="33386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2232186" y="2669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6282682" y="30344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2357867" y="26153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6351013" y="23048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920421" y="28034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3980283" y="27581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2089676" y="25792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5879593" y="28931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133507" y="24004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816087" y="2474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6543274" y="23955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804953" y="26859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1929202" y="27476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5021395" y="26448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4327966" y="2272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4594076" y="26971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3572625" y="2594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5647310" y="2567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4727009" y="2719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4280869" y="26034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2158448" y="2589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330739" y="2350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5954466" y="2984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1736484" y="25872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5544006" y="20750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714709" y="26854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2406751" y="25910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4475263" y="26227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5543973" y="2519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4337016" y="2513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475851" y="2816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4477285" y="26605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577722" y="23564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3430671" y="24636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4781931" y="28201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3123516" y="25370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4046396" y="30601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4423580" y="2959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1931725" y="25698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4190966" y="2759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558453" y="2480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4426410" y="2820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668783" y="2845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719546" y="26743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312917" y="27122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237210" y="2440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341507" y="25453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5382664" y="29440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4202286" y="2402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4412555" y="2828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3866361" y="22693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4657806" y="2308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38841" y="26833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3765151" y="2374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722185" y="30381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3235537" y="22923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4895660" y="25009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2784972" y="24111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4800023" y="2422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2308791" y="25976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4010238" y="27194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3328299" y="2619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184766" y="2584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6468567" y="30920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906324" y="2615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3581161" y="2450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4313346" y="2399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4412770" y="23191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5755992" y="22174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497008" y="24430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3807783" y="26786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1635419" y="2593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3517813" y="24973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5029106" y="23292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5663850" y="27579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1884789" y="25864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4566172" y="21997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882354" y="24257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717626" y="21338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3911868" y="25009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6203952" y="2452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4581407" y="25172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586458" y="22421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934446" y="23398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4194622" y="27278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2116488" y="28014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4779008" y="26937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4837220" y="2211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1892945" y="27403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4835073" y="4009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5547750" y="26262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4469855" y="24937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6735902" y="25912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4337510" y="26685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2667735" y="2691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4152680" y="3145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4926736" y="23297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3147373" y="26833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4600682" y="21329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933405" y="25201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4660455" y="2948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517321" y="27954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654872" y="21670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523988" y="28110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791878" y="2559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3699398" y="26297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978403" y="23940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133114" y="2249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4459484" y="25865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270231" y="23181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5574035" y="3143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5536796" y="27161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2845682" y="25988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4121797" y="2281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5394184" y="26044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902573" y="28807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3920641" y="30333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4689911" y="2518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5781945" y="2917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2423560" y="30399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4769040" y="2702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518581" y="2655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3420565" y="22786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4885261" y="2586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3902836" y="2661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2680770" y="24026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5063610" y="2302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102495" y="23111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6168775" y="2743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4775325" y="2645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438335" y="23402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6001764" y="26225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3440068" y="3129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4128423" y="23775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451189" y="24923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4137559" y="23539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915021" y="24906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6419339" y="25103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4106823" y="24714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304782" y="2393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4831385" y="24258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398010" y="2400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91023" y="23655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703205" y="23422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5499173" y="26052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3259959" y="2560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2948052" y="23330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5665633" y="2223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3614076" y="24529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663993" y="2849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5699283" y="23885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812466" y="24327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3773824" y="2484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4328879" y="23439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4596140" y="28748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4543727" y="2383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559188" y="21344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1925835" y="26087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4888902" y="27273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600661" y="23962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606393" y="25661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733851" y="23373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070823" y="27329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5089053" y="37623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3575699" y="25503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4012210" y="24885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4603846" y="23063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5653374" y="24600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4766213" y="35687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4975624" y="21147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528033" y="2499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5917029" y="2436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3428620" y="2543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5016642" y="28324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3491437" y="31133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4031929" y="2584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3923447" y="27685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976347" y="25283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6387999" y="30108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4243036" y="26300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5305208" y="24573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77087" y="28329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699879" y="3078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244102" y="23831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3336695" y="33379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2603731" y="24620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4445242" y="23018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5290912" y="2497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5117484" y="25773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2184155" y="2694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3331914" y="24740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11614" y="26249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512384" y="24870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5299764" y="29401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524200" y="25064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178738" y="24563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963007" y="23756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2052882" y="26962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4728150" y="25244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377186" y="3482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4821987" y="35446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4129739" y="27859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5286564" y="28205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3296505" y="27406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2722800" y="2959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5187772" y="27623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4260990" y="2548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576686" y="25943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156729" y="2728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4310139" y="25770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774014" y="25978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5419980" y="3390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3800590" y="26851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624851" y="2905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093079" y="23464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5227775" y="21494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5344862" y="22994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5214752" y="24068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869627" y="26052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662594" y="26118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5002850" y="27332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878592" y="23390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4185365" y="2480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3825287" y="27596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589359" y="2801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4390637" y="2322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773167" y="26933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5541196" y="2153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752110" y="21589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0608" y="26512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2454295" y="2539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6054501" y="26171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4806875" y="25678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2875941" y="24072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958307" y="2677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3755148" y="2927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3378607" y="2629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2088083" y="2778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544807" y="23908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852932" y="2356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5063410" y="23207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3086832" y="25015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5240353" y="25166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61997" y="2164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5134674" y="25832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4337977" y="28445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4643384" y="26904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2784685" y="26688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4474466" y="25471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684382" y="23991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5728301" y="25278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190455" y="22573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1913645" y="2540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675853" y="23322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641950" y="2442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49901" y="2819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946055" y="23235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643800" y="2234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3135281" y="24436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2837366" y="29248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5105283" y="2372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2824516" y="25555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860766" y="3306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4939261" y="23229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417752" y="25394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5371780" y="24333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2613679" y="26264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5762798" y="29986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4028831" y="2770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099512" y="26047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086657" y="2480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998303" y="25831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16629" y="25197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2559114" y="24598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4073252" y="24865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117861" y="23914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4767424" y="23473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3569438" y="22572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4876661" y="22764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269767" y="28364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2672188" y="25896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5397546" y="29175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2144698" y="24500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4182220" y="2737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849068" y="36980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4479986" y="22338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2926358" y="2916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927411" y="25662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043590" y="22271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4952186" y="25686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3252022" y="2482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4141404" y="25261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3895912" y="24056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4304819" y="25876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126343" y="25190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5210524" y="27751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3549546" y="23454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5958957" y="26429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681756" y="24510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403107" y="23314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409245" y="33011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4266053" y="27521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5989600" y="29325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5470541" y="25039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3754862" y="26806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085979" y="2337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366848" y="2682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4984520" y="24035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5534359" y="26700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2764340" y="26984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4738676" y="23856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2732699" y="28318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6434908" y="2762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443314" y="27208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627181" y="2845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5162332" y="2338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2545666" y="26962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5962750" y="25350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2956881" y="25871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4401863" y="23719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4055590" y="23996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5201514" y="2661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295130" y="2245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685692" y="23704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222486" y="2376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5256598" y="30093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5186038" y="3223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4210441" y="24443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4674783" y="2535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884667" y="2560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3842235" y="28201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5536821" y="2665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8245197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550668" y="26077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708122" y="25441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5035382" y="2414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670624" y="2665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783777" y="2578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299359" y="27360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5642655" y="26434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3412876" y="24186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774793" y="2243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037991" y="24278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4735328" y="28222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428476" y="2189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6614908" y="2651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4286615" y="26796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3590016" y="25443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836493" y="25467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4845614" y="3099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5333058" y="24464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5725854" y="3126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4596581" y="38129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4568046" y="22301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4737788" y="2236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150733" y="24572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4478065" y="2513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3455158" y="2600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4696999" y="3082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3201116" y="23145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5114199" y="2239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931143" y="25683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087028" y="26292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58016" y="2842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2491770" y="2563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95394" y="2546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4162928" y="23678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4585720" y="29646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2540082" y="2671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990164" y="30220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3558853" y="30266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2729058" y="25437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592158" y="24178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5507740" y="25370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4076412" y="23916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5353304" y="24705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2274855" y="26645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4480652" y="25708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5185976" y="27817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4404424" y="32629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598287" y="26950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5161959" y="24144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3920355" y="2699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5777190" y="2630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3295835" y="25074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068737" y="25389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7066617" y="24497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2951795" y="31778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534271" y="22606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4532895" y="30202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4055315" y="24194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5700105" y="25517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4701964" y="25728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5474265" y="28274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4998981" y="23252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3541665" y="21652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4274538" y="31649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3532919" y="27795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3711961" y="2467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5077410" y="25553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3522898" y="24928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5659331" y="25212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3276968" y="2593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4330730" y="2659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6810509" y="31481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5900818" y="26544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154866" y="24733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941522" y="37345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3343101" y="29568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035152" y="2720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5295336" y="31954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5899327" y="33068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4552711" y="25438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5994891" y="22446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472214" y="24953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249825" y="27479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96428" y="25741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3283020" y="23642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849923" y="2514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5480504" y="2725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558044" y="30106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2719563" y="27053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4176086" y="2411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4242230" y="2806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185315" y="26120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812952" y="28250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027811" y="26760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4090710" y="24877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332981" y="22995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6395618" y="22330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945055" y="30350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092602" y="31554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3967965" y="22844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656748" y="23100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4605723" y="2863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037124" y="25981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88266" y="31153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4185562" y="24415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5803145" y="31878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4568822" y="2091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2266569" y="27857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017254" y="27153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6228704" y="30514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3700211" y="26189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6650250" y="32836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6639492" y="28004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3022404" y="26175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4264921" y="28780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4670611" y="27211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866811" y="2314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3965239" y="2580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5673640" y="2807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4673342" y="28132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2065604" y="2768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4466912" y="23892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631704" y="23470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500350" y="29695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3786754" y="22132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2674684" y="29436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4023881" y="24689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2716123" y="2884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557874" y="2727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5527467" y="25546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264531" y="24414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177551" y="2790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3350758" y="27155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4051363" y="25480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663478" y="27105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5804241" y="2459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4836001" y="24836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6038277" y="2495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3867665" y="24722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5124949" y="2442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3122913" y="31847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188036" y="24092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691021" y="28285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3437848" y="28644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885116" y="2631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3527159" y="27532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604906" y="29906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4582584" y="27031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3941184" y="24596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059489" y="2428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3511992" y="2249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4021787" y="2396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5288803" y="2984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4597080" y="25778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2695949" y="25511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2901823" y="25544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4909158" y="23989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505525" y="23838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103833" y="2209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4440345" y="2113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466307" y="27952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6990494" y="33753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6722028" y="2953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1968222" y="28899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4553293" y="2410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6426710" y="2874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1301453" y="25878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3473897" y="24519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52491" y="25626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936836" y="25237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5100854" y="27986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3545742" y="24420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94712" y="24009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5210356" y="2230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6096430" y="42378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5060109" y="22859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5348324" y="2959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788315" y="29111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5227296" y="28201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3658556" y="2511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6379597" y="31128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3643563" y="25098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4463918" y="2505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3263237" y="25352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5719873" y="29078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4338995" y="21937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5227695" y="24248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67135" y="24919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3031206" y="27888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5465513" y="26732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6015005" y="23397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4996476" y="24035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025182" y="27945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119295" y="25997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3190411" y="25237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5030714" y="22198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751211" y="24398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3369459" y="22783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7012162" y="29375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3722735" y="3501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5209316" y="26144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3669911" y="2361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5998304" y="29060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4180170" y="26571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5304575" y="3020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1325380" y="28447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5575303" y="2402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3281353" y="25850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2968389" y="32253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242962" y="21497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2921202" y="26002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4135428" y="25440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5093577" y="22297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3697139" y="25441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5272079" y="27773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3740385" y="24087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5474206" y="22148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673906" y="2882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4098416" y="26719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642909" y="21693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047433" y="2430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4033088" y="2358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4278206" y="27191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5097420" y="29960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5135534" y="23441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564312" y="24169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5032242" y="2479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924800" y="3167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3235043" y="2570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622612" y="2503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967253" y="23346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4479016" y="2320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4742872" y="2335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2792958" y="27274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4380944" y="23915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5186267" y="25347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520649" y="22497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4118787" y="2480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5417" y="23918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4866328" y="26515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4014131" y="25473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112160" y="2900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4042931" y="23266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5320692" y="24452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5622887" y="36115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2479528" y="2594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3871122" y="27501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3088166" y="2336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6360511" y="28157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5702942" y="2754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4133715" y="21888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846356" y="23164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4793160" y="26578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48489" y="23281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688465" y="2389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5719206" y="2366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310338" y="2197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1816758" y="26593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210808" y="26835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6674794" y="27963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216695" y="24608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6539427" y="2562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5634960" y="30893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4985476" y="2493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5359670" y="2291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633359" y="26873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545812" y="22855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4559923" y="22827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4859152" y="2887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6047516" y="26081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647321" y="22949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6761900" y="2899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4687921" y="23015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412389" y="25284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556223" y="25031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243413" y="2542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6338499" y="33733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2884574" y="25359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4592172" y="21706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4783824" y="34649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5026027" y="21170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6729937" y="3038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4135442" y="28238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24373" y="27893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139525" y="30948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4654424" y="2754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3492116" y="23204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g964"/>
            <p:cNvSpPr/>
            <p:nvPr/>
          </p:nvSpPr>
          <p:spPr>
            <a:xfrm>
              <a:off x="1326279" y="2445235"/>
              <a:ext cx="6943744" cy="412700"/>
            </a:xfrm>
            <a:custGeom>
              <a:avLst/>
              <a:pathLst>
                <a:path w="6943744" h="412700">
                  <a:moveTo>
                    <a:pt x="0" y="0"/>
                  </a:moveTo>
                  <a:lnTo>
                    <a:pt x="87895" y="5054"/>
                  </a:lnTo>
                  <a:lnTo>
                    <a:pt x="175790" y="10103"/>
                  </a:lnTo>
                  <a:lnTo>
                    <a:pt x="263686" y="15145"/>
                  </a:lnTo>
                  <a:lnTo>
                    <a:pt x="351581" y="20182"/>
                  </a:lnTo>
                  <a:lnTo>
                    <a:pt x="439477" y="25212"/>
                  </a:lnTo>
                  <a:lnTo>
                    <a:pt x="527372" y="30234"/>
                  </a:lnTo>
                  <a:lnTo>
                    <a:pt x="615268" y="35248"/>
                  </a:lnTo>
                  <a:lnTo>
                    <a:pt x="703163" y="40253"/>
                  </a:lnTo>
                  <a:lnTo>
                    <a:pt x="791059" y="45248"/>
                  </a:lnTo>
                  <a:lnTo>
                    <a:pt x="878954" y="50232"/>
                  </a:lnTo>
                  <a:lnTo>
                    <a:pt x="966850" y="55204"/>
                  </a:lnTo>
                  <a:lnTo>
                    <a:pt x="1054745" y="60163"/>
                  </a:lnTo>
                  <a:lnTo>
                    <a:pt x="1142641" y="65107"/>
                  </a:lnTo>
                  <a:lnTo>
                    <a:pt x="1230536" y="70035"/>
                  </a:lnTo>
                  <a:lnTo>
                    <a:pt x="1318432" y="74944"/>
                  </a:lnTo>
                  <a:lnTo>
                    <a:pt x="1406327" y="79833"/>
                  </a:lnTo>
                  <a:lnTo>
                    <a:pt x="1494223" y="84699"/>
                  </a:lnTo>
                  <a:lnTo>
                    <a:pt x="1582118" y="89540"/>
                  </a:lnTo>
                  <a:lnTo>
                    <a:pt x="1670014" y="94352"/>
                  </a:lnTo>
                  <a:lnTo>
                    <a:pt x="1757909" y="99131"/>
                  </a:lnTo>
                  <a:lnTo>
                    <a:pt x="1845805" y="103874"/>
                  </a:lnTo>
                  <a:lnTo>
                    <a:pt x="1933700" y="108575"/>
                  </a:lnTo>
                  <a:lnTo>
                    <a:pt x="2021596" y="113229"/>
                  </a:lnTo>
                  <a:lnTo>
                    <a:pt x="2109491" y="117831"/>
                  </a:lnTo>
                  <a:lnTo>
                    <a:pt x="2197387" y="122373"/>
                  </a:lnTo>
                  <a:lnTo>
                    <a:pt x="2285282" y="126847"/>
                  </a:lnTo>
                  <a:lnTo>
                    <a:pt x="2373178" y="131246"/>
                  </a:lnTo>
                  <a:lnTo>
                    <a:pt x="2461073" y="135561"/>
                  </a:lnTo>
                  <a:lnTo>
                    <a:pt x="2548969" y="139783"/>
                  </a:lnTo>
                  <a:lnTo>
                    <a:pt x="2636864" y="143903"/>
                  </a:lnTo>
                  <a:lnTo>
                    <a:pt x="2724760" y="147912"/>
                  </a:lnTo>
                  <a:lnTo>
                    <a:pt x="2812655" y="151803"/>
                  </a:lnTo>
                  <a:lnTo>
                    <a:pt x="2900551" y="155570"/>
                  </a:lnTo>
                  <a:lnTo>
                    <a:pt x="2988446" y="159210"/>
                  </a:lnTo>
                  <a:lnTo>
                    <a:pt x="3076342" y="162722"/>
                  </a:lnTo>
                  <a:lnTo>
                    <a:pt x="3164237" y="166106"/>
                  </a:lnTo>
                  <a:lnTo>
                    <a:pt x="3252133" y="169366"/>
                  </a:lnTo>
                  <a:lnTo>
                    <a:pt x="3340028" y="172508"/>
                  </a:lnTo>
                  <a:lnTo>
                    <a:pt x="3427924" y="175540"/>
                  </a:lnTo>
                  <a:lnTo>
                    <a:pt x="3515819" y="178470"/>
                  </a:lnTo>
                  <a:lnTo>
                    <a:pt x="3603715" y="181306"/>
                  </a:lnTo>
                  <a:lnTo>
                    <a:pt x="3691610" y="184059"/>
                  </a:lnTo>
                  <a:lnTo>
                    <a:pt x="3779506" y="186736"/>
                  </a:lnTo>
                  <a:lnTo>
                    <a:pt x="3867401" y="189345"/>
                  </a:lnTo>
                  <a:lnTo>
                    <a:pt x="3955297" y="191895"/>
                  </a:lnTo>
                  <a:lnTo>
                    <a:pt x="4043192" y="194392"/>
                  </a:lnTo>
                  <a:lnTo>
                    <a:pt x="4131088" y="196842"/>
                  </a:lnTo>
                  <a:lnTo>
                    <a:pt x="4218983" y="199251"/>
                  </a:lnTo>
                  <a:lnTo>
                    <a:pt x="4306879" y="201623"/>
                  </a:lnTo>
                  <a:lnTo>
                    <a:pt x="4394774" y="203962"/>
                  </a:lnTo>
                  <a:lnTo>
                    <a:pt x="4482670" y="206273"/>
                  </a:lnTo>
                  <a:lnTo>
                    <a:pt x="4570565" y="208558"/>
                  </a:lnTo>
                  <a:lnTo>
                    <a:pt x="4658461" y="210821"/>
                  </a:lnTo>
                  <a:lnTo>
                    <a:pt x="4746356" y="213063"/>
                  </a:lnTo>
                  <a:lnTo>
                    <a:pt x="4834252" y="215286"/>
                  </a:lnTo>
                  <a:lnTo>
                    <a:pt x="4922147" y="217494"/>
                  </a:lnTo>
                  <a:lnTo>
                    <a:pt x="5010043" y="219686"/>
                  </a:lnTo>
                  <a:lnTo>
                    <a:pt x="5097938" y="221866"/>
                  </a:lnTo>
                  <a:lnTo>
                    <a:pt x="5185834" y="224033"/>
                  </a:lnTo>
                  <a:lnTo>
                    <a:pt x="5273729" y="226189"/>
                  </a:lnTo>
                  <a:lnTo>
                    <a:pt x="5361625" y="228336"/>
                  </a:lnTo>
                  <a:lnTo>
                    <a:pt x="5449520" y="230473"/>
                  </a:lnTo>
                  <a:lnTo>
                    <a:pt x="5537416" y="232602"/>
                  </a:lnTo>
                  <a:lnTo>
                    <a:pt x="5625311" y="234724"/>
                  </a:lnTo>
                  <a:lnTo>
                    <a:pt x="5713207" y="236839"/>
                  </a:lnTo>
                  <a:lnTo>
                    <a:pt x="5801102" y="238947"/>
                  </a:lnTo>
                  <a:lnTo>
                    <a:pt x="5888998" y="241050"/>
                  </a:lnTo>
                  <a:lnTo>
                    <a:pt x="5976893" y="243147"/>
                  </a:lnTo>
                  <a:lnTo>
                    <a:pt x="6064789" y="245239"/>
                  </a:lnTo>
                  <a:lnTo>
                    <a:pt x="6152684" y="247327"/>
                  </a:lnTo>
                  <a:lnTo>
                    <a:pt x="6240580" y="249410"/>
                  </a:lnTo>
                  <a:lnTo>
                    <a:pt x="6328475" y="251490"/>
                  </a:lnTo>
                  <a:lnTo>
                    <a:pt x="6416371" y="253565"/>
                  </a:lnTo>
                  <a:lnTo>
                    <a:pt x="6504266" y="255637"/>
                  </a:lnTo>
                  <a:lnTo>
                    <a:pt x="6592162" y="257706"/>
                  </a:lnTo>
                  <a:lnTo>
                    <a:pt x="6680057" y="259772"/>
                  </a:lnTo>
                  <a:lnTo>
                    <a:pt x="6767953" y="261836"/>
                  </a:lnTo>
                  <a:lnTo>
                    <a:pt x="6855848" y="263896"/>
                  </a:lnTo>
                  <a:lnTo>
                    <a:pt x="6943744" y="265954"/>
                  </a:lnTo>
                  <a:lnTo>
                    <a:pt x="6943744" y="412700"/>
                  </a:lnTo>
                  <a:lnTo>
                    <a:pt x="6855848" y="407607"/>
                  </a:lnTo>
                  <a:lnTo>
                    <a:pt x="6767953" y="402516"/>
                  </a:lnTo>
                  <a:lnTo>
                    <a:pt x="6680057" y="397428"/>
                  </a:lnTo>
                  <a:lnTo>
                    <a:pt x="6592162" y="392343"/>
                  </a:lnTo>
                  <a:lnTo>
                    <a:pt x="6504266" y="387260"/>
                  </a:lnTo>
                  <a:lnTo>
                    <a:pt x="6416371" y="382181"/>
                  </a:lnTo>
                  <a:lnTo>
                    <a:pt x="6328475" y="377105"/>
                  </a:lnTo>
                  <a:lnTo>
                    <a:pt x="6240580" y="372033"/>
                  </a:lnTo>
                  <a:lnTo>
                    <a:pt x="6152684" y="366965"/>
                  </a:lnTo>
                  <a:lnTo>
                    <a:pt x="6064789" y="361902"/>
                  </a:lnTo>
                  <a:lnTo>
                    <a:pt x="5976893" y="356842"/>
                  </a:lnTo>
                  <a:lnTo>
                    <a:pt x="5888998" y="351788"/>
                  </a:lnTo>
                  <a:lnTo>
                    <a:pt x="5801102" y="346739"/>
                  </a:lnTo>
                  <a:lnTo>
                    <a:pt x="5713207" y="341696"/>
                  </a:lnTo>
                  <a:lnTo>
                    <a:pt x="5625311" y="336660"/>
                  </a:lnTo>
                  <a:lnTo>
                    <a:pt x="5537416" y="331630"/>
                  </a:lnTo>
                  <a:lnTo>
                    <a:pt x="5449520" y="326608"/>
                  </a:lnTo>
                  <a:lnTo>
                    <a:pt x="5361625" y="321594"/>
                  </a:lnTo>
                  <a:lnTo>
                    <a:pt x="5273729" y="316589"/>
                  </a:lnTo>
                  <a:lnTo>
                    <a:pt x="5185834" y="311594"/>
                  </a:lnTo>
                  <a:lnTo>
                    <a:pt x="5097938" y="306610"/>
                  </a:lnTo>
                  <a:lnTo>
                    <a:pt x="5010043" y="301638"/>
                  </a:lnTo>
                  <a:lnTo>
                    <a:pt x="4922147" y="296679"/>
                  </a:lnTo>
                  <a:lnTo>
                    <a:pt x="4834252" y="291735"/>
                  </a:lnTo>
                  <a:lnTo>
                    <a:pt x="4746356" y="286807"/>
                  </a:lnTo>
                  <a:lnTo>
                    <a:pt x="4658461" y="281898"/>
                  </a:lnTo>
                  <a:lnTo>
                    <a:pt x="4570565" y="277009"/>
                  </a:lnTo>
                  <a:lnTo>
                    <a:pt x="4482670" y="272143"/>
                  </a:lnTo>
                  <a:lnTo>
                    <a:pt x="4394774" y="267302"/>
                  </a:lnTo>
                  <a:lnTo>
                    <a:pt x="4306879" y="262490"/>
                  </a:lnTo>
                  <a:lnTo>
                    <a:pt x="4218983" y="257711"/>
                  </a:lnTo>
                  <a:lnTo>
                    <a:pt x="4131088" y="252968"/>
                  </a:lnTo>
                  <a:lnTo>
                    <a:pt x="4043192" y="248267"/>
                  </a:lnTo>
                  <a:lnTo>
                    <a:pt x="3955297" y="243613"/>
                  </a:lnTo>
                  <a:lnTo>
                    <a:pt x="3867401" y="239011"/>
                  </a:lnTo>
                  <a:lnTo>
                    <a:pt x="3779506" y="234469"/>
                  </a:lnTo>
                  <a:lnTo>
                    <a:pt x="3691610" y="229995"/>
                  </a:lnTo>
                  <a:lnTo>
                    <a:pt x="3603715" y="225596"/>
                  </a:lnTo>
                  <a:lnTo>
                    <a:pt x="3515819" y="221281"/>
                  </a:lnTo>
                  <a:lnTo>
                    <a:pt x="3427924" y="217059"/>
                  </a:lnTo>
                  <a:lnTo>
                    <a:pt x="3340028" y="212940"/>
                  </a:lnTo>
                  <a:lnTo>
                    <a:pt x="3252133" y="208931"/>
                  </a:lnTo>
                  <a:lnTo>
                    <a:pt x="3164237" y="205039"/>
                  </a:lnTo>
                  <a:lnTo>
                    <a:pt x="3076342" y="201272"/>
                  </a:lnTo>
                  <a:lnTo>
                    <a:pt x="2988446" y="197632"/>
                  </a:lnTo>
                  <a:lnTo>
                    <a:pt x="2900551" y="194121"/>
                  </a:lnTo>
                  <a:lnTo>
                    <a:pt x="2812655" y="190737"/>
                  </a:lnTo>
                  <a:lnTo>
                    <a:pt x="2724760" y="187477"/>
                  </a:lnTo>
                  <a:lnTo>
                    <a:pt x="2636864" y="184334"/>
                  </a:lnTo>
                  <a:lnTo>
                    <a:pt x="2548969" y="181303"/>
                  </a:lnTo>
                  <a:lnTo>
                    <a:pt x="2461073" y="178373"/>
                  </a:lnTo>
                  <a:lnTo>
                    <a:pt x="2373178" y="175536"/>
                  </a:lnTo>
                  <a:lnTo>
                    <a:pt x="2285282" y="172784"/>
                  </a:lnTo>
                  <a:lnTo>
                    <a:pt x="2197387" y="170107"/>
                  </a:lnTo>
                  <a:lnTo>
                    <a:pt x="2109491" y="167498"/>
                  </a:lnTo>
                  <a:lnTo>
                    <a:pt x="2021596" y="164948"/>
                  </a:lnTo>
                  <a:lnTo>
                    <a:pt x="1933700" y="162451"/>
                  </a:lnTo>
                  <a:lnTo>
                    <a:pt x="1845805" y="160001"/>
                  </a:lnTo>
                  <a:lnTo>
                    <a:pt x="1757909" y="157592"/>
                  </a:lnTo>
                  <a:lnTo>
                    <a:pt x="1670014" y="155220"/>
                  </a:lnTo>
                  <a:lnTo>
                    <a:pt x="1582118" y="152881"/>
                  </a:lnTo>
                  <a:lnTo>
                    <a:pt x="1494223" y="150570"/>
                  </a:lnTo>
                  <a:lnTo>
                    <a:pt x="1406327" y="148285"/>
                  </a:lnTo>
                  <a:lnTo>
                    <a:pt x="1318432" y="146022"/>
                  </a:lnTo>
                  <a:lnTo>
                    <a:pt x="1230536" y="143780"/>
                  </a:lnTo>
                  <a:lnTo>
                    <a:pt x="1142641" y="141557"/>
                  </a:lnTo>
                  <a:lnTo>
                    <a:pt x="1054745" y="139349"/>
                  </a:lnTo>
                  <a:lnTo>
                    <a:pt x="966850" y="137157"/>
                  </a:lnTo>
                  <a:lnTo>
                    <a:pt x="878954" y="134977"/>
                  </a:lnTo>
                  <a:lnTo>
                    <a:pt x="791059" y="132810"/>
                  </a:lnTo>
                  <a:lnTo>
                    <a:pt x="703163" y="130654"/>
                  </a:lnTo>
                  <a:lnTo>
                    <a:pt x="615268" y="128507"/>
                  </a:lnTo>
                  <a:lnTo>
                    <a:pt x="527372" y="126370"/>
                  </a:lnTo>
                  <a:lnTo>
                    <a:pt x="439477" y="124241"/>
                  </a:lnTo>
                  <a:lnTo>
                    <a:pt x="351581" y="122119"/>
                  </a:lnTo>
                  <a:lnTo>
                    <a:pt x="263686" y="120004"/>
                  </a:lnTo>
                  <a:lnTo>
                    <a:pt x="175790" y="117896"/>
                  </a:lnTo>
                  <a:lnTo>
                    <a:pt x="87895" y="115793"/>
                  </a:lnTo>
                  <a:lnTo>
                    <a:pt x="0" y="11369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1326279" y="2445235"/>
              <a:ext cx="6943744" cy="265954"/>
            </a:xfrm>
            <a:custGeom>
              <a:avLst/>
              <a:pathLst>
                <a:path w="6943744" h="265954">
                  <a:moveTo>
                    <a:pt x="0" y="0"/>
                  </a:moveTo>
                  <a:lnTo>
                    <a:pt x="87895" y="5054"/>
                  </a:lnTo>
                  <a:lnTo>
                    <a:pt x="175790" y="10103"/>
                  </a:lnTo>
                  <a:lnTo>
                    <a:pt x="263686" y="15145"/>
                  </a:lnTo>
                  <a:lnTo>
                    <a:pt x="351581" y="20182"/>
                  </a:lnTo>
                  <a:lnTo>
                    <a:pt x="439477" y="25212"/>
                  </a:lnTo>
                  <a:lnTo>
                    <a:pt x="527372" y="30234"/>
                  </a:lnTo>
                  <a:lnTo>
                    <a:pt x="615268" y="35248"/>
                  </a:lnTo>
                  <a:lnTo>
                    <a:pt x="703163" y="40253"/>
                  </a:lnTo>
                  <a:lnTo>
                    <a:pt x="791059" y="45248"/>
                  </a:lnTo>
                  <a:lnTo>
                    <a:pt x="878954" y="50232"/>
                  </a:lnTo>
                  <a:lnTo>
                    <a:pt x="966850" y="55204"/>
                  </a:lnTo>
                  <a:lnTo>
                    <a:pt x="1054745" y="60163"/>
                  </a:lnTo>
                  <a:lnTo>
                    <a:pt x="1142641" y="65107"/>
                  </a:lnTo>
                  <a:lnTo>
                    <a:pt x="1230536" y="70035"/>
                  </a:lnTo>
                  <a:lnTo>
                    <a:pt x="1318432" y="74944"/>
                  </a:lnTo>
                  <a:lnTo>
                    <a:pt x="1406327" y="79833"/>
                  </a:lnTo>
                  <a:lnTo>
                    <a:pt x="1494223" y="84699"/>
                  </a:lnTo>
                  <a:lnTo>
                    <a:pt x="1582118" y="89540"/>
                  </a:lnTo>
                  <a:lnTo>
                    <a:pt x="1670014" y="94352"/>
                  </a:lnTo>
                  <a:lnTo>
                    <a:pt x="1757909" y="99131"/>
                  </a:lnTo>
                  <a:lnTo>
                    <a:pt x="1845805" y="103874"/>
                  </a:lnTo>
                  <a:lnTo>
                    <a:pt x="1933700" y="108575"/>
                  </a:lnTo>
                  <a:lnTo>
                    <a:pt x="2021596" y="113229"/>
                  </a:lnTo>
                  <a:lnTo>
                    <a:pt x="2109491" y="117831"/>
                  </a:lnTo>
                  <a:lnTo>
                    <a:pt x="2197387" y="122373"/>
                  </a:lnTo>
                  <a:lnTo>
                    <a:pt x="2285282" y="126847"/>
                  </a:lnTo>
                  <a:lnTo>
                    <a:pt x="2373178" y="131246"/>
                  </a:lnTo>
                  <a:lnTo>
                    <a:pt x="2461073" y="135561"/>
                  </a:lnTo>
                  <a:lnTo>
                    <a:pt x="2548969" y="139783"/>
                  </a:lnTo>
                  <a:lnTo>
                    <a:pt x="2636864" y="143903"/>
                  </a:lnTo>
                  <a:lnTo>
                    <a:pt x="2724760" y="147912"/>
                  </a:lnTo>
                  <a:lnTo>
                    <a:pt x="2812655" y="151803"/>
                  </a:lnTo>
                  <a:lnTo>
                    <a:pt x="2900551" y="155570"/>
                  </a:lnTo>
                  <a:lnTo>
                    <a:pt x="2988446" y="159210"/>
                  </a:lnTo>
                  <a:lnTo>
                    <a:pt x="3076342" y="162722"/>
                  </a:lnTo>
                  <a:lnTo>
                    <a:pt x="3164237" y="166106"/>
                  </a:lnTo>
                  <a:lnTo>
                    <a:pt x="3252133" y="169366"/>
                  </a:lnTo>
                  <a:lnTo>
                    <a:pt x="3340028" y="172508"/>
                  </a:lnTo>
                  <a:lnTo>
                    <a:pt x="3427924" y="175540"/>
                  </a:lnTo>
                  <a:lnTo>
                    <a:pt x="3515819" y="178470"/>
                  </a:lnTo>
                  <a:lnTo>
                    <a:pt x="3603715" y="181306"/>
                  </a:lnTo>
                  <a:lnTo>
                    <a:pt x="3691610" y="184059"/>
                  </a:lnTo>
                  <a:lnTo>
                    <a:pt x="3779506" y="186736"/>
                  </a:lnTo>
                  <a:lnTo>
                    <a:pt x="3867401" y="189345"/>
                  </a:lnTo>
                  <a:lnTo>
                    <a:pt x="3955297" y="191895"/>
                  </a:lnTo>
                  <a:lnTo>
                    <a:pt x="4043192" y="194392"/>
                  </a:lnTo>
                  <a:lnTo>
                    <a:pt x="4131088" y="196842"/>
                  </a:lnTo>
                  <a:lnTo>
                    <a:pt x="4218983" y="199251"/>
                  </a:lnTo>
                  <a:lnTo>
                    <a:pt x="4306879" y="201623"/>
                  </a:lnTo>
                  <a:lnTo>
                    <a:pt x="4394774" y="203962"/>
                  </a:lnTo>
                  <a:lnTo>
                    <a:pt x="4482670" y="206273"/>
                  </a:lnTo>
                  <a:lnTo>
                    <a:pt x="4570565" y="208558"/>
                  </a:lnTo>
                  <a:lnTo>
                    <a:pt x="4658461" y="210821"/>
                  </a:lnTo>
                  <a:lnTo>
                    <a:pt x="4746356" y="213063"/>
                  </a:lnTo>
                  <a:lnTo>
                    <a:pt x="4834252" y="215286"/>
                  </a:lnTo>
                  <a:lnTo>
                    <a:pt x="4922147" y="217494"/>
                  </a:lnTo>
                  <a:lnTo>
                    <a:pt x="5010043" y="219686"/>
                  </a:lnTo>
                  <a:lnTo>
                    <a:pt x="5097938" y="221866"/>
                  </a:lnTo>
                  <a:lnTo>
                    <a:pt x="5185834" y="224033"/>
                  </a:lnTo>
                  <a:lnTo>
                    <a:pt x="5273729" y="226189"/>
                  </a:lnTo>
                  <a:lnTo>
                    <a:pt x="5361625" y="228336"/>
                  </a:lnTo>
                  <a:lnTo>
                    <a:pt x="5449520" y="230473"/>
                  </a:lnTo>
                  <a:lnTo>
                    <a:pt x="5537416" y="232602"/>
                  </a:lnTo>
                  <a:lnTo>
                    <a:pt x="5625311" y="234724"/>
                  </a:lnTo>
                  <a:lnTo>
                    <a:pt x="5713207" y="236839"/>
                  </a:lnTo>
                  <a:lnTo>
                    <a:pt x="5801102" y="238947"/>
                  </a:lnTo>
                  <a:lnTo>
                    <a:pt x="5888998" y="241050"/>
                  </a:lnTo>
                  <a:lnTo>
                    <a:pt x="5976893" y="243147"/>
                  </a:lnTo>
                  <a:lnTo>
                    <a:pt x="6064789" y="245239"/>
                  </a:lnTo>
                  <a:lnTo>
                    <a:pt x="6152684" y="247327"/>
                  </a:lnTo>
                  <a:lnTo>
                    <a:pt x="6240580" y="249410"/>
                  </a:lnTo>
                  <a:lnTo>
                    <a:pt x="6328475" y="251490"/>
                  </a:lnTo>
                  <a:lnTo>
                    <a:pt x="6416371" y="253565"/>
                  </a:lnTo>
                  <a:lnTo>
                    <a:pt x="6504266" y="255637"/>
                  </a:lnTo>
                  <a:lnTo>
                    <a:pt x="6592162" y="257706"/>
                  </a:lnTo>
                  <a:lnTo>
                    <a:pt x="6680057" y="259772"/>
                  </a:lnTo>
                  <a:lnTo>
                    <a:pt x="6767953" y="261836"/>
                  </a:lnTo>
                  <a:lnTo>
                    <a:pt x="6855848" y="263896"/>
                  </a:lnTo>
                  <a:lnTo>
                    <a:pt x="6943744" y="2659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326279" y="2558931"/>
              <a:ext cx="6943744" cy="299004"/>
            </a:xfrm>
            <a:custGeom>
              <a:avLst/>
              <a:pathLst>
                <a:path w="6943744" h="299004">
                  <a:moveTo>
                    <a:pt x="6943744" y="299004"/>
                  </a:moveTo>
                  <a:lnTo>
                    <a:pt x="6855848" y="293910"/>
                  </a:lnTo>
                  <a:lnTo>
                    <a:pt x="6767953" y="288820"/>
                  </a:lnTo>
                  <a:lnTo>
                    <a:pt x="6680057" y="283731"/>
                  </a:lnTo>
                  <a:lnTo>
                    <a:pt x="6592162" y="278646"/>
                  </a:lnTo>
                  <a:lnTo>
                    <a:pt x="6504266" y="273564"/>
                  </a:lnTo>
                  <a:lnTo>
                    <a:pt x="6416371" y="268485"/>
                  </a:lnTo>
                  <a:lnTo>
                    <a:pt x="6328475" y="263409"/>
                  </a:lnTo>
                  <a:lnTo>
                    <a:pt x="6240580" y="258337"/>
                  </a:lnTo>
                  <a:lnTo>
                    <a:pt x="6152684" y="253269"/>
                  </a:lnTo>
                  <a:lnTo>
                    <a:pt x="6064789" y="248205"/>
                  </a:lnTo>
                  <a:lnTo>
                    <a:pt x="5976893" y="243146"/>
                  </a:lnTo>
                  <a:lnTo>
                    <a:pt x="5888998" y="238092"/>
                  </a:lnTo>
                  <a:lnTo>
                    <a:pt x="5801102" y="233043"/>
                  </a:lnTo>
                  <a:lnTo>
                    <a:pt x="5713207" y="228000"/>
                  </a:lnTo>
                  <a:lnTo>
                    <a:pt x="5625311" y="222963"/>
                  </a:lnTo>
                  <a:lnTo>
                    <a:pt x="5537416" y="217934"/>
                  </a:lnTo>
                  <a:lnTo>
                    <a:pt x="5449520" y="212911"/>
                  </a:lnTo>
                  <a:lnTo>
                    <a:pt x="5361625" y="207897"/>
                  </a:lnTo>
                  <a:lnTo>
                    <a:pt x="5273729" y="202892"/>
                  </a:lnTo>
                  <a:lnTo>
                    <a:pt x="5185834" y="197897"/>
                  </a:lnTo>
                  <a:lnTo>
                    <a:pt x="5097938" y="192913"/>
                  </a:lnTo>
                  <a:lnTo>
                    <a:pt x="5010043" y="187941"/>
                  </a:lnTo>
                  <a:lnTo>
                    <a:pt x="4922147" y="182982"/>
                  </a:lnTo>
                  <a:lnTo>
                    <a:pt x="4834252" y="178038"/>
                  </a:lnTo>
                  <a:lnTo>
                    <a:pt x="4746356" y="173111"/>
                  </a:lnTo>
                  <a:lnTo>
                    <a:pt x="4658461" y="168201"/>
                  </a:lnTo>
                  <a:lnTo>
                    <a:pt x="4570565" y="163312"/>
                  </a:lnTo>
                  <a:lnTo>
                    <a:pt x="4482670" y="158446"/>
                  </a:lnTo>
                  <a:lnTo>
                    <a:pt x="4394774" y="153606"/>
                  </a:lnTo>
                  <a:lnTo>
                    <a:pt x="4306879" y="148794"/>
                  </a:lnTo>
                  <a:lnTo>
                    <a:pt x="4218983" y="144014"/>
                  </a:lnTo>
                  <a:lnTo>
                    <a:pt x="4131088" y="139272"/>
                  </a:lnTo>
                  <a:lnTo>
                    <a:pt x="4043192" y="134571"/>
                  </a:lnTo>
                  <a:lnTo>
                    <a:pt x="3955297" y="129916"/>
                  </a:lnTo>
                  <a:lnTo>
                    <a:pt x="3867401" y="125315"/>
                  </a:lnTo>
                  <a:lnTo>
                    <a:pt x="3779506" y="120773"/>
                  </a:lnTo>
                  <a:lnTo>
                    <a:pt x="3691610" y="116298"/>
                  </a:lnTo>
                  <a:lnTo>
                    <a:pt x="3603715" y="111899"/>
                  </a:lnTo>
                  <a:lnTo>
                    <a:pt x="3515819" y="107584"/>
                  </a:lnTo>
                  <a:lnTo>
                    <a:pt x="3427924" y="103363"/>
                  </a:lnTo>
                  <a:lnTo>
                    <a:pt x="3340028" y="99243"/>
                  </a:lnTo>
                  <a:lnTo>
                    <a:pt x="3252133" y="95234"/>
                  </a:lnTo>
                  <a:lnTo>
                    <a:pt x="3164237" y="91343"/>
                  </a:lnTo>
                  <a:lnTo>
                    <a:pt x="3076342" y="87575"/>
                  </a:lnTo>
                  <a:lnTo>
                    <a:pt x="2988446" y="83935"/>
                  </a:lnTo>
                  <a:lnTo>
                    <a:pt x="2900551" y="80424"/>
                  </a:lnTo>
                  <a:lnTo>
                    <a:pt x="2812655" y="77040"/>
                  </a:lnTo>
                  <a:lnTo>
                    <a:pt x="2724760" y="73780"/>
                  </a:lnTo>
                  <a:lnTo>
                    <a:pt x="2636864" y="70638"/>
                  </a:lnTo>
                  <a:lnTo>
                    <a:pt x="2548969" y="67606"/>
                  </a:lnTo>
                  <a:lnTo>
                    <a:pt x="2461073" y="64676"/>
                  </a:lnTo>
                  <a:lnTo>
                    <a:pt x="2373178" y="61840"/>
                  </a:lnTo>
                  <a:lnTo>
                    <a:pt x="2285282" y="59088"/>
                  </a:lnTo>
                  <a:lnTo>
                    <a:pt x="2197387" y="56411"/>
                  </a:lnTo>
                  <a:lnTo>
                    <a:pt x="2109491" y="53801"/>
                  </a:lnTo>
                  <a:lnTo>
                    <a:pt x="2021596" y="51251"/>
                  </a:lnTo>
                  <a:lnTo>
                    <a:pt x="1933700" y="48754"/>
                  </a:lnTo>
                  <a:lnTo>
                    <a:pt x="1845805" y="46304"/>
                  </a:lnTo>
                  <a:lnTo>
                    <a:pt x="1757909" y="43896"/>
                  </a:lnTo>
                  <a:lnTo>
                    <a:pt x="1670014" y="41524"/>
                  </a:lnTo>
                  <a:lnTo>
                    <a:pt x="1582118" y="39184"/>
                  </a:lnTo>
                  <a:lnTo>
                    <a:pt x="1494223" y="36873"/>
                  </a:lnTo>
                  <a:lnTo>
                    <a:pt x="1406327" y="34588"/>
                  </a:lnTo>
                  <a:lnTo>
                    <a:pt x="1318432" y="32326"/>
                  </a:lnTo>
                  <a:lnTo>
                    <a:pt x="1230536" y="30084"/>
                  </a:lnTo>
                  <a:lnTo>
                    <a:pt x="1142641" y="27860"/>
                  </a:lnTo>
                  <a:lnTo>
                    <a:pt x="1054745" y="25653"/>
                  </a:lnTo>
                  <a:lnTo>
                    <a:pt x="966850" y="23460"/>
                  </a:lnTo>
                  <a:lnTo>
                    <a:pt x="878954" y="21281"/>
                  </a:lnTo>
                  <a:lnTo>
                    <a:pt x="791059" y="19114"/>
                  </a:lnTo>
                  <a:lnTo>
                    <a:pt x="703163" y="16957"/>
                  </a:lnTo>
                  <a:lnTo>
                    <a:pt x="615268" y="14811"/>
                  </a:lnTo>
                  <a:lnTo>
                    <a:pt x="527372" y="12673"/>
                  </a:lnTo>
                  <a:lnTo>
                    <a:pt x="439477" y="10544"/>
                  </a:lnTo>
                  <a:lnTo>
                    <a:pt x="351581" y="8422"/>
                  </a:lnTo>
                  <a:lnTo>
                    <a:pt x="263686" y="6308"/>
                  </a:lnTo>
                  <a:lnTo>
                    <a:pt x="175790" y="4199"/>
                  </a:lnTo>
                  <a:lnTo>
                    <a:pt x="87895" y="209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326279" y="2502083"/>
              <a:ext cx="6943744" cy="282479"/>
            </a:xfrm>
            <a:custGeom>
              <a:avLst/>
              <a:pathLst>
                <a:path w="6943744" h="282479">
                  <a:moveTo>
                    <a:pt x="0" y="0"/>
                  </a:moveTo>
                  <a:lnTo>
                    <a:pt x="87895" y="3575"/>
                  </a:lnTo>
                  <a:lnTo>
                    <a:pt x="175790" y="7151"/>
                  </a:lnTo>
                  <a:lnTo>
                    <a:pt x="263686" y="10727"/>
                  </a:lnTo>
                  <a:lnTo>
                    <a:pt x="351581" y="14302"/>
                  </a:lnTo>
                  <a:lnTo>
                    <a:pt x="439477" y="17878"/>
                  </a:lnTo>
                  <a:lnTo>
                    <a:pt x="527372" y="21454"/>
                  </a:lnTo>
                  <a:lnTo>
                    <a:pt x="615268" y="25029"/>
                  </a:lnTo>
                  <a:lnTo>
                    <a:pt x="703163" y="28605"/>
                  </a:lnTo>
                  <a:lnTo>
                    <a:pt x="791059" y="32181"/>
                  </a:lnTo>
                  <a:lnTo>
                    <a:pt x="878954" y="35756"/>
                  </a:lnTo>
                  <a:lnTo>
                    <a:pt x="966850" y="39332"/>
                  </a:lnTo>
                  <a:lnTo>
                    <a:pt x="1054745" y="42908"/>
                  </a:lnTo>
                  <a:lnTo>
                    <a:pt x="1142641" y="46483"/>
                  </a:lnTo>
                  <a:lnTo>
                    <a:pt x="1230536" y="50059"/>
                  </a:lnTo>
                  <a:lnTo>
                    <a:pt x="1318432" y="53635"/>
                  </a:lnTo>
                  <a:lnTo>
                    <a:pt x="1406327" y="57211"/>
                  </a:lnTo>
                  <a:lnTo>
                    <a:pt x="1494223" y="60786"/>
                  </a:lnTo>
                  <a:lnTo>
                    <a:pt x="1582118" y="64362"/>
                  </a:lnTo>
                  <a:lnTo>
                    <a:pt x="1670014" y="67938"/>
                  </a:lnTo>
                  <a:lnTo>
                    <a:pt x="1757909" y="71513"/>
                  </a:lnTo>
                  <a:lnTo>
                    <a:pt x="1845805" y="75089"/>
                  </a:lnTo>
                  <a:lnTo>
                    <a:pt x="1933700" y="78665"/>
                  </a:lnTo>
                  <a:lnTo>
                    <a:pt x="2021596" y="82240"/>
                  </a:lnTo>
                  <a:lnTo>
                    <a:pt x="2109491" y="85816"/>
                  </a:lnTo>
                  <a:lnTo>
                    <a:pt x="2197387" y="89392"/>
                  </a:lnTo>
                  <a:lnTo>
                    <a:pt x="2285282" y="92967"/>
                  </a:lnTo>
                  <a:lnTo>
                    <a:pt x="2373178" y="96543"/>
                  </a:lnTo>
                  <a:lnTo>
                    <a:pt x="2461073" y="100119"/>
                  </a:lnTo>
                  <a:lnTo>
                    <a:pt x="2548969" y="103695"/>
                  </a:lnTo>
                  <a:lnTo>
                    <a:pt x="2636864" y="107270"/>
                  </a:lnTo>
                  <a:lnTo>
                    <a:pt x="2724760" y="110846"/>
                  </a:lnTo>
                  <a:lnTo>
                    <a:pt x="2812655" y="114422"/>
                  </a:lnTo>
                  <a:lnTo>
                    <a:pt x="2900551" y="117997"/>
                  </a:lnTo>
                  <a:lnTo>
                    <a:pt x="2988446" y="121573"/>
                  </a:lnTo>
                  <a:lnTo>
                    <a:pt x="3076342" y="125149"/>
                  </a:lnTo>
                  <a:lnTo>
                    <a:pt x="3164237" y="128724"/>
                  </a:lnTo>
                  <a:lnTo>
                    <a:pt x="3252133" y="132300"/>
                  </a:lnTo>
                  <a:lnTo>
                    <a:pt x="3340028" y="135876"/>
                  </a:lnTo>
                  <a:lnTo>
                    <a:pt x="3427924" y="139451"/>
                  </a:lnTo>
                  <a:lnTo>
                    <a:pt x="3515819" y="143027"/>
                  </a:lnTo>
                  <a:lnTo>
                    <a:pt x="3603715" y="146603"/>
                  </a:lnTo>
                  <a:lnTo>
                    <a:pt x="3691610" y="150178"/>
                  </a:lnTo>
                  <a:lnTo>
                    <a:pt x="3779506" y="153754"/>
                  </a:lnTo>
                  <a:lnTo>
                    <a:pt x="3867401" y="157330"/>
                  </a:lnTo>
                  <a:lnTo>
                    <a:pt x="3955297" y="160906"/>
                  </a:lnTo>
                  <a:lnTo>
                    <a:pt x="4043192" y="164481"/>
                  </a:lnTo>
                  <a:lnTo>
                    <a:pt x="4131088" y="168057"/>
                  </a:lnTo>
                  <a:lnTo>
                    <a:pt x="4218983" y="171633"/>
                  </a:lnTo>
                  <a:lnTo>
                    <a:pt x="4306879" y="175208"/>
                  </a:lnTo>
                  <a:lnTo>
                    <a:pt x="4394774" y="178784"/>
                  </a:lnTo>
                  <a:lnTo>
                    <a:pt x="4482670" y="182360"/>
                  </a:lnTo>
                  <a:lnTo>
                    <a:pt x="4570565" y="185935"/>
                  </a:lnTo>
                  <a:lnTo>
                    <a:pt x="4658461" y="189511"/>
                  </a:lnTo>
                  <a:lnTo>
                    <a:pt x="4746356" y="193087"/>
                  </a:lnTo>
                  <a:lnTo>
                    <a:pt x="4834252" y="196662"/>
                  </a:lnTo>
                  <a:lnTo>
                    <a:pt x="4922147" y="200238"/>
                  </a:lnTo>
                  <a:lnTo>
                    <a:pt x="5010043" y="203814"/>
                  </a:lnTo>
                  <a:lnTo>
                    <a:pt x="5097938" y="207390"/>
                  </a:lnTo>
                  <a:lnTo>
                    <a:pt x="5185834" y="210965"/>
                  </a:lnTo>
                  <a:lnTo>
                    <a:pt x="5273729" y="214541"/>
                  </a:lnTo>
                  <a:lnTo>
                    <a:pt x="5361625" y="218117"/>
                  </a:lnTo>
                  <a:lnTo>
                    <a:pt x="5449520" y="221692"/>
                  </a:lnTo>
                  <a:lnTo>
                    <a:pt x="5537416" y="225268"/>
                  </a:lnTo>
                  <a:lnTo>
                    <a:pt x="5625311" y="228844"/>
                  </a:lnTo>
                  <a:lnTo>
                    <a:pt x="5713207" y="232419"/>
                  </a:lnTo>
                  <a:lnTo>
                    <a:pt x="5801102" y="235995"/>
                  </a:lnTo>
                  <a:lnTo>
                    <a:pt x="5888998" y="239571"/>
                  </a:lnTo>
                  <a:lnTo>
                    <a:pt x="5976893" y="243146"/>
                  </a:lnTo>
                  <a:lnTo>
                    <a:pt x="6064789" y="246722"/>
                  </a:lnTo>
                  <a:lnTo>
                    <a:pt x="6152684" y="250298"/>
                  </a:lnTo>
                  <a:lnTo>
                    <a:pt x="6240580" y="253873"/>
                  </a:lnTo>
                  <a:lnTo>
                    <a:pt x="6328475" y="257449"/>
                  </a:lnTo>
                  <a:lnTo>
                    <a:pt x="6416371" y="261025"/>
                  </a:lnTo>
                  <a:lnTo>
                    <a:pt x="6504266" y="264601"/>
                  </a:lnTo>
                  <a:lnTo>
                    <a:pt x="6592162" y="268176"/>
                  </a:lnTo>
                  <a:lnTo>
                    <a:pt x="6680057" y="271752"/>
                  </a:lnTo>
                  <a:lnTo>
                    <a:pt x="6767953" y="275328"/>
                  </a:lnTo>
                  <a:lnTo>
                    <a:pt x="6855848" y="278903"/>
                  </a:lnTo>
                  <a:lnTo>
                    <a:pt x="6943744" y="282479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979092" y="2573113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69" name="tx969"/>
            <p:cNvSpPr/>
            <p:nvPr/>
          </p:nvSpPr>
          <p:spPr>
            <a:xfrm>
              <a:off x="692708" y="5370779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692708" y="4661350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-150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692708" y="3951921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754887" y="324249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854283" y="253306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267320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4785761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6929411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3416401" y="5925448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 (unindexed, mL/min)</a:t>
              </a:r>
            </a:p>
          </p:txBody>
        </p:sp>
        <p:sp>
          <p:nvSpPr>
            <p:cNvPr id="978" name="tx978"/>
            <p:cNvSpPr/>
            <p:nvPr/>
          </p:nvSpPr>
          <p:spPr>
            <a:xfrm rot="-5400000">
              <a:off x="-308058" y="3759743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979092" y="1669789"/>
              <a:ext cx="341601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vs CKD-EPI Cr-Cys eGFR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2026-09-28T15:19:53Z</dcterms:modified>
  <cp:category/>
</cp:coreProperties>
</file>