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50165" y="5054939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50165" y="4069567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50165" y="3084194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4625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510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1557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50165" y="5547625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50165" y="4562253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0165" y="3576881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643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8486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533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5812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61030" y="2768891"/>
              <a:ext cx="5772276" cy="2778734"/>
            </a:xfrm>
            <a:custGeom>
              <a:avLst/>
              <a:pathLst>
                <a:path w="5772276" h="2778734">
                  <a:moveTo>
                    <a:pt x="0" y="2650366"/>
                  </a:moveTo>
                  <a:lnTo>
                    <a:pt x="11296" y="2641667"/>
                  </a:lnTo>
                  <a:lnTo>
                    <a:pt x="22592" y="2632600"/>
                  </a:lnTo>
                  <a:lnTo>
                    <a:pt x="33888" y="2623150"/>
                  </a:lnTo>
                  <a:lnTo>
                    <a:pt x="45184" y="2613208"/>
                  </a:lnTo>
                  <a:lnTo>
                    <a:pt x="56480" y="2602896"/>
                  </a:lnTo>
                  <a:lnTo>
                    <a:pt x="67776" y="2592218"/>
                  </a:lnTo>
                  <a:lnTo>
                    <a:pt x="79072" y="2581179"/>
                  </a:lnTo>
                  <a:lnTo>
                    <a:pt x="90368" y="2569745"/>
                  </a:lnTo>
                  <a:lnTo>
                    <a:pt x="101664" y="2557885"/>
                  </a:lnTo>
                  <a:lnTo>
                    <a:pt x="112960" y="2545699"/>
                  </a:lnTo>
                  <a:lnTo>
                    <a:pt x="124256" y="2533201"/>
                  </a:lnTo>
                  <a:lnTo>
                    <a:pt x="135552" y="2520405"/>
                  </a:lnTo>
                  <a:lnTo>
                    <a:pt x="146848" y="2507277"/>
                  </a:lnTo>
                  <a:lnTo>
                    <a:pt x="158144" y="2493864"/>
                  </a:lnTo>
                  <a:lnTo>
                    <a:pt x="169440" y="2480234"/>
                  </a:lnTo>
                  <a:lnTo>
                    <a:pt x="180736" y="2466411"/>
                  </a:lnTo>
                  <a:lnTo>
                    <a:pt x="192032" y="2452421"/>
                  </a:lnTo>
                  <a:lnTo>
                    <a:pt x="203328" y="2438265"/>
                  </a:lnTo>
                  <a:lnTo>
                    <a:pt x="214624" y="2424021"/>
                  </a:lnTo>
                  <a:lnTo>
                    <a:pt x="225920" y="2409730"/>
                  </a:lnTo>
                  <a:lnTo>
                    <a:pt x="237216" y="2395424"/>
                  </a:lnTo>
                  <a:lnTo>
                    <a:pt x="248512" y="2381136"/>
                  </a:lnTo>
                  <a:lnTo>
                    <a:pt x="259808" y="2366943"/>
                  </a:lnTo>
                  <a:lnTo>
                    <a:pt x="271104" y="2352871"/>
                  </a:lnTo>
                  <a:lnTo>
                    <a:pt x="282400" y="2338954"/>
                  </a:lnTo>
                  <a:lnTo>
                    <a:pt x="293697" y="2325224"/>
                  </a:lnTo>
                  <a:lnTo>
                    <a:pt x="304993" y="2311739"/>
                  </a:lnTo>
                  <a:lnTo>
                    <a:pt x="316289" y="2298597"/>
                  </a:lnTo>
                  <a:lnTo>
                    <a:pt x="327585" y="2285764"/>
                  </a:lnTo>
                  <a:lnTo>
                    <a:pt x="338881" y="2273267"/>
                  </a:lnTo>
                  <a:lnTo>
                    <a:pt x="350177" y="2261127"/>
                  </a:lnTo>
                  <a:lnTo>
                    <a:pt x="361473" y="2249442"/>
                  </a:lnTo>
                  <a:lnTo>
                    <a:pt x="372769" y="2238242"/>
                  </a:lnTo>
                  <a:lnTo>
                    <a:pt x="384065" y="2227469"/>
                  </a:lnTo>
                  <a:lnTo>
                    <a:pt x="395361" y="2217130"/>
                  </a:lnTo>
                  <a:lnTo>
                    <a:pt x="406657" y="2207231"/>
                  </a:lnTo>
                  <a:lnTo>
                    <a:pt x="417953" y="2197892"/>
                  </a:lnTo>
                  <a:lnTo>
                    <a:pt x="429249" y="2189032"/>
                  </a:lnTo>
                  <a:lnTo>
                    <a:pt x="440545" y="2180599"/>
                  </a:lnTo>
                  <a:lnTo>
                    <a:pt x="451841" y="2172578"/>
                  </a:lnTo>
                  <a:lnTo>
                    <a:pt x="463137" y="2164956"/>
                  </a:lnTo>
                  <a:lnTo>
                    <a:pt x="474433" y="2157830"/>
                  </a:lnTo>
                  <a:lnTo>
                    <a:pt x="485729" y="2151038"/>
                  </a:lnTo>
                  <a:lnTo>
                    <a:pt x="497025" y="2144546"/>
                  </a:lnTo>
                  <a:lnTo>
                    <a:pt x="508321" y="2138324"/>
                  </a:lnTo>
                  <a:lnTo>
                    <a:pt x="519617" y="2132353"/>
                  </a:lnTo>
                  <a:lnTo>
                    <a:pt x="530913" y="2126613"/>
                  </a:lnTo>
                  <a:lnTo>
                    <a:pt x="542209" y="2120997"/>
                  </a:lnTo>
                  <a:lnTo>
                    <a:pt x="553505" y="2115468"/>
                  </a:lnTo>
                  <a:lnTo>
                    <a:pt x="564801" y="2109986"/>
                  </a:lnTo>
                  <a:lnTo>
                    <a:pt x="576098" y="2104501"/>
                  </a:lnTo>
                  <a:lnTo>
                    <a:pt x="587394" y="2098941"/>
                  </a:lnTo>
                  <a:lnTo>
                    <a:pt x="598690" y="2093268"/>
                  </a:lnTo>
                  <a:lnTo>
                    <a:pt x="609986" y="2087444"/>
                  </a:lnTo>
                  <a:lnTo>
                    <a:pt x="621282" y="2081434"/>
                  </a:lnTo>
                  <a:lnTo>
                    <a:pt x="632578" y="2075135"/>
                  </a:lnTo>
                  <a:lnTo>
                    <a:pt x="643874" y="2068520"/>
                  </a:lnTo>
                  <a:lnTo>
                    <a:pt x="655170" y="2061588"/>
                  </a:lnTo>
                  <a:lnTo>
                    <a:pt x="666466" y="2054315"/>
                  </a:lnTo>
                  <a:lnTo>
                    <a:pt x="677762" y="2046676"/>
                  </a:lnTo>
                  <a:lnTo>
                    <a:pt x="689058" y="2038510"/>
                  </a:lnTo>
                  <a:lnTo>
                    <a:pt x="700354" y="2029905"/>
                  </a:lnTo>
                  <a:lnTo>
                    <a:pt x="711650" y="2020861"/>
                  </a:lnTo>
                  <a:lnTo>
                    <a:pt x="722946" y="2011367"/>
                  </a:lnTo>
                  <a:lnTo>
                    <a:pt x="734242" y="2001390"/>
                  </a:lnTo>
                  <a:lnTo>
                    <a:pt x="745538" y="1990794"/>
                  </a:lnTo>
                  <a:lnTo>
                    <a:pt x="756834" y="1979722"/>
                  </a:lnTo>
                  <a:lnTo>
                    <a:pt x="768130" y="1968172"/>
                  </a:lnTo>
                  <a:lnTo>
                    <a:pt x="779426" y="1956145"/>
                  </a:lnTo>
                  <a:lnTo>
                    <a:pt x="790722" y="1943577"/>
                  </a:lnTo>
                  <a:lnTo>
                    <a:pt x="802018" y="1930430"/>
                  </a:lnTo>
                  <a:lnTo>
                    <a:pt x="813314" y="1916815"/>
                  </a:lnTo>
                  <a:lnTo>
                    <a:pt x="824610" y="1902737"/>
                  </a:lnTo>
                  <a:lnTo>
                    <a:pt x="835906" y="1888202"/>
                  </a:lnTo>
                  <a:lnTo>
                    <a:pt x="847202" y="1873117"/>
                  </a:lnTo>
                  <a:lnTo>
                    <a:pt x="858498" y="1857524"/>
                  </a:lnTo>
                  <a:lnTo>
                    <a:pt x="869795" y="1841491"/>
                  </a:lnTo>
                  <a:lnTo>
                    <a:pt x="881091" y="1825021"/>
                  </a:lnTo>
                  <a:lnTo>
                    <a:pt x="892387" y="1808119"/>
                  </a:lnTo>
                  <a:lnTo>
                    <a:pt x="903683" y="1790654"/>
                  </a:lnTo>
                  <a:lnTo>
                    <a:pt x="914979" y="1772733"/>
                  </a:lnTo>
                  <a:lnTo>
                    <a:pt x="926275" y="1754378"/>
                  </a:lnTo>
                  <a:lnTo>
                    <a:pt x="937571" y="1735587"/>
                  </a:lnTo>
                  <a:lnTo>
                    <a:pt x="948867" y="1716343"/>
                  </a:lnTo>
                  <a:lnTo>
                    <a:pt x="960163" y="1696497"/>
                  </a:lnTo>
                  <a:lnTo>
                    <a:pt x="971459" y="1676187"/>
                  </a:lnTo>
                  <a:lnTo>
                    <a:pt x="982755" y="1655401"/>
                  </a:lnTo>
                  <a:lnTo>
                    <a:pt x="994051" y="1634128"/>
                  </a:lnTo>
                  <a:lnTo>
                    <a:pt x="1005347" y="1612296"/>
                  </a:lnTo>
                  <a:lnTo>
                    <a:pt x="1016643" y="1589803"/>
                  </a:lnTo>
                  <a:lnTo>
                    <a:pt x="1027939" y="1566755"/>
                  </a:lnTo>
                  <a:lnTo>
                    <a:pt x="1039235" y="1543134"/>
                  </a:lnTo>
                  <a:lnTo>
                    <a:pt x="1050531" y="1518919"/>
                  </a:lnTo>
                  <a:lnTo>
                    <a:pt x="1061827" y="1493959"/>
                  </a:lnTo>
                  <a:lnTo>
                    <a:pt x="1073123" y="1468229"/>
                  </a:lnTo>
                  <a:lnTo>
                    <a:pt x="1084419" y="1441810"/>
                  </a:lnTo>
                  <a:lnTo>
                    <a:pt x="1095715" y="1414678"/>
                  </a:lnTo>
                  <a:lnTo>
                    <a:pt x="1107011" y="1386807"/>
                  </a:lnTo>
                  <a:lnTo>
                    <a:pt x="1118307" y="1357950"/>
                  </a:lnTo>
                  <a:lnTo>
                    <a:pt x="1129603" y="1328221"/>
                  </a:lnTo>
                  <a:lnTo>
                    <a:pt x="1140899" y="1297664"/>
                  </a:lnTo>
                  <a:lnTo>
                    <a:pt x="1152196" y="1266261"/>
                  </a:lnTo>
                  <a:lnTo>
                    <a:pt x="1163492" y="1233996"/>
                  </a:lnTo>
                  <a:lnTo>
                    <a:pt x="1174788" y="1200534"/>
                  </a:lnTo>
                  <a:lnTo>
                    <a:pt x="1186084" y="1166185"/>
                  </a:lnTo>
                  <a:lnTo>
                    <a:pt x="1197380" y="1130949"/>
                  </a:lnTo>
                  <a:lnTo>
                    <a:pt x="1208676" y="1094830"/>
                  </a:lnTo>
                  <a:lnTo>
                    <a:pt x="1219972" y="1057764"/>
                  </a:lnTo>
                  <a:lnTo>
                    <a:pt x="1231268" y="1019625"/>
                  </a:lnTo>
                  <a:lnTo>
                    <a:pt x="1242564" y="980684"/>
                  </a:lnTo>
                  <a:lnTo>
                    <a:pt x="1253860" y="940980"/>
                  </a:lnTo>
                  <a:lnTo>
                    <a:pt x="1265156" y="900556"/>
                  </a:lnTo>
                  <a:lnTo>
                    <a:pt x="1276452" y="859365"/>
                  </a:lnTo>
                  <a:lnTo>
                    <a:pt x="1287748" y="817514"/>
                  </a:lnTo>
                  <a:lnTo>
                    <a:pt x="1299044" y="775205"/>
                  </a:lnTo>
                  <a:lnTo>
                    <a:pt x="1310340" y="732523"/>
                  </a:lnTo>
                  <a:lnTo>
                    <a:pt x="1321636" y="689559"/>
                  </a:lnTo>
                  <a:lnTo>
                    <a:pt x="1332932" y="646414"/>
                  </a:lnTo>
                  <a:lnTo>
                    <a:pt x="1344228" y="603302"/>
                  </a:lnTo>
                  <a:lnTo>
                    <a:pt x="1355524" y="560359"/>
                  </a:lnTo>
                  <a:lnTo>
                    <a:pt x="1366820" y="517710"/>
                  </a:lnTo>
                  <a:lnTo>
                    <a:pt x="1378116" y="475484"/>
                  </a:lnTo>
                  <a:lnTo>
                    <a:pt x="1389412" y="434104"/>
                  </a:lnTo>
                  <a:lnTo>
                    <a:pt x="1400708" y="393591"/>
                  </a:lnTo>
                  <a:lnTo>
                    <a:pt x="1412004" y="354074"/>
                  </a:lnTo>
                  <a:lnTo>
                    <a:pt x="1423300" y="315698"/>
                  </a:lnTo>
                  <a:lnTo>
                    <a:pt x="1434596" y="278700"/>
                  </a:lnTo>
                  <a:lnTo>
                    <a:pt x="1445893" y="243670"/>
                  </a:lnTo>
                  <a:lnTo>
                    <a:pt x="1457189" y="210354"/>
                  </a:lnTo>
                  <a:lnTo>
                    <a:pt x="1468485" y="178881"/>
                  </a:lnTo>
                  <a:lnTo>
                    <a:pt x="1479781" y="149376"/>
                  </a:lnTo>
                  <a:lnTo>
                    <a:pt x="1491077" y="122298"/>
                  </a:lnTo>
                  <a:lnTo>
                    <a:pt x="1502373" y="97985"/>
                  </a:lnTo>
                  <a:lnTo>
                    <a:pt x="1513669" y="76073"/>
                  </a:lnTo>
                  <a:lnTo>
                    <a:pt x="1524965" y="56640"/>
                  </a:lnTo>
                  <a:lnTo>
                    <a:pt x="1536261" y="39759"/>
                  </a:lnTo>
                  <a:lnTo>
                    <a:pt x="1547557" y="26121"/>
                  </a:lnTo>
                  <a:lnTo>
                    <a:pt x="1558853" y="15518"/>
                  </a:lnTo>
                  <a:lnTo>
                    <a:pt x="1570149" y="7628"/>
                  </a:lnTo>
                  <a:lnTo>
                    <a:pt x="1581445" y="2456"/>
                  </a:lnTo>
                  <a:lnTo>
                    <a:pt x="1592741" y="0"/>
                  </a:lnTo>
                  <a:lnTo>
                    <a:pt x="1604037" y="1081"/>
                  </a:lnTo>
                  <a:lnTo>
                    <a:pt x="1615333" y="4896"/>
                  </a:lnTo>
                  <a:lnTo>
                    <a:pt x="1626629" y="11267"/>
                  </a:lnTo>
                  <a:lnTo>
                    <a:pt x="1637925" y="20126"/>
                  </a:lnTo>
                  <a:lnTo>
                    <a:pt x="1649221" y="31490"/>
                  </a:lnTo>
                  <a:lnTo>
                    <a:pt x="1660517" y="45840"/>
                  </a:lnTo>
                  <a:lnTo>
                    <a:pt x="1671813" y="62291"/>
                  </a:lnTo>
                  <a:lnTo>
                    <a:pt x="1683109" y="80726"/>
                  </a:lnTo>
                  <a:lnTo>
                    <a:pt x="1694405" y="101024"/>
                  </a:lnTo>
                  <a:lnTo>
                    <a:pt x="1705701" y="123247"/>
                  </a:lnTo>
                  <a:lnTo>
                    <a:pt x="1716997" y="147324"/>
                  </a:lnTo>
                  <a:lnTo>
                    <a:pt x="1728294" y="172710"/>
                  </a:lnTo>
                  <a:lnTo>
                    <a:pt x="1739590" y="199265"/>
                  </a:lnTo>
                  <a:lnTo>
                    <a:pt x="1750886" y="226849"/>
                  </a:lnTo>
                  <a:lnTo>
                    <a:pt x="1762182" y="255452"/>
                  </a:lnTo>
                  <a:lnTo>
                    <a:pt x="1773478" y="284775"/>
                  </a:lnTo>
                  <a:lnTo>
                    <a:pt x="1784774" y="314559"/>
                  </a:lnTo>
                  <a:lnTo>
                    <a:pt x="1796070" y="344675"/>
                  </a:lnTo>
                  <a:lnTo>
                    <a:pt x="1807366" y="374996"/>
                  </a:lnTo>
                  <a:lnTo>
                    <a:pt x="1818662" y="405356"/>
                  </a:lnTo>
                  <a:lnTo>
                    <a:pt x="1829958" y="435564"/>
                  </a:lnTo>
                  <a:lnTo>
                    <a:pt x="1841254" y="465519"/>
                  </a:lnTo>
                  <a:lnTo>
                    <a:pt x="1852550" y="495125"/>
                  </a:lnTo>
                  <a:lnTo>
                    <a:pt x="1863846" y="524282"/>
                  </a:lnTo>
                  <a:lnTo>
                    <a:pt x="1875142" y="552680"/>
                  </a:lnTo>
                  <a:lnTo>
                    <a:pt x="1886438" y="580406"/>
                  </a:lnTo>
                  <a:lnTo>
                    <a:pt x="1897734" y="607404"/>
                  </a:lnTo>
                  <a:lnTo>
                    <a:pt x="1909030" y="633620"/>
                  </a:lnTo>
                  <a:lnTo>
                    <a:pt x="1920326" y="658913"/>
                  </a:lnTo>
                  <a:lnTo>
                    <a:pt x="1931622" y="683078"/>
                  </a:lnTo>
                  <a:lnTo>
                    <a:pt x="1942918" y="706309"/>
                  </a:lnTo>
                  <a:lnTo>
                    <a:pt x="1954214" y="728584"/>
                  </a:lnTo>
                  <a:lnTo>
                    <a:pt x="1965510" y="749887"/>
                  </a:lnTo>
                  <a:lnTo>
                    <a:pt x="1976806" y="770017"/>
                  </a:lnTo>
                  <a:lnTo>
                    <a:pt x="1988102" y="788982"/>
                  </a:lnTo>
                  <a:lnTo>
                    <a:pt x="1999398" y="806957"/>
                  </a:lnTo>
                  <a:lnTo>
                    <a:pt x="2010695" y="823951"/>
                  </a:lnTo>
                  <a:lnTo>
                    <a:pt x="2021991" y="839972"/>
                  </a:lnTo>
                  <a:lnTo>
                    <a:pt x="2033287" y="854783"/>
                  </a:lnTo>
                  <a:lnTo>
                    <a:pt x="2044583" y="868593"/>
                  </a:lnTo>
                  <a:lnTo>
                    <a:pt x="2055879" y="881512"/>
                  </a:lnTo>
                  <a:lnTo>
                    <a:pt x="2067175" y="893567"/>
                  </a:lnTo>
                  <a:lnTo>
                    <a:pt x="2078471" y="904789"/>
                  </a:lnTo>
                  <a:lnTo>
                    <a:pt x="2089767" y="914952"/>
                  </a:lnTo>
                  <a:lnTo>
                    <a:pt x="2101063" y="924391"/>
                  </a:lnTo>
                  <a:lnTo>
                    <a:pt x="2112359" y="933152"/>
                  </a:lnTo>
                  <a:lnTo>
                    <a:pt x="2123655" y="941279"/>
                  </a:lnTo>
                  <a:lnTo>
                    <a:pt x="2134951" y="948777"/>
                  </a:lnTo>
                  <a:lnTo>
                    <a:pt x="2146247" y="955628"/>
                  </a:lnTo>
                  <a:lnTo>
                    <a:pt x="2157543" y="962051"/>
                  </a:lnTo>
                  <a:lnTo>
                    <a:pt x="2168839" y="968101"/>
                  </a:lnTo>
                  <a:lnTo>
                    <a:pt x="2180135" y="973834"/>
                  </a:lnTo>
                  <a:lnTo>
                    <a:pt x="2191431" y="979283"/>
                  </a:lnTo>
                  <a:lnTo>
                    <a:pt x="2202727" y="984553"/>
                  </a:lnTo>
                  <a:lnTo>
                    <a:pt x="2214023" y="989754"/>
                  </a:lnTo>
                  <a:lnTo>
                    <a:pt x="2225319" y="994945"/>
                  </a:lnTo>
                  <a:lnTo>
                    <a:pt x="2236615" y="1000189"/>
                  </a:lnTo>
                  <a:lnTo>
                    <a:pt x="2247911" y="1005605"/>
                  </a:lnTo>
                  <a:lnTo>
                    <a:pt x="2259207" y="1011278"/>
                  </a:lnTo>
                  <a:lnTo>
                    <a:pt x="2270503" y="1017249"/>
                  </a:lnTo>
                  <a:lnTo>
                    <a:pt x="2281799" y="1023574"/>
                  </a:lnTo>
                  <a:lnTo>
                    <a:pt x="2293095" y="1030308"/>
                  </a:lnTo>
                  <a:lnTo>
                    <a:pt x="2304392" y="1037687"/>
                  </a:lnTo>
                  <a:lnTo>
                    <a:pt x="2315688" y="1045638"/>
                  </a:lnTo>
                  <a:lnTo>
                    <a:pt x="2326984" y="1054186"/>
                  </a:lnTo>
                  <a:lnTo>
                    <a:pt x="2338280" y="1063368"/>
                  </a:lnTo>
                  <a:lnTo>
                    <a:pt x="2349576" y="1073257"/>
                  </a:lnTo>
                  <a:lnTo>
                    <a:pt x="2360872" y="1084075"/>
                  </a:lnTo>
                  <a:lnTo>
                    <a:pt x="2372168" y="1095633"/>
                  </a:lnTo>
                  <a:lnTo>
                    <a:pt x="2383464" y="1107944"/>
                  </a:lnTo>
                  <a:lnTo>
                    <a:pt x="2394760" y="1121017"/>
                  </a:lnTo>
                  <a:lnTo>
                    <a:pt x="2406056" y="1134966"/>
                  </a:lnTo>
                  <a:lnTo>
                    <a:pt x="2417352" y="1149846"/>
                  </a:lnTo>
                  <a:lnTo>
                    <a:pt x="2428648" y="1165477"/>
                  </a:lnTo>
                  <a:lnTo>
                    <a:pt x="2439944" y="1181844"/>
                  </a:lnTo>
                  <a:lnTo>
                    <a:pt x="2451240" y="1198930"/>
                  </a:lnTo>
                  <a:lnTo>
                    <a:pt x="2462536" y="1216862"/>
                  </a:lnTo>
                  <a:lnTo>
                    <a:pt x="2473832" y="1235529"/>
                  </a:lnTo>
                  <a:lnTo>
                    <a:pt x="2485128" y="1254807"/>
                  </a:lnTo>
                  <a:lnTo>
                    <a:pt x="2496424" y="1274663"/>
                  </a:lnTo>
                  <a:lnTo>
                    <a:pt x="2507720" y="1295062"/>
                  </a:lnTo>
                  <a:lnTo>
                    <a:pt x="2519016" y="1316103"/>
                  </a:lnTo>
                  <a:lnTo>
                    <a:pt x="2530312" y="1337598"/>
                  </a:lnTo>
                  <a:lnTo>
                    <a:pt x="2541608" y="1359483"/>
                  </a:lnTo>
                  <a:lnTo>
                    <a:pt x="2552904" y="1381721"/>
                  </a:lnTo>
                  <a:lnTo>
                    <a:pt x="2564200" y="1404283"/>
                  </a:lnTo>
                  <a:lnTo>
                    <a:pt x="2575496" y="1427186"/>
                  </a:lnTo>
                  <a:lnTo>
                    <a:pt x="2586793" y="1450294"/>
                  </a:lnTo>
                  <a:lnTo>
                    <a:pt x="2598089" y="1473574"/>
                  </a:lnTo>
                  <a:lnTo>
                    <a:pt x="2609385" y="1496996"/>
                  </a:lnTo>
                  <a:lnTo>
                    <a:pt x="2620681" y="1520539"/>
                  </a:lnTo>
                  <a:lnTo>
                    <a:pt x="2631977" y="1544162"/>
                  </a:lnTo>
                  <a:lnTo>
                    <a:pt x="2643273" y="1567820"/>
                  </a:lnTo>
                  <a:lnTo>
                    <a:pt x="2654569" y="1591490"/>
                  </a:lnTo>
                  <a:lnTo>
                    <a:pt x="2665865" y="1615152"/>
                  </a:lnTo>
                  <a:lnTo>
                    <a:pt x="2677161" y="1638778"/>
                  </a:lnTo>
                  <a:lnTo>
                    <a:pt x="2688457" y="1662341"/>
                  </a:lnTo>
                  <a:lnTo>
                    <a:pt x="2699753" y="1685832"/>
                  </a:lnTo>
                  <a:lnTo>
                    <a:pt x="2711049" y="1709241"/>
                  </a:lnTo>
                  <a:lnTo>
                    <a:pt x="2722345" y="1732554"/>
                  </a:lnTo>
                  <a:lnTo>
                    <a:pt x="2733641" y="1755727"/>
                  </a:lnTo>
                  <a:lnTo>
                    <a:pt x="2744937" y="1778766"/>
                  </a:lnTo>
                  <a:lnTo>
                    <a:pt x="2756233" y="1801670"/>
                  </a:lnTo>
                  <a:lnTo>
                    <a:pt x="2767529" y="1824430"/>
                  </a:lnTo>
                  <a:lnTo>
                    <a:pt x="2778825" y="1847035"/>
                  </a:lnTo>
                  <a:lnTo>
                    <a:pt x="2790121" y="1869411"/>
                  </a:lnTo>
                  <a:lnTo>
                    <a:pt x="2801417" y="1891602"/>
                  </a:lnTo>
                  <a:lnTo>
                    <a:pt x="2812713" y="1913597"/>
                  </a:lnTo>
                  <a:lnTo>
                    <a:pt x="2824009" y="1935385"/>
                  </a:lnTo>
                  <a:lnTo>
                    <a:pt x="2835305" y="1956931"/>
                  </a:lnTo>
                  <a:lnTo>
                    <a:pt x="2846601" y="1978172"/>
                  </a:lnTo>
                  <a:lnTo>
                    <a:pt x="2857897" y="1999155"/>
                  </a:lnTo>
                  <a:lnTo>
                    <a:pt x="2869193" y="2019864"/>
                  </a:lnTo>
                  <a:lnTo>
                    <a:pt x="2880490" y="2040288"/>
                  </a:lnTo>
                  <a:lnTo>
                    <a:pt x="2891786" y="2060353"/>
                  </a:lnTo>
                  <a:lnTo>
                    <a:pt x="2903082" y="2080036"/>
                  </a:lnTo>
                  <a:lnTo>
                    <a:pt x="2914378" y="2099379"/>
                  </a:lnTo>
                  <a:lnTo>
                    <a:pt x="2925674" y="2118370"/>
                  </a:lnTo>
                  <a:lnTo>
                    <a:pt x="2936970" y="2136999"/>
                  </a:lnTo>
                  <a:lnTo>
                    <a:pt x="2948266" y="2155150"/>
                  </a:lnTo>
                  <a:lnTo>
                    <a:pt x="2959562" y="2172873"/>
                  </a:lnTo>
                  <a:lnTo>
                    <a:pt x="2970858" y="2190199"/>
                  </a:lnTo>
                  <a:lnTo>
                    <a:pt x="2982154" y="2207123"/>
                  </a:lnTo>
                  <a:lnTo>
                    <a:pt x="2993450" y="2223639"/>
                  </a:lnTo>
                  <a:lnTo>
                    <a:pt x="3004746" y="2239604"/>
                  </a:lnTo>
                  <a:lnTo>
                    <a:pt x="3016042" y="2255155"/>
                  </a:lnTo>
                  <a:lnTo>
                    <a:pt x="3027338" y="2270300"/>
                  </a:lnTo>
                  <a:lnTo>
                    <a:pt x="3038634" y="2285044"/>
                  </a:lnTo>
                  <a:lnTo>
                    <a:pt x="3049930" y="2299364"/>
                  </a:lnTo>
                  <a:lnTo>
                    <a:pt x="3061226" y="2313188"/>
                  </a:lnTo>
                  <a:lnTo>
                    <a:pt x="3072522" y="2326641"/>
                  </a:lnTo>
                  <a:lnTo>
                    <a:pt x="3083818" y="2339734"/>
                  </a:lnTo>
                  <a:lnTo>
                    <a:pt x="3095114" y="2352477"/>
                  </a:lnTo>
                  <a:lnTo>
                    <a:pt x="3106410" y="2364833"/>
                  </a:lnTo>
                  <a:lnTo>
                    <a:pt x="3117706" y="2376809"/>
                  </a:lnTo>
                  <a:lnTo>
                    <a:pt x="3129002" y="2388488"/>
                  </a:lnTo>
                  <a:lnTo>
                    <a:pt x="3140298" y="2399883"/>
                  </a:lnTo>
                  <a:lnTo>
                    <a:pt x="3151594" y="2411006"/>
                  </a:lnTo>
                  <a:lnTo>
                    <a:pt x="3162891" y="2421815"/>
                  </a:lnTo>
                  <a:lnTo>
                    <a:pt x="3174187" y="2432364"/>
                  </a:lnTo>
                  <a:lnTo>
                    <a:pt x="3185483" y="2442694"/>
                  </a:lnTo>
                  <a:lnTo>
                    <a:pt x="3196779" y="2452816"/>
                  </a:lnTo>
                  <a:lnTo>
                    <a:pt x="3208075" y="2462742"/>
                  </a:lnTo>
                  <a:lnTo>
                    <a:pt x="3219371" y="2472428"/>
                  </a:lnTo>
                  <a:lnTo>
                    <a:pt x="3230667" y="2481940"/>
                  </a:lnTo>
                  <a:lnTo>
                    <a:pt x="3241963" y="2491292"/>
                  </a:lnTo>
                  <a:lnTo>
                    <a:pt x="3253259" y="2500492"/>
                  </a:lnTo>
                  <a:lnTo>
                    <a:pt x="3264555" y="2509539"/>
                  </a:lnTo>
                  <a:lnTo>
                    <a:pt x="3275851" y="2518406"/>
                  </a:lnTo>
                  <a:lnTo>
                    <a:pt x="3287147" y="2527140"/>
                  </a:lnTo>
                  <a:lnTo>
                    <a:pt x="3298443" y="2535746"/>
                  </a:lnTo>
                  <a:lnTo>
                    <a:pt x="3309739" y="2544225"/>
                  </a:lnTo>
                  <a:lnTo>
                    <a:pt x="3321035" y="2552564"/>
                  </a:lnTo>
                  <a:lnTo>
                    <a:pt x="3332331" y="2560752"/>
                  </a:lnTo>
                  <a:lnTo>
                    <a:pt x="3343627" y="2568819"/>
                  </a:lnTo>
                  <a:lnTo>
                    <a:pt x="3354923" y="2576764"/>
                  </a:lnTo>
                  <a:lnTo>
                    <a:pt x="3366219" y="2584587"/>
                  </a:lnTo>
                  <a:lnTo>
                    <a:pt x="3377515" y="2592260"/>
                  </a:lnTo>
                  <a:lnTo>
                    <a:pt x="3388811" y="2599790"/>
                  </a:lnTo>
                  <a:lnTo>
                    <a:pt x="3400107" y="2607193"/>
                  </a:lnTo>
                  <a:lnTo>
                    <a:pt x="3411403" y="2614468"/>
                  </a:lnTo>
                  <a:lnTo>
                    <a:pt x="3422699" y="2621612"/>
                  </a:lnTo>
                  <a:lnTo>
                    <a:pt x="3433995" y="2628584"/>
                  </a:lnTo>
                  <a:lnTo>
                    <a:pt x="3445292" y="2635411"/>
                  </a:lnTo>
                  <a:lnTo>
                    <a:pt x="3456588" y="2642100"/>
                  </a:lnTo>
                  <a:lnTo>
                    <a:pt x="3467884" y="2648649"/>
                  </a:lnTo>
                  <a:lnTo>
                    <a:pt x="3479180" y="2655051"/>
                  </a:lnTo>
                  <a:lnTo>
                    <a:pt x="3490476" y="2661258"/>
                  </a:lnTo>
                  <a:lnTo>
                    <a:pt x="3501772" y="2667316"/>
                  </a:lnTo>
                  <a:lnTo>
                    <a:pt x="3513068" y="2673222"/>
                  </a:lnTo>
                  <a:lnTo>
                    <a:pt x="3524364" y="2678975"/>
                  </a:lnTo>
                  <a:lnTo>
                    <a:pt x="3535660" y="2684554"/>
                  </a:lnTo>
                  <a:lnTo>
                    <a:pt x="3546956" y="2689935"/>
                  </a:lnTo>
                  <a:lnTo>
                    <a:pt x="3558252" y="2695155"/>
                  </a:lnTo>
                  <a:lnTo>
                    <a:pt x="3569548" y="2700212"/>
                  </a:lnTo>
                  <a:lnTo>
                    <a:pt x="3580844" y="2705104"/>
                  </a:lnTo>
                  <a:lnTo>
                    <a:pt x="3592140" y="2709797"/>
                  </a:lnTo>
                  <a:lnTo>
                    <a:pt x="3603436" y="2714295"/>
                  </a:lnTo>
                  <a:lnTo>
                    <a:pt x="3614732" y="2718624"/>
                  </a:lnTo>
                  <a:lnTo>
                    <a:pt x="3626028" y="2722784"/>
                  </a:lnTo>
                  <a:lnTo>
                    <a:pt x="3637324" y="2726774"/>
                  </a:lnTo>
                  <a:lnTo>
                    <a:pt x="3648620" y="2730547"/>
                  </a:lnTo>
                  <a:lnTo>
                    <a:pt x="3659916" y="2734138"/>
                  </a:lnTo>
                  <a:lnTo>
                    <a:pt x="3671212" y="2737561"/>
                  </a:lnTo>
                  <a:lnTo>
                    <a:pt x="3682508" y="2740817"/>
                  </a:lnTo>
                  <a:lnTo>
                    <a:pt x="3693804" y="2743907"/>
                  </a:lnTo>
                  <a:lnTo>
                    <a:pt x="3705100" y="2746777"/>
                  </a:lnTo>
                  <a:lnTo>
                    <a:pt x="3716396" y="2749489"/>
                  </a:lnTo>
                  <a:lnTo>
                    <a:pt x="3727692" y="2752045"/>
                  </a:lnTo>
                  <a:lnTo>
                    <a:pt x="3738989" y="2754448"/>
                  </a:lnTo>
                  <a:lnTo>
                    <a:pt x="3750285" y="2756689"/>
                  </a:lnTo>
                  <a:lnTo>
                    <a:pt x="3761581" y="2758747"/>
                  </a:lnTo>
                  <a:lnTo>
                    <a:pt x="3772877" y="2760668"/>
                  </a:lnTo>
                  <a:lnTo>
                    <a:pt x="3784173" y="2762456"/>
                  </a:lnTo>
                  <a:lnTo>
                    <a:pt x="3795469" y="2764115"/>
                  </a:lnTo>
                  <a:lnTo>
                    <a:pt x="3806765" y="2765630"/>
                  </a:lnTo>
                  <a:lnTo>
                    <a:pt x="3818061" y="2767008"/>
                  </a:lnTo>
                  <a:lnTo>
                    <a:pt x="3829357" y="2768276"/>
                  </a:lnTo>
                  <a:lnTo>
                    <a:pt x="3840653" y="2769440"/>
                  </a:lnTo>
                  <a:lnTo>
                    <a:pt x="3851949" y="2770505"/>
                  </a:lnTo>
                  <a:lnTo>
                    <a:pt x="3863245" y="2771453"/>
                  </a:lnTo>
                  <a:lnTo>
                    <a:pt x="3874541" y="2772309"/>
                  </a:lnTo>
                  <a:lnTo>
                    <a:pt x="3885837" y="2773085"/>
                  </a:lnTo>
                  <a:lnTo>
                    <a:pt x="3897133" y="2773787"/>
                  </a:lnTo>
                  <a:lnTo>
                    <a:pt x="3908429" y="2774419"/>
                  </a:lnTo>
                  <a:lnTo>
                    <a:pt x="3919725" y="2774967"/>
                  </a:lnTo>
                  <a:lnTo>
                    <a:pt x="3931021" y="2775458"/>
                  </a:lnTo>
                  <a:lnTo>
                    <a:pt x="3942317" y="2775897"/>
                  </a:lnTo>
                  <a:lnTo>
                    <a:pt x="3953613" y="2776287"/>
                  </a:lnTo>
                  <a:lnTo>
                    <a:pt x="3964909" y="2776631"/>
                  </a:lnTo>
                  <a:lnTo>
                    <a:pt x="3976205" y="2776925"/>
                  </a:lnTo>
                  <a:lnTo>
                    <a:pt x="3987501" y="2777184"/>
                  </a:lnTo>
                  <a:lnTo>
                    <a:pt x="3998797" y="2777413"/>
                  </a:lnTo>
                  <a:lnTo>
                    <a:pt x="4010093" y="2777613"/>
                  </a:lnTo>
                  <a:lnTo>
                    <a:pt x="4021390" y="2777784"/>
                  </a:lnTo>
                  <a:lnTo>
                    <a:pt x="4032686" y="2777929"/>
                  </a:lnTo>
                  <a:lnTo>
                    <a:pt x="4043982" y="2778055"/>
                  </a:lnTo>
                  <a:lnTo>
                    <a:pt x="4055278" y="2778165"/>
                  </a:lnTo>
                  <a:lnTo>
                    <a:pt x="4066574" y="2778259"/>
                  </a:lnTo>
                  <a:lnTo>
                    <a:pt x="4077870" y="2778337"/>
                  </a:lnTo>
                  <a:lnTo>
                    <a:pt x="4089166" y="2778403"/>
                  </a:lnTo>
                  <a:lnTo>
                    <a:pt x="4100462" y="2778459"/>
                  </a:lnTo>
                  <a:lnTo>
                    <a:pt x="4111758" y="2778507"/>
                  </a:lnTo>
                  <a:lnTo>
                    <a:pt x="4123054" y="2778548"/>
                  </a:lnTo>
                  <a:lnTo>
                    <a:pt x="4134350" y="2778581"/>
                  </a:lnTo>
                  <a:lnTo>
                    <a:pt x="4145646" y="2778608"/>
                  </a:lnTo>
                  <a:lnTo>
                    <a:pt x="4156942" y="2778631"/>
                  </a:lnTo>
                  <a:lnTo>
                    <a:pt x="4168238" y="2778651"/>
                  </a:lnTo>
                  <a:lnTo>
                    <a:pt x="4179534" y="2778667"/>
                  </a:lnTo>
                  <a:lnTo>
                    <a:pt x="4190830" y="2778679"/>
                  </a:lnTo>
                  <a:lnTo>
                    <a:pt x="4202126" y="2778690"/>
                  </a:lnTo>
                  <a:lnTo>
                    <a:pt x="4213422" y="2778698"/>
                  </a:lnTo>
                  <a:lnTo>
                    <a:pt x="4224718" y="2778706"/>
                  </a:lnTo>
                  <a:lnTo>
                    <a:pt x="4236014" y="2778711"/>
                  </a:lnTo>
                  <a:lnTo>
                    <a:pt x="4247310" y="2778716"/>
                  </a:lnTo>
                  <a:lnTo>
                    <a:pt x="4258606" y="2778719"/>
                  </a:lnTo>
                  <a:lnTo>
                    <a:pt x="4269902" y="2778722"/>
                  </a:lnTo>
                  <a:lnTo>
                    <a:pt x="4281198" y="2778725"/>
                  </a:lnTo>
                  <a:lnTo>
                    <a:pt x="4292494" y="2778727"/>
                  </a:lnTo>
                  <a:lnTo>
                    <a:pt x="4303790" y="2778728"/>
                  </a:lnTo>
                  <a:lnTo>
                    <a:pt x="4315087" y="2778729"/>
                  </a:lnTo>
                  <a:lnTo>
                    <a:pt x="4326383" y="2778730"/>
                  </a:lnTo>
                  <a:lnTo>
                    <a:pt x="4337679" y="2778731"/>
                  </a:lnTo>
                  <a:lnTo>
                    <a:pt x="4348975" y="2778732"/>
                  </a:lnTo>
                  <a:lnTo>
                    <a:pt x="4360271" y="2778732"/>
                  </a:lnTo>
                  <a:lnTo>
                    <a:pt x="4371567" y="2778732"/>
                  </a:lnTo>
                  <a:lnTo>
                    <a:pt x="4382863" y="2778733"/>
                  </a:lnTo>
                  <a:lnTo>
                    <a:pt x="4394159" y="2778733"/>
                  </a:lnTo>
                  <a:lnTo>
                    <a:pt x="4405455" y="2778733"/>
                  </a:lnTo>
                  <a:lnTo>
                    <a:pt x="4416751" y="2778733"/>
                  </a:lnTo>
                  <a:lnTo>
                    <a:pt x="4428047" y="2778733"/>
                  </a:lnTo>
                  <a:lnTo>
                    <a:pt x="4439343" y="2778733"/>
                  </a:lnTo>
                  <a:lnTo>
                    <a:pt x="4450639" y="2778733"/>
                  </a:lnTo>
                  <a:lnTo>
                    <a:pt x="4461935" y="2778733"/>
                  </a:lnTo>
                  <a:lnTo>
                    <a:pt x="4473231" y="2778733"/>
                  </a:lnTo>
                  <a:lnTo>
                    <a:pt x="4484527" y="2778733"/>
                  </a:lnTo>
                  <a:lnTo>
                    <a:pt x="4495823" y="2778733"/>
                  </a:lnTo>
                  <a:lnTo>
                    <a:pt x="4507119" y="2778733"/>
                  </a:lnTo>
                  <a:lnTo>
                    <a:pt x="4518415" y="2778733"/>
                  </a:lnTo>
                  <a:lnTo>
                    <a:pt x="4529711" y="2778733"/>
                  </a:lnTo>
                  <a:lnTo>
                    <a:pt x="4541007" y="2778733"/>
                  </a:lnTo>
                  <a:lnTo>
                    <a:pt x="4552303" y="2778734"/>
                  </a:lnTo>
                  <a:lnTo>
                    <a:pt x="4563599" y="2778734"/>
                  </a:lnTo>
                  <a:lnTo>
                    <a:pt x="4574895" y="2778734"/>
                  </a:lnTo>
                  <a:lnTo>
                    <a:pt x="4586191" y="2778734"/>
                  </a:lnTo>
                  <a:lnTo>
                    <a:pt x="4597488" y="2778734"/>
                  </a:lnTo>
                  <a:lnTo>
                    <a:pt x="4608784" y="2778734"/>
                  </a:lnTo>
                  <a:lnTo>
                    <a:pt x="4620080" y="2778734"/>
                  </a:lnTo>
                  <a:lnTo>
                    <a:pt x="4631376" y="2778734"/>
                  </a:lnTo>
                  <a:lnTo>
                    <a:pt x="4642672" y="2778734"/>
                  </a:lnTo>
                  <a:lnTo>
                    <a:pt x="4653968" y="2778734"/>
                  </a:lnTo>
                  <a:lnTo>
                    <a:pt x="4665264" y="2778734"/>
                  </a:lnTo>
                  <a:lnTo>
                    <a:pt x="4676560" y="2778734"/>
                  </a:lnTo>
                  <a:lnTo>
                    <a:pt x="4687856" y="2778734"/>
                  </a:lnTo>
                  <a:lnTo>
                    <a:pt x="4699152" y="2778734"/>
                  </a:lnTo>
                  <a:lnTo>
                    <a:pt x="4710448" y="2778734"/>
                  </a:lnTo>
                  <a:lnTo>
                    <a:pt x="4721744" y="2778734"/>
                  </a:lnTo>
                  <a:lnTo>
                    <a:pt x="4733040" y="2778734"/>
                  </a:lnTo>
                  <a:lnTo>
                    <a:pt x="4744336" y="2778734"/>
                  </a:lnTo>
                  <a:lnTo>
                    <a:pt x="4755632" y="2778734"/>
                  </a:lnTo>
                  <a:lnTo>
                    <a:pt x="4766928" y="2778734"/>
                  </a:lnTo>
                  <a:lnTo>
                    <a:pt x="4778224" y="2778734"/>
                  </a:lnTo>
                  <a:lnTo>
                    <a:pt x="4789520" y="2778734"/>
                  </a:lnTo>
                  <a:lnTo>
                    <a:pt x="4800816" y="2778734"/>
                  </a:lnTo>
                  <a:lnTo>
                    <a:pt x="4812112" y="2778734"/>
                  </a:lnTo>
                  <a:lnTo>
                    <a:pt x="4823408" y="2778734"/>
                  </a:lnTo>
                  <a:lnTo>
                    <a:pt x="4834704" y="2778734"/>
                  </a:lnTo>
                  <a:lnTo>
                    <a:pt x="4846000" y="2778734"/>
                  </a:lnTo>
                  <a:lnTo>
                    <a:pt x="4857296" y="2778734"/>
                  </a:lnTo>
                  <a:lnTo>
                    <a:pt x="4868592" y="2778734"/>
                  </a:lnTo>
                  <a:lnTo>
                    <a:pt x="4879889" y="2778734"/>
                  </a:lnTo>
                  <a:lnTo>
                    <a:pt x="4891185" y="2778734"/>
                  </a:lnTo>
                  <a:lnTo>
                    <a:pt x="4902481" y="2778734"/>
                  </a:lnTo>
                  <a:lnTo>
                    <a:pt x="4913777" y="2778734"/>
                  </a:lnTo>
                  <a:lnTo>
                    <a:pt x="4925073" y="2778734"/>
                  </a:lnTo>
                  <a:lnTo>
                    <a:pt x="4936369" y="2778734"/>
                  </a:lnTo>
                  <a:lnTo>
                    <a:pt x="4947665" y="2778734"/>
                  </a:lnTo>
                  <a:lnTo>
                    <a:pt x="4958961" y="2778734"/>
                  </a:lnTo>
                  <a:lnTo>
                    <a:pt x="4970257" y="2778734"/>
                  </a:lnTo>
                  <a:lnTo>
                    <a:pt x="4981553" y="2778734"/>
                  </a:lnTo>
                  <a:lnTo>
                    <a:pt x="4992849" y="2778734"/>
                  </a:lnTo>
                  <a:lnTo>
                    <a:pt x="5004145" y="2778734"/>
                  </a:lnTo>
                  <a:lnTo>
                    <a:pt x="5015441" y="2778734"/>
                  </a:lnTo>
                  <a:lnTo>
                    <a:pt x="5026737" y="2778734"/>
                  </a:lnTo>
                  <a:lnTo>
                    <a:pt x="5038033" y="2778734"/>
                  </a:lnTo>
                  <a:lnTo>
                    <a:pt x="5049329" y="2778734"/>
                  </a:lnTo>
                  <a:lnTo>
                    <a:pt x="5060625" y="2778734"/>
                  </a:lnTo>
                  <a:lnTo>
                    <a:pt x="5071921" y="2778734"/>
                  </a:lnTo>
                  <a:lnTo>
                    <a:pt x="5083217" y="2778734"/>
                  </a:lnTo>
                  <a:lnTo>
                    <a:pt x="5094513" y="2778734"/>
                  </a:lnTo>
                  <a:lnTo>
                    <a:pt x="5105809" y="2778734"/>
                  </a:lnTo>
                  <a:lnTo>
                    <a:pt x="5117105" y="2778734"/>
                  </a:lnTo>
                  <a:lnTo>
                    <a:pt x="5128401" y="2778734"/>
                  </a:lnTo>
                  <a:lnTo>
                    <a:pt x="5139697" y="2778734"/>
                  </a:lnTo>
                  <a:lnTo>
                    <a:pt x="5150993" y="2778734"/>
                  </a:lnTo>
                  <a:lnTo>
                    <a:pt x="5162289" y="2778734"/>
                  </a:lnTo>
                  <a:lnTo>
                    <a:pt x="5173586" y="2778734"/>
                  </a:lnTo>
                  <a:lnTo>
                    <a:pt x="5184882" y="2778734"/>
                  </a:lnTo>
                  <a:lnTo>
                    <a:pt x="5196178" y="2778734"/>
                  </a:lnTo>
                  <a:lnTo>
                    <a:pt x="5207474" y="2778734"/>
                  </a:lnTo>
                  <a:lnTo>
                    <a:pt x="5218770" y="2778734"/>
                  </a:lnTo>
                  <a:lnTo>
                    <a:pt x="5230066" y="2778734"/>
                  </a:lnTo>
                  <a:lnTo>
                    <a:pt x="5241362" y="2778734"/>
                  </a:lnTo>
                  <a:lnTo>
                    <a:pt x="5252658" y="2778734"/>
                  </a:lnTo>
                  <a:lnTo>
                    <a:pt x="5263954" y="2778734"/>
                  </a:lnTo>
                  <a:lnTo>
                    <a:pt x="5275250" y="2778734"/>
                  </a:lnTo>
                  <a:lnTo>
                    <a:pt x="5286546" y="2778734"/>
                  </a:lnTo>
                  <a:lnTo>
                    <a:pt x="5297842" y="2778734"/>
                  </a:lnTo>
                  <a:lnTo>
                    <a:pt x="5309138" y="2778734"/>
                  </a:lnTo>
                  <a:lnTo>
                    <a:pt x="5320434" y="2778734"/>
                  </a:lnTo>
                  <a:lnTo>
                    <a:pt x="5331730" y="2778734"/>
                  </a:lnTo>
                  <a:lnTo>
                    <a:pt x="5343026" y="2778734"/>
                  </a:lnTo>
                  <a:lnTo>
                    <a:pt x="5354322" y="2778734"/>
                  </a:lnTo>
                  <a:lnTo>
                    <a:pt x="5365618" y="2778734"/>
                  </a:lnTo>
                  <a:lnTo>
                    <a:pt x="5376914" y="2778734"/>
                  </a:lnTo>
                  <a:lnTo>
                    <a:pt x="5388210" y="2778734"/>
                  </a:lnTo>
                  <a:lnTo>
                    <a:pt x="5399506" y="2778734"/>
                  </a:lnTo>
                  <a:lnTo>
                    <a:pt x="5410802" y="2778734"/>
                  </a:lnTo>
                  <a:lnTo>
                    <a:pt x="5422098" y="2778734"/>
                  </a:lnTo>
                  <a:lnTo>
                    <a:pt x="5433394" y="2778734"/>
                  </a:lnTo>
                  <a:lnTo>
                    <a:pt x="5444690" y="2778734"/>
                  </a:lnTo>
                  <a:lnTo>
                    <a:pt x="5455987" y="2778734"/>
                  </a:lnTo>
                  <a:lnTo>
                    <a:pt x="5467283" y="2778734"/>
                  </a:lnTo>
                  <a:lnTo>
                    <a:pt x="5478579" y="2778734"/>
                  </a:lnTo>
                  <a:lnTo>
                    <a:pt x="5489875" y="2778734"/>
                  </a:lnTo>
                  <a:lnTo>
                    <a:pt x="5501171" y="2778734"/>
                  </a:lnTo>
                  <a:lnTo>
                    <a:pt x="5512467" y="2778734"/>
                  </a:lnTo>
                  <a:lnTo>
                    <a:pt x="5523763" y="2778734"/>
                  </a:lnTo>
                  <a:lnTo>
                    <a:pt x="5535059" y="2778734"/>
                  </a:lnTo>
                  <a:lnTo>
                    <a:pt x="5546355" y="2778734"/>
                  </a:lnTo>
                  <a:lnTo>
                    <a:pt x="5557651" y="2778734"/>
                  </a:lnTo>
                  <a:lnTo>
                    <a:pt x="5568947" y="2778734"/>
                  </a:lnTo>
                  <a:lnTo>
                    <a:pt x="5580243" y="2778734"/>
                  </a:lnTo>
                  <a:lnTo>
                    <a:pt x="5591539" y="2778734"/>
                  </a:lnTo>
                  <a:lnTo>
                    <a:pt x="5602835" y="2778734"/>
                  </a:lnTo>
                  <a:lnTo>
                    <a:pt x="5614131" y="2778734"/>
                  </a:lnTo>
                  <a:lnTo>
                    <a:pt x="5625427" y="2778734"/>
                  </a:lnTo>
                  <a:lnTo>
                    <a:pt x="5636723" y="2778734"/>
                  </a:lnTo>
                  <a:lnTo>
                    <a:pt x="5648019" y="2778734"/>
                  </a:lnTo>
                  <a:lnTo>
                    <a:pt x="5659315" y="2778734"/>
                  </a:lnTo>
                  <a:lnTo>
                    <a:pt x="5670611" y="2778734"/>
                  </a:lnTo>
                  <a:lnTo>
                    <a:pt x="5681907" y="2778734"/>
                  </a:lnTo>
                  <a:lnTo>
                    <a:pt x="5693203" y="2778734"/>
                  </a:lnTo>
                  <a:lnTo>
                    <a:pt x="5704499" y="2778734"/>
                  </a:lnTo>
                  <a:lnTo>
                    <a:pt x="5715795" y="2778734"/>
                  </a:lnTo>
                  <a:lnTo>
                    <a:pt x="5727091" y="2778734"/>
                  </a:lnTo>
                  <a:lnTo>
                    <a:pt x="5738387" y="2778734"/>
                  </a:lnTo>
                  <a:lnTo>
                    <a:pt x="5749684" y="2778734"/>
                  </a:lnTo>
                  <a:lnTo>
                    <a:pt x="5760980" y="2778734"/>
                  </a:lnTo>
                  <a:lnTo>
                    <a:pt x="5772276" y="2778734"/>
                  </a:lnTo>
                  <a:lnTo>
                    <a:pt x="5760980" y="2778734"/>
                  </a:lnTo>
                  <a:lnTo>
                    <a:pt x="5749684" y="2778734"/>
                  </a:lnTo>
                  <a:lnTo>
                    <a:pt x="5738387" y="2778734"/>
                  </a:lnTo>
                  <a:lnTo>
                    <a:pt x="5727091" y="2778734"/>
                  </a:lnTo>
                  <a:lnTo>
                    <a:pt x="5715795" y="2778734"/>
                  </a:lnTo>
                  <a:lnTo>
                    <a:pt x="5704499" y="2778734"/>
                  </a:lnTo>
                  <a:lnTo>
                    <a:pt x="5693203" y="2778734"/>
                  </a:lnTo>
                  <a:lnTo>
                    <a:pt x="5681907" y="2778734"/>
                  </a:lnTo>
                  <a:lnTo>
                    <a:pt x="5670611" y="2778734"/>
                  </a:lnTo>
                  <a:lnTo>
                    <a:pt x="5659315" y="2778734"/>
                  </a:lnTo>
                  <a:lnTo>
                    <a:pt x="5648019" y="2778734"/>
                  </a:lnTo>
                  <a:lnTo>
                    <a:pt x="5636723" y="2778734"/>
                  </a:lnTo>
                  <a:lnTo>
                    <a:pt x="5625427" y="2778734"/>
                  </a:lnTo>
                  <a:lnTo>
                    <a:pt x="5614131" y="2778734"/>
                  </a:lnTo>
                  <a:lnTo>
                    <a:pt x="5602835" y="2778734"/>
                  </a:lnTo>
                  <a:lnTo>
                    <a:pt x="5591539" y="2778734"/>
                  </a:lnTo>
                  <a:lnTo>
                    <a:pt x="5580243" y="2778734"/>
                  </a:lnTo>
                  <a:lnTo>
                    <a:pt x="5568947" y="2778734"/>
                  </a:lnTo>
                  <a:lnTo>
                    <a:pt x="5557651" y="2778734"/>
                  </a:lnTo>
                  <a:lnTo>
                    <a:pt x="5546355" y="2778734"/>
                  </a:lnTo>
                  <a:lnTo>
                    <a:pt x="5535059" y="2778734"/>
                  </a:lnTo>
                  <a:lnTo>
                    <a:pt x="5523763" y="2778734"/>
                  </a:lnTo>
                  <a:lnTo>
                    <a:pt x="5512467" y="2778734"/>
                  </a:lnTo>
                  <a:lnTo>
                    <a:pt x="5501171" y="2778734"/>
                  </a:lnTo>
                  <a:lnTo>
                    <a:pt x="5489875" y="2778734"/>
                  </a:lnTo>
                  <a:lnTo>
                    <a:pt x="5478579" y="2778734"/>
                  </a:lnTo>
                  <a:lnTo>
                    <a:pt x="5467283" y="2778734"/>
                  </a:lnTo>
                  <a:lnTo>
                    <a:pt x="5455987" y="2778734"/>
                  </a:lnTo>
                  <a:lnTo>
                    <a:pt x="5444690" y="2778734"/>
                  </a:lnTo>
                  <a:lnTo>
                    <a:pt x="5433394" y="2778734"/>
                  </a:lnTo>
                  <a:lnTo>
                    <a:pt x="5422098" y="2778734"/>
                  </a:lnTo>
                  <a:lnTo>
                    <a:pt x="5410802" y="2778734"/>
                  </a:lnTo>
                  <a:lnTo>
                    <a:pt x="5399506" y="2778734"/>
                  </a:lnTo>
                  <a:lnTo>
                    <a:pt x="5388210" y="2778734"/>
                  </a:lnTo>
                  <a:lnTo>
                    <a:pt x="5376914" y="2778734"/>
                  </a:lnTo>
                  <a:lnTo>
                    <a:pt x="5365618" y="2778734"/>
                  </a:lnTo>
                  <a:lnTo>
                    <a:pt x="5354322" y="2778734"/>
                  </a:lnTo>
                  <a:lnTo>
                    <a:pt x="5343026" y="2778734"/>
                  </a:lnTo>
                  <a:lnTo>
                    <a:pt x="5331730" y="2778734"/>
                  </a:lnTo>
                  <a:lnTo>
                    <a:pt x="5320434" y="2778734"/>
                  </a:lnTo>
                  <a:lnTo>
                    <a:pt x="5309138" y="2778734"/>
                  </a:lnTo>
                  <a:lnTo>
                    <a:pt x="5297842" y="2778734"/>
                  </a:lnTo>
                  <a:lnTo>
                    <a:pt x="5286546" y="2778734"/>
                  </a:lnTo>
                  <a:lnTo>
                    <a:pt x="5275250" y="2778734"/>
                  </a:lnTo>
                  <a:lnTo>
                    <a:pt x="5263954" y="2778734"/>
                  </a:lnTo>
                  <a:lnTo>
                    <a:pt x="5252658" y="2778734"/>
                  </a:lnTo>
                  <a:lnTo>
                    <a:pt x="5241362" y="2778734"/>
                  </a:lnTo>
                  <a:lnTo>
                    <a:pt x="5230066" y="2778734"/>
                  </a:lnTo>
                  <a:lnTo>
                    <a:pt x="5218770" y="2778734"/>
                  </a:lnTo>
                  <a:lnTo>
                    <a:pt x="5207474" y="2778734"/>
                  </a:lnTo>
                  <a:lnTo>
                    <a:pt x="5196178" y="2778734"/>
                  </a:lnTo>
                  <a:lnTo>
                    <a:pt x="5184882" y="2778734"/>
                  </a:lnTo>
                  <a:lnTo>
                    <a:pt x="5173586" y="2778734"/>
                  </a:lnTo>
                  <a:lnTo>
                    <a:pt x="5162289" y="2778734"/>
                  </a:lnTo>
                  <a:lnTo>
                    <a:pt x="5150993" y="2778734"/>
                  </a:lnTo>
                  <a:lnTo>
                    <a:pt x="5139697" y="2778734"/>
                  </a:lnTo>
                  <a:lnTo>
                    <a:pt x="5128401" y="2778734"/>
                  </a:lnTo>
                  <a:lnTo>
                    <a:pt x="5117105" y="2778734"/>
                  </a:lnTo>
                  <a:lnTo>
                    <a:pt x="5105809" y="2778734"/>
                  </a:lnTo>
                  <a:lnTo>
                    <a:pt x="5094513" y="2778734"/>
                  </a:lnTo>
                  <a:lnTo>
                    <a:pt x="5083217" y="2778734"/>
                  </a:lnTo>
                  <a:lnTo>
                    <a:pt x="5071921" y="2778734"/>
                  </a:lnTo>
                  <a:lnTo>
                    <a:pt x="5060625" y="2778734"/>
                  </a:lnTo>
                  <a:lnTo>
                    <a:pt x="5049329" y="2778734"/>
                  </a:lnTo>
                  <a:lnTo>
                    <a:pt x="5038033" y="2778734"/>
                  </a:lnTo>
                  <a:lnTo>
                    <a:pt x="5026737" y="2778734"/>
                  </a:lnTo>
                  <a:lnTo>
                    <a:pt x="5015441" y="2778734"/>
                  </a:lnTo>
                  <a:lnTo>
                    <a:pt x="5004145" y="2778734"/>
                  </a:lnTo>
                  <a:lnTo>
                    <a:pt x="4992849" y="2778734"/>
                  </a:lnTo>
                  <a:lnTo>
                    <a:pt x="4981553" y="2778734"/>
                  </a:lnTo>
                  <a:lnTo>
                    <a:pt x="4970257" y="2778734"/>
                  </a:lnTo>
                  <a:lnTo>
                    <a:pt x="4958961" y="2778734"/>
                  </a:lnTo>
                  <a:lnTo>
                    <a:pt x="4947665" y="2778734"/>
                  </a:lnTo>
                  <a:lnTo>
                    <a:pt x="4936369" y="2778734"/>
                  </a:lnTo>
                  <a:lnTo>
                    <a:pt x="4925073" y="2778734"/>
                  </a:lnTo>
                  <a:lnTo>
                    <a:pt x="4913777" y="2778734"/>
                  </a:lnTo>
                  <a:lnTo>
                    <a:pt x="4902481" y="2778734"/>
                  </a:lnTo>
                  <a:lnTo>
                    <a:pt x="4891185" y="2778734"/>
                  </a:lnTo>
                  <a:lnTo>
                    <a:pt x="4879889" y="2778734"/>
                  </a:lnTo>
                  <a:lnTo>
                    <a:pt x="4868592" y="2778734"/>
                  </a:lnTo>
                  <a:lnTo>
                    <a:pt x="4857296" y="2778734"/>
                  </a:lnTo>
                  <a:lnTo>
                    <a:pt x="4846000" y="2778734"/>
                  </a:lnTo>
                  <a:lnTo>
                    <a:pt x="4834704" y="2778734"/>
                  </a:lnTo>
                  <a:lnTo>
                    <a:pt x="4823408" y="2778734"/>
                  </a:lnTo>
                  <a:lnTo>
                    <a:pt x="4812112" y="2778734"/>
                  </a:lnTo>
                  <a:lnTo>
                    <a:pt x="4800816" y="2778734"/>
                  </a:lnTo>
                  <a:lnTo>
                    <a:pt x="4789520" y="2778734"/>
                  </a:lnTo>
                  <a:lnTo>
                    <a:pt x="4778224" y="2778734"/>
                  </a:lnTo>
                  <a:lnTo>
                    <a:pt x="4766928" y="2778734"/>
                  </a:lnTo>
                  <a:lnTo>
                    <a:pt x="4755632" y="2778734"/>
                  </a:lnTo>
                  <a:lnTo>
                    <a:pt x="4744336" y="2778734"/>
                  </a:lnTo>
                  <a:lnTo>
                    <a:pt x="4733040" y="2778734"/>
                  </a:lnTo>
                  <a:lnTo>
                    <a:pt x="4721744" y="2778734"/>
                  </a:lnTo>
                  <a:lnTo>
                    <a:pt x="4710448" y="2778734"/>
                  </a:lnTo>
                  <a:lnTo>
                    <a:pt x="4699152" y="2778734"/>
                  </a:lnTo>
                  <a:lnTo>
                    <a:pt x="4687856" y="2778734"/>
                  </a:lnTo>
                  <a:lnTo>
                    <a:pt x="4676560" y="2778734"/>
                  </a:lnTo>
                  <a:lnTo>
                    <a:pt x="4665264" y="2778734"/>
                  </a:lnTo>
                  <a:lnTo>
                    <a:pt x="4653968" y="2778734"/>
                  </a:lnTo>
                  <a:lnTo>
                    <a:pt x="4642672" y="2778734"/>
                  </a:lnTo>
                  <a:lnTo>
                    <a:pt x="4631376" y="2778734"/>
                  </a:lnTo>
                  <a:lnTo>
                    <a:pt x="4620080" y="2778734"/>
                  </a:lnTo>
                  <a:lnTo>
                    <a:pt x="4608784" y="2778734"/>
                  </a:lnTo>
                  <a:lnTo>
                    <a:pt x="4597488" y="2778734"/>
                  </a:lnTo>
                  <a:lnTo>
                    <a:pt x="4586191" y="2778734"/>
                  </a:lnTo>
                  <a:lnTo>
                    <a:pt x="4574895" y="2778734"/>
                  </a:lnTo>
                  <a:lnTo>
                    <a:pt x="4563599" y="2778734"/>
                  </a:lnTo>
                  <a:lnTo>
                    <a:pt x="4552303" y="2778734"/>
                  </a:lnTo>
                  <a:lnTo>
                    <a:pt x="4541007" y="2778734"/>
                  </a:lnTo>
                  <a:lnTo>
                    <a:pt x="4529711" y="2778734"/>
                  </a:lnTo>
                  <a:lnTo>
                    <a:pt x="4518415" y="2778734"/>
                  </a:lnTo>
                  <a:lnTo>
                    <a:pt x="4507119" y="2778734"/>
                  </a:lnTo>
                  <a:lnTo>
                    <a:pt x="4495823" y="2778734"/>
                  </a:lnTo>
                  <a:lnTo>
                    <a:pt x="4484527" y="2778734"/>
                  </a:lnTo>
                  <a:lnTo>
                    <a:pt x="4473231" y="2778734"/>
                  </a:lnTo>
                  <a:lnTo>
                    <a:pt x="4461935" y="2778734"/>
                  </a:lnTo>
                  <a:lnTo>
                    <a:pt x="4450639" y="2778734"/>
                  </a:lnTo>
                  <a:lnTo>
                    <a:pt x="4439343" y="2778734"/>
                  </a:lnTo>
                  <a:lnTo>
                    <a:pt x="4428047" y="2778734"/>
                  </a:lnTo>
                  <a:lnTo>
                    <a:pt x="4416751" y="2778734"/>
                  </a:lnTo>
                  <a:lnTo>
                    <a:pt x="4405455" y="2778734"/>
                  </a:lnTo>
                  <a:lnTo>
                    <a:pt x="4394159" y="2778734"/>
                  </a:lnTo>
                  <a:lnTo>
                    <a:pt x="4382863" y="2778734"/>
                  </a:lnTo>
                  <a:lnTo>
                    <a:pt x="4371567" y="2778734"/>
                  </a:lnTo>
                  <a:lnTo>
                    <a:pt x="4360271" y="2778734"/>
                  </a:lnTo>
                  <a:lnTo>
                    <a:pt x="4348975" y="2778734"/>
                  </a:lnTo>
                  <a:lnTo>
                    <a:pt x="4337679" y="2778734"/>
                  </a:lnTo>
                  <a:lnTo>
                    <a:pt x="4326383" y="2778734"/>
                  </a:lnTo>
                  <a:lnTo>
                    <a:pt x="4315087" y="2778734"/>
                  </a:lnTo>
                  <a:lnTo>
                    <a:pt x="4303790" y="2778734"/>
                  </a:lnTo>
                  <a:lnTo>
                    <a:pt x="4292494" y="2778734"/>
                  </a:lnTo>
                  <a:lnTo>
                    <a:pt x="4281198" y="2778734"/>
                  </a:lnTo>
                  <a:lnTo>
                    <a:pt x="4269902" y="2778734"/>
                  </a:lnTo>
                  <a:lnTo>
                    <a:pt x="4258606" y="2778734"/>
                  </a:lnTo>
                  <a:lnTo>
                    <a:pt x="4247310" y="2778734"/>
                  </a:lnTo>
                  <a:lnTo>
                    <a:pt x="4236014" y="2778734"/>
                  </a:lnTo>
                  <a:lnTo>
                    <a:pt x="4224718" y="2778734"/>
                  </a:lnTo>
                  <a:lnTo>
                    <a:pt x="4213422" y="2778734"/>
                  </a:lnTo>
                  <a:lnTo>
                    <a:pt x="4202126" y="2778734"/>
                  </a:lnTo>
                  <a:lnTo>
                    <a:pt x="4190830" y="2778734"/>
                  </a:lnTo>
                  <a:lnTo>
                    <a:pt x="4179534" y="2778734"/>
                  </a:lnTo>
                  <a:lnTo>
                    <a:pt x="4168238" y="2778734"/>
                  </a:lnTo>
                  <a:lnTo>
                    <a:pt x="4156942" y="2778734"/>
                  </a:lnTo>
                  <a:lnTo>
                    <a:pt x="4145646" y="2778734"/>
                  </a:lnTo>
                  <a:lnTo>
                    <a:pt x="4134350" y="2778734"/>
                  </a:lnTo>
                  <a:lnTo>
                    <a:pt x="4123054" y="2778734"/>
                  </a:lnTo>
                  <a:lnTo>
                    <a:pt x="4111758" y="2778734"/>
                  </a:lnTo>
                  <a:lnTo>
                    <a:pt x="4100462" y="2778734"/>
                  </a:lnTo>
                  <a:lnTo>
                    <a:pt x="4089166" y="2778734"/>
                  </a:lnTo>
                  <a:lnTo>
                    <a:pt x="4077870" y="2778734"/>
                  </a:lnTo>
                  <a:lnTo>
                    <a:pt x="4066574" y="2778734"/>
                  </a:lnTo>
                  <a:lnTo>
                    <a:pt x="4055278" y="2778734"/>
                  </a:lnTo>
                  <a:lnTo>
                    <a:pt x="4043982" y="2778734"/>
                  </a:lnTo>
                  <a:lnTo>
                    <a:pt x="4032686" y="2778734"/>
                  </a:lnTo>
                  <a:lnTo>
                    <a:pt x="4021390" y="2778734"/>
                  </a:lnTo>
                  <a:lnTo>
                    <a:pt x="4010093" y="2778734"/>
                  </a:lnTo>
                  <a:lnTo>
                    <a:pt x="3998797" y="2778734"/>
                  </a:lnTo>
                  <a:lnTo>
                    <a:pt x="3987501" y="2778734"/>
                  </a:lnTo>
                  <a:lnTo>
                    <a:pt x="3976205" y="2778734"/>
                  </a:lnTo>
                  <a:lnTo>
                    <a:pt x="3964909" y="2778734"/>
                  </a:lnTo>
                  <a:lnTo>
                    <a:pt x="3953613" y="2778734"/>
                  </a:lnTo>
                  <a:lnTo>
                    <a:pt x="3942317" y="2778734"/>
                  </a:lnTo>
                  <a:lnTo>
                    <a:pt x="3931021" y="2778734"/>
                  </a:lnTo>
                  <a:lnTo>
                    <a:pt x="3919725" y="2778734"/>
                  </a:lnTo>
                  <a:lnTo>
                    <a:pt x="3908429" y="2778734"/>
                  </a:lnTo>
                  <a:lnTo>
                    <a:pt x="3897133" y="2778734"/>
                  </a:lnTo>
                  <a:lnTo>
                    <a:pt x="3885837" y="2778734"/>
                  </a:lnTo>
                  <a:lnTo>
                    <a:pt x="3874541" y="2778734"/>
                  </a:lnTo>
                  <a:lnTo>
                    <a:pt x="3863245" y="2778734"/>
                  </a:lnTo>
                  <a:lnTo>
                    <a:pt x="3851949" y="2778734"/>
                  </a:lnTo>
                  <a:lnTo>
                    <a:pt x="3840653" y="2778734"/>
                  </a:lnTo>
                  <a:lnTo>
                    <a:pt x="3829357" y="2778734"/>
                  </a:lnTo>
                  <a:lnTo>
                    <a:pt x="3818061" y="2778734"/>
                  </a:lnTo>
                  <a:lnTo>
                    <a:pt x="3806765" y="2778734"/>
                  </a:lnTo>
                  <a:lnTo>
                    <a:pt x="3795469" y="2778734"/>
                  </a:lnTo>
                  <a:lnTo>
                    <a:pt x="3784173" y="2778734"/>
                  </a:lnTo>
                  <a:lnTo>
                    <a:pt x="3772877" y="2778734"/>
                  </a:lnTo>
                  <a:lnTo>
                    <a:pt x="3761581" y="2778734"/>
                  </a:lnTo>
                  <a:lnTo>
                    <a:pt x="3750285" y="2778734"/>
                  </a:lnTo>
                  <a:lnTo>
                    <a:pt x="3738989" y="2778734"/>
                  </a:lnTo>
                  <a:lnTo>
                    <a:pt x="3727692" y="2778734"/>
                  </a:lnTo>
                  <a:lnTo>
                    <a:pt x="3716396" y="2778734"/>
                  </a:lnTo>
                  <a:lnTo>
                    <a:pt x="3705100" y="2778734"/>
                  </a:lnTo>
                  <a:lnTo>
                    <a:pt x="3693804" y="2778734"/>
                  </a:lnTo>
                  <a:lnTo>
                    <a:pt x="3682508" y="2778734"/>
                  </a:lnTo>
                  <a:lnTo>
                    <a:pt x="3671212" y="2778734"/>
                  </a:lnTo>
                  <a:lnTo>
                    <a:pt x="3659916" y="2778734"/>
                  </a:lnTo>
                  <a:lnTo>
                    <a:pt x="3648620" y="2778734"/>
                  </a:lnTo>
                  <a:lnTo>
                    <a:pt x="3637324" y="2778734"/>
                  </a:lnTo>
                  <a:lnTo>
                    <a:pt x="3626028" y="2778734"/>
                  </a:lnTo>
                  <a:lnTo>
                    <a:pt x="3614732" y="2778734"/>
                  </a:lnTo>
                  <a:lnTo>
                    <a:pt x="3603436" y="2778734"/>
                  </a:lnTo>
                  <a:lnTo>
                    <a:pt x="3592140" y="2778734"/>
                  </a:lnTo>
                  <a:lnTo>
                    <a:pt x="3580844" y="2778734"/>
                  </a:lnTo>
                  <a:lnTo>
                    <a:pt x="3569548" y="2778734"/>
                  </a:lnTo>
                  <a:lnTo>
                    <a:pt x="3558252" y="2778734"/>
                  </a:lnTo>
                  <a:lnTo>
                    <a:pt x="3546956" y="2778734"/>
                  </a:lnTo>
                  <a:lnTo>
                    <a:pt x="3535660" y="2778734"/>
                  </a:lnTo>
                  <a:lnTo>
                    <a:pt x="3524364" y="2778734"/>
                  </a:lnTo>
                  <a:lnTo>
                    <a:pt x="3513068" y="2778734"/>
                  </a:lnTo>
                  <a:lnTo>
                    <a:pt x="3501772" y="2778734"/>
                  </a:lnTo>
                  <a:lnTo>
                    <a:pt x="3490476" y="2778734"/>
                  </a:lnTo>
                  <a:lnTo>
                    <a:pt x="3479180" y="2778734"/>
                  </a:lnTo>
                  <a:lnTo>
                    <a:pt x="3467884" y="2778734"/>
                  </a:lnTo>
                  <a:lnTo>
                    <a:pt x="3456588" y="2778734"/>
                  </a:lnTo>
                  <a:lnTo>
                    <a:pt x="3445292" y="2778734"/>
                  </a:lnTo>
                  <a:lnTo>
                    <a:pt x="3433995" y="2778734"/>
                  </a:lnTo>
                  <a:lnTo>
                    <a:pt x="3422699" y="2778734"/>
                  </a:lnTo>
                  <a:lnTo>
                    <a:pt x="3411403" y="2778734"/>
                  </a:lnTo>
                  <a:lnTo>
                    <a:pt x="3400107" y="2778734"/>
                  </a:lnTo>
                  <a:lnTo>
                    <a:pt x="3388811" y="2778734"/>
                  </a:lnTo>
                  <a:lnTo>
                    <a:pt x="3377515" y="2778734"/>
                  </a:lnTo>
                  <a:lnTo>
                    <a:pt x="3366219" y="2778734"/>
                  </a:lnTo>
                  <a:lnTo>
                    <a:pt x="3354923" y="2778734"/>
                  </a:lnTo>
                  <a:lnTo>
                    <a:pt x="3343627" y="2778734"/>
                  </a:lnTo>
                  <a:lnTo>
                    <a:pt x="3332331" y="2778734"/>
                  </a:lnTo>
                  <a:lnTo>
                    <a:pt x="3321035" y="2778734"/>
                  </a:lnTo>
                  <a:lnTo>
                    <a:pt x="3309739" y="2778734"/>
                  </a:lnTo>
                  <a:lnTo>
                    <a:pt x="3298443" y="2778734"/>
                  </a:lnTo>
                  <a:lnTo>
                    <a:pt x="3287147" y="2778734"/>
                  </a:lnTo>
                  <a:lnTo>
                    <a:pt x="3275851" y="2778734"/>
                  </a:lnTo>
                  <a:lnTo>
                    <a:pt x="3264555" y="2778734"/>
                  </a:lnTo>
                  <a:lnTo>
                    <a:pt x="3253259" y="2778734"/>
                  </a:lnTo>
                  <a:lnTo>
                    <a:pt x="3241963" y="2778734"/>
                  </a:lnTo>
                  <a:lnTo>
                    <a:pt x="3230667" y="2778734"/>
                  </a:lnTo>
                  <a:lnTo>
                    <a:pt x="3219371" y="2778734"/>
                  </a:lnTo>
                  <a:lnTo>
                    <a:pt x="3208075" y="2778734"/>
                  </a:lnTo>
                  <a:lnTo>
                    <a:pt x="3196779" y="2778734"/>
                  </a:lnTo>
                  <a:lnTo>
                    <a:pt x="3185483" y="2778734"/>
                  </a:lnTo>
                  <a:lnTo>
                    <a:pt x="3174187" y="2778734"/>
                  </a:lnTo>
                  <a:lnTo>
                    <a:pt x="3162891" y="2778734"/>
                  </a:lnTo>
                  <a:lnTo>
                    <a:pt x="3151594" y="2778734"/>
                  </a:lnTo>
                  <a:lnTo>
                    <a:pt x="3140298" y="2778734"/>
                  </a:lnTo>
                  <a:lnTo>
                    <a:pt x="3129002" y="2778734"/>
                  </a:lnTo>
                  <a:lnTo>
                    <a:pt x="3117706" y="2778734"/>
                  </a:lnTo>
                  <a:lnTo>
                    <a:pt x="3106410" y="2778734"/>
                  </a:lnTo>
                  <a:lnTo>
                    <a:pt x="3095114" y="2778734"/>
                  </a:lnTo>
                  <a:lnTo>
                    <a:pt x="3083818" y="2778734"/>
                  </a:lnTo>
                  <a:lnTo>
                    <a:pt x="3072522" y="2778734"/>
                  </a:lnTo>
                  <a:lnTo>
                    <a:pt x="3061226" y="2778734"/>
                  </a:lnTo>
                  <a:lnTo>
                    <a:pt x="3049930" y="2778734"/>
                  </a:lnTo>
                  <a:lnTo>
                    <a:pt x="3038634" y="2778734"/>
                  </a:lnTo>
                  <a:lnTo>
                    <a:pt x="3027338" y="2778734"/>
                  </a:lnTo>
                  <a:lnTo>
                    <a:pt x="3016042" y="2778734"/>
                  </a:lnTo>
                  <a:lnTo>
                    <a:pt x="3004746" y="2778734"/>
                  </a:lnTo>
                  <a:lnTo>
                    <a:pt x="2993450" y="2778734"/>
                  </a:lnTo>
                  <a:lnTo>
                    <a:pt x="2982154" y="2778734"/>
                  </a:lnTo>
                  <a:lnTo>
                    <a:pt x="2970858" y="2778734"/>
                  </a:lnTo>
                  <a:lnTo>
                    <a:pt x="2959562" y="2778734"/>
                  </a:lnTo>
                  <a:lnTo>
                    <a:pt x="2948266" y="2778734"/>
                  </a:lnTo>
                  <a:lnTo>
                    <a:pt x="2936970" y="2778734"/>
                  </a:lnTo>
                  <a:lnTo>
                    <a:pt x="2925674" y="2778734"/>
                  </a:lnTo>
                  <a:lnTo>
                    <a:pt x="2914378" y="2778734"/>
                  </a:lnTo>
                  <a:lnTo>
                    <a:pt x="2903082" y="2778734"/>
                  </a:lnTo>
                  <a:lnTo>
                    <a:pt x="2891786" y="2778734"/>
                  </a:lnTo>
                  <a:lnTo>
                    <a:pt x="2880490" y="2778734"/>
                  </a:lnTo>
                  <a:lnTo>
                    <a:pt x="2869193" y="2778734"/>
                  </a:lnTo>
                  <a:lnTo>
                    <a:pt x="2857897" y="2778734"/>
                  </a:lnTo>
                  <a:lnTo>
                    <a:pt x="2846601" y="2778734"/>
                  </a:lnTo>
                  <a:lnTo>
                    <a:pt x="2835305" y="2778734"/>
                  </a:lnTo>
                  <a:lnTo>
                    <a:pt x="2824009" y="2778734"/>
                  </a:lnTo>
                  <a:lnTo>
                    <a:pt x="2812713" y="2778734"/>
                  </a:lnTo>
                  <a:lnTo>
                    <a:pt x="2801417" y="2778734"/>
                  </a:lnTo>
                  <a:lnTo>
                    <a:pt x="2790121" y="2778734"/>
                  </a:lnTo>
                  <a:lnTo>
                    <a:pt x="2778825" y="2778734"/>
                  </a:lnTo>
                  <a:lnTo>
                    <a:pt x="2767529" y="2778734"/>
                  </a:lnTo>
                  <a:lnTo>
                    <a:pt x="2756233" y="2778734"/>
                  </a:lnTo>
                  <a:lnTo>
                    <a:pt x="2744937" y="2778734"/>
                  </a:lnTo>
                  <a:lnTo>
                    <a:pt x="2733641" y="2778734"/>
                  </a:lnTo>
                  <a:lnTo>
                    <a:pt x="2722345" y="2778734"/>
                  </a:lnTo>
                  <a:lnTo>
                    <a:pt x="2711049" y="2778734"/>
                  </a:lnTo>
                  <a:lnTo>
                    <a:pt x="2699753" y="2778734"/>
                  </a:lnTo>
                  <a:lnTo>
                    <a:pt x="2688457" y="2778734"/>
                  </a:lnTo>
                  <a:lnTo>
                    <a:pt x="2677161" y="2778734"/>
                  </a:lnTo>
                  <a:lnTo>
                    <a:pt x="2665865" y="2778734"/>
                  </a:lnTo>
                  <a:lnTo>
                    <a:pt x="2654569" y="2778734"/>
                  </a:lnTo>
                  <a:lnTo>
                    <a:pt x="2643273" y="2778734"/>
                  </a:lnTo>
                  <a:lnTo>
                    <a:pt x="2631977" y="2778734"/>
                  </a:lnTo>
                  <a:lnTo>
                    <a:pt x="2620681" y="2778734"/>
                  </a:lnTo>
                  <a:lnTo>
                    <a:pt x="2609385" y="2778734"/>
                  </a:lnTo>
                  <a:lnTo>
                    <a:pt x="2598089" y="2778734"/>
                  </a:lnTo>
                  <a:lnTo>
                    <a:pt x="2586793" y="2778734"/>
                  </a:lnTo>
                  <a:lnTo>
                    <a:pt x="2575496" y="2778734"/>
                  </a:lnTo>
                  <a:lnTo>
                    <a:pt x="2564200" y="2778734"/>
                  </a:lnTo>
                  <a:lnTo>
                    <a:pt x="2552904" y="2778734"/>
                  </a:lnTo>
                  <a:lnTo>
                    <a:pt x="2541608" y="2778734"/>
                  </a:lnTo>
                  <a:lnTo>
                    <a:pt x="2530312" y="2778734"/>
                  </a:lnTo>
                  <a:lnTo>
                    <a:pt x="2519016" y="2778734"/>
                  </a:lnTo>
                  <a:lnTo>
                    <a:pt x="2507720" y="2778734"/>
                  </a:lnTo>
                  <a:lnTo>
                    <a:pt x="2496424" y="2778734"/>
                  </a:lnTo>
                  <a:lnTo>
                    <a:pt x="2485128" y="2778734"/>
                  </a:lnTo>
                  <a:lnTo>
                    <a:pt x="2473832" y="2778734"/>
                  </a:lnTo>
                  <a:lnTo>
                    <a:pt x="2462536" y="2778734"/>
                  </a:lnTo>
                  <a:lnTo>
                    <a:pt x="2451240" y="2778734"/>
                  </a:lnTo>
                  <a:lnTo>
                    <a:pt x="2439944" y="2778734"/>
                  </a:lnTo>
                  <a:lnTo>
                    <a:pt x="2428648" y="2778734"/>
                  </a:lnTo>
                  <a:lnTo>
                    <a:pt x="2417352" y="2778734"/>
                  </a:lnTo>
                  <a:lnTo>
                    <a:pt x="2406056" y="2778734"/>
                  </a:lnTo>
                  <a:lnTo>
                    <a:pt x="2394760" y="2778734"/>
                  </a:lnTo>
                  <a:lnTo>
                    <a:pt x="2383464" y="2778734"/>
                  </a:lnTo>
                  <a:lnTo>
                    <a:pt x="2372168" y="2778734"/>
                  </a:lnTo>
                  <a:lnTo>
                    <a:pt x="2360872" y="2778734"/>
                  </a:lnTo>
                  <a:lnTo>
                    <a:pt x="2349576" y="2778734"/>
                  </a:lnTo>
                  <a:lnTo>
                    <a:pt x="2338280" y="2778734"/>
                  </a:lnTo>
                  <a:lnTo>
                    <a:pt x="2326984" y="2778734"/>
                  </a:lnTo>
                  <a:lnTo>
                    <a:pt x="2315688" y="2778734"/>
                  </a:lnTo>
                  <a:lnTo>
                    <a:pt x="2304392" y="2778734"/>
                  </a:lnTo>
                  <a:lnTo>
                    <a:pt x="2293095" y="2778734"/>
                  </a:lnTo>
                  <a:lnTo>
                    <a:pt x="2281799" y="2778734"/>
                  </a:lnTo>
                  <a:lnTo>
                    <a:pt x="2270503" y="2778734"/>
                  </a:lnTo>
                  <a:lnTo>
                    <a:pt x="2259207" y="2778734"/>
                  </a:lnTo>
                  <a:lnTo>
                    <a:pt x="2247911" y="2778734"/>
                  </a:lnTo>
                  <a:lnTo>
                    <a:pt x="2236615" y="2778734"/>
                  </a:lnTo>
                  <a:lnTo>
                    <a:pt x="2225319" y="2778734"/>
                  </a:lnTo>
                  <a:lnTo>
                    <a:pt x="2214023" y="2778734"/>
                  </a:lnTo>
                  <a:lnTo>
                    <a:pt x="2202727" y="2778734"/>
                  </a:lnTo>
                  <a:lnTo>
                    <a:pt x="2191431" y="2778734"/>
                  </a:lnTo>
                  <a:lnTo>
                    <a:pt x="2180135" y="2778734"/>
                  </a:lnTo>
                  <a:lnTo>
                    <a:pt x="2168839" y="2778734"/>
                  </a:lnTo>
                  <a:lnTo>
                    <a:pt x="2157543" y="2778734"/>
                  </a:lnTo>
                  <a:lnTo>
                    <a:pt x="2146247" y="2778734"/>
                  </a:lnTo>
                  <a:lnTo>
                    <a:pt x="2134951" y="2778734"/>
                  </a:lnTo>
                  <a:lnTo>
                    <a:pt x="2123655" y="2778734"/>
                  </a:lnTo>
                  <a:lnTo>
                    <a:pt x="2112359" y="2778734"/>
                  </a:lnTo>
                  <a:lnTo>
                    <a:pt x="2101063" y="2778734"/>
                  </a:lnTo>
                  <a:lnTo>
                    <a:pt x="2089767" y="2778734"/>
                  </a:lnTo>
                  <a:lnTo>
                    <a:pt x="2078471" y="2778734"/>
                  </a:lnTo>
                  <a:lnTo>
                    <a:pt x="2067175" y="2778734"/>
                  </a:lnTo>
                  <a:lnTo>
                    <a:pt x="2055879" y="2778734"/>
                  </a:lnTo>
                  <a:lnTo>
                    <a:pt x="2044583" y="2778734"/>
                  </a:lnTo>
                  <a:lnTo>
                    <a:pt x="2033287" y="2778734"/>
                  </a:lnTo>
                  <a:lnTo>
                    <a:pt x="2021991" y="2778734"/>
                  </a:lnTo>
                  <a:lnTo>
                    <a:pt x="2010695" y="2778734"/>
                  </a:lnTo>
                  <a:lnTo>
                    <a:pt x="1999398" y="2778734"/>
                  </a:lnTo>
                  <a:lnTo>
                    <a:pt x="1988102" y="2778734"/>
                  </a:lnTo>
                  <a:lnTo>
                    <a:pt x="1976806" y="2778734"/>
                  </a:lnTo>
                  <a:lnTo>
                    <a:pt x="1965510" y="2778734"/>
                  </a:lnTo>
                  <a:lnTo>
                    <a:pt x="1954214" y="2778734"/>
                  </a:lnTo>
                  <a:lnTo>
                    <a:pt x="1942918" y="2778734"/>
                  </a:lnTo>
                  <a:lnTo>
                    <a:pt x="1931622" y="2778734"/>
                  </a:lnTo>
                  <a:lnTo>
                    <a:pt x="1920326" y="2778734"/>
                  </a:lnTo>
                  <a:lnTo>
                    <a:pt x="1909030" y="2778734"/>
                  </a:lnTo>
                  <a:lnTo>
                    <a:pt x="1897734" y="2778734"/>
                  </a:lnTo>
                  <a:lnTo>
                    <a:pt x="1886438" y="2778734"/>
                  </a:lnTo>
                  <a:lnTo>
                    <a:pt x="1875142" y="2778734"/>
                  </a:lnTo>
                  <a:lnTo>
                    <a:pt x="1863846" y="2778734"/>
                  </a:lnTo>
                  <a:lnTo>
                    <a:pt x="1852550" y="2778734"/>
                  </a:lnTo>
                  <a:lnTo>
                    <a:pt x="1841254" y="2778734"/>
                  </a:lnTo>
                  <a:lnTo>
                    <a:pt x="1829958" y="2778734"/>
                  </a:lnTo>
                  <a:lnTo>
                    <a:pt x="1818662" y="2778734"/>
                  </a:lnTo>
                  <a:lnTo>
                    <a:pt x="1807366" y="2778734"/>
                  </a:lnTo>
                  <a:lnTo>
                    <a:pt x="1796070" y="2778734"/>
                  </a:lnTo>
                  <a:lnTo>
                    <a:pt x="1784774" y="2778734"/>
                  </a:lnTo>
                  <a:lnTo>
                    <a:pt x="1773478" y="2778734"/>
                  </a:lnTo>
                  <a:lnTo>
                    <a:pt x="1762182" y="2778734"/>
                  </a:lnTo>
                  <a:lnTo>
                    <a:pt x="1750886" y="2778734"/>
                  </a:lnTo>
                  <a:lnTo>
                    <a:pt x="1739590" y="2778734"/>
                  </a:lnTo>
                  <a:lnTo>
                    <a:pt x="1728294" y="2778734"/>
                  </a:lnTo>
                  <a:lnTo>
                    <a:pt x="1716997" y="2778734"/>
                  </a:lnTo>
                  <a:lnTo>
                    <a:pt x="1705701" y="2778734"/>
                  </a:lnTo>
                  <a:lnTo>
                    <a:pt x="1694405" y="2778734"/>
                  </a:lnTo>
                  <a:lnTo>
                    <a:pt x="1683109" y="2778734"/>
                  </a:lnTo>
                  <a:lnTo>
                    <a:pt x="1671813" y="2778734"/>
                  </a:lnTo>
                  <a:lnTo>
                    <a:pt x="1660517" y="2778734"/>
                  </a:lnTo>
                  <a:lnTo>
                    <a:pt x="1649221" y="2778734"/>
                  </a:lnTo>
                  <a:lnTo>
                    <a:pt x="1637925" y="2778734"/>
                  </a:lnTo>
                  <a:lnTo>
                    <a:pt x="1626629" y="2778734"/>
                  </a:lnTo>
                  <a:lnTo>
                    <a:pt x="1615333" y="2778734"/>
                  </a:lnTo>
                  <a:lnTo>
                    <a:pt x="1604037" y="2778734"/>
                  </a:lnTo>
                  <a:lnTo>
                    <a:pt x="1592741" y="2778734"/>
                  </a:lnTo>
                  <a:lnTo>
                    <a:pt x="1581445" y="2778734"/>
                  </a:lnTo>
                  <a:lnTo>
                    <a:pt x="1570149" y="2778734"/>
                  </a:lnTo>
                  <a:lnTo>
                    <a:pt x="1558853" y="2778734"/>
                  </a:lnTo>
                  <a:lnTo>
                    <a:pt x="1547557" y="2778734"/>
                  </a:lnTo>
                  <a:lnTo>
                    <a:pt x="1536261" y="2778734"/>
                  </a:lnTo>
                  <a:lnTo>
                    <a:pt x="1524965" y="2778734"/>
                  </a:lnTo>
                  <a:lnTo>
                    <a:pt x="1513669" y="2778734"/>
                  </a:lnTo>
                  <a:lnTo>
                    <a:pt x="1502373" y="2778734"/>
                  </a:lnTo>
                  <a:lnTo>
                    <a:pt x="1491077" y="2778734"/>
                  </a:lnTo>
                  <a:lnTo>
                    <a:pt x="1479781" y="2778734"/>
                  </a:lnTo>
                  <a:lnTo>
                    <a:pt x="1468485" y="2778734"/>
                  </a:lnTo>
                  <a:lnTo>
                    <a:pt x="1457189" y="2778734"/>
                  </a:lnTo>
                  <a:lnTo>
                    <a:pt x="1445893" y="2778734"/>
                  </a:lnTo>
                  <a:lnTo>
                    <a:pt x="1434596" y="2778734"/>
                  </a:lnTo>
                  <a:lnTo>
                    <a:pt x="1423300" y="2778734"/>
                  </a:lnTo>
                  <a:lnTo>
                    <a:pt x="1412004" y="2778734"/>
                  </a:lnTo>
                  <a:lnTo>
                    <a:pt x="1400708" y="2778734"/>
                  </a:lnTo>
                  <a:lnTo>
                    <a:pt x="1389412" y="2778734"/>
                  </a:lnTo>
                  <a:lnTo>
                    <a:pt x="1378116" y="2778734"/>
                  </a:lnTo>
                  <a:lnTo>
                    <a:pt x="1366820" y="2778734"/>
                  </a:lnTo>
                  <a:lnTo>
                    <a:pt x="1355524" y="2778734"/>
                  </a:lnTo>
                  <a:lnTo>
                    <a:pt x="1344228" y="2778734"/>
                  </a:lnTo>
                  <a:lnTo>
                    <a:pt x="1332932" y="2778734"/>
                  </a:lnTo>
                  <a:lnTo>
                    <a:pt x="1321636" y="2778734"/>
                  </a:lnTo>
                  <a:lnTo>
                    <a:pt x="1310340" y="2778734"/>
                  </a:lnTo>
                  <a:lnTo>
                    <a:pt x="1299044" y="2778734"/>
                  </a:lnTo>
                  <a:lnTo>
                    <a:pt x="1287748" y="2778734"/>
                  </a:lnTo>
                  <a:lnTo>
                    <a:pt x="1276452" y="2778734"/>
                  </a:lnTo>
                  <a:lnTo>
                    <a:pt x="1265156" y="2778734"/>
                  </a:lnTo>
                  <a:lnTo>
                    <a:pt x="1253860" y="2778734"/>
                  </a:lnTo>
                  <a:lnTo>
                    <a:pt x="1242564" y="2778734"/>
                  </a:lnTo>
                  <a:lnTo>
                    <a:pt x="1231268" y="2778734"/>
                  </a:lnTo>
                  <a:lnTo>
                    <a:pt x="1219972" y="2778734"/>
                  </a:lnTo>
                  <a:lnTo>
                    <a:pt x="1208676" y="2778734"/>
                  </a:lnTo>
                  <a:lnTo>
                    <a:pt x="1197380" y="2778734"/>
                  </a:lnTo>
                  <a:lnTo>
                    <a:pt x="1186084" y="2778734"/>
                  </a:lnTo>
                  <a:lnTo>
                    <a:pt x="1174788" y="2778734"/>
                  </a:lnTo>
                  <a:lnTo>
                    <a:pt x="1163492" y="2778734"/>
                  </a:lnTo>
                  <a:lnTo>
                    <a:pt x="1152196" y="2778734"/>
                  </a:lnTo>
                  <a:lnTo>
                    <a:pt x="1140899" y="2778734"/>
                  </a:lnTo>
                  <a:lnTo>
                    <a:pt x="1129603" y="2778734"/>
                  </a:lnTo>
                  <a:lnTo>
                    <a:pt x="1118307" y="2778734"/>
                  </a:lnTo>
                  <a:lnTo>
                    <a:pt x="1107011" y="2778734"/>
                  </a:lnTo>
                  <a:lnTo>
                    <a:pt x="1095715" y="2778734"/>
                  </a:lnTo>
                  <a:lnTo>
                    <a:pt x="1084419" y="2778734"/>
                  </a:lnTo>
                  <a:lnTo>
                    <a:pt x="1073123" y="2778734"/>
                  </a:lnTo>
                  <a:lnTo>
                    <a:pt x="1061827" y="2778734"/>
                  </a:lnTo>
                  <a:lnTo>
                    <a:pt x="1050531" y="2778734"/>
                  </a:lnTo>
                  <a:lnTo>
                    <a:pt x="1039235" y="2778734"/>
                  </a:lnTo>
                  <a:lnTo>
                    <a:pt x="1027939" y="2778734"/>
                  </a:lnTo>
                  <a:lnTo>
                    <a:pt x="1016643" y="2778734"/>
                  </a:lnTo>
                  <a:lnTo>
                    <a:pt x="1005347" y="2778734"/>
                  </a:lnTo>
                  <a:lnTo>
                    <a:pt x="994051" y="2778734"/>
                  </a:lnTo>
                  <a:lnTo>
                    <a:pt x="982755" y="2778734"/>
                  </a:lnTo>
                  <a:lnTo>
                    <a:pt x="971459" y="2778734"/>
                  </a:lnTo>
                  <a:lnTo>
                    <a:pt x="960163" y="2778734"/>
                  </a:lnTo>
                  <a:lnTo>
                    <a:pt x="948867" y="2778734"/>
                  </a:lnTo>
                  <a:lnTo>
                    <a:pt x="937571" y="2778734"/>
                  </a:lnTo>
                  <a:lnTo>
                    <a:pt x="926275" y="2778734"/>
                  </a:lnTo>
                  <a:lnTo>
                    <a:pt x="914979" y="2778734"/>
                  </a:lnTo>
                  <a:lnTo>
                    <a:pt x="903683" y="2778734"/>
                  </a:lnTo>
                  <a:lnTo>
                    <a:pt x="892387" y="2778734"/>
                  </a:lnTo>
                  <a:lnTo>
                    <a:pt x="881091" y="2778734"/>
                  </a:lnTo>
                  <a:lnTo>
                    <a:pt x="869795" y="2778734"/>
                  </a:lnTo>
                  <a:lnTo>
                    <a:pt x="858498" y="2778734"/>
                  </a:lnTo>
                  <a:lnTo>
                    <a:pt x="847202" y="2778734"/>
                  </a:lnTo>
                  <a:lnTo>
                    <a:pt x="835906" y="2778734"/>
                  </a:lnTo>
                  <a:lnTo>
                    <a:pt x="824610" y="2778734"/>
                  </a:lnTo>
                  <a:lnTo>
                    <a:pt x="813314" y="2778734"/>
                  </a:lnTo>
                  <a:lnTo>
                    <a:pt x="802018" y="2778734"/>
                  </a:lnTo>
                  <a:lnTo>
                    <a:pt x="790722" y="2778734"/>
                  </a:lnTo>
                  <a:lnTo>
                    <a:pt x="779426" y="2778734"/>
                  </a:lnTo>
                  <a:lnTo>
                    <a:pt x="768130" y="2778734"/>
                  </a:lnTo>
                  <a:lnTo>
                    <a:pt x="756834" y="2778734"/>
                  </a:lnTo>
                  <a:lnTo>
                    <a:pt x="745538" y="2778734"/>
                  </a:lnTo>
                  <a:lnTo>
                    <a:pt x="734242" y="2778734"/>
                  </a:lnTo>
                  <a:lnTo>
                    <a:pt x="722946" y="2778734"/>
                  </a:lnTo>
                  <a:lnTo>
                    <a:pt x="711650" y="2778734"/>
                  </a:lnTo>
                  <a:lnTo>
                    <a:pt x="700354" y="2778734"/>
                  </a:lnTo>
                  <a:lnTo>
                    <a:pt x="689058" y="2778734"/>
                  </a:lnTo>
                  <a:lnTo>
                    <a:pt x="677762" y="2778734"/>
                  </a:lnTo>
                  <a:lnTo>
                    <a:pt x="666466" y="2778734"/>
                  </a:lnTo>
                  <a:lnTo>
                    <a:pt x="655170" y="2778734"/>
                  </a:lnTo>
                  <a:lnTo>
                    <a:pt x="643874" y="2778734"/>
                  </a:lnTo>
                  <a:lnTo>
                    <a:pt x="632578" y="2778734"/>
                  </a:lnTo>
                  <a:lnTo>
                    <a:pt x="621282" y="2778734"/>
                  </a:lnTo>
                  <a:lnTo>
                    <a:pt x="609986" y="2778734"/>
                  </a:lnTo>
                  <a:lnTo>
                    <a:pt x="598690" y="2778734"/>
                  </a:lnTo>
                  <a:lnTo>
                    <a:pt x="587394" y="2778734"/>
                  </a:lnTo>
                  <a:lnTo>
                    <a:pt x="576098" y="2778734"/>
                  </a:lnTo>
                  <a:lnTo>
                    <a:pt x="564801" y="2778734"/>
                  </a:lnTo>
                  <a:lnTo>
                    <a:pt x="553505" y="2778734"/>
                  </a:lnTo>
                  <a:lnTo>
                    <a:pt x="542209" y="2778734"/>
                  </a:lnTo>
                  <a:lnTo>
                    <a:pt x="530913" y="2778734"/>
                  </a:lnTo>
                  <a:lnTo>
                    <a:pt x="519617" y="2778734"/>
                  </a:lnTo>
                  <a:lnTo>
                    <a:pt x="508321" y="2778734"/>
                  </a:lnTo>
                  <a:lnTo>
                    <a:pt x="497025" y="2778734"/>
                  </a:lnTo>
                  <a:lnTo>
                    <a:pt x="485729" y="2778734"/>
                  </a:lnTo>
                  <a:lnTo>
                    <a:pt x="474433" y="2778734"/>
                  </a:lnTo>
                  <a:lnTo>
                    <a:pt x="463137" y="2778734"/>
                  </a:lnTo>
                  <a:lnTo>
                    <a:pt x="451841" y="2778734"/>
                  </a:lnTo>
                  <a:lnTo>
                    <a:pt x="440545" y="2778734"/>
                  </a:lnTo>
                  <a:lnTo>
                    <a:pt x="429249" y="2778734"/>
                  </a:lnTo>
                  <a:lnTo>
                    <a:pt x="417953" y="2778734"/>
                  </a:lnTo>
                  <a:lnTo>
                    <a:pt x="406657" y="2778734"/>
                  </a:lnTo>
                  <a:lnTo>
                    <a:pt x="395361" y="2778734"/>
                  </a:lnTo>
                  <a:lnTo>
                    <a:pt x="384065" y="2778734"/>
                  </a:lnTo>
                  <a:lnTo>
                    <a:pt x="372769" y="2778734"/>
                  </a:lnTo>
                  <a:lnTo>
                    <a:pt x="361473" y="2778734"/>
                  </a:lnTo>
                  <a:lnTo>
                    <a:pt x="350177" y="2778734"/>
                  </a:lnTo>
                  <a:lnTo>
                    <a:pt x="338881" y="2778734"/>
                  </a:lnTo>
                  <a:lnTo>
                    <a:pt x="327585" y="2778734"/>
                  </a:lnTo>
                  <a:lnTo>
                    <a:pt x="316289" y="2778734"/>
                  </a:lnTo>
                  <a:lnTo>
                    <a:pt x="304993" y="2778734"/>
                  </a:lnTo>
                  <a:lnTo>
                    <a:pt x="293697" y="2778734"/>
                  </a:lnTo>
                  <a:lnTo>
                    <a:pt x="282400" y="2778734"/>
                  </a:lnTo>
                  <a:lnTo>
                    <a:pt x="271104" y="2778734"/>
                  </a:lnTo>
                  <a:lnTo>
                    <a:pt x="259808" y="2778734"/>
                  </a:lnTo>
                  <a:lnTo>
                    <a:pt x="248512" y="2778734"/>
                  </a:lnTo>
                  <a:lnTo>
                    <a:pt x="237216" y="2778734"/>
                  </a:lnTo>
                  <a:lnTo>
                    <a:pt x="225920" y="2778734"/>
                  </a:lnTo>
                  <a:lnTo>
                    <a:pt x="214624" y="2778734"/>
                  </a:lnTo>
                  <a:lnTo>
                    <a:pt x="203328" y="2778734"/>
                  </a:lnTo>
                  <a:lnTo>
                    <a:pt x="192032" y="2778734"/>
                  </a:lnTo>
                  <a:lnTo>
                    <a:pt x="180736" y="2778734"/>
                  </a:lnTo>
                  <a:lnTo>
                    <a:pt x="169440" y="2778734"/>
                  </a:lnTo>
                  <a:lnTo>
                    <a:pt x="158144" y="2778734"/>
                  </a:lnTo>
                  <a:lnTo>
                    <a:pt x="146848" y="2778734"/>
                  </a:lnTo>
                  <a:lnTo>
                    <a:pt x="135552" y="2778734"/>
                  </a:lnTo>
                  <a:lnTo>
                    <a:pt x="124256" y="2778734"/>
                  </a:lnTo>
                  <a:lnTo>
                    <a:pt x="112960" y="2778734"/>
                  </a:lnTo>
                  <a:lnTo>
                    <a:pt x="101664" y="2778734"/>
                  </a:lnTo>
                  <a:lnTo>
                    <a:pt x="90368" y="2778734"/>
                  </a:lnTo>
                  <a:lnTo>
                    <a:pt x="79072" y="2778734"/>
                  </a:lnTo>
                  <a:lnTo>
                    <a:pt x="67776" y="2778734"/>
                  </a:lnTo>
                  <a:lnTo>
                    <a:pt x="56480" y="2778734"/>
                  </a:lnTo>
                  <a:lnTo>
                    <a:pt x="45184" y="2778734"/>
                  </a:lnTo>
                  <a:lnTo>
                    <a:pt x="33888" y="2778734"/>
                  </a:lnTo>
                  <a:lnTo>
                    <a:pt x="22592" y="2778734"/>
                  </a:lnTo>
                  <a:lnTo>
                    <a:pt x="11296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61030" y="2768891"/>
              <a:ext cx="5772276" cy="2778734"/>
            </a:xfrm>
            <a:custGeom>
              <a:avLst/>
              <a:pathLst>
                <a:path w="5772276" h="2778734">
                  <a:moveTo>
                    <a:pt x="0" y="2650366"/>
                  </a:moveTo>
                  <a:lnTo>
                    <a:pt x="11296" y="2641667"/>
                  </a:lnTo>
                  <a:lnTo>
                    <a:pt x="22592" y="2632600"/>
                  </a:lnTo>
                  <a:lnTo>
                    <a:pt x="33888" y="2623150"/>
                  </a:lnTo>
                  <a:lnTo>
                    <a:pt x="45184" y="2613208"/>
                  </a:lnTo>
                  <a:lnTo>
                    <a:pt x="56480" y="2602896"/>
                  </a:lnTo>
                  <a:lnTo>
                    <a:pt x="67776" y="2592218"/>
                  </a:lnTo>
                  <a:lnTo>
                    <a:pt x="79072" y="2581179"/>
                  </a:lnTo>
                  <a:lnTo>
                    <a:pt x="90368" y="2569745"/>
                  </a:lnTo>
                  <a:lnTo>
                    <a:pt x="101664" y="2557885"/>
                  </a:lnTo>
                  <a:lnTo>
                    <a:pt x="112960" y="2545699"/>
                  </a:lnTo>
                  <a:lnTo>
                    <a:pt x="124256" y="2533201"/>
                  </a:lnTo>
                  <a:lnTo>
                    <a:pt x="135552" y="2520405"/>
                  </a:lnTo>
                  <a:lnTo>
                    <a:pt x="146848" y="2507277"/>
                  </a:lnTo>
                  <a:lnTo>
                    <a:pt x="158144" y="2493864"/>
                  </a:lnTo>
                  <a:lnTo>
                    <a:pt x="169440" y="2480234"/>
                  </a:lnTo>
                  <a:lnTo>
                    <a:pt x="180736" y="2466411"/>
                  </a:lnTo>
                  <a:lnTo>
                    <a:pt x="192032" y="2452421"/>
                  </a:lnTo>
                  <a:lnTo>
                    <a:pt x="203328" y="2438265"/>
                  </a:lnTo>
                  <a:lnTo>
                    <a:pt x="214624" y="2424021"/>
                  </a:lnTo>
                  <a:lnTo>
                    <a:pt x="225920" y="2409730"/>
                  </a:lnTo>
                  <a:lnTo>
                    <a:pt x="237216" y="2395424"/>
                  </a:lnTo>
                  <a:lnTo>
                    <a:pt x="248512" y="2381136"/>
                  </a:lnTo>
                  <a:lnTo>
                    <a:pt x="259808" y="2366943"/>
                  </a:lnTo>
                  <a:lnTo>
                    <a:pt x="271104" y="2352871"/>
                  </a:lnTo>
                  <a:lnTo>
                    <a:pt x="282400" y="2338954"/>
                  </a:lnTo>
                  <a:lnTo>
                    <a:pt x="293697" y="2325224"/>
                  </a:lnTo>
                  <a:lnTo>
                    <a:pt x="304993" y="2311739"/>
                  </a:lnTo>
                  <a:lnTo>
                    <a:pt x="316289" y="2298597"/>
                  </a:lnTo>
                  <a:lnTo>
                    <a:pt x="327585" y="2285764"/>
                  </a:lnTo>
                  <a:lnTo>
                    <a:pt x="338881" y="2273267"/>
                  </a:lnTo>
                  <a:lnTo>
                    <a:pt x="350177" y="2261127"/>
                  </a:lnTo>
                  <a:lnTo>
                    <a:pt x="361473" y="2249442"/>
                  </a:lnTo>
                  <a:lnTo>
                    <a:pt x="372769" y="2238242"/>
                  </a:lnTo>
                  <a:lnTo>
                    <a:pt x="384065" y="2227469"/>
                  </a:lnTo>
                  <a:lnTo>
                    <a:pt x="395361" y="2217130"/>
                  </a:lnTo>
                  <a:lnTo>
                    <a:pt x="406657" y="2207231"/>
                  </a:lnTo>
                  <a:lnTo>
                    <a:pt x="417953" y="2197892"/>
                  </a:lnTo>
                  <a:lnTo>
                    <a:pt x="429249" y="2189032"/>
                  </a:lnTo>
                  <a:lnTo>
                    <a:pt x="440545" y="2180599"/>
                  </a:lnTo>
                  <a:lnTo>
                    <a:pt x="451841" y="2172578"/>
                  </a:lnTo>
                  <a:lnTo>
                    <a:pt x="463137" y="2164956"/>
                  </a:lnTo>
                  <a:lnTo>
                    <a:pt x="474433" y="2157830"/>
                  </a:lnTo>
                  <a:lnTo>
                    <a:pt x="485729" y="2151038"/>
                  </a:lnTo>
                  <a:lnTo>
                    <a:pt x="497025" y="2144546"/>
                  </a:lnTo>
                  <a:lnTo>
                    <a:pt x="508321" y="2138324"/>
                  </a:lnTo>
                  <a:lnTo>
                    <a:pt x="519617" y="2132353"/>
                  </a:lnTo>
                  <a:lnTo>
                    <a:pt x="530913" y="2126613"/>
                  </a:lnTo>
                  <a:lnTo>
                    <a:pt x="542209" y="2120997"/>
                  </a:lnTo>
                  <a:lnTo>
                    <a:pt x="553505" y="2115468"/>
                  </a:lnTo>
                  <a:lnTo>
                    <a:pt x="564801" y="2109986"/>
                  </a:lnTo>
                  <a:lnTo>
                    <a:pt x="576098" y="2104501"/>
                  </a:lnTo>
                  <a:lnTo>
                    <a:pt x="587394" y="2098941"/>
                  </a:lnTo>
                  <a:lnTo>
                    <a:pt x="598690" y="2093268"/>
                  </a:lnTo>
                  <a:lnTo>
                    <a:pt x="609986" y="2087444"/>
                  </a:lnTo>
                  <a:lnTo>
                    <a:pt x="621282" y="2081434"/>
                  </a:lnTo>
                  <a:lnTo>
                    <a:pt x="632578" y="2075135"/>
                  </a:lnTo>
                  <a:lnTo>
                    <a:pt x="643874" y="2068520"/>
                  </a:lnTo>
                  <a:lnTo>
                    <a:pt x="655170" y="2061588"/>
                  </a:lnTo>
                  <a:lnTo>
                    <a:pt x="666466" y="2054315"/>
                  </a:lnTo>
                  <a:lnTo>
                    <a:pt x="677762" y="2046676"/>
                  </a:lnTo>
                  <a:lnTo>
                    <a:pt x="689058" y="2038510"/>
                  </a:lnTo>
                  <a:lnTo>
                    <a:pt x="700354" y="2029905"/>
                  </a:lnTo>
                  <a:lnTo>
                    <a:pt x="711650" y="2020861"/>
                  </a:lnTo>
                  <a:lnTo>
                    <a:pt x="722946" y="2011367"/>
                  </a:lnTo>
                  <a:lnTo>
                    <a:pt x="734242" y="2001390"/>
                  </a:lnTo>
                  <a:lnTo>
                    <a:pt x="745538" y="1990794"/>
                  </a:lnTo>
                  <a:lnTo>
                    <a:pt x="756834" y="1979722"/>
                  </a:lnTo>
                  <a:lnTo>
                    <a:pt x="768130" y="1968172"/>
                  </a:lnTo>
                  <a:lnTo>
                    <a:pt x="779426" y="1956145"/>
                  </a:lnTo>
                  <a:lnTo>
                    <a:pt x="790722" y="1943577"/>
                  </a:lnTo>
                  <a:lnTo>
                    <a:pt x="802018" y="1930430"/>
                  </a:lnTo>
                  <a:lnTo>
                    <a:pt x="813314" y="1916815"/>
                  </a:lnTo>
                  <a:lnTo>
                    <a:pt x="824610" y="1902737"/>
                  </a:lnTo>
                  <a:lnTo>
                    <a:pt x="835906" y="1888202"/>
                  </a:lnTo>
                  <a:lnTo>
                    <a:pt x="847202" y="1873117"/>
                  </a:lnTo>
                  <a:lnTo>
                    <a:pt x="858498" y="1857524"/>
                  </a:lnTo>
                  <a:lnTo>
                    <a:pt x="869795" y="1841491"/>
                  </a:lnTo>
                  <a:lnTo>
                    <a:pt x="881091" y="1825021"/>
                  </a:lnTo>
                  <a:lnTo>
                    <a:pt x="892387" y="1808119"/>
                  </a:lnTo>
                  <a:lnTo>
                    <a:pt x="903683" y="1790654"/>
                  </a:lnTo>
                  <a:lnTo>
                    <a:pt x="914979" y="1772733"/>
                  </a:lnTo>
                  <a:lnTo>
                    <a:pt x="926275" y="1754378"/>
                  </a:lnTo>
                  <a:lnTo>
                    <a:pt x="937571" y="1735587"/>
                  </a:lnTo>
                  <a:lnTo>
                    <a:pt x="948867" y="1716343"/>
                  </a:lnTo>
                  <a:lnTo>
                    <a:pt x="960163" y="1696497"/>
                  </a:lnTo>
                  <a:lnTo>
                    <a:pt x="971459" y="1676187"/>
                  </a:lnTo>
                  <a:lnTo>
                    <a:pt x="982755" y="1655401"/>
                  </a:lnTo>
                  <a:lnTo>
                    <a:pt x="994051" y="1634128"/>
                  </a:lnTo>
                  <a:lnTo>
                    <a:pt x="1005347" y="1612296"/>
                  </a:lnTo>
                  <a:lnTo>
                    <a:pt x="1016643" y="1589803"/>
                  </a:lnTo>
                  <a:lnTo>
                    <a:pt x="1027939" y="1566755"/>
                  </a:lnTo>
                  <a:lnTo>
                    <a:pt x="1039235" y="1543134"/>
                  </a:lnTo>
                  <a:lnTo>
                    <a:pt x="1050531" y="1518919"/>
                  </a:lnTo>
                  <a:lnTo>
                    <a:pt x="1061827" y="1493959"/>
                  </a:lnTo>
                  <a:lnTo>
                    <a:pt x="1073123" y="1468229"/>
                  </a:lnTo>
                  <a:lnTo>
                    <a:pt x="1084419" y="1441810"/>
                  </a:lnTo>
                  <a:lnTo>
                    <a:pt x="1095715" y="1414678"/>
                  </a:lnTo>
                  <a:lnTo>
                    <a:pt x="1107011" y="1386807"/>
                  </a:lnTo>
                  <a:lnTo>
                    <a:pt x="1118307" y="1357950"/>
                  </a:lnTo>
                  <a:lnTo>
                    <a:pt x="1129603" y="1328221"/>
                  </a:lnTo>
                  <a:lnTo>
                    <a:pt x="1140899" y="1297664"/>
                  </a:lnTo>
                  <a:lnTo>
                    <a:pt x="1152196" y="1266261"/>
                  </a:lnTo>
                  <a:lnTo>
                    <a:pt x="1163492" y="1233996"/>
                  </a:lnTo>
                  <a:lnTo>
                    <a:pt x="1174788" y="1200534"/>
                  </a:lnTo>
                  <a:lnTo>
                    <a:pt x="1186084" y="1166185"/>
                  </a:lnTo>
                  <a:lnTo>
                    <a:pt x="1197380" y="1130949"/>
                  </a:lnTo>
                  <a:lnTo>
                    <a:pt x="1208676" y="1094830"/>
                  </a:lnTo>
                  <a:lnTo>
                    <a:pt x="1219972" y="1057764"/>
                  </a:lnTo>
                  <a:lnTo>
                    <a:pt x="1231268" y="1019625"/>
                  </a:lnTo>
                  <a:lnTo>
                    <a:pt x="1242564" y="980684"/>
                  </a:lnTo>
                  <a:lnTo>
                    <a:pt x="1253860" y="940980"/>
                  </a:lnTo>
                  <a:lnTo>
                    <a:pt x="1265156" y="900556"/>
                  </a:lnTo>
                  <a:lnTo>
                    <a:pt x="1276452" y="859365"/>
                  </a:lnTo>
                  <a:lnTo>
                    <a:pt x="1287748" y="817514"/>
                  </a:lnTo>
                  <a:lnTo>
                    <a:pt x="1299044" y="775205"/>
                  </a:lnTo>
                  <a:lnTo>
                    <a:pt x="1310340" y="732523"/>
                  </a:lnTo>
                  <a:lnTo>
                    <a:pt x="1321636" y="689559"/>
                  </a:lnTo>
                  <a:lnTo>
                    <a:pt x="1332932" y="646414"/>
                  </a:lnTo>
                  <a:lnTo>
                    <a:pt x="1344228" y="603302"/>
                  </a:lnTo>
                  <a:lnTo>
                    <a:pt x="1355524" y="560359"/>
                  </a:lnTo>
                  <a:lnTo>
                    <a:pt x="1366820" y="517710"/>
                  </a:lnTo>
                  <a:lnTo>
                    <a:pt x="1378116" y="475484"/>
                  </a:lnTo>
                  <a:lnTo>
                    <a:pt x="1389412" y="434104"/>
                  </a:lnTo>
                  <a:lnTo>
                    <a:pt x="1400708" y="393591"/>
                  </a:lnTo>
                  <a:lnTo>
                    <a:pt x="1412004" y="354074"/>
                  </a:lnTo>
                  <a:lnTo>
                    <a:pt x="1423300" y="315698"/>
                  </a:lnTo>
                  <a:lnTo>
                    <a:pt x="1434596" y="278700"/>
                  </a:lnTo>
                  <a:lnTo>
                    <a:pt x="1445893" y="243670"/>
                  </a:lnTo>
                  <a:lnTo>
                    <a:pt x="1457189" y="210354"/>
                  </a:lnTo>
                  <a:lnTo>
                    <a:pt x="1468485" y="178881"/>
                  </a:lnTo>
                  <a:lnTo>
                    <a:pt x="1479781" y="149376"/>
                  </a:lnTo>
                  <a:lnTo>
                    <a:pt x="1491077" y="122298"/>
                  </a:lnTo>
                  <a:lnTo>
                    <a:pt x="1502373" y="97985"/>
                  </a:lnTo>
                  <a:lnTo>
                    <a:pt x="1513669" y="76073"/>
                  </a:lnTo>
                  <a:lnTo>
                    <a:pt x="1524965" y="56640"/>
                  </a:lnTo>
                  <a:lnTo>
                    <a:pt x="1536261" y="39759"/>
                  </a:lnTo>
                  <a:lnTo>
                    <a:pt x="1547557" y="26121"/>
                  </a:lnTo>
                  <a:lnTo>
                    <a:pt x="1558853" y="15518"/>
                  </a:lnTo>
                  <a:lnTo>
                    <a:pt x="1570149" y="7628"/>
                  </a:lnTo>
                  <a:lnTo>
                    <a:pt x="1581445" y="2456"/>
                  </a:lnTo>
                  <a:lnTo>
                    <a:pt x="1592741" y="0"/>
                  </a:lnTo>
                  <a:lnTo>
                    <a:pt x="1604037" y="1081"/>
                  </a:lnTo>
                  <a:lnTo>
                    <a:pt x="1615333" y="4896"/>
                  </a:lnTo>
                  <a:lnTo>
                    <a:pt x="1626629" y="11267"/>
                  </a:lnTo>
                  <a:lnTo>
                    <a:pt x="1637925" y="20126"/>
                  </a:lnTo>
                  <a:lnTo>
                    <a:pt x="1649221" y="31490"/>
                  </a:lnTo>
                  <a:lnTo>
                    <a:pt x="1660517" y="45840"/>
                  </a:lnTo>
                  <a:lnTo>
                    <a:pt x="1671813" y="62291"/>
                  </a:lnTo>
                  <a:lnTo>
                    <a:pt x="1683109" y="80726"/>
                  </a:lnTo>
                  <a:lnTo>
                    <a:pt x="1694405" y="101024"/>
                  </a:lnTo>
                  <a:lnTo>
                    <a:pt x="1705701" y="123247"/>
                  </a:lnTo>
                  <a:lnTo>
                    <a:pt x="1716997" y="147324"/>
                  </a:lnTo>
                  <a:lnTo>
                    <a:pt x="1728294" y="172710"/>
                  </a:lnTo>
                  <a:lnTo>
                    <a:pt x="1739590" y="199265"/>
                  </a:lnTo>
                  <a:lnTo>
                    <a:pt x="1750886" y="226849"/>
                  </a:lnTo>
                  <a:lnTo>
                    <a:pt x="1762182" y="255452"/>
                  </a:lnTo>
                  <a:lnTo>
                    <a:pt x="1773478" y="284775"/>
                  </a:lnTo>
                  <a:lnTo>
                    <a:pt x="1784774" y="314559"/>
                  </a:lnTo>
                  <a:lnTo>
                    <a:pt x="1796070" y="344675"/>
                  </a:lnTo>
                  <a:lnTo>
                    <a:pt x="1807366" y="374996"/>
                  </a:lnTo>
                  <a:lnTo>
                    <a:pt x="1818662" y="405356"/>
                  </a:lnTo>
                  <a:lnTo>
                    <a:pt x="1829958" y="435564"/>
                  </a:lnTo>
                  <a:lnTo>
                    <a:pt x="1841254" y="465519"/>
                  </a:lnTo>
                  <a:lnTo>
                    <a:pt x="1852550" y="495125"/>
                  </a:lnTo>
                  <a:lnTo>
                    <a:pt x="1863846" y="524282"/>
                  </a:lnTo>
                  <a:lnTo>
                    <a:pt x="1875142" y="552680"/>
                  </a:lnTo>
                  <a:lnTo>
                    <a:pt x="1886438" y="580406"/>
                  </a:lnTo>
                  <a:lnTo>
                    <a:pt x="1897734" y="607404"/>
                  </a:lnTo>
                  <a:lnTo>
                    <a:pt x="1909030" y="633620"/>
                  </a:lnTo>
                  <a:lnTo>
                    <a:pt x="1920326" y="658913"/>
                  </a:lnTo>
                  <a:lnTo>
                    <a:pt x="1931622" y="683078"/>
                  </a:lnTo>
                  <a:lnTo>
                    <a:pt x="1942918" y="706309"/>
                  </a:lnTo>
                  <a:lnTo>
                    <a:pt x="1954214" y="728584"/>
                  </a:lnTo>
                  <a:lnTo>
                    <a:pt x="1965510" y="749887"/>
                  </a:lnTo>
                  <a:lnTo>
                    <a:pt x="1976806" y="770017"/>
                  </a:lnTo>
                  <a:lnTo>
                    <a:pt x="1988102" y="788982"/>
                  </a:lnTo>
                  <a:lnTo>
                    <a:pt x="1999398" y="806957"/>
                  </a:lnTo>
                  <a:lnTo>
                    <a:pt x="2010695" y="823951"/>
                  </a:lnTo>
                  <a:lnTo>
                    <a:pt x="2021991" y="839972"/>
                  </a:lnTo>
                  <a:lnTo>
                    <a:pt x="2033287" y="854783"/>
                  </a:lnTo>
                  <a:lnTo>
                    <a:pt x="2044583" y="868593"/>
                  </a:lnTo>
                  <a:lnTo>
                    <a:pt x="2055879" y="881512"/>
                  </a:lnTo>
                  <a:lnTo>
                    <a:pt x="2067175" y="893567"/>
                  </a:lnTo>
                  <a:lnTo>
                    <a:pt x="2078471" y="904789"/>
                  </a:lnTo>
                  <a:lnTo>
                    <a:pt x="2089767" y="914952"/>
                  </a:lnTo>
                  <a:lnTo>
                    <a:pt x="2101063" y="924391"/>
                  </a:lnTo>
                  <a:lnTo>
                    <a:pt x="2112359" y="933152"/>
                  </a:lnTo>
                  <a:lnTo>
                    <a:pt x="2123655" y="941279"/>
                  </a:lnTo>
                  <a:lnTo>
                    <a:pt x="2134951" y="948777"/>
                  </a:lnTo>
                  <a:lnTo>
                    <a:pt x="2146247" y="955628"/>
                  </a:lnTo>
                  <a:lnTo>
                    <a:pt x="2157543" y="962051"/>
                  </a:lnTo>
                  <a:lnTo>
                    <a:pt x="2168839" y="968101"/>
                  </a:lnTo>
                  <a:lnTo>
                    <a:pt x="2180135" y="973834"/>
                  </a:lnTo>
                  <a:lnTo>
                    <a:pt x="2191431" y="979283"/>
                  </a:lnTo>
                  <a:lnTo>
                    <a:pt x="2202727" y="984553"/>
                  </a:lnTo>
                  <a:lnTo>
                    <a:pt x="2214023" y="989754"/>
                  </a:lnTo>
                  <a:lnTo>
                    <a:pt x="2225319" y="994945"/>
                  </a:lnTo>
                  <a:lnTo>
                    <a:pt x="2236615" y="1000189"/>
                  </a:lnTo>
                  <a:lnTo>
                    <a:pt x="2247911" y="1005605"/>
                  </a:lnTo>
                  <a:lnTo>
                    <a:pt x="2259207" y="1011278"/>
                  </a:lnTo>
                  <a:lnTo>
                    <a:pt x="2270503" y="1017249"/>
                  </a:lnTo>
                  <a:lnTo>
                    <a:pt x="2281799" y="1023574"/>
                  </a:lnTo>
                  <a:lnTo>
                    <a:pt x="2293095" y="1030308"/>
                  </a:lnTo>
                  <a:lnTo>
                    <a:pt x="2304392" y="1037687"/>
                  </a:lnTo>
                  <a:lnTo>
                    <a:pt x="2315688" y="1045638"/>
                  </a:lnTo>
                  <a:lnTo>
                    <a:pt x="2326984" y="1054186"/>
                  </a:lnTo>
                  <a:lnTo>
                    <a:pt x="2338280" y="1063368"/>
                  </a:lnTo>
                  <a:lnTo>
                    <a:pt x="2349576" y="1073257"/>
                  </a:lnTo>
                  <a:lnTo>
                    <a:pt x="2360872" y="1084075"/>
                  </a:lnTo>
                  <a:lnTo>
                    <a:pt x="2372168" y="1095633"/>
                  </a:lnTo>
                  <a:lnTo>
                    <a:pt x="2383464" y="1107944"/>
                  </a:lnTo>
                  <a:lnTo>
                    <a:pt x="2394760" y="1121017"/>
                  </a:lnTo>
                  <a:lnTo>
                    <a:pt x="2406056" y="1134966"/>
                  </a:lnTo>
                  <a:lnTo>
                    <a:pt x="2417352" y="1149846"/>
                  </a:lnTo>
                  <a:lnTo>
                    <a:pt x="2428648" y="1165477"/>
                  </a:lnTo>
                  <a:lnTo>
                    <a:pt x="2439944" y="1181844"/>
                  </a:lnTo>
                  <a:lnTo>
                    <a:pt x="2451240" y="1198930"/>
                  </a:lnTo>
                  <a:lnTo>
                    <a:pt x="2462536" y="1216862"/>
                  </a:lnTo>
                  <a:lnTo>
                    <a:pt x="2473832" y="1235529"/>
                  </a:lnTo>
                  <a:lnTo>
                    <a:pt x="2485128" y="1254807"/>
                  </a:lnTo>
                  <a:lnTo>
                    <a:pt x="2496424" y="1274663"/>
                  </a:lnTo>
                  <a:lnTo>
                    <a:pt x="2507720" y="1295062"/>
                  </a:lnTo>
                  <a:lnTo>
                    <a:pt x="2519016" y="1316103"/>
                  </a:lnTo>
                  <a:lnTo>
                    <a:pt x="2530312" y="1337598"/>
                  </a:lnTo>
                  <a:lnTo>
                    <a:pt x="2541608" y="1359483"/>
                  </a:lnTo>
                  <a:lnTo>
                    <a:pt x="2552904" y="1381721"/>
                  </a:lnTo>
                  <a:lnTo>
                    <a:pt x="2564200" y="1404283"/>
                  </a:lnTo>
                  <a:lnTo>
                    <a:pt x="2575496" y="1427186"/>
                  </a:lnTo>
                  <a:lnTo>
                    <a:pt x="2586793" y="1450294"/>
                  </a:lnTo>
                  <a:lnTo>
                    <a:pt x="2598089" y="1473574"/>
                  </a:lnTo>
                  <a:lnTo>
                    <a:pt x="2609385" y="1496996"/>
                  </a:lnTo>
                  <a:lnTo>
                    <a:pt x="2620681" y="1520539"/>
                  </a:lnTo>
                  <a:lnTo>
                    <a:pt x="2631977" y="1544162"/>
                  </a:lnTo>
                  <a:lnTo>
                    <a:pt x="2643273" y="1567820"/>
                  </a:lnTo>
                  <a:lnTo>
                    <a:pt x="2654569" y="1591490"/>
                  </a:lnTo>
                  <a:lnTo>
                    <a:pt x="2665865" y="1615152"/>
                  </a:lnTo>
                  <a:lnTo>
                    <a:pt x="2677161" y="1638778"/>
                  </a:lnTo>
                  <a:lnTo>
                    <a:pt x="2688457" y="1662341"/>
                  </a:lnTo>
                  <a:lnTo>
                    <a:pt x="2699753" y="1685832"/>
                  </a:lnTo>
                  <a:lnTo>
                    <a:pt x="2711049" y="1709241"/>
                  </a:lnTo>
                  <a:lnTo>
                    <a:pt x="2722345" y="1732554"/>
                  </a:lnTo>
                  <a:lnTo>
                    <a:pt x="2733641" y="1755727"/>
                  </a:lnTo>
                  <a:lnTo>
                    <a:pt x="2744937" y="1778766"/>
                  </a:lnTo>
                  <a:lnTo>
                    <a:pt x="2756233" y="1801670"/>
                  </a:lnTo>
                  <a:lnTo>
                    <a:pt x="2767529" y="1824430"/>
                  </a:lnTo>
                  <a:lnTo>
                    <a:pt x="2778825" y="1847035"/>
                  </a:lnTo>
                  <a:lnTo>
                    <a:pt x="2790121" y="1869411"/>
                  </a:lnTo>
                  <a:lnTo>
                    <a:pt x="2801417" y="1891602"/>
                  </a:lnTo>
                  <a:lnTo>
                    <a:pt x="2812713" y="1913597"/>
                  </a:lnTo>
                  <a:lnTo>
                    <a:pt x="2824009" y="1935385"/>
                  </a:lnTo>
                  <a:lnTo>
                    <a:pt x="2835305" y="1956931"/>
                  </a:lnTo>
                  <a:lnTo>
                    <a:pt x="2846601" y="1978172"/>
                  </a:lnTo>
                  <a:lnTo>
                    <a:pt x="2857897" y="1999155"/>
                  </a:lnTo>
                  <a:lnTo>
                    <a:pt x="2869193" y="2019864"/>
                  </a:lnTo>
                  <a:lnTo>
                    <a:pt x="2880490" y="2040288"/>
                  </a:lnTo>
                  <a:lnTo>
                    <a:pt x="2891786" y="2060353"/>
                  </a:lnTo>
                  <a:lnTo>
                    <a:pt x="2903082" y="2080036"/>
                  </a:lnTo>
                  <a:lnTo>
                    <a:pt x="2914378" y="2099379"/>
                  </a:lnTo>
                  <a:lnTo>
                    <a:pt x="2925674" y="2118370"/>
                  </a:lnTo>
                  <a:lnTo>
                    <a:pt x="2936970" y="2136999"/>
                  </a:lnTo>
                  <a:lnTo>
                    <a:pt x="2948266" y="2155150"/>
                  </a:lnTo>
                  <a:lnTo>
                    <a:pt x="2959562" y="2172873"/>
                  </a:lnTo>
                  <a:lnTo>
                    <a:pt x="2970858" y="2190199"/>
                  </a:lnTo>
                  <a:lnTo>
                    <a:pt x="2982154" y="2207123"/>
                  </a:lnTo>
                  <a:lnTo>
                    <a:pt x="2993450" y="2223639"/>
                  </a:lnTo>
                  <a:lnTo>
                    <a:pt x="3004746" y="2239604"/>
                  </a:lnTo>
                  <a:lnTo>
                    <a:pt x="3016042" y="2255155"/>
                  </a:lnTo>
                  <a:lnTo>
                    <a:pt x="3027338" y="2270300"/>
                  </a:lnTo>
                  <a:lnTo>
                    <a:pt x="3038634" y="2285044"/>
                  </a:lnTo>
                  <a:lnTo>
                    <a:pt x="3049930" y="2299364"/>
                  </a:lnTo>
                  <a:lnTo>
                    <a:pt x="3061226" y="2313188"/>
                  </a:lnTo>
                  <a:lnTo>
                    <a:pt x="3072522" y="2326641"/>
                  </a:lnTo>
                  <a:lnTo>
                    <a:pt x="3083818" y="2339734"/>
                  </a:lnTo>
                  <a:lnTo>
                    <a:pt x="3095114" y="2352477"/>
                  </a:lnTo>
                  <a:lnTo>
                    <a:pt x="3106410" y="2364833"/>
                  </a:lnTo>
                  <a:lnTo>
                    <a:pt x="3117706" y="2376809"/>
                  </a:lnTo>
                  <a:lnTo>
                    <a:pt x="3129002" y="2388488"/>
                  </a:lnTo>
                  <a:lnTo>
                    <a:pt x="3140298" y="2399883"/>
                  </a:lnTo>
                  <a:lnTo>
                    <a:pt x="3151594" y="2411006"/>
                  </a:lnTo>
                  <a:lnTo>
                    <a:pt x="3162891" y="2421815"/>
                  </a:lnTo>
                  <a:lnTo>
                    <a:pt x="3174187" y="2432364"/>
                  </a:lnTo>
                  <a:lnTo>
                    <a:pt x="3185483" y="2442694"/>
                  </a:lnTo>
                  <a:lnTo>
                    <a:pt x="3196779" y="2452816"/>
                  </a:lnTo>
                  <a:lnTo>
                    <a:pt x="3208075" y="2462742"/>
                  </a:lnTo>
                  <a:lnTo>
                    <a:pt x="3219371" y="2472428"/>
                  </a:lnTo>
                  <a:lnTo>
                    <a:pt x="3230667" y="2481940"/>
                  </a:lnTo>
                  <a:lnTo>
                    <a:pt x="3241963" y="2491292"/>
                  </a:lnTo>
                  <a:lnTo>
                    <a:pt x="3253259" y="2500492"/>
                  </a:lnTo>
                  <a:lnTo>
                    <a:pt x="3264555" y="2509539"/>
                  </a:lnTo>
                  <a:lnTo>
                    <a:pt x="3275851" y="2518406"/>
                  </a:lnTo>
                  <a:lnTo>
                    <a:pt x="3287147" y="2527140"/>
                  </a:lnTo>
                  <a:lnTo>
                    <a:pt x="3298443" y="2535746"/>
                  </a:lnTo>
                  <a:lnTo>
                    <a:pt x="3309739" y="2544225"/>
                  </a:lnTo>
                  <a:lnTo>
                    <a:pt x="3321035" y="2552564"/>
                  </a:lnTo>
                  <a:lnTo>
                    <a:pt x="3332331" y="2560752"/>
                  </a:lnTo>
                  <a:lnTo>
                    <a:pt x="3343627" y="2568819"/>
                  </a:lnTo>
                  <a:lnTo>
                    <a:pt x="3354923" y="2576764"/>
                  </a:lnTo>
                  <a:lnTo>
                    <a:pt x="3366219" y="2584587"/>
                  </a:lnTo>
                  <a:lnTo>
                    <a:pt x="3377515" y="2592260"/>
                  </a:lnTo>
                  <a:lnTo>
                    <a:pt x="3388811" y="2599790"/>
                  </a:lnTo>
                  <a:lnTo>
                    <a:pt x="3400107" y="2607193"/>
                  </a:lnTo>
                  <a:lnTo>
                    <a:pt x="3411403" y="2614468"/>
                  </a:lnTo>
                  <a:lnTo>
                    <a:pt x="3422699" y="2621612"/>
                  </a:lnTo>
                  <a:lnTo>
                    <a:pt x="3433995" y="2628584"/>
                  </a:lnTo>
                  <a:lnTo>
                    <a:pt x="3445292" y="2635411"/>
                  </a:lnTo>
                  <a:lnTo>
                    <a:pt x="3456588" y="2642100"/>
                  </a:lnTo>
                  <a:lnTo>
                    <a:pt x="3467884" y="2648649"/>
                  </a:lnTo>
                  <a:lnTo>
                    <a:pt x="3479180" y="2655051"/>
                  </a:lnTo>
                  <a:lnTo>
                    <a:pt x="3490476" y="2661258"/>
                  </a:lnTo>
                  <a:lnTo>
                    <a:pt x="3501772" y="2667316"/>
                  </a:lnTo>
                  <a:lnTo>
                    <a:pt x="3513068" y="2673222"/>
                  </a:lnTo>
                  <a:lnTo>
                    <a:pt x="3524364" y="2678975"/>
                  </a:lnTo>
                  <a:lnTo>
                    <a:pt x="3535660" y="2684554"/>
                  </a:lnTo>
                  <a:lnTo>
                    <a:pt x="3546956" y="2689935"/>
                  </a:lnTo>
                  <a:lnTo>
                    <a:pt x="3558252" y="2695155"/>
                  </a:lnTo>
                  <a:lnTo>
                    <a:pt x="3569548" y="2700212"/>
                  </a:lnTo>
                  <a:lnTo>
                    <a:pt x="3580844" y="2705104"/>
                  </a:lnTo>
                  <a:lnTo>
                    <a:pt x="3592140" y="2709797"/>
                  </a:lnTo>
                  <a:lnTo>
                    <a:pt x="3603436" y="2714295"/>
                  </a:lnTo>
                  <a:lnTo>
                    <a:pt x="3614732" y="2718624"/>
                  </a:lnTo>
                  <a:lnTo>
                    <a:pt x="3626028" y="2722784"/>
                  </a:lnTo>
                  <a:lnTo>
                    <a:pt x="3637324" y="2726774"/>
                  </a:lnTo>
                  <a:lnTo>
                    <a:pt x="3648620" y="2730547"/>
                  </a:lnTo>
                  <a:lnTo>
                    <a:pt x="3659916" y="2734138"/>
                  </a:lnTo>
                  <a:lnTo>
                    <a:pt x="3671212" y="2737561"/>
                  </a:lnTo>
                  <a:lnTo>
                    <a:pt x="3682508" y="2740817"/>
                  </a:lnTo>
                  <a:lnTo>
                    <a:pt x="3693804" y="2743907"/>
                  </a:lnTo>
                  <a:lnTo>
                    <a:pt x="3705100" y="2746777"/>
                  </a:lnTo>
                  <a:lnTo>
                    <a:pt x="3716396" y="2749489"/>
                  </a:lnTo>
                  <a:lnTo>
                    <a:pt x="3727692" y="2752045"/>
                  </a:lnTo>
                  <a:lnTo>
                    <a:pt x="3738989" y="2754448"/>
                  </a:lnTo>
                  <a:lnTo>
                    <a:pt x="3750285" y="2756689"/>
                  </a:lnTo>
                  <a:lnTo>
                    <a:pt x="3761581" y="2758747"/>
                  </a:lnTo>
                  <a:lnTo>
                    <a:pt x="3772877" y="2760668"/>
                  </a:lnTo>
                  <a:lnTo>
                    <a:pt x="3784173" y="2762456"/>
                  </a:lnTo>
                  <a:lnTo>
                    <a:pt x="3795469" y="2764115"/>
                  </a:lnTo>
                  <a:lnTo>
                    <a:pt x="3806765" y="2765630"/>
                  </a:lnTo>
                  <a:lnTo>
                    <a:pt x="3818061" y="2767008"/>
                  </a:lnTo>
                  <a:lnTo>
                    <a:pt x="3829357" y="2768276"/>
                  </a:lnTo>
                  <a:lnTo>
                    <a:pt x="3840653" y="2769440"/>
                  </a:lnTo>
                  <a:lnTo>
                    <a:pt x="3851949" y="2770505"/>
                  </a:lnTo>
                  <a:lnTo>
                    <a:pt x="3863245" y="2771453"/>
                  </a:lnTo>
                  <a:lnTo>
                    <a:pt x="3874541" y="2772309"/>
                  </a:lnTo>
                  <a:lnTo>
                    <a:pt x="3885837" y="2773085"/>
                  </a:lnTo>
                  <a:lnTo>
                    <a:pt x="3897133" y="2773787"/>
                  </a:lnTo>
                  <a:lnTo>
                    <a:pt x="3908429" y="2774419"/>
                  </a:lnTo>
                  <a:lnTo>
                    <a:pt x="3919725" y="2774967"/>
                  </a:lnTo>
                  <a:lnTo>
                    <a:pt x="3931021" y="2775458"/>
                  </a:lnTo>
                  <a:lnTo>
                    <a:pt x="3942317" y="2775897"/>
                  </a:lnTo>
                  <a:lnTo>
                    <a:pt x="3953613" y="2776287"/>
                  </a:lnTo>
                  <a:lnTo>
                    <a:pt x="3964909" y="2776631"/>
                  </a:lnTo>
                  <a:lnTo>
                    <a:pt x="3976205" y="2776925"/>
                  </a:lnTo>
                  <a:lnTo>
                    <a:pt x="3987501" y="2777184"/>
                  </a:lnTo>
                  <a:lnTo>
                    <a:pt x="3998797" y="2777413"/>
                  </a:lnTo>
                  <a:lnTo>
                    <a:pt x="4010093" y="2777613"/>
                  </a:lnTo>
                  <a:lnTo>
                    <a:pt x="4021390" y="2777784"/>
                  </a:lnTo>
                  <a:lnTo>
                    <a:pt x="4032686" y="2777929"/>
                  </a:lnTo>
                  <a:lnTo>
                    <a:pt x="4043982" y="2778055"/>
                  </a:lnTo>
                  <a:lnTo>
                    <a:pt x="4055278" y="2778165"/>
                  </a:lnTo>
                  <a:lnTo>
                    <a:pt x="4066574" y="2778259"/>
                  </a:lnTo>
                  <a:lnTo>
                    <a:pt x="4077870" y="2778337"/>
                  </a:lnTo>
                  <a:lnTo>
                    <a:pt x="4089166" y="2778403"/>
                  </a:lnTo>
                  <a:lnTo>
                    <a:pt x="4100462" y="2778459"/>
                  </a:lnTo>
                  <a:lnTo>
                    <a:pt x="4111758" y="2778507"/>
                  </a:lnTo>
                  <a:lnTo>
                    <a:pt x="4123054" y="2778548"/>
                  </a:lnTo>
                  <a:lnTo>
                    <a:pt x="4134350" y="2778581"/>
                  </a:lnTo>
                  <a:lnTo>
                    <a:pt x="4145646" y="2778608"/>
                  </a:lnTo>
                  <a:lnTo>
                    <a:pt x="4156942" y="2778631"/>
                  </a:lnTo>
                  <a:lnTo>
                    <a:pt x="4168238" y="2778651"/>
                  </a:lnTo>
                  <a:lnTo>
                    <a:pt x="4179534" y="2778667"/>
                  </a:lnTo>
                  <a:lnTo>
                    <a:pt x="4190830" y="2778679"/>
                  </a:lnTo>
                  <a:lnTo>
                    <a:pt x="4202126" y="2778690"/>
                  </a:lnTo>
                  <a:lnTo>
                    <a:pt x="4213422" y="2778698"/>
                  </a:lnTo>
                  <a:lnTo>
                    <a:pt x="4224718" y="2778706"/>
                  </a:lnTo>
                  <a:lnTo>
                    <a:pt x="4236014" y="2778711"/>
                  </a:lnTo>
                  <a:lnTo>
                    <a:pt x="4247310" y="2778716"/>
                  </a:lnTo>
                  <a:lnTo>
                    <a:pt x="4258606" y="2778719"/>
                  </a:lnTo>
                  <a:lnTo>
                    <a:pt x="4269902" y="2778722"/>
                  </a:lnTo>
                  <a:lnTo>
                    <a:pt x="4281198" y="2778725"/>
                  </a:lnTo>
                  <a:lnTo>
                    <a:pt x="4292494" y="2778727"/>
                  </a:lnTo>
                  <a:lnTo>
                    <a:pt x="4303790" y="2778728"/>
                  </a:lnTo>
                  <a:lnTo>
                    <a:pt x="4315087" y="2778729"/>
                  </a:lnTo>
                  <a:lnTo>
                    <a:pt x="4326383" y="2778730"/>
                  </a:lnTo>
                  <a:lnTo>
                    <a:pt x="4337679" y="2778731"/>
                  </a:lnTo>
                  <a:lnTo>
                    <a:pt x="4348975" y="2778732"/>
                  </a:lnTo>
                  <a:lnTo>
                    <a:pt x="4360271" y="2778732"/>
                  </a:lnTo>
                  <a:lnTo>
                    <a:pt x="4371567" y="2778732"/>
                  </a:lnTo>
                  <a:lnTo>
                    <a:pt x="4382863" y="2778733"/>
                  </a:lnTo>
                  <a:lnTo>
                    <a:pt x="4394159" y="2778733"/>
                  </a:lnTo>
                  <a:lnTo>
                    <a:pt x="4405455" y="2778733"/>
                  </a:lnTo>
                  <a:lnTo>
                    <a:pt x="4416751" y="2778733"/>
                  </a:lnTo>
                  <a:lnTo>
                    <a:pt x="4428047" y="2778733"/>
                  </a:lnTo>
                  <a:lnTo>
                    <a:pt x="4439343" y="2778733"/>
                  </a:lnTo>
                  <a:lnTo>
                    <a:pt x="4450639" y="2778733"/>
                  </a:lnTo>
                  <a:lnTo>
                    <a:pt x="4461935" y="2778733"/>
                  </a:lnTo>
                  <a:lnTo>
                    <a:pt x="4473231" y="2778733"/>
                  </a:lnTo>
                  <a:lnTo>
                    <a:pt x="4484527" y="2778733"/>
                  </a:lnTo>
                  <a:lnTo>
                    <a:pt x="4495823" y="2778733"/>
                  </a:lnTo>
                  <a:lnTo>
                    <a:pt x="4507119" y="2778733"/>
                  </a:lnTo>
                  <a:lnTo>
                    <a:pt x="4518415" y="2778733"/>
                  </a:lnTo>
                  <a:lnTo>
                    <a:pt x="4529711" y="2778733"/>
                  </a:lnTo>
                  <a:lnTo>
                    <a:pt x="4541007" y="2778733"/>
                  </a:lnTo>
                  <a:lnTo>
                    <a:pt x="4552303" y="2778734"/>
                  </a:lnTo>
                  <a:lnTo>
                    <a:pt x="4563599" y="2778734"/>
                  </a:lnTo>
                  <a:lnTo>
                    <a:pt x="4574895" y="2778734"/>
                  </a:lnTo>
                  <a:lnTo>
                    <a:pt x="4586191" y="2778734"/>
                  </a:lnTo>
                  <a:lnTo>
                    <a:pt x="4597488" y="2778734"/>
                  </a:lnTo>
                  <a:lnTo>
                    <a:pt x="4608784" y="2778734"/>
                  </a:lnTo>
                  <a:lnTo>
                    <a:pt x="4620080" y="2778734"/>
                  </a:lnTo>
                  <a:lnTo>
                    <a:pt x="4631376" y="2778734"/>
                  </a:lnTo>
                  <a:lnTo>
                    <a:pt x="4642672" y="2778734"/>
                  </a:lnTo>
                  <a:lnTo>
                    <a:pt x="4653968" y="2778734"/>
                  </a:lnTo>
                  <a:lnTo>
                    <a:pt x="4665264" y="2778734"/>
                  </a:lnTo>
                  <a:lnTo>
                    <a:pt x="4676560" y="2778734"/>
                  </a:lnTo>
                  <a:lnTo>
                    <a:pt x="4687856" y="2778734"/>
                  </a:lnTo>
                  <a:lnTo>
                    <a:pt x="4699152" y="2778734"/>
                  </a:lnTo>
                  <a:lnTo>
                    <a:pt x="4710448" y="2778734"/>
                  </a:lnTo>
                  <a:lnTo>
                    <a:pt x="4721744" y="2778734"/>
                  </a:lnTo>
                  <a:lnTo>
                    <a:pt x="4733040" y="2778734"/>
                  </a:lnTo>
                  <a:lnTo>
                    <a:pt x="4744336" y="2778734"/>
                  </a:lnTo>
                  <a:lnTo>
                    <a:pt x="4755632" y="2778734"/>
                  </a:lnTo>
                  <a:lnTo>
                    <a:pt x="4766928" y="2778734"/>
                  </a:lnTo>
                  <a:lnTo>
                    <a:pt x="4778224" y="2778734"/>
                  </a:lnTo>
                  <a:lnTo>
                    <a:pt x="4789520" y="2778734"/>
                  </a:lnTo>
                  <a:lnTo>
                    <a:pt x="4800816" y="2778734"/>
                  </a:lnTo>
                  <a:lnTo>
                    <a:pt x="4812112" y="2778734"/>
                  </a:lnTo>
                  <a:lnTo>
                    <a:pt x="4823408" y="2778734"/>
                  </a:lnTo>
                  <a:lnTo>
                    <a:pt x="4834704" y="2778734"/>
                  </a:lnTo>
                  <a:lnTo>
                    <a:pt x="4846000" y="2778734"/>
                  </a:lnTo>
                  <a:lnTo>
                    <a:pt x="4857296" y="2778734"/>
                  </a:lnTo>
                  <a:lnTo>
                    <a:pt x="4868592" y="2778734"/>
                  </a:lnTo>
                  <a:lnTo>
                    <a:pt x="4879889" y="2778734"/>
                  </a:lnTo>
                  <a:lnTo>
                    <a:pt x="4891185" y="2778734"/>
                  </a:lnTo>
                  <a:lnTo>
                    <a:pt x="4902481" y="2778734"/>
                  </a:lnTo>
                  <a:lnTo>
                    <a:pt x="4913777" y="2778734"/>
                  </a:lnTo>
                  <a:lnTo>
                    <a:pt x="4925073" y="2778734"/>
                  </a:lnTo>
                  <a:lnTo>
                    <a:pt x="4936369" y="2778734"/>
                  </a:lnTo>
                  <a:lnTo>
                    <a:pt x="4947665" y="2778734"/>
                  </a:lnTo>
                  <a:lnTo>
                    <a:pt x="4958961" y="2778734"/>
                  </a:lnTo>
                  <a:lnTo>
                    <a:pt x="4970257" y="2778734"/>
                  </a:lnTo>
                  <a:lnTo>
                    <a:pt x="4981553" y="2778734"/>
                  </a:lnTo>
                  <a:lnTo>
                    <a:pt x="4992849" y="2778734"/>
                  </a:lnTo>
                  <a:lnTo>
                    <a:pt x="5004145" y="2778734"/>
                  </a:lnTo>
                  <a:lnTo>
                    <a:pt x="5015441" y="2778734"/>
                  </a:lnTo>
                  <a:lnTo>
                    <a:pt x="5026737" y="2778734"/>
                  </a:lnTo>
                  <a:lnTo>
                    <a:pt x="5038033" y="2778734"/>
                  </a:lnTo>
                  <a:lnTo>
                    <a:pt x="5049329" y="2778734"/>
                  </a:lnTo>
                  <a:lnTo>
                    <a:pt x="5060625" y="2778734"/>
                  </a:lnTo>
                  <a:lnTo>
                    <a:pt x="5071921" y="2778734"/>
                  </a:lnTo>
                  <a:lnTo>
                    <a:pt x="5083217" y="2778734"/>
                  </a:lnTo>
                  <a:lnTo>
                    <a:pt x="5094513" y="2778734"/>
                  </a:lnTo>
                  <a:lnTo>
                    <a:pt x="5105809" y="2778734"/>
                  </a:lnTo>
                  <a:lnTo>
                    <a:pt x="5117105" y="2778734"/>
                  </a:lnTo>
                  <a:lnTo>
                    <a:pt x="5128401" y="2778734"/>
                  </a:lnTo>
                  <a:lnTo>
                    <a:pt x="5139697" y="2778734"/>
                  </a:lnTo>
                  <a:lnTo>
                    <a:pt x="5150993" y="2778734"/>
                  </a:lnTo>
                  <a:lnTo>
                    <a:pt x="5162289" y="2778734"/>
                  </a:lnTo>
                  <a:lnTo>
                    <a:pt x="5173586" y="2778734"/>
                  </a:lnTo>
                  <a:lnTo>
                    <a:pt x="5184882" y="2778734"/>
                  </a:lnTo>
                  <a:lnTo>
                    <a:pt x="5196178" y="2778734"/>
                  </a:lnTo>
                  <a:lnTo>
                    <a:pt x="5207474" y="2778734"/>
                  </a:lnTo>
                  <a:lnTo>
                    <a:pt x="5218770" y="2778734"/>
                  </a:lnTo>
                  <a:lnTo>
                    <a:pt x="5230066" y="2778734"/>
                  </a:lnTo>
                  <a:lnTo>
                    <a:pt x="5241362" y="2778734"/>
                  </a:lnTo>
                  <a:lnTo>
                    <a:pt x="5252658" y="2778734"/>
                  </a:lnTo>
                  <a:lnTo>
                    <a:pt x="5263954" y="2778734"/>
                  </a:lnTo>
                  <a:lnTo>
                    <a:pt x="5275250" y="2778734"/>
                  </a:lnTo>
                  <a:lnTo>
                    <a:pt x="5286546" y="2778734"/>
                  </a:lnTo>
                  <a:lnTo>
                    <a:pt x="5297842" y="2778734"/>
                  </a:lnTo>
                  <a:lnTo>
                    <a:pt x="5309138" y="2778734"/>
                  </a:lnTo>
                  <a:lnTo>
                    <a:pt x="5320434" y="2778734"/>
                  </a:lnTo>
                  <a:lnTo>
                    <a:pt x="5331730" y="2778734"/>
                  </a:lnTo>
                  <a:lnTo>
                    <a:pt x="5343026" y="2778734"/>
                  </a:lnTo>
                  <a:lnTo>
                    <a:pt x="5354322" y="2778734"/>
                  </a:lnTo>
                  <a:lnTo>
                    <a:pt x="5365618" y="2778734"/>
                  </a:lnTo>
                  <a:lnTo>
                    <a:pt x="5376914" y="2778734"/>
                  </a:lnTo>
                  <a:lnTo>
                    <a:pt x="5388210" y="2778734"/>
                  </a:lnTo>
                  <a:lnTo>
                    <a:pt x="5399506" y="2778734"/>
                  </a:lnTo>
                  <a:lnTo>
                    <a:pt x="5410802" y="2778734"/>
                  </a:lnTo>
                  <a:lnTo>
                    <a:pt x="5422098" y="2778734"/>
                  </a:lnTo>
                  <a:lnTo>
                    <a:pt x="5433394" y="2778734"/>
                  </a:lnTo>
                  <a:lnTo>
                    <a:pt x="5444690" y="2778734"/>
                  </a:lnTo>
                  <a:lnTo>
                    <a:pt x="5455987" y="2778734"/>
                  </a:lnTo>
                  <a:lnTo>
                    <a:pt x="5467283" y="2778734"/>
                  </a:lnTo>
                  <a:lnTo>
                    <a:pt x="5478579" y="2778734"/>
                  </a:lnTo>
                  <a:lnTo>
                    <a:pt x="5489875" y="2778734"/>
                  </a:lnTo>
                  <a:lnTo>
                    <a:pt x="5501171" y="2778734"/>
                  </a:lnTo>
                  <a:lnTo>
                    <a:pt x="5512467" y="2778734"/>
                  </a:lnTo>
                  <a:lnTo>
                    <a:pt x="5523763" y="2778734"/>
                  </a:lnTo>
                  <a:lnTo>
                    <a:pt x="5535059" y="2778734"/>
                  </a:lnTo>
                  <a:lnTo>
                    <a:pt x="5546355" y="2778734"/>
                  </a:lnTo>
                  <a:lnTo>
                    <a:pt x="5557651" y="2778734"/>
                  </a:lnTo>
                  <a:lnTo>
                    <a:pt x="5568947" y="2778734"/>
                  </a:lnTo>
                  <a:lnTo>
                    <a:pt x="5580243" y="2778734"/>
                  </a:lnTo>
                  <a:lnTo>
                    <a:pt x="5591539" y="2778734"/>
                  </a:lnTo>
                  <a:lnTo>
                    <a:pt x="5602835" y="2778734"/>
                  </a:lnTo>
                  <a:lnTo>
                    <a:pt x="5614131" y="2778734"/>
                  </a:lnTo>
                  <a:lnTo>
                    <a:pt x="5625427" y="2778734"/>
                  </a:lnTo>
                  <a:lnTo>
                    <a:pt x="5636723" y="2778734"/>
                  </a:lnTo>
                  <a:lnTo>
                    <a:pt x="5648019" y="2778734"/>
                  </a:lnTo>
                  <a:lnTo>
                    <a:pt x="5659315" y="2778734"/>
                  </a:lnTo>
                  <a:lnTo>
                    <a:pt x="5670611" y="2778734"/>
                  </a:lnTo>
                  <a:lnTo>
                    <a:pt x="5681907" y="2778734"/>
                  </a:lnTo>
                  <a:lnTo>
                    <a:pt x="5693203" y="2778734"/>
                  </a:lnTo>
                  <a:lnTo>
                    <a:pt x="5704499" y="2778734"/>
                  </a:lnTo>
                  <a:lnTo>
                    <a:pt x="5715795" y="2778734"/>
                  </a:lnTo>
                  <a:lnTo>
                    <a:pt x="5727091" y="2778734"/>
                  </a:lnTo>
                  <a:lnTo>
                    <a:pt x="5738387" y="2778734"/>
                  </a:lnTo>
                  <a:lnTo>
                    <a:pt x="5749684" y="2778734"/>
                  </a:lnTo>
                  <a:lnTo>
                    <a:pt x="5760980" y="2778734"/>
                  </a:lnTo>
                  <a:lnTo>
                    <a:pt x="5772276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61030" y="3545210"/>
              <a:ext cx="5772276" cy="2002415"/>
            </a:xfrm>
            <a:custGeom>
              <a:avLst/>
              <a:pathLst>
                <a:path w="5772276" h="2002415">
                  <a:moveTo>
                    <a:pt x="0" y="1983320"/>
                  </a:moveTo>
                  <a:lnTo>
                    <a:pt x="11296" y="1982661"/>
                  </a:lnTo>
                  <a:lnTo>
                    <a:pt x="22592" y="1981990"/>
                  </a:lnTo>
                  <a:lnTo>
                    <a:pt x="33888" y="1981304"/>
                  </a:lnTo>
                  <a:lnTo>
                    <a:pt x="45184" y="1980603"/>
                  </a:lnTo>
                  <a:lnTo>
                    <a:pt x="56480" y="1979882"/>
                  </a:lnTo>
                  <a:lnTo>
                    <a:pt x="67776" y="1979138"/>
                  </a:lnTo>
                  <a:lnTo>
                    <a:pt x="79072" y="1978374"/>
                  </a:lnTo>
                  <a:lnTo>
                    <a:pt x="90368" y="1977588"/>
                  </a:lnTo>
                  <a:lnTo>
                    <a:pt x="101664" y="1976780"/>
                  </a:lnTo>
                  <a:lnTo>
                    <a:pt x="112960" y="1975941"/>
                  </a:lnTo>
                  <a:lnTo>
                    <a:pt x="124256" y="1975078"/>
                  </a:lnTo>
                  <a:lnTo>
                    <a:pt x="135552" y="1974192"/>
                  </a:lnTo>
                  <a:lnTo>
                    <a:pt x="146848" y="1973284"/>
                  </a:lnTo>
                  <a:lnTo>
                    <a:pt x="158144" y="1972350"/>
                  </a:lnTo>
                  <a:lnTo>
                    <a:pt x="169440" y="1971393"/>
                  </a:lnTo>
                  <a:lnTo>
                    <a:pt x="180736" y="1970417"/>
                  </a:lnTo>
                  <a:lnTo>
                    <a:pt x="192032" y="1969427"/>
                  </a:lnTo>
                  <a:lnTo>
                    <a:pt x="203328" y="1968423"/>
                  </a:lnTo>
                  <a:lnTo>
                    <a:pt x="214624" y="1967407"/>
                  </a:lnTo>
                  <a:lnTo>
                    <a:pt x="225920" y="1966385"/>
                  </a:lnTo>
                  <a:lnTo>
                    <a:pt x="237216" y="1965362"/>
                  </a:lnTo>
                  <a:lnTo>
                    <a:pt x="248512" y="1964341"/>
                  </a:lnTo>
                  <a:lnTo>
                    <a:pt x="259808" y="1963326"/>
                  </a:lnTo>
                  <a:lnTo>
                    <a:pt x="271104" y="1962326"/>
                  </a:lnTo>
                  <a:lnTo>
                    <a:pt x="282400" y="1961340"/>
                  </a:lnTo>
                  <a:lnTo>
                    <a:pt x="293697" y="1960374"/>
                  </a:lnTo>
                  <a:lnTo>
                    <a:pt x="304993" y="1959428"/>
                  </a:lnTo>
                  <a:lnTo>
                    <a:pt x="316289" y="1958514"/>
                  </a:lnTo>
                  <a:lnTo>
                    <a:pt x="327585" y="1957632"/>
                  </a:lnTo>
                  <a:lnTo>
                    <a:pt x="338881" y="1956781"/>
                  </a:lnTo>
                  <a:lnTo>
                    <a:pt x="350177" y="1955959"/>
                  </a:lnTo>
                  <a:lnTo>
                    <a:pt x="361473" y="1955171"/>
                  </a:lnTo>
                  <a:lnTo>
                    <a:pt x="372769" y="1954424"/>
                  </a:lnTo>
                  <a:lnTo>
                    <a:pt x="384065" y="1953707"/>
                  </a:lnTo>
                  <a:lnTo>
                    <a:pt x="395361" y="1953015"/>
                  </a:lnTo>
                  <a:lnTo>
                    <a:pt x="406657" y="1952347"/>
                  </a:lnTo>
                  <a:lnTo>
                    <a:pt x="417953" y="1951702"/>
                  </a:lnTo>
                  <a:lnTo>
                    <a:pt x="429249" y="1951070"/>
                  </a:lnTo>
                  <a:lnTo>
                    <a:pt x="440545" y="1950441"/>
                  </a:lnTo>
                  <a:lnTo>
                    <a:pt x="451841" y="1949810"/>
                  </a:lnTo>
                  <a:lnTo>
                    <a:pt x="463137" y="1949168"/>
                  </a:lnTo>
                  <a:lnTo>
                    <a:pt x="474433" y="1948494"/>
                  </a:lnTo>
                  <a:lnTo>
                    <a:pt x="485729" y="1947782"/>
                  </a:lnTo>
                  <a:lnTo>
                    <a:pt x="497025" y="1947022"/>
                  </a:lnTo>
                  <a:lnTo>
                    <a:pt x="508321" y="1946203"/>
                  </a:lnTo>
                  <a:lnTo>
                    <a:pt x="519617" y="1945301"/>
                  </a:lnTo>
                  <a:lnTo>
                    <a:pt x="530913" y="1944287"/>
                  </a:lnTo>
                  <a:lnTo>
                    <a:pt x="542209" y="1943167"/>
                  </a:lnTo>
                  <a:lnTo>
                    <a:pt x="553505" y="1941928"/>
                  </a:lnTo>
                  <a:lnTo>
                    <a:pt x="564801" y="1940559"/>
                  </a:lnTo>
                  <a:lnTo>
                    <a:pt x="576098" y="1938990"/>
                  </a:lnTo>
                  <a:lnTo>
                    <a:pt x="587394" y="1937243"/>
                  </a:lnTo>
                  <a:lnTo>
                    <a:pt x="598690" y="1935313"/>
                  </a:lnTo>
                  <a:lnTo>
                    <a:pt x="609986" y="1933191"/>
                  </a:lnTo>
                  <a:lnTo>
                    <a:pt x="621282" y="1930839"/>
                  </a:lnTo>
                  <a:lnTo>
                    <a:pt x="632578" y="1928200"/>
                  </a:lnTo>
                  <a:lnTo>
                    <a:pt x="643874" y="1925325"/>
                  </a:lnTo>
                  <a:lnTo>
                    <a:pt x="655170" y="1922203"/>
                  </a:lnTo>
                  <a:lnTo>
                    <a:pt x="666466" y="1918827"/>
                  </a:lnTo>
                  <a:lnTo>
                    <a:pt x="677762" y="1915113"/>
                  </a:lnTo>
                  <a:lnTo>
                    <a:pt x="689058" y="1911095"/>
                  </a:lnTo>
                  <a:lnTo>
                    <a:pt x="700354" y="1906799"/>
                  </a:lnTo>
                  <a:lnTo>
                    <a:pt x="711650" y="1902222"/>
                  </a:lnTo>
                  <a:lnTo>
                    <a:pt x="722946" y="1897345"/>
                  </a:lnTo>
                  <a:lnTo>
                    <a:pt x="734242" y="1892090"/>
                  </a:lnTo>
                  <a:lnTo>
                    <a:pt x="745538" y="1886555"/>
                  </a:lnTo>
                  <a:lnTo>
                    <a:pt x="756834" y="1880743"/>
                  </a:lnTo>
                  <a:lnTo>
                    <a:pt x="768130" y="1874657"/>
                  </a:lnTo>
                  <a:lnTo>
                    <a:pt x="779426" y="1868245"/>
                  </a:lnTo>
                  <a:lnTo>
                    <a:pt x="790722" y="1861541"/>
                  </a:lnTo>
                  <a:lnTo>
                    <a:pt x="802018" y="1854598"/>
                  </a:lnTo>
                  <a:lnTo>
                    <a:pt x="813314" y="1847426"/>
                  </a:lnTo>
                  <a:lnTo>
                    <a:pt x="824610" y="1840035"/>
                  </a:lnTo>
                  <a:lnTo>
                    <a:pt x="835906" y="1832375"/>
                  </a:lnTo>
                  <a:lnTo>
                    <a:pt x="847202" y="1824545"/>
                  </a:lnTo>
                  <a:lnTo>
                    <a:pt x="858498" y="1816560"/>
                  </a:lnTo>
                  <a:lnTo>
                    <a:pt x="869795" y="1808437"/>
                  </a:lnTo>
                  <a:lnTo>
                    <a:pt x="881091" y="1800178"/>
                  </a:lnTo>
                  <a:lnTo>
                    <a:pt x="892387" y="1791814"/>
                  </a:lnTo>
                  <a:lnTo>
                    <a:pt x="903683" y="1783389"/>
                  </a:lnTo>
                  <a:lnTo>
                    <a:pt x="914979" y="1774920"/>
                  </a:lnTo>
                  <a:lnTo>
                    <a:pt x="926275" y="1766425"/>
                  </a:lnTo>
                  <a:lnTo>
                    <a:pt x="937571" y="1757934"/>
                  </a:lnTo>
                  <a:lnTo>
                    <a:pt x="948867" y="1749474"/>
                  </a:lnTo>
                  <a:lnTo>
                    <a:pt x="960163" y="1741061"/>
                  </a:lnTo>
                  <a:lnTo>
                    <a:pt x="971459" y="1732711"/>
                  </a:lnTo>
                  <a:lnTo>
                    <a:pt x="982755" y="1724450"/>
                  </a:lnTo>
                  <a:lnTo>
                    <a:pt x="994051" y="1716315"/>
                  </a:lnTo>
                  <a:lnTo>
                    <a:pt x="1005347" y="1708293"/>
                  </a:lnTo>
                  <a:lnTo>
                    <a:pt x="1016643" y="1700392"/>
                  </a:lnTo>
                  <a:lnTo>
                    <a:pt x="1027939" y="1692620"/>
                  </a:lnTo>
                  <a:lnTo>
                    <a:pt x="1039235" y="1685024"/>
                  </a:lnTo>
                  <a:lnTo>
                    <a:pt x="1050531" y="1677576"/>
                  </a:lnTo>
                  <a:lnTo>
                    <a:pt x="1061827" y="1670263"/>
                  </a:lnTo>
                  <a:lnTo>
                    <a:pt x="1073123" y="1663081"/>
                  </a:lnTo>
                  <a:lnTo>
                    <a:pt x="1084419" y="1656035"/>
                  </a:lnTo>
                  <a:lnTo>
                    <a:pt x="1095715" y="1649133"/>
                  </a:lnTo>
                  <a:lnTo>
                    <a:pt x="1107011" y="1642324"/>
                  </a:lnTo>
                  <a:lnTo>
                    <a:pt x="1118307" y="1635593"/>
                  </a:lnTo>
                  <a:lnTo>
                    <a:pt x="1129603" y="1628923"/>
                  </a:lnTo>
                  <a:lnTo>
                    <a:pt x="1140899" y="1622299"/>
                  </a:lnTo>
                  <a:lnTo>
                    <a:pt x="1152196" y="1615676"/>
                  </a:lnTo>
                  <a:lnTo>
                    <a:pt x="1163492" y="1609026"/>
                  </a:lnTo>
                  <a:lnTo>
                    <a:pt x="1174788" y="1602324"/>
                  </a:lnTo>
                  <a:lnTo>
                    <a:pt x="1186084" y="1595540"/>
                  </a:lnTo>
                  <a:lnTo>
                    <a:pt x="1197380" y="1588589"/>
                  </a:lnTo>
                  <a:lnTo>
                    <a:pt x="1208676" y="1581468"/>
                  </a:lnTo>
                  <a:lnTo>
                    <a:pt x="1219972" y="1574150"/>
                  </a:lnTo>
                  <a:lnTo>
                    <a:pt x="1231268" y="1566605"/>
                  </a:lnTo>
                  <a:lnTo>
                    <a:pt x="1242564" y="1558739"/>
                  </a:lnTo>
                  <a:lnTo>
                    <a:pt x="1253860" y="1550502"/>
                  </a:lnTo>
                  <a:lnTo>
                    <a:pt x="1265156" y="1541917"/>
                  </a:lnTo>
                  <a:lnTo>
                    <a:pt x="1276452" y="1532955"/>
                  </a:lnTo>
                  <a:lnTo>
                    <a:pt x="1287748" y="1523592"/>
                  </a:lnTo>
                  <a:lnTo>
                    <a:pt x="1299044" y="1513623"/>
                  </a:lnTo>
                  <a:lnTo>
                    <a:pt x="1310340" y="1503171"/>
                  </a:lnTo>
                  <a:lnTo>
                    <a:pt x="1321636" y="1492226"/>
                  </a:lnTo>
                  <a:lnTo>
                    <a:pt x="1332932" y="1480769"/>
                  </a:lnTo>
                  <a:lnTo>
                    <a:pt x="1344228" y="1468701"/>
                  </a:lnTo>
                  <a:lnTo>
                    <a:pt x="1355524" y="1455958"/>
                  </a:lnTo>
                  <a:lnTo>
                    <a:pt x="1366820" y="1442659"/>
                  </a:lnTo>
                  <a:lnTo>
                    <a:pt x="1378116" y="1428801"/>
                  </a:lnTo>
                  <a:lnTo>
                    <a:pt x="1389412" y="1414383"/>
                  </a:lnTo>
                  <a:lnTo>
                    <a:pt x="1400708" y="1399226"/>
                  </a:lnTo>
                  <a:lnTo>
                    <a:pt x="1412004" y="1383490"/>
                  </a:lnTo>
                  <a:lnTo>
                    <a:pt x="1423300" y="1367222"/>
                  </a:lnTo>
                  <a:lnTo>
                    <a:pt x="1434596" y="1350435"/>
                  </a:lnTo>
                  <a:lnTo>
                    <a:pt x="1445893" y="1333095"/>
                  </a:lnTo>
                  <a:lnTo>
                    <a:pt x="1457189" y="1315156"/>
                  </a:lnTo>
                  <a:lnTo>
                    <a:pt x="1468485" y="1296785"/>
                  </a:lnTo>
                  <a:lnTo>
                    <a:pt x="1479781" y="1278009"/>
                  </a:lnTo>
                  <a:lnTo>
                    <a:pt x="1491077" y="1258855"/>
                  </a:lnTo>
                  <a:lnTo>
                    <a:pt x="1502373" y="1239275"/>
                  </a:lnTo>
                  <a:lnTo>
                    <a:pt x="1513669" y="1219382"/>
                  </a:lnTo>
                  <a:lnTo>
                    <a:pt x="1524965" y="1199247"/>
                  </a:lnTo>
                  <a:lnTo>
                    <a:pt x="1536261" y="1178906"/>
                  </a:lnTo>
                  <a:lnTo>
                    <a:pt x="1547557" y="1158386"/>
                  </a:lnTo>
                  <a:lnTo>
                    <a:pt x="1558853" y="1137718"/>
                  </a:lnTo>
                  <a:lnTo>
                    <a:pt x="1570149" y="1116991"/>
                  </a:lnTo>
                  <a:lnTo>
                    <a:pt x="1581445" y="1096240"/>
                  </a:lnTo>
                  <a:lnTo>
                    <a:pt x="1592741" y="1075496"/>
                  </a:lnTo>
                  <a:lnTo>
                    <a:pt x="1604037" y="1054816"/>
                  </a:lnTo>
                  <a:lnTo>
                    <a:pt x="1615333" y="1034252"/>
                  </a:lnTo>
                  <a:lnTo>
                    <a:pt x="1626629" y="1013820"/>
                  </a:lnTo>
                  <a:lnTo>
                    <a:pt x="1637925" y="993545"/>
                  </a:lnTo>
                  <a:lnTo>
                    <a:pt x="1649221" y="973450"/>
                  </a:lnTo>
                  <a:lnTo>
                    <a:pt x="1660517" y="953647"/>
                  </a:lnTo>
                  <a:lnTo>
                    <a:pt x="1671813" y="934080"/>
                  </a:lnTo>
                  <a:lnTo>
                    <a:pt x="1683109" y="914758"/>
                  </a:lnTo>
                  <a:lnTo>
                    <a:pt x="1694405" y="895691"/>
                  </a:lnTo>
                  <a:lnTo>
                    <a:pt x="1705701" y="876934"/>
                  </a:lnTo>
                  <a:lnTo>
                    <a:pt x="1716997" y="858500"/>
                  </a:lnTo>
                  <a:lnTo>
                    <a:pt x="1728294" y="840329"/>
                  </a:lnTo>
                  <a:lnTo>
                    <a:pt x="1739590" y="822418"/>
                  </a:lnTo>
                  <a:lnTo>
                    <a:pt x="1750886" y="804759"/>
                  </a:lnTo>
                  <a:lnTo>
                    <a:pt x="1762182" y="787420"/>
                  </a:lnTo>
                  <a:lnTo>
                    <a:pt x="1773478" y="770307"/>
                  </a:lnTo>
                  <a:lnTo>
                    <a:pt x="1784774" y="753396"/>
                  </a:lnTo>
                  <a:lnTo>
                    <a:pt x="1796070" y="736668"/>
                  </a:lnTo>
                  <a:lnTo>
                    <a:pt x="1807366" y="720126"/>
                  </a:lnTo>
                  <a:lnTo>
                    <a:pt x="1818662" y="703751"/>
                  </a:lnTo>
                  <a:lnTo>
                    <a:pt x="1829958" y="687481"/>
                  </a:lnTo>
                  <a:lnTo>
                    <a:pt x="1841254" y="671296"/>
                  </a:lnTo>
                  <a:lnTo>
                    <a:pt x="1852550" y="655177"/>
                  </a:lnTo>
                  <a:lnTo>
                    <a:pt x="1863846" y="639104"/>
                  </a:lnTo>
                  <a:lnTo>
                    <a:pt x="1875142" y="623038"/>
                  </a:lnTo>
                  <a:lnTo>
                    <a:pt x="1886438" y="606959"/>
                  </a:lnTo>
                  <a:lnTo>
                    <a:pt x="1897734" y="590849"/>
                  </a:lnTo>
                  <a:lnTo>
                    <a:pt x="1909030" y="574688"/>
                  </a:lnTo>
                  <a:lnTo>
                    <a:pt x="1920326" y="558437"/>
                  </a:lnTo>
                  <a:lnTo>
                    <a:pt x="1931622" y="542103"/>
                  </a:lnTo>
                  <a:lnTo>
                    <a:pt x="1942918" y="525678"/>
                  </a:lnTo>
                  <a:lnTo>
                    <a:pt x="1954214" y="509154"/>
                  </a:lnTo>
                  <a:lnTo>
                    <a:pt x="1965510" y="492501"/>
                  </a:lnTo>
                  <a:lnTo>
                    <a:pt x="1976806" y="475727"/>
                  </a:lnTo>
                  <a:lnTo>
                    <a:pt x="1988102" y="458851"/>
                  </a:lnTo>
                  <a:lnTo>
                    <a:pt x="1999398" y="441877"/>
                  </a:lnTo>
                  <a:lnTo>
                    <a:pt x="2010695" y="424808"/>
                  </a:lnTo>
                  <a:lnTo>
                    <a:pt x="2021991" y="407633"/>
                  </a:lnTo>
                  <a:lnTo>
                    <a:pt x="2033287" y="390399"/>
                  </a:lnTo>
                  <a:lnTo>
                    <a:pt x="2044583" y="373120"/>
                  </a:lnTo>
                  <a:lnTo>
                    <a:pt x="2055879" y="355812"/>
                  </a:lnTo>
                  <a:lnTo>
                    <a:pt x="2067175" y="338497"/>
                  </a:lnTo>
                  <a:lnTo>
                    <a:pt x="2078471" y="321213"/>
                  </a:lnTo>
                  <a:lnTo>
                    <a:pt x="2089767" y="303986"/>
                  </a:lnTo>
                  <a:lnTo>
                    <a:pt x="2101063" y="286837"/>
                  </a:lnTo>
                  <a:lnTo>
                    <a:pt x="2112359" y="269792"/>
                  </a:lnTo>
                  <a:lnTo>
                    <a:pt x="2123655" y="252945"/>
                  </a:lnTo>
                  <a:lnTo>
                    <a:pt x="2134951" y="236292"/>
                  </a:lnTo>
                  <a:lnTo>
                    <a:pt x="2146247" y="219859"/>
                  </a:lnTo>
                  <a:lnTo>
                    <a:pt x="2157543" y="203674"/>
                  </a:lnTo>
                  <a:lnTo>
                    <a:pt x="2168839" y="187819"/>
                  </a:lnTo>
                  <a:lnTo>
                    <a:pt x="2180135" y="172379"/>
                  </a:lnTo>
                  <a:lnTo>
                    <a:pt x="2191431" y="157320"/>
                  </a:lnTo>
                  <a:lnTo>
                    <a:pt x="2202727" y="142671"/>
                  </a:lnTo>
                  <a:lnTo>
                    <a:pt x="2214023" y="128464"/>
                  </a:lnTo>
                  <a:lnTo>
                    <a:pt x="2225319" y="114905"/>
                  </a:lnTo>
                  <a:lnTo>
                    <a:pt x="2236615" y="101924"/>
                  </a:lnTo>
                  <a:lnTo>
                    <a:pt x="2247911" y="89518"/>
                  </a:lnTo>
                  <a:lnTo>
                    <a:pt x="2259207" y="77716"/>
                  </a:lnTo>
                  <a:lnTo>
                    <a:pt x="2270503" y="66618"/>
                  </a:lnTo>
                  <a:lnTo>
                    <a:pt x="2281799" y="56402"/>
                  </a:lnTo>
                  <a:lnTo>
                    <a:pt x="2293095" y="46908"/>
                  </a:lnTo>
                  <a:lnTo>
                    <a:pt x="2304392" y="38160"/>
                  </a:lnTo>
                  <a:lnTo>
                    <a:pt x="2315688" y="30181"/>
                  </a:lnTo>
                  <a:lnTo>
                    <a:pt x="2326984" y="23218"/>
                  </a:lnTo>
                  <a:lnTo>
                    <a:pt x="2338280" y="17180"/>
                  </a:lnTo>
                  <a:lnTo>
                    <a:pt x="2349576" y="11985"/>
                  </a:lnTo>
                  <a:lnTo>
                    <a:pt x="2360872" y="7643"/>
                  </a:lnTo>
                  <a:lnTo>
                    <a:pt x="2372168" y="4209"/>
                  </a:lnTo>
                  <a:lnTo>
                    <a:pt x="2383464" y="1939"/>
                  </a:lnTo>
                  <a:lnTo>
                    <a:pt x="2394760" y="538"/>
                  </a:lnTo>
                  <a:lnTo>
                    <a:pt x="2406056" y="0"/>
                  </a:lnTo>
                  <a:lnTo>
                    <a:pt x="2417352" y="315"/>
                  </a:lnTo>
                  <a:lnTo>
                    <a:pt x="2428648" y="1654"/>
                  </a:lnTo>
                  <a:lnTo>
                    <a:pt x="2439944" y="3937"/>
                  </a:lnTo>
                  <a:lnTo>
                    <a:pt x="2451240" y="6997"/>
                  </a:lnTo>
                  <a:lnTo>
                    <a:pt x="2462536" y="10805"/>
                  </a:lnTo>
                  <a:lnTo>
                    <a:pt x="2473832" y="15335"/>
                  </a:lnTo>
                  <a:lnTo>
                    <a:pt x="2485128" y="20782"/>
                  </a:lnTo>
                  <a:lnTo>
                    <a:pt x="2496424" y="26823"/>
                  </a:lnTo>
                  <a:lnTo>
                    <a:pt x="2507720" y="33411"/>
                  </a:lnTo>
                  <a:lnTo>
                    <a:pt x="2519016" y="40500"/>
                  </a:lnTo>
                  <a:lnTo>
                    <a:pt x="2530312" y="48100"/>
                  </a:lnTo>
                  <a:lnTo>
                    <a:pt x="2541608" y="56123"/>
                  </a:lnTo>
                  <a:lnTo>
                    <a:pt x="2552904" y="64416"/>
                  </a:lnTo>
                  <a:lnTo>
                    <a:pt x="2564200" y="72921"/>
                  </a:lnTo>
                  <a:lnTo>
                    <a:pt x="2575496" y="81579"/>
                  </a:lnTo>
                  <a:lnTo>
                    <a:pt x="2586793" y="90316"/>
                  </a:lnTo>
                  <a:lnTo>
                    <a:pt x="2598089" y="99011"/>
                  </a:lnTo>
                  <a:lnTo>
                    <a:pt x="2609385" y="107602"/>
                  </a:lnTo>
                  <a:lnTo>
                    <a:pt x="2620681" y="116031"/>
                  </a:lnTo>
                  <a:lnTo>
                    <a:pt x="2631977" y="124201"/>
                  </a:lnTo>
                  <a:lnTo>
                    <a:pt x="2643273" y="131965"/>
                  </a:lnTo>
                  <a:lnTo>
                    <a:pt x="2654569" y="139335"/>
                  </a:lnTo>
                  <a:lnTo>
                    <a:pt x="2665865" y="146267"/>
                  </a:lnTo>
                  <a:lnTo>
                    <a:pt x="2677161" y="152714"/>
                  </a:lnTo>
                  <a:lnTo>
                    <a:pt x="2688457" y="158460"/>
                  </a:lnTo>
                  <a:lnTo>
                    <a:pt x="2699753" y="163552"/>
                  </a:lnTo>
                  <a:lnTo>
                    <a:pt x="2711049" y="168018"/>
                  </a:lnTo>
                  <a:lnTo>
                    <a:pt x="2722345" y="171836"/>
                  </a:lnTo>
                  <a:lnTo>
                    <a:pt x="2733641" y="174939"/>
                  </a:lnTo>
                  <a:lnTo>
                    <a:pt x="2744937" y="177144"/>
                  </a:lnTo>
                  <a:lnTo>
                    <a:pt x="2756233" y="178668"/>
                  </a:lnTo>
                  <a:lnTo>
                    <a:pt x="2767529" y="179517"/>
                  </a:lnTo>
                  <a:lnTo>
                    <a:pt x="2778825" y="179703"/>
                  </a:lnTo>
                  <a:lnTo>
                    <a:pt x="2790121" y="179092"/>
                  </a:lnTo>
                  <a:lnTo>
                    <a:pt x="2801417" y="177799"/>
                  </a:lnTo>
                  <a:lnTo>
                    <a:pt x="2812713" y="175952"/>
                  </a:lnTo>
                  <a:lnTo>
                    <a:pt x="2824009" y="173590"/>
                  </a:lnTo>
                  <a:lnTo>
                    <a:pt x="2835305" y="170746"/>
                  </a:lnTo>
                  <a:lnTo>
                    <a:pt x="2846601" y="167369"/>
                  </a:lnTo>
                  <a:lnTo>
                    <a:pt x="2857897" y="163691"/>
                  </a:lnTo>
                  <a:lnTo>
                    <a:pt x="2869193" y="159772"/>
                  </a:lnTo>
                  <a:lnTo>
                    <a:pt x="2880490" y="155674"/>
                  </a:lnTo>
                  <a:lnTo>
                    <a:pt x="2891786" y="151465"/>
                  </a:lnTo>
                  <a:lnTo>
                    <a:pt x="2903082" y="147278"/>
                  </a:lnTo>
                  <a:lnTo>
                    <a:pt x="2914378" y="143201"/>
                  </a:lnTo>
                  <a:lnTo>
                    <a:pt x="2925674" y="139303"/>
                  </a:lnTo>
                  <a:lnTo>
                    <a:pt x="2936970" y="135655"/>
                  </a:lnTo>
                  <a:lnTo>
                    <a:pt x="2948266" y="132499"/>
                  </a:lnTo>
                  <a:lnTo>
                    <a:pt x="2959562" y="129823"/>
                  </a:lnTo>
                  <a:lnTo>
                    <a:pt x="2970858" y="127683"/>
                  </a:lnTo>
                  <a:lnTo>
                    <a:pt x="2982154" y="126141"/>
                  </a:lnTo>
                  <a:lnTo>
                    <a:pt x="2993450" y="125365"/>
                  </a:lnTo>
                  <a:lnTo>
                    <a:pt x="3004746" y="125532"/>
                  </a:lnTo>
                  <a:lnTo>
                    <a:pt x="3016042" y="126520"/>
                  </a:lnTo>
                  <a:lnTo>
                    <a:pt x="3027338" y="128370"/>
                  </a:lnTo>
                  <a:lnTo>
                    <a:pt x="3038634" y="131122"/>
                  </a:lnTo>
                  <a:lnTo>
                    <a:pt x="3049930" y="135120"/>
                  </a:lnTo>
                  <a:lnTo>
                    <a:pt x="3061226" y="140175"/>
                  </a:lnTo>
                  <a:lnTo>
                    <a:pt x="3072522" y="146229"/>
                  </a:lnTo>
                  <a:lnTo>
                    <a:pt x="3083818" y="153292"/>
                  </a:lnTo>
                  <a:lnTo>
                    <a:pt x="3095114" y="161468"/>
                  </a:lnTo>
                  <a:lnTo>
                    <a:pt x="3106410" y="170948"/>
                  </a:lnTo>
                  <a:lnTo>
                    <a:pt x="3117706" y="181418"/>
                  </a:lnTo>
                  <a:lnTo>
                    <a:pt x="3129002" y="192859"/>
                  </a:lnTo>
                  <a:lnTo>
                    <a:pt x="3140298" y="205250"/>
                  </a:lnTo>
                  <a:lnTo>
                    <a:pt x="3151594" y="218795"/>
                  </a:lnTo>
                  <a:lnTo>
                    <a:pt x="3162891" y="233302"/>
                  </a:lnTo>
                  <a:lnTo>
                    <a:pt x="3174187" y="248617"/>
                  </a:lnTo>
                  <a:lnTo>
                    <a:pt x="3185483" y="264699"/>
                  </a:lnTo>
                  <a:lnTo>
                    <a:pt x="3196779" y="281536"/>
                  </a:lnTo>
                  <a:lnTo>
                    <a:pt x="3208075" y="299236"/>
                  </a:lnTo>
                  <a:lnTo>
                    <a:pt x="3219371" y="317502"/>
                  </a:lnTo>
                  <a:lnTo>
                    <a:pt x="3230667" y="336284"/>
                  </a:lnTo>
                  <a:lnTo>
                    <a:pt x="3241963" y="355529"/>
                  </a:lnTo>
                  <a:lnTo>
                    <a:pt x="3253259" y="375256"/>
                  </a:lnTo>
                  <a:lnTo>
                    <a:pt x="3264555" y="395350"/>
                  </a:lnTo>
                  <a:lnTo>
                    <a:pt x="3275851" y="415693"/>
                  </a:lnTo>
                  <a:lnTo>
                    <a:pt x="3287147" y="436240"/>
                  </a:lnTo>
                  <a:lnTo>
                    <a:pt x="3298443" y="456943"/>
                  </a:lnTo>
                  <a:lnTo>
                    <a:pt x="3309739" y="477767"/>
                  </a:lnTo>
                  <a:lnTo>
                    <a:pt x="3321035" y="498611"/>
                  </a:lnTo>
                  <a:lnTo>
                    <a:pt x="3332331" y="519443"/>
                  </a:lnTo>
                  <a:lnTo>
                    <a:pt x="3343627" y="540227"/>
                  </a:lnTo>
                  <a:lnTo>
                    <a:pt x="3354923" y="560910"/>
                  </a:lnTo>
                  <a:lnTo>
                    <a:pt x="3366219" y="581435"/>
                  </a:lnTo>
                  <a:lnTo>
                    <a:pt x="3377515" y="601802"/>
                  </a:lnTo>
                  <a:lnTo>
                    <a:pt x="3388811" y="621993"/>
                  </a:lnTo>
                  <a:lnTo>
                    <a:pt x="3400107" y="641991"/>
                  </a:lnTo>
                  <a:lnTo>
                    <a:pt x="3411403" y="661707"/>
                  </a:lnTo>
                  <a:lnTo>
                    <a:pt x="3422699" y="681186"/>
                  </a:lnTo>
                  <a:lnTo>
                    <a:pt x="3433995" y="700436"/>
                  </a:lnTo>
                  <a:lnTo>
                    <a:pt x="3445292" y="719453"/>
                  </a:lnTo>
                  <a:lnTo>
                    <a:pt x="3456588" y="738211"/>
                  </a:lnTo>
                  <a:lnTo>
                    <a:pt x="3467884" y="756676"/>
                  </a:lnTo>
                  <a:lnTo>
                    <a:pt x="3479180" y="774918"/>
                  </a:lnTo>
                  <a:lnTo>
                    <a:pt x="3490476" y="792941"/>
                  </a:lnTo>
                  <a:lnTo>
                    <a:pt x="3501772" y="810754"/>
                  </a:lnTo>
                  <a:lnTo>
                    <a:pt x="3513068" y="828307"/>
                  </a:lnTo>
                  <a:lnTo>
                    <a:pt x="3524364" y="845654"/>
                  </a:lnTo>
                  <a:lnTo>
                    <a:pt x="3535660" y="862822"/>
                  </a:lnTo>
                  <a:lnTo>
                    <a:pt x="3546956" y="879819"/>
                  </a:lnTo>
                  <a:lnTo>
                    <a:pt x="3558252" y="896642"/>
                  </a:lnTo>
                  <a:lnTo>
                    <a:pt x="3569548" y="913264"/>
                  </a:lnTo>
                  <a:lnTo>
                    <a:pt x="3580844" y="929743"/>
                  </a:lnTo>
                  <a:lnTo>
                    <a:pt x="3592140" y="946083"/>
                  </a:lnTo>
                  <a:lnTo>
                    <a:pt x="3603436" y="962287"/>
                  </a:lnTo>
                  <a:lnTo>
                    <a:pt x="3614732" y="978325"/>
                  </a:lnTo>
                  <a:lnTo>
                    <a:pt x="3626028" y="994210"/>
                  </a:lnTo>
                  <a:lnTo>
                    <a:pt x="3637324" y="1009959"/>
                  </a:lnTo>
                  <a:lnTo>
                    <a:pt x="3648620" y="1025569"/>
                  </a:lnTo>
                  <a:lnTo>
                    <a:pt x="3659916" y="1041033"/>
                  </a:lnTo>
                  <a:lnTo>
                    <a:pt x="3671212" y="1056286"/>
                  </a:lnTo>
                  <a:lnTo>
                    <a:pt x="3682508" y="1071374"/>
                  </a:lnTo>
                  <a:lnTo>
                    <a:pt x="3693804" y="1086285"/>
                  </a:lnTo>
                  <a:lnTo>
                    <a:pt x="3705100" y="1101011"/>
                  </a:lnTo>
                  <a:lnTo>
                    <a:pt x="3716396" y="1115500"/>
                  </a:lnTo>
                  <a:lnTo>
                    <a:pt x="3727692" y="1129726"/>
                  </a:lnTo>
                  <a:lnTo>
                    <a:pt x="3738989" y="1143717"/>
                  </a:lnTo>
                  <a:lnTo>
                    <a:pt x="3750285" y="1157461"/>
                  </a:lnTo>
                  <a:lnTo>
                    <a:pt x="3761581" y="1170945"/>
                  </a:lnTo>
                  <a:lnTo>
                    <a:pt x="3772877" y="1184049"/>
                  </a:lnTo>
                  <a:lnTo>
                    <a:pt x="3784173" y="1196848"/>
                  </a:lnTo>
                  <a:lnTo>
                    <a:pt x="3795469" y="1209339"/>
                  </a:lnTo>
                  <a:lnTo>
                    <a:pt x="3806765" y="1221512"/>
                  </a:lnTo>
                  <a:lnTo>
                    <a:pt x="3818061" y="1233312"/>
                  </a:lnTo>
                  <a:lnTo>
                    <a:pt x="3829357" y="1244688"/>
                  </a:lnTo>
                  <a:lnTo>
                    <a:pt x="3840653" y="1255720"/>
                  </a:lnTo>
                  <a:lnTo>
                    <a:pt x="3851949" y="1266403"/>
                  </a:lnTo>
                  <a:lnTo>
                    <a:pt x="3863245" y="1276738"/>
                  </a:lnTo>
                  <a:lnTo>
                    <a:pt x="3874541" y="1286616"/>
                  </a:lnTo>
                  <a:lnTo>
                    <a:pt x="3885837" y="1296123"/>
                  </a:lnTo>
                  <a:lnTo>
                    <a:pt x="3897133" y="1305295"/>
                  </a:lnTo>
                  <a:lnTo>
                    <a:pt x="3908429" y="1314137"/>
                  </a:lnTo>
                  <a:lnTo>
                    <a:pt x="3919725" y="1322632"/>
                  </a:lnTo>
                  <a:lnTo>
                    <a:pt x="3931021" y="1330737"/>
                  </a:lnTo>
                  <a:lnTo>
                    <a:pt x="3942317" y="1338562"/>
                  </a:lnTo>
                  <a:lnTo>
                    <a:pt x="3953613" y="1346123"/>
                  </a:lnTo>
                  <a:lnTo>
                    <a:pt x="3964909" y="1353436"/>
                  </a:lnTo>
                  <a:lnTo>
                    <a:pt x="3976205" y="1360468"/>
                  </a:lnTo>
                  <a:lnTo>
                    <a:pt x="3987501" y="1367284"/>
                  </a:lnTo>
                  <a:lnTo>
                    <a:pt x="3998797" y="1373934"/>
                  </a:lnTo>
                  <a:lnTo>
                    <a:pt x="4010093" y="1380439"/>
                  </a:lnTo>
                  <a:lnTo>
                    <a:pt x="4021390" y="1386816"/>
                  </a:lnTo>
                  <a:lnTo>
                    <a:pt x="4032686" y="1393075"/>
                  </a:lnTo>
                  <a:lnTo>
                    <a:pt x="4043982" y="1399282"/>
                  </a:lnTo>
                  <a:lnTo>
                    <a:pt x="4055278" y="1405456"/>
                  </a:lnTo>
                  <a:lnTo>
                    <a:pt x="4066574" y="1411621"/>
                  </a:lnTo>
                  <a:lnTo>
                    <a:pt x="4077870" y="1417806"/>
                  </a:lnTo>
                  <a:lnTo>
                    <a:pt x="4089166" y="1424050"/>
                  </a:lnTo>
                  <a:lnTo>
                    <a:pt x="4100462" y="1430367"/>
                  </a:lnTo>
                  <a:lnTo>
                    <a:pt x="4111758" y="1436774"/>
                  </a:lnTo>
                  <a:lnTo>
                    <a:pt x="4123054" y="1443288"/>
                  </a:lnTo>
                  <a:lnTo>
                    <a:pt x="4134350" y="1449983"/>
                  </a:lnTo>
                  <a:lnTo>
                    <a:pt x="4145646" y="1456832"/>
                  </a:lnTo>
                  <a:lnTo>
                    <a:pt x="4156942" y="1463843"/>
                  </a:lnTo>
                  <a:lnTo>
                    <a:pt x="4168238" y="1471027"/>
                  </a:lnTo>
                  <a:lnTo>
                    <a:pt x="4179534" y="1478423"/>
                  </a:lnTo>
                  <a:lnTo>
                    <a:pt x="4190830" y="1486056"/>
                  </a:lnTo>
                  <a:lnTo>
                    <a:pt x="4202126" y="1493888"/>
                  </a:lnTo>
                  <a:lnTo>
                    <a:pt x="4213422" y="1501919"/>
                  </a:lnTo>
                  <a:lnTo>
                    <a:pt x="4224718" y="1510152"/>
                  </a:lnTo>
                  <a:lnTo>
                    <a:pt x="4236014" y="1518651"/>
                  </a:lnTo>
                  <a:lnTo>
                    <a:pt x="4247310" y="1527356"/>
                  </a:lnTo>
                  <a:lnTo>
                    <a:pt x="4258606" y="1536250"/>
                  </a:lnTo>
                  <a:lnTo>
                    <a:pt x="4269902" y="1545328"/>
                  </a:lnTo>
                  <a:lnTo>
                    <a:pt x="4281198" y="1554601"/>
                  </a:lnTo>
                  <a:lnTo>
                    <a:pt x="4292494" y="1564080"/>
                  </a:lnTo>
                  <a:lnTo>
                    <a:pt x="4303790" y="1573704"/>
                  </a:lnTo>
                  <a:lnTo>
                    <a:pt x="4315087" y="1583464"/>
                  </a:lnTo>
                  <a:lnTo>
                    <a:pt x="4326383" y="1593347"/>
                  </a:lnTo>
                  <a:lnTo>
                    <a:pt x="4337679" y="1603364"/>
                  </a:lnTo>
                  <a:lnTo>
                    <a:pt x="4348975" y="1613473"/>
                  </a:lnTo>
                  <a:lnTo>
                    <a:pt x="4360271" y="1623648"/>
                  </a:lnTo>
                  <a:lnTo>
                    <a:pt x="4371567" y="1633874"/>
                  </a:lnTo>
                  <a:lnTo>
                    <a:pt x="4382863" y="1644137"/>
                  </a:lnTo>
                  <a:lnTo>
                    <a:pt x="4394159" y="1654415"/>
                  </a:lnTo>
                  <a:lnTo>
                    <a:pt x="4405455" y="1664682"/>
                  </a:lnTo>
                  <a:lnTo>
                    <a:pt x="4416751" y="1674922"/>
                  </a:lnTo>
                  <a:lnTo>
                    <a:pt x="4428047" y="1685120"/>
                  </a:lnTo>
                  <a:lnTo>
                    <a:pt x="4439343" y="1695245"/>
                  </a:lnTo>
                  <a:lnTo>
                    <a:pt x="4450639" y="1705273"/>
                  </a:lnTo>
                  <a:lnTo>
                    <a:pt x="4461935" y="1715202"/>
                  </a:lnTo>
                  <a:lnTo>
                    <a:pt x="4473231" y="1725019"/>
                  </a:lnTo>
                  <a:lnTo>
                    <a:pt x="4484527" y="1734710"/>
                  </a:lnTo>
                  <a:lnTo>
                    <a:pt x="4495823" y="1744206"/>
                  </a:lnTo>
                  <a:lnTo>
                    <a:pt x="4507119" y="1753544"/>
                  </a:lnTo>
                  <a:lnTo>
                    <a:pt x="4518415" y="1762714"/>
                  </a:lnTo>
                  <a:lnTo>
                    <a:pt x="4529711" y="1771708"/>
                  </a:lnTo>
                  <a:lnTo>
                    <a:pt x="4541007" y="1780482"/>
                  </a:lnTo>
                  <a:lnTo>
                    <a:pt x="4552303" y="1789018"/>
                  </a:lnTo>
                  <a:lnTo>
                    <a:pt x="4563599" y="1797349"/>
                  </a:lnTo>
                  <a:lnTo>
                    <a:pt x="4574895" y="1805470"/>
                  </a:lnTo>
                  <a:lnTo>
                    <a:pt x="4586191" y="1813377"/>
                  </a:lnTo>
                  <a:lnTo>
                    <a:pt x="4597488" y="1820985"/>
                  </a:lnTo>
                  <a:lnTo>
                    <a:pt x="4608784" y="1828361"/>
                  </a:lnTo>
                  <a:lnTo>
                    <a:pt x="4620080" y="1835510"/>
                  </a:lnTo>
                  <a:lnTo>
                    <a:pt x="4631376" y="1842431"/>
                  </a:lnTo>
                  <a:lnTo>
                    <a:pt x="4642672" y="1849090"/>
                  </a:lnTo>
                  <a:lnTo>
                    <a:pt x="4653968" y="1855458"/>
                  </a:lnTo>
                  <a:lnTo>
                    <a:pt x="4665264" y="1861595"/>
                  </a:lnTo>
                  <a:lnTo>
                    <a:pt x="4676560" y="1867500"/>
                  </a:lnTo>
                  <a:lnTo>
                    <a:pt x="4687856" y="1873174"/>
                  </a:lnTo>
                  <a:lnTo>
                    <a:pt x="4699152" y="1878545"/>
                  </a:lnTo>
                  <a:lnTo>
                    <a:pt x="4710448" y="1883668"/>
                  </a:lnTo>
                  <a:lnTo>
                    <a:pt x="4721744" y="1888562"/>
                  </a:lnTo>
                  <a:lnTo>
                    <a:pt x="4733040" y="1893229"/>
                  </a:lnTo>
                  <a:lnTo>
                    <a:pt x="4744336" y="1897650"/>
                  </a:lnTo>
                  <a:lnTo>
                    <a:pt x="4755632" y="1901779"/>
                  </a:lnTo>
                  <a:lnTo>
                    <a:pt x="4766928" y="1905687"/>
                  </a:lnTo>
                  <a:lnTo>
                    <a:pt x="4778224" y="1909375"/>
                  </a:lnTo>
                  <a:lnTo>
                    <a:pt x="4789520" y="1912846"/>
                  </a:lnTo>
                  <a:lnTo>
                    <a:pt x="4800816" y="1916046"/>
                  </a:lnTo>
                  <a:lnTo>
                    <a:pt x="4812112" y="1919008"/>
                  </a:lnTo>
                  <a:lnTo>
                    <a:pt x="4823408" y="1921763"/>
                  </a:lnTo>
                  <a:lnTo>
                    <a:pt x="4834704" y="1924314"/>
                  </a:lnTo>
                  <a:lnTo>
                    <a:pt x="4846000" y="1926658"/>
                  </a:lnTo>
                  <a:lnTo>
                    <a:pt x="4857296" y="1928739"/>
                  </a:lnTo>
                  <a:lnTo>
                    <a:pt x="4868592" y="1930633"/>
                  </a:lnTo>
                  <a:lnTo>
                    <a:pt x="4879889" y="1932346"/>
                  </a:lnTo>
                  <a:lnTo>
                    <a:pt x="4891185" y="1933882"/>
                  </a:lnTo>
                  <a:lnTo>
                    <a:pt x="4902481" y="1935213"/>
                  </a:lnTo>
                  <a:lnTo>
                    <a:pt x="4913777" y="1936358"/>
                  </a:lnTo>
                  <a:lnTo>
                    <a:pt x="4925073" y="1937353"/>
                  </a:lnTo>
                  <a:lnTo>
                    <a:pt x="4936369" y="1938206"/>
                  </a:lnTo>
                  <a:lnTo>
                    <a:pt x="4947665" y="1938924"/>
                  </a:lnTo>
                  <a:lnTo>
                    <a:pt x="4958961" y="1939476"/>
                  </a:lnTo>
                  <a:lnTo>
                    <a:pt x="4970257" y="1939919"/>
                  </a:lnTo>
                  <a:lnTo>
                    <a:pt x="4981553" y="1940265"/>
                  </a:lnTo>
                  <a:lnTo>
                    <a:pt x="4992849" y="1940521"/>
                  </a:lnTo>
                  <a:lnTo>
                    <a:pt x="5004145" y="1940689"/>
                  </a:lnTo>
                  <a:lnTo>
                    <a:pt x="5015441" y="1940782"/>
                  </a:lnTo>
                  <a:lnTo>
                    <a:pt x="5026737" y="1940827"/>
                  </a:lnTo>
                  <a:lnTo>
                    <a:pt x="5038033" y="1940834"/>
                  </a:lnTo>
                  <a:lnTo>
                    <a:pt x="5049329" y="1940813"/>
                  </a:lnTo>
                  <a:lnTo>
                    <a:pt x="5060625" y="1940773"/>
                  </a:lnTo>
                  <a:lnTo>
                    <a:pt x="5071921" y="1940735"/>
                  </a:lnTo>
                  <a:lnTo>
                    <a:pt x="5083217" y="1940707"/>
                  </a:lnTo>
                  <a:lnTo>
                    <a:pt x="5094513" y="1940698"/>
                  </a:lnTo>
                  <a:lnTo>
                    <a:pt x="5105809" y="1940721"/>
                  </a:lnTo>
                  <a:lnTo>
                    <a:pt x="5117105" y="1940796"/>
                  </a:lnTo>
                  <a:lnTo>
                    <a:pt x="5128401" y="1940922"/>
                  </a:lnTo>
                  <a:lnTo>
                    <a:pt x="5139697" y="1941103"/>
                  </a:lnTo>
                  <a:lnTo>
                    <a:pt x="5150993" y="1941347"/>
                  </a:lnTo>
                  <a:lnTo>
                    <a:pt x="5162289" y="1941679"/>
                  </a:lnTo>
                  <a:lnTo>
                    <a:pt x="5173586" y="1942094"/>
                  </a:lnTo>
                  <a:lnTo>
                    <a:pt x="5184882" y="1942587"/>
                  </a:lnTo>
                  <a:lnTo>
                    <a:pt x="5196178" y="1943160"/>
                  </a:lnTo>
                  <a:lnTo>
                    <a:pt x="5207474" y="1943820"/>
                  </a:lnTo>
                  <a:lnTo>
                    <a:pt x="5218770" y="1944589"/>
                  </a:lnTo>
                  <a:lnTo>
                    <a:pt x="5230066" y="1945441"/>
                  </a:lnTo>
                  <a:lnTo>
                    <a:pt x="5241362" y="1946373"/>
                  </a:lnTo>
                  <a:lnTo>
                    <a:pt x="5252658" y="1947383"/>
                  </a:lnTo>
                  <a:lnTo>
                    <a:pt x="5263954" y="1948486"/>
                  </a:lnTo>
                  <a:lnTo>
                    <a:pt x="5275250" y="1949669"/>
                  </a:lnTo>
                  <a:lnTo>
                    <a:pt x="5286546" y="1950916"/>
                  </a:lnTo>
                  <a:lnTo>
                    <a:pt x="5297842" y="1952222"/>
                  </a:lnTo>
                  <a:lnTo>
                    <a:pt x="5309138" y="1953583"/>
                  </a:lnTo>
                  <a:lnTo>
                    <a:pt x="5320434" y="1955006"/>
                  </a:lnTo>
                  <a:lnTo>
                    <a:pt x="5331730" y="1956465"/>
                  </a:lnTo>
                  <a:lnTo>
                    <a:pt x="5343026" y="1957954"/>
                  </a:lnTo>
                  <a:lnTo>
                    <a:pt x="5354322" y="1959465"/>
                  </a:lnTo>
                  <a:lnTo>
                    <a:pt x="5365618" y="1960994"/>
                  </a:lnTo>
                  <a:lnTo>
                    <a:pt x="5376914" y="1962527"/>
                  </a:lnTo>
                  <a:lnTo>
                    <a:pt x="5388210" y="1964056"/>
                  </a:lnTo>
                  <a:lnTo>
                    <a:pt x="5399506" y="1965574"/>
                  </a:lnTo>
                  <a:lnTo>
                    <a:pt x="5410802" y="1967075"/>
                  </a:lnTo>
                  <a:lnTo>
                    <a:pt x="5422098" y="1968540"/>
                  </a:lnTo>
                  <a:lnTo>
                    <a:pt x="5433394" y="1969970"/>
                  </a:lnTo>
                  <a:lnTo>
                    <a:pt x="5444690" y="1971359"/>
                  </a:lnTo>
                  <a:lnTo>
                    <a:pt x="5455987" y="1972704"/>
                  </a:lnTo>
                  <a:lnTo>
                    <a:pt x="5467283" y="1973992"/>
                  </a:lnTo>
                  <a:lnTo>
                    <a:pt x="5478579" y="1975211"/>
                  </a:lnTo>
                  <a:lnTo>
                    <a:pt x="5489875" y="1976371"/>
                  </a:lnTo>
                  <a:lnTo>
                    <a:pt x="5501171" y="1977469"/>
                  </a:lnTo>
                  <a:lnTo>
                    <a:pt x="5512467" y="1978504"/>
                  </a:lnTo>
                  <a:lnTo>
                    <a:pt x="5523763" y="1979455"/>
                  </a:lnTo>
                  <a:lnTo>
                    <a:pt x="5535059" y="1980334"/>
                  </a:lnTo>
                  <a:lnTo>
                    <a:pt x="5546355" y="1981148"/>
                  </a:lnTo>
                  <a:lnTo>
                    <a:pt x="5557651" y="1981898"/>
                  </a:lnTo>
                  <a:lnTo>
                    <a:pt x="5568947" y="1982580"/>
                  </a:lnTo>
                  <a:lnTo>
                    <a:pt x="5580243" y="1983182"/>
                  </a:lnTo>
                  <a:lnTo>
                    <a:pt x="5591539" y="1983728"/>
                  </a:lnTo>
                  <a:lnTo>
                    <a:pt x="5602835" y="1984220"/>
                  </a:lnTo>
                  <a:lnTo>
                    <a:pt x="5614131" y="1984661"/>
                  </a:lnTo>
                  <a:lnTo>
                    <a:pt x="5625427" y="1985044"/>
                  </a:lnTo>
                  <a:lnTo>
                    <a:pt x="5636723" y="1985381"/>
                  </a:lnTo>
                  <a:lnTo>
                    <a:pt x="5648019" y="1985682"/>
                  </a:lnTo>
                  <a:lnTo>
                    <a:pt x="5659315" y="1985951"/>
                  </a:lnTo>
                  <a:lnTo>
                    <a:pt x="5670611" y="1986192"/>
                  </a:lnTo>
                  <a:lnTo>
                    <a:pt x="5681907" y="1986404"/>
                  </a:lnTo>
                  <a:lnTo>
                    <a:pt x="5693203" y="1986600"/>
                  </a:lnTo>
                  <a:lnTo>
                    <a:pt x="5704499" y="1986785"/>
                  </a:lnTo>
                  <a:lnTo>
                    <a:pt x="5715795" y="1986963"/>
                  </a:lnTo>
                  <a:lnTo>
                    <a:pt x="5727091" y="1987136"/>
                  </a:lnTo>
                  <a:lnTo>
                    <a:pt x="5738387" y="1987312"/>
                  </a:lnTo>
                  <a:lnTo>
                    <a:pt x="5749684" y="1987494"/>
                  </a:lnTo>
                  <a:lnTo>
                    <a:pt x="5760980" y="1987684"/>
                  </a:lnTo>
                  <a:lnTo>
                    <a:pt x="5772276" y="1987885"/>
                  </a:lnTo>
                  <a:lnTo>
                    <a:pt x="5772276" y="2002415"/>
                  </a:lnTo>
                  <a:lnTo>
                    <a:pt x="5760980" y="2002415"/>
                  </a:lnTo>
                  <a:lnTo>
                    <a:pt x="5749684" y="2002415"/>
                  </a:lnTo>
                  <a:lnTo>
                    <a:pt x="5738387" y="2002415"/>
                  </a:lnTo>
                  <a:lnTo>
                    <a:pt x="5727091" y="2002415"/>
                  </a:lnTo>
                  <a:lnTo>
                    <a:pt x="5715795" y="2002415"/>
                  </a:lnTo>
                  <a:lnTo>
                    <a:pt x="5704499" y="2002415"/>
                  </a:lnTo>
                  <a:lnTo>
                    <a:pt x="5693203" y="2002415"/>
                  </a:lnTo>
                  <a:lnTo>
                    <a:pt x="5681907" y="2002415"/>
                  </a:lnTo>
                  <a:lnTo>
                    <a:pt x="5670611" y="2002415"/>
                  </a:lnTo>
                  <a:lnTo>
                    <a:pt x="5659315" y="2002415"/>
                  </a:lnTo>
                  <a:lnTo>
                    <a:pt x="5648019" y="2002415"/>
                  </a:lnTo>
                  <a:lnTo>
                    <a:pt x="5636723" y="2002415"/>
                  </a:lnTo>
                  <a:lnTo>
                    <a:pt x="5625427" y="2002415"/>
                  </a:lnTo>
                  <a:lnTo>
                    <a:pt x="5614131" y="2002415"/>
                  </a:lnTo>
                  <a:lnTo>
                    <a:pt x="5602835" y="2002415"/>
                  </a:lnTo>
                  <a:lnTo>
                    <a:pt x="5591539" y="2002415"/>
                  </a:lnTo>
                  <a:lnTo>
                    <a:pt x="5580243" y="2002415"/>
                  </a:lnTo>
                  <a:lnTo>
                    <a:pt x="5568947" y="2002415"/>
                  </a:lnTo>
                  <a:lnTo>
                    <a:pt x="5557651" y="2002415"/>
                  </a:lnTo>
                  <a:lnTo>
                    <a:pt x="5546355" y="2002415"/>
                  </a:lnTo>
                  <a:lnTo>
                    <a:pt x="5535059" y="2002415"/>
                  </a:lnTo>
                  <a:lnTo>
                    <a:pt x="5523763" y="2002415"/>
                  </a:lnTo>
                  <a:lnTo>
                    <a:pt x="5512467" y="2002415"/>
                  </a:lnTo>
                  <a:lnTo>
                    <a:pt x="5501171" y="2002415"/>
                  </a:lnTo>
                  <a:lnTo>
                    <a:pt x="5489875" y="2002415"/>
                  </a:lnTo>
                  <a:lnTo>
                    <a:pt x="5478579" y="2002415"/>
                  </a:lnTo>
                  <a:lnTo>
                    <a:pt x="5467283" y="2002415"/>
                  </a:lnTo>
                  <a:lnTo>
                    <a:pt x="5455987" y="2002415"/>
                  </a:lnTo>
                  <a:lnTo>
                    <a:pt x="5444690" y="2002415"/>
                  </a:lnTo>
                  <a:lnTo>
                    <a:pt x="5433394" y="2002415"/>
                  </a:lnTo>
                  <a:lnTo>
                    <a:pt x="5422098" y="2002415"/>
                  </a:lnTo>
                  <a:lnTo>
                    <a:pt x="5410802" y="2002415"/>
                  </a:lnTo>
                  <a:lnTo>
                    <a:pt x="5399506" y="2002415"/>
                  </a:lnTo>
                  <a:lnTo>
                    <a:pt x="5388210" y="2002415"/>
                  </a:lnTo>
                  <a:lnTo>
                    <a:pt x="5376914" y="2002415"/>
                  </a:lnTo>
                  <a:lnTo>
                    <a:pt x="5365618" y="2002415"/>
                  </a:lnTo>
                  <a:lnTo>
                    <a:pt x="5354322" y="2002415"/>
                  </a:lnTo>
                  <a:lnTo>
                    <a:pt x="5343026" y="2002415"/>
                  </a:lnTo>
                  <a:lnTo>
                    <a:pt x="5331730" y="2002415"/>
                  </a:lnTo>
                  <a:lnTo>
                    <a:pt x="5320434" y="2002415"/>
                  </a:lnTo>
                  <a:lnTo>
                    <a:pt x="5309138" y="2002415"/>
                  </a:lnTo>
                  <a:lnTo>
                    <a:pt x="5297842" y="2002415"/>
                  </a:lnTo>
                  <a:lnTo>
                    <a:pt x="5286546" y="2002415"/>
                  </a:lnTo>
                  <a:lnTo>
                    <a:pt x="5275250" y="2002415"/>
                  </a:lnTo>
                  <a:lnTo>
                    <a:pt x="5263954" y="2002415"/>
                  </a:lnTo>
                  <a:lnTo>
                    <a:pt x="5252658" y="2002415"/>
                  </a:lnTo>
                  <a:lnTo>
                    <a:pt x="5241362" y="2002415"/>
                  </a:lnTo>
                  <a:lnTo>
                    <a:pt x="5230066" y="2002415"/>
                  </a:lnTo>
                  <a:lnTo>
                    <a:pt x="5218770" y="2002415"/>
                  </a:lnTo>
                  <a:lnTo>
                    <a:pt x="5207474" y="2002415"/>
                  </a:lnTo>
                  <a:lnTo>
                    <a:pt x="5196178" y="2002415"/>
                  </a:lnTo>
                  <a:lnTo>
                    <a:pt x="5184882" y="2002415"/>
                  </a:lnTo>
                  <a:lnTo>
                    <a:pt x="5173586" y="2002415"/>
                  </a:lnTo>
                  <a:lnTo>
                    <a:pt x="5162289" y="2002415"/>
                  </a:lnTo>
                  <a:lnTo>
                    <a:pt x="5150993" y="2002415"/>
                  </a:lnTo>
                  <a:lnTo>
                    <a:pt x="5139697" y="2002415"/>
                  </a:lnTo>
                  <a:lnTo>
                    <a:pt x="5128401" y="2002415"/>
                  </a:lnTo>
                  <a:lnTo>
                    <a:pt x="5117105" y="2002415"/>
                  </a:lnTo>
                  <a:lnTo>
                    <a:pt x="5105809" y="2002415"/>
                  </a:lnTo>
                  <a:lnTo>
                    <a:pt x="5094513" y="2002415"/>
                  </a:lnTo>
                  <a:lnTo>
                    <a:pt x="5083217" y="2002415"/>
                  </a:lnTo>
                  <a:lnTo>
                    <a:pt x="5071921" y="2002415"/>
                  </a:lnTo>
                  <a:lnTo>
                    <a:pt x="5060625" y="2002415"/>
                  </a:lnTo>
                  <a:lnTo>
                    <a:pt x="5049329" y="2002415"/>
                  </a:lnTo>
                  <a:lnTo>
                    <a:pt x="5038033" y="2002415"/>
                  </a:lnTo>
                  <a:lnTo>
                    <a:pt x="5026737" y="2002415"/>
                  </a:lnTo>
                  <a:lnTo>
                    <a:pt x="5015441" y="2002415"/>
                  </a:lnTo>
                  <a:lnTo>
                    <a:pt x="5004145" y="2002415"/>
                  </a:lnTo>
                  <a:lnTo>
                    <a:pt x="4992849" y="2002415"/>
                  </a:lnTo>
                  <a:lnTo>
                    <a:pt x="4981553" y="2002415"/>
                  </a:lnTo>
                  <a:lnTo>
                    <a:pt x="4970257" y="2002415"/>
                  </a:lnTo>
                  <a:lnTo>
                    <a:pt x="4958961" y="2002415"/>
                  </a:lnTo>
                  <a:lnTo>
                    <a:pt x="4947665" y="2002415"/>
                  </a:lnTo>
                  <a:lnTo>
                    <a:pt x="4936369" y="2002415"/>
                  </a:lnTo>
                  <a:lnTo>
                    <a:pt x="4925073" y="2002415"/>
                  </a:lnTo>
                  <a:lnTo>
                    <a:pt x="4913777" y="2002415"/>
                  </a:lnTo>
                  <a:lnTo>
                    <a:pt x="4902481" y="2002415"/>
                  </a:lnTo>
                  <a:lnTo>
                    <a:pt x="4891185" y="2002415"/>
                  </a:lnTo>
                  <a:lnTo>
                    <a:pt x="4879889" y="2002415"/>
                  </a:lnTo>
                  <a:lnTo>
                    <a:pt x="4868592" y="2002415"/>
                  </a:lnTo>
                  <a:lnTo>
                    <a:pt x="4857296" y="2002415"/>
                  </a:lnTo>
                  <a:lnTo>
                    <a:pt x="4846000" y="2002415"/>
                  </a:lnTo>
                  <a:lnTo>
                    <a:pt x="4834704" y="2002415"/>
                  </a:lnTo>
                  <a:lnTo>
                    <a:pt x="4823408" y="2002415"/>
                  </a:lnTo>
                  <a:lnTo>
                    <a:pt x="4812112" y="2002415"/>
                  </a:lnTo>
                  <a:lnTo>
                    <a:pt x="4800816" y="2002415"/>
                  </a:lnTo>
                  <a:lnTo>
                    <a:pt x="4789520" y="2002415"/>
                  </a:lnTo>
                  <a:lnTo>
                    <a:pt x="4778224" y="2002415"/>
                  </a:lnTo>
                  <a:lnTo>
                    <a:pt x="4766928" y="2002415"/>
                  </a:lnTo>
                  <a:lnTo>
                    <a:pt x="4755632" y="2002415"/>
                  </a:lnTo>
                  <a:lnTo>
                    <a:pt x="4744336" y="2002415"/>
                  </a:lnTo>
                  <a:lnTo>
                    <a:pt x="4733040" y="2002415"/>
                  </a:lnTo>
                  <a:lnTo>
                    <a:pt x="4721744" y="2002415"/>
                  </a:lnTo>
                  <a:lnTo>
                    <a:pt x="4710448" y="2002415"/>
                  </a:lnTo>
                  <a:lnTo>
                    <a:pt x="4699152" y="2002415"/>
                  </a:lnTo>
                  <a:lnTo>
                    <a:pt x="4687856" y="2002415"/>
                  </a:lnTo>
                  <a:lnTo>
                    <a:pt x="4676560" y="2002415"/>
                  </a:lnTo>
                  <a:lnTo>
                    <a:pt x="4665264" y="2002415"/>
                  </a:lnTo>
                  <a:lnTo>
                    <a:pt x="4653968" y="2002415"/>
                  </a:lnTo>
                  <a:lnTo>
                    <a:pt x="4642672" y="2002415"/>
                  </a:lnTo>
                  <a:lnTo>
                    <a:pt x="4631376" y="2002415"/>
                  </a:lnTo>
                  <a:lnTo>
                    <a:pt x="4620080" y="2002415"/>
                  </a:lnTo>
                  <a:lnTo>
                    <a:pt x="4608784" y="2002415"/>
                  </a:lnTo>
                  <a:lnTo>
                    <a:pt x="4597488" y="2002415"/>
                  </a:lnTo>
                  <a:lnTo>
                    <a:pt x="4586191" y="2002415"/>
                  </a:lnTo>
                  <a:lnTo>
                    <a:pt x="4574895" y="2002415"/>
                  </a:lnTo>
                  <a:lnTo>
                    <a:pt x="4563599" y="2002415"/>
                  </a:lnTo>
                  <a:lnTo>
                    <a:pt x="4552303" y="2002415"/>
                  </a:lnTo>
                  <a:lnTo>
                    <a:pt x="4541007" y="2002415"/>
                  </a:lnTo>
                  <a:lnTo>
                    <a:pt x="4529711" y="2002415"/>
                  </a:lnTo>
                  <a:lnTo>
                    <a:pt x="4518415" y="2002415"/>
                  </a:lnTo>
                  <a:lnTo>
                    <a:pt x="4507119" y="2002415"/>
                  </a:lnTo>
                  <a:lnTo>
                    <a:pt x="4495823" y="2002415"/>
                  </a:lnTo>
                  <a:lnTo>
                    <a:pt x="4484527" y="2002415"/>
                  </a:lnTo>
                  <a:lnTo>
                    <a:pt x="4473231" y="2002415"/>
                  </a:lnTo>
                  <a:lnTo>
                    <a:pt x="4461935" y="2002415"/>
                  </a:lnTo>
                  <a:lnTo>
                    <a:pt x="4450639" y="2002415"/>
                  </a:lnTo>
                  <a:lnTo>
                    <a:pt x="4439343" y="2002415"/>
                  </a:lnTo>
                  <a:lnTo>
                    <a:pt x="4428047" y="2002415"/>
                  </a:lnTo>
                  <a:lnTo>
                    <a:pt x="4416751" y="2002415"/>
                  </a:lnTo>
                  <a:lnTo>
                    <a:pt x="4405455" y="2002415"/>
                  </a:lnTo>
                  <a:lnTo>
                    <a:pt x="4394159" y="2002415"/>
                  </a:lnTo>
                  <a:lnTo>
                    <a:pt x="4382863" y="2002415"/>
                  </a:lnTo>
                  <a:lnTo>
                    <a:pt x="4371567" y="2002415"/>
                  </a:lnTo>
                  <a:lnTo>
                    <a:pt x="4360271" y="2002415"/>
                  </a:lnTo>
                  <a:lnTo>
                    <a:pt x="4348975" y="2002415"/>
                  </a:lnTo>
                  <a:lnTo>
                    <a:pt x="4337679" y="2002415"/>
                  </a:lnTo>
                  <a:lnTo>
                    <a:pt x="4326383" y="2002415"/>
                  </a:lnTo>
                  <a:lnTo>
                    <a:pt x="4315087" y="2002415"/>
                  </a:lnTo>
                  <a:lnTo>
                    <a:pt x="4303790" y="2002415"/>
                  </a:lnTo>
                  <a:lnTo>
                    <a:pt x="4292494" y="2002415"/>
                  </a:lnTo>
                  <a:lnTo>
                    <a:pt x="4281198" y="2002415"/>
                  </a:lnTo>
                  <a:lnTo>
                    <a:pt x="4269902" y="2002415"/>
                  </a:lnTo>
                  <a:lnTo>
                    <a:pt x="4258606" y="2002415"/>
                  </a:lnTo>
                  <a:lnTo>
                    <a:pt x="4247310" y="2002415"/>
                  </a:lnTo>
                  <a:lnTo>
                    <a:pt x="4236014" y="2002415"/>
                  </a:lnTo>
                  <a:lnTo>
                    <a:pt x="4224718" y="2002415"/>
                  </a:lnTo>
                  <a:lnTo>
                    <a:pt x="4213422" y="2002415"/>
                  </a:lnTo>
                  <a:lnTo>
                    <a:pt x="4202126" y="2002415"/>
                  </a:lnTo>
                  <a:lnTo>
                    <a:pt x="4190830" y="2002415"/>
                  </a:lnTo>
                  <a:lnTo>
                    <a:pt x="4179534" y="2002415"/>
                  </a:lnTo>
                  <a:lnTo>
                    <a:pt x="4168238" y="2002415"/>
                  </a:lnTo>
                  <a:lnTo>
                    <a:pt x="4156942" y="2002415"/>
                  </a:lnTo>
                  <a:lnTo>
                    <a:pt x="4145646" y="2002415"/>
                  </a:lnTo>
                  <a:lnTo>
                    <a:pt x="4134350" y="2002415"/>
                  </a:lnTo>
                  <a:lnTo>
                    <a:pt x="4123054" y="2002415"/>
                  </a:lnTo>
                  <a:lnTo>
                    <a:pt x="4111758" y="2002415"/>
                  </a:lnTo>
                  <a:lnTo>
                    <a:pt x="4100462" y="2002415"/>
                  </a:lnTo>
                  <a:lnTo>
                    <a:pt x="4089166" y="2002415"/>
                  </a:lnTo>
                  <a:lnTo>
                    <a:pt x="4077870" y="2002415"/>
                  </a:lnTo>
                  <a:lnTo>
                    <a:pt x="4066574" y="2002415"/>
                  </a:lnTo>
                  <a:lnTo>
                    <a:pt x="4055278" y="2002415"/>
                  </a:lnTo>
                  <a:lnTo>
                    <a:pt x="4043982" y="2002415"/>
                  </a:lnTo>
                  <a:lnTo>
                    <a:pt x="4032686" y="2002415"/>
                  </a:lnTo>
                  <a:lnTo>
                    <a:pt x="4021390" y="2002415"/>
                  </a:lnTo>
                  <a:lnTo>
                    <a:pt x="4010093" y="2002415"/>
                  </a:lnTo>
                  <a:lnTo>
                    <a:pt x="3998797" y="2002415"/>
                  </a:lnTo>
                  <a:lnTo>
                    <a:pt x="3987501" y="2002415"/>
                  </a:lnTo>
                  <a:lnTo>
                    <a:pt x="3976205" y="2002415"/>
                  </a:lnTo>
                  <a:lnTo>
                    <a:pt x="3964909" y="2002415"/>
                  </a:lnTo>
                  <a:lnTo>
                    <a:pt x="3953613" y="2002415"/>
                  </a:lnTo>
                  <a:lnTo>
                    <a:pt x="3942317" y="2002415"/>
                  </a:lnTo>
                  <a:lnTo>
                    <a:pt x="3931021" y="2002415"/>
                  </a:lnTo>
                  <a:lnTo>
                    <a:pt x="3919725" y="2002415"/>
                  </a:lnTo>
                  <a:lnTo>
                    <a:pt x="3908429" y="2002415"/>
                  </a:lnTo>
                  <a:lnTo>
                    <a:pt x="3897133" y="2002415"/>
                  </a:lnTo>
                  <a:lnTo>
                    <a:pt x="3885837" y="2002415"/>
                  </a:lnTo>
                  <a:lnTo>
                    <a:pt x="3874541" y="2002415"/>
                  </a:lnTo>
                  <a:lnTo>
                    <a:pt x="3863245" y="2002415"/>
                  </a:lnTo>
                  <a:lnTo>
                    <a:pt x="3851949" y="2002415"/>
                  </a:lnTo>
                  <a:lnTo>
                    <a:pt x="3840653" y="2002415"/>
                  </a:lnTo>
                  <a:lnTo>
                    <a:pt x="3829357" y="2002415"/>
                  </a:lnTo>
                  <a:lnTo>
                    <a:pt x="3818061" y="2002415"/>
                  </a:lnTo>
                  <a:lnTo>
                    <a:pt x="3806765" y="2002415"/>
                  </a:lnTo>
                  <a:lnTo>
                    <a:pt x="3795469" y="2002415"/>
                  </a:lnTo>
                  <a:lnTo>
                    <a:pt x="3784173" y="2002415"/>
                  </a:lnTo>
                  <a:lnTo>
                    <a:pt x="3772877" y="2002415"/>
                  </a:lnTo>
                  <a:lnTo>
                    <a:pt x="3761581" y="2002415"/>
                  </a:lnTo>
                  <a:lnTo>
                    <a:pt x="3750285" y="2002415"/>
                  </a:lnTo>
                  <a:lnTo>
                    <a:pt x="3738989" y="2002415"/>
                  </a:lnTo>
                  <a:lnTo>
                    <a:pt x="3727692" y="2002415"/>
                  </a:lnTo>
                  <a:lnTo>
                    <a:pt x="3716396" y="2002415"/>
                  </a:lnTo>
                  <a:lnTo>
                    <a:pt x="3705100" y="2002415"/>
                  </a:lnTo>
                  <a:lnTo>
                    <a:pt x="3693804" y="2002415"/>
                  </a:lnTo>
                  <a:lnTo>
                    <a:pt x="3682508" y="2002415"/>
                  </a:lnTo>
                  <a:lnTo>
                    <a:pt x="3671212" y="2002415"/>
                  </a:lnTo>
                  <a:lnTo>
                    <a:pt x="3659916" y="2002415"/>
                  </a:lnTo>
                  <a:lnTo>
                    <a:pt x="3648620" y="2002415"/>
                  </a:lnTo>
                  <a:lnTo>
                    <a:pt x="3637324" y="2002415"/>
                  </a:lnTo>
                  <a:lnTo>
                    <a:pt x="3626028" y="2002415"/>
                  </a:lnTo>
                  <a:lnTo>
                    <a:pt x="3614732" y="2002415"/>
                  </a:lnTo>
                  <a:lnTo>
                    <a:pt x="3603436" y="2002415"/>
                  </a:lnTo>
                  <a:lnTo>
                    <a:pt x="3592140" y="2002415"/>
                  </a:lnTo>
                  <a:lnTo>
                    <a:pt x="3580844" y="2002415"/>
                  </a:lnTo>
                  <a:lnTo>
                    <a:pt x="3569548" y="2002415"/>
                  </a:lnTo>
                  <a:lnTo>
                    <a:pt x="3558252" y="2002415"/>
                  </a:lnTo>
                  <a:lnTo>
                    <a:pt x="3546956" y="2002415"/>
                  </a:lnTo>
                  <a:lnTo>
                    <a:pt x="3535660" y="2002415"/>
                  </a:lnTo>
                  <a:lnTo>
                    <a:pt x="3524364" y="2002415"/>
                  </a:lnTo>
                  <a:lnTo>
                    <a:pt x="3513068" y="2002415"/>
                  </a:lnTo>
                  <a:lnTo>
                    <a:pt x="3501772" y="2002415"/>
                  </a:lnTo>
                  <a:lnTo>
                    <a:pt x="3490476" y="2002415"/>
                  </a:lnTo>
                  <a:lnTo>
                    <a:pt x="3479180" y="2002415"/>
                  </a:lnTo>
                  <a:lnTo>
                    <a:pt x="3467884" y="2002415"/>
                  </a:lnTo>
                  <a:lnTo>
                    <a:pt x="3456588" y="2002415"/>
                  </a:lnTo>
                  <a:lnTo>
                    <a:pt x="3445292" y="2002415"/>
                  </a:lnTo>
                  <a:lnTo>
                    <a:pt x="3433995" y="2002415"/>
                  </a:lnTo>
                  <a:lnTo>
                    <a:pt x="3422699" y="2002415"/>
                  </a:lnTo>
                  <a:lnTo>
                    <a:pt x="3411403" y="2002415"/>
                  </a:lnTo>
                  <a:lnTo>
                    <a:pt x="3400107" y="2002415"/>
                  </a:lnTo>
                  <a:lnTo>
                    <a:pt x="3388811" y="2002415"/>
                  </a:lnTo>
                  <a:lnTo>
                    <a:pt x="3377515" y="2002415"/>
                  </a:lnTo>
                  <a:lnTo>
                    <a:pt x="3366219" y="2002415"/>
                  </a:lnTo>
                  <a:lnTo>
                    <a:pt x="3354923" y="2002415"/>
                  </a:lnTo>
                  <a:lnTo>
                    <a:pt x="3343627" y="2002415"/>
                  </a:lnTo>
                  <a:lnTo>
                    <a:pt x="3332331" y="2002415"/>
                  </a:lnTo>
                  <a:lnTo>
                    <a:pt x="3321035" y="2002415"/>
                  </a:lnTo>
                  <a:lnTo>
                    <a:pt x="3309739" y="2002415"/>
                  </a:lnTo>
                  <a:lnTo>
                    <a:pt x="3298443" y="2002415"/>
                  </a:lnTo>
                  <a:lnTo>
                    <a:pt x="3287147" y="2002415"/>
                  </a:lnTo>
                  <a:lnTo>
                    <a:pt x="3275851" y="2002415"/>
                  </a:lnTo>
                  <a:lnTo>
                    <a:pt x="3264555" y="2002415"/>
                  </a:lnTo>
                  <a:lnTo>
                    <a:pt x="3253259" y="2002415"/>
                  </a:lnTo>
                  <a:lnTo>
                    <a:pt x="3241963" y="2002415"/>
                  </a:lnTo>
                  <a:lnTo>
                    <a:pt x="3230667" y="2002415"/>
                  </a:lnTo>
                  <a:lnTo>
                    <a:pt x="3219371" y="2002415"/>
                  </a:lnTo>
                  <a:lnTo>
                    <a:pt x="3208075" y="2002415"/>
                  </a:lnTo>
                  <a:lnTo>
                    <a:pt x="3196779" y="2002415"/>
                  </a:lnTo>
                  <a:lnTo>
                    <a:pt x="3185483" y="2002415"/>
                  </a:lnTo>
                  <a:lnTo>
                    <a:pt x="3174187" y="2002415"/>
                  </a:lnTo>
                  <a:lnTo>
                    <a:pt x="3162891" y="2002415"/>
                  </a:lnTo>
                  <a:lnTo>
                    <a:pt x="3151594" y="2002415"/>
                  </a:lnTo>
                  <a:lnTo>
                    <a:pt x="3140298" y="2002415"/>
                  </a:lnTo>
                  <a:lnTo>
                    <a:pt x="3129002" y="2002415"/>
                  </a:lnTo>
                  <a:lnTo>
                    <a:pt x="3117706" y="2002415"/>
                  </a:lnTo>
                  <a:lnTo>
                    <a:pt x="3106410" y="2002415"/>
                  </a:lnTo>
                  <a:lnTo>
                    <a:pt x="3095114" y="2002415"/>
                  </a:lnTo>
                  <a:lnTo>
                    <a:pt x="3083818" y="2002415"/>
                  </a:lnTo>
                  <a:lnTo>
                    <a:pt x="3072522" y="2002415"/>
                  </a:lnTo>
                  <a:lnTo>
                    <a:pt x="3061226" y="2002415"/>
                  </a:lnTo>
                  <a:lnTo>
                    <a:pt x="3049930" y="2002415"/>
                  </a:lnTo>
                  <a:lnTo>
                    <a:pt x="3038634" y="2002415"/>
                  </a:lnTo>
                  <a:lnTo>
                    <a:pt x="3027338" y="2002415"/>
                  </a:lnTo>
                  <a:lnTo>
                    <a:pt x="3016042" y="2002415"/>
                  </a:lnTo>
                  <a:lnTo>
                    <a:pt x="3004746" y="2002415"/>
                  </a:lnTo>
                  <a:lnTo>
                    <a:pt x="2993450" y="2002415"/>
                  </a:lnTo>
                  <a:lnTo>
                    <a:pt x="2982154" y="2002415"/>
                  </a:lnTo>
                  <a:lnTo>
                    <a:pt x="2970858" y="2002415"/>
                  </a:lnTo>
                  <a:lnTo>
                    <a:pt x="2959562" y="2002415"/>
                  </a:lnTo>
                  <a:lnTo>
                    <a:pt x="2948266" y="2002415"/>
                  </a:lnTo>
                  <a:lnTo>
                    <a:pt x="2936970" y="2002415"/>
                  </a:lnTo>
                  <a:lnTo>
                    <a:pt x="2925674" y="2002415"/>
                  </a:lnTo>
                  <a:lnTo>
                    <a:pt x="2914378" y="2002415"/>
                  </a:lnTo>
                  <a:lnTo>
                    <a:pt x="2903082" y="2002415"/>
                  </a:lnTo>
                  <a:lnTo>
                    <a:pt x="2891786" y="2002415"/>
                  </a:lnTo>
                  <a:lnTo>
                    <a:pt x="2880490" y="2002415"/>
                  </a:lnTo>
                  <a:lnTo>
                    <a:pt x="2869193" y="2002415"/>
                  </a:lnTo>
                  <a:lnTo>
                    <a:pt x="2857897" y="2002415"/>
                  </a:lnTo>
                  <a:lnTo>
                    <a:pt x="2846601" y="2002415"/>
                  </a:lnTo>
                  <a:lnTo>
                    <a:pt x="2835305" y="2002415"/>
                  </a:lnTo>
                  <a:lnTo>
                    <a:pt x="2824009" y="2002415"/>
                  </a:lnTo>
                  <a:lnTo>
                    <a:pt x="2812713" y="2002415"/>
                  </a:lnTo>
                  <a:lnTo>
                    <a:pt x="2801417" y="2002415"/>
                  </a:lnTo>
                  <a:lnTo>
                    <a:pt x="2790121" y="2002415"/>
                  </a:lnTo>
                  <a:lnTo>
                    <a:pt x="2778825" y="2002415"/>
                  </a:lnTo>
                  <a:lnTo>
                    <a:pt x="2767529" y="2002415"/>
                  </a:lnTo>
                  <a:lnTo>
                    <a:pt x="2756233" y="2002415"/>
                  </a:lnTo>
                  <a:lnTo>
                    <a:pt x="2744937" y="2002415"/>
                  </a:lnTo>
                  <a:lnTo>
                    <a:pt x="2733641" y="2002415"/>
                  </a:lnTo>
                  <a:lnTo>
                    <a:pt x="2722345" y="2002415"/>
                  </a:lnTo>
                  <a:lnTo>
                    <a:pt x="2711049" y="2002415"/>
                  </a:lnTo>
                  <a:lnTo>
                    <a:pt x="2699753" y="2002415"/>
                  </a:lnTo>
                  <a:lnTo>
                    <a:pt x="2688457" y="2002415"/>
                  </a:lnTo>
                  <a:lnTo>
                    <a:pt x="2677161" y="2002415"/>
                  </a:lnTo>
                  <a:lnTo>
                    <a:pt x="2665865" y="2002415"/>
                  </a:lnTo>
                  <a:lnTo>
                    <a:pt x="2654569" y="2002415"/>
                  </a:lnTo>
                  <a:lnTo>
                    <a:pt x="2643273" y="2002415"/>
                  </a:lnTo>
                  <a:lnTo>
                    <a:pt x="2631977" y="2002415"/>
                  </a:lnTo>
                  <a:lnTo>
                    <a:pt x="2620681" y="2002415"/>
                  </a:lnTo>
                  <a:lnTo>
                    <a:pt x="2609385" y="2002415"/>
                  </a:lnTo>
                  <a:lnTo>
                    <a:pt x="2598089" y="2002415"/>
                  </a:lnTo>
                  <a:lnTo>
                    <a:pt x="2586793" y="2002415"/>
                  </a:lnTo>
                  <a:lnTo>
                    <a:pt x="2575496" y="2002415"/>
                  </a:lnTo>
                  <a:lnTo>
                    <a:pt x="2564200" y="2002415"/>
                  </a:lnTo>
                  <a:lnTo>
                    <a:pt x="2552904" y="2002415"/>
                  </a:lnTo>
                  <a:lnTo>
                    <a:pt x="2541608" y="2002415"/>
                  </a:lnTo>
                  <a:lnTo>
                    <a:pt x="2530312" y="2002415"/>
                  </a:lnTo>
                  <a:lnTo>
                    <a:pt x="2519016" y="2002415"/>
                  </a:lnTo>
                  <a:lnTo>
                    <a:pt x="2507720" y="2002415"/>
                  </a:lnTo>
                  <a:lnTo>
                    <a:pt x="2496424" y="2002415"/>
                  </a:lnTo>
                  <a:lnTo>
                    <a:pt x="2485128" y="2002415"/>
                  </a:lnTo>
                  <a:lnTo>
                    <a:pt x="2473832" y="2002415"/>
                  </a:lnTo>
                  <a:lnTo>
                    <a:pt x="2462536" y="2002415"/>
                  </a:lnTo>
                  <a:lnTo>
                    <a:pt x="2451240" y="2002415"/>
                  </a:lnTo>
                  <a:lnTo>
                    <a:pt x="2439944" y="2002415"/>
                  </a:lnTo>
                  <a:lnTo>
                    <a:pt x="2428648" y="2002415"/>
                  </a:lnTo>
                  <a:lnTo>
                    <a:pt x="2417352" y="2002415"/>
                  </a:lnTo>
                  <a:lnTo>
                    <a:pt x="2406056" y="2002415"/>
                  </a:lnTo>
                  <a:lnTo>
                    <a:pt x="2394760" y="2002415"/>
                  </a:lnTo>
                  <a:lnTo>
                    <a:pt x="2383464" y="2002415"/>
                  </a:lnTo>
                  <a:lnTo>
                    <a:pt x="2372168" y="2002415"/>
                  </a:lnTo>
                  <a:lnTo>
                    <a:pt x="2360872" y="2002415"/>
                  </a:lnTo>
                  <a:lnTo>
                    <a:pt x="2349576" y="2002415"/>
                  </a:lnTo>
                  <a:lnTo>
                    <a:pt x="2338280" y="2002415"/>
                  </a:lnTo>
                  <a:lnTo>
                    <a:pt x="2326984" y="2002415"/>
                  </a:lnTo>
                  <a:lnTo>
                    <a:pt x="2315688" y="2002415"/>
                  </a:lnTo>
                  <a:lnTo>
                    <a:pt x="2304392" y="2002415"/>
                  </a:lnTo>
                  <a:lnTo>
                    <a:pt x="2293095" y="2002415"/>
                  </a:lnTo>
                  <a:lnTo>
                    <a:pt x="2281799" y="2002415"/>
                  </a:lnTo>
                  <a:lnTo>
                    <a:pt x="2270503" y="2002415"/>
                  </a:lnTo>
                  <a:lnTo>
                    <a:pt x="2259207" y="2002415"/>
                  </a:lnTo>
                  <a:lnTo>
                    <a:pt x="2247911" y="2002415"/>
                  </a:lnTo>
                  <a:lnTo>
                    <a:pt x="2236615" y="2002415"/>
                  </a:lnTo>
                  <a:lnTo>
                    <a:pt x="2225319" y="2002415"/>
                  </a:lnTo>
                  <a:lnTo>
                    <a:pt x="2214023" y="2002415"/>
                  </a:lnTo>
                  <a:lnTo>
                    <a:pt x="2202727" y="2002415"/>
                  </a:lnTo>
                  <a:lnTo>
                    <a:pt x="2191431" y="2002415"/>
                  </a:lnTo>
                  <a:lnTo>
                    <a:pt x="2180135" y="2002415"/>
                  </a:lnTo>
                  <a:lnTo>
                    <a:pt x="2168839" y="2002415"/>
                  </a:lnTo>
                  <a:lnTo>
                    <a:pt x="2157543" y="2002415"/>
                  </a:lnTo>
                  <a:lnTo>
                    <a:pt x="2146247" y="2002415"/>
                  </a:lnTo>
                  <a:lnTo>
                    <a:pt x="2134951" y="2002415"/>
                  </a:lnTo>
                  <a:lnTo>
                    <a:pt x="2123655" y="2002415"/>
                  </a:lnTo>
                  <a:lnTo>
                    <a:pt x="2112359" y="2002415"/>
                  </a:lnTo>
                  <a:lnTo>
                    <a:pt x="2101063" y="2002415"/>
                  </a:lnTo>
                  <a:lnTo>
                    <a:pt x="2089767" y="2002415"/>
                  </a:lnTo>
                  <a:lnTo>
                    <a:pt x="2078471" y="2002415"/>
                  </a:lnTo>
                  <a:lnTo>
                    <a:pt x="2067175" y="2002415"/>
                  </a:lnTo>
                  <a:lnTo>
                    <a:pt x="2055879" y="2002415"/>
                  </a:lnTo>
                  <a:lnTo>
                    <a:pt x="2044583" y="2002415"/>
                  </a:lnTo>
                  <a:lnTo>
                    <a:pt x="2033287" y="2002415"/>
                  </a:lnTo>
                  <a:lnTo>
                    <a:pt x="2021991" y="2002415"/>
                  </a:lnTo>
                  <a:lnTo>
                    <a:pt x="2010695" y="2002415"/>
                  </a:lnTo>
                  <a:lnTo>
                    <a:pt x="1999398" y="2002415"/>
                  </a:lnTo>
                  <a:lnTo>
                    <a:pt x="1988102" y="2002415"/>
                  </a:lnTo>
                  <a:lnTo>
                    <a:pt x="1976806" y="2002415"/>
                  </a:lnTo>
                  <a:lnTo>
                    <a:pt x="1965510" y="2002415"/>
                  </a:lnTo>
                  <a:lnTo>
                    <a:pt x="1954214" y="2002415"/>
                  </a:lnTo>
                  <a:lnTo>
                    <a:pt x="1942918" y="2002415"/>
                  </a:lnTo>
                  <a:lnTo>
                    <a:pt x="1931622" y="2002415"/>
                  </a:lnTo>
                  <a:lnTo>
                    <a:pt x="1920326" y="2002415"/>
                  </a:lnTo>
                  <a:lnTo>
                    <a:pt x="1909030" y="2002415"/>
                  </a:lnTo>
                  <a:lnTo>
                    <a:pt x="1897734" y="2002415"/>
                  </a:lnTo>
                  <a:lnTo>
                    <a:pt x="1886438" y="2002415"/>
                  </a:lnTo>
                  <a:lnTo>
                    <a:pt x="1875142" y="2002415"/>
                  </a:lnTo>
                  <a:lnTo>
                    <a:pt x="1863846" y="2002415"/>
                  </a:lnTo>
                  <a:lnTo>
                    <a:pt x="1852550" y="2002415"/>
                  </a:lnTo>
                  <a:lnTo>
                    <a:pt x="1841254" y="2002415"/>
                  </a:lnTo>
                  <a:lnTo>
                    <a:pt x="1829958" y="2002415"/>
                  </a:lnTo>
                  <a:lnTo>
                    <a:pt x="1818662" y="2002415"/>
                  </a:lnTo>
                  <a:lnTo>
                    <a:pt x="1807366" y="2002415"/>
                  </a:lnTo>
                  <a:lnTo>
                    <a:pt x="1796070" y="2002415"/>
                  </a:lnTo>
                  <a:lnTo>
                    <a:pt x="1784774" y="2002415"/>
                  </a:lnTo>
                  <a:lnTo>
                    <a:pt x="1773478" y="2002415"/>
                  </a:lnTo>
                  <a:lnTo>
                    <a:pt x="1762182" y="2002415"/>
                  </a:lnTo>
                  <a:lnTo>
                    <a:pt x="1750886" y="2002415"/>
                  </a:lnTo>
                  <a:lnTo>
                    <a:pt x="1739590" y="2002415"/>
                  </a:lnTo>
                  <a:lnTo>
                    <a:pt x="1728294" y="2002415"/>
                  </a:lnTo>
                  <a:lnTo>
                    <a:pt x="1716997" y="2002415"/>
                  </a:lnTo>
                  <a:lnTo>
                    <a:pt x="1705701" y="2002415"/>
                  </a:lnTo>
                  <a:lnTo>
                    <a:pt x="1694405" y="2002415"/>
                  </a:lnTo>
                  <a:lnTo>
                    <a:pt x="1683109" y="2002415"/>
                  </a:lnTo>
                  <a:lnTo>
                    <a:pt x="1671813" y="2002415"/>
                  </a:lnTo>
                  <a:lnTo>
                    <a:pt x="1660517" y="2002415"/>
                  </a:lnTo>
                  <a:lnTo>
                    <a:pt x="1649221" y="2002415"/>
                  </a:lnTo>
                  <a:lnTo>
                    <a:pt x="1637925" y="2002415"/>
                  </a:lnTo>
                  <a:lnTo>
                    <a:pt x="1626629" y="2002415"/>
                  </a:lnTo>
                  <a:lnTo>
                    <a:pt x="1615333" y="2002415"/>
                  </a:lnTo>
                  <a:lnTo>
                    <a:pt x="1604037" y="2002415"/>
                  </a:lnTo>
                  <a:lnTo>
                    <a:pt x="1592741" y="2002415"/>
                  </a:lnTo>
                  <a:lnTo>
                    <a:pt x="1581445" y="2002415"/>
                  </a:lnTo>
                  <a:lnTo>
                    <a:pt x="1570149" y="2002415"/>
                  </a:lnTo>
                  <a:lnTo>
                    <a:pt x="1558853" y="2002415"/>
                  </a:lnTo>
                  <a:lnTo>
                    <a:pt x="1547557" y="2002415"/>
                  </a:lnTo>
                  <a:lnTo>
                    <a:pt x="1536261" y="2002415"/>
                  </a:lnTo>
                  <a:lnTo>
                    <a:pt x="1524965" y="2002415"/>
                  </a:lnTo>
                  <a:lnTo>
                    <a:pt x="1513669" y="2002415"/>
                  </a:lnTo>
                  <a:lnTo>
                    <a:pt x="1502373" y="2002415"/>
                  </a:lnTo>
                  <a:lnTo>
                    <a:pt x="1491077" y="2002415"/>
                  </a:lnTo>
                  <a:lnTo>
                    <a:pt x="1479781" y="2002415"/>
                  </a:lnTo>
                  <a:lnTo>
                    <a:pt x="1468485" y="2002415"/>
                  </a:lnTo>
                  <a:lnTo>
                    <a:pt x="1457189" y="2002415"/>
                  </a:lnTo>
                  <a:lnTo>
                    <a:pt x="1445893" y="2002415"/>
                  </a:lnTo>
                  <a:lnTo>
                    <a:pt x="1434596" y="2002415"/>
                  </a:lnTo>
                  <a:lnTo>
                    <a:pt x="1423300" y="2002415"/>
                  </a:lnTo>
                  <a:lnTo>
                    <a:pt x="1412004" y="2002415"/>
                  </a:lnTo>
                  <a:lnTo>
                    <a:pt x="1400708" y="2002415"/>
                  </a:lnTo>
                  <a:lnTo>
                    <a:pt x="1389412" y="2002415"/>
                  </a:lnTo>
                  <a:lnTo>
                    <a:pt x="1378116" y="2002415"/>
                  </a:lnTo>
                  <a:lnTo>
                    <a:pt x="1366820" y="2002415"/>
                  </a:lnTo>
                  <a:lnTo>
                    <a:pt x="1355524" y="2002415"/>
                  </a:lnTo>
                  <a:lnTo>
                    <a:pt x="1344228" y="2002415"/>
                  </a:lnTo>
                  <a:lnTo>
                    <a:pt x="1332932" y="2002415"/>
                  </a:lnTo>
                  <a:lnTo>
                    <a:pt x="1321636" y="2002415"/>
                  </a:lnTo>
                  <a:lnTo>
                    <a:pt x="1310340" y="2002415"/>
                  </a:lnTo>
                  <a:lnTo>
                    <a:pt x="1299044" y="2002415"/>
                  </a:lnTo>
                  <a:lnTo>
                    <a:pt x="1287748" y="2002415"/>
                  </a:lnTo>
                  <a:lnTo>
                    <a:pt x="1276452" y="2002415"/>
                  </a:lnTo>
                  <a:lnTo>
                    <a:pt x="1265156" y="2002415"/>
                  </a:lnTo>
                  <a:lnTo>
                    <a:pt x="1253860" y="2002415"/>
                  </a:lnTo>
                  <a:lnTo>
                    <a:pt x="1242564" y="2002415"/>
                  </a:lnTo>
                  <a:lnTo>
                    <a:pt x="1231268" y="2002415"/>
                  </a:lnTo>
                  <a:lnTo>
                    <a:pt x="1219972" y="2002415"/>
                  </a:lnTo>
                  <a:lnTo>
                    <a:pt x="1208676" y="2002415"/>
                  </a:lnTo>
                  <a:lnTo>
                    <a:pt x="1197380" y="2002415"/>
                  </a:lnTo>
                  <a:lnTo>
                    <a:pt x="1186084" y="2002415"/>
                  </a:lnTo>
                  <a:lnTo>
                    <a:pt x="1174788" y="2002415"/>
                  </a:lnTo>
                  <a:lnTo>
                    <a:pt x="1163492" y="2002415"/>
                  </a:lnTo>
                  <a:lnTo>
                    <a:pt x="1152196" y="2002415"/>
                  </a:lnTo>
                  <a:lnTo>
                    <a:pt x="1140899" y="2002415"/>
                  </a:lnTo>
                  <a:lnTo>
                    <a:pt x="1129603" y="2002415"/>
                  </a:lnTo>
                  <a:lnTo>
                    <a:pt x="1118307" y="2002415"/>
                  </a:lnTo>
                  <a:lnTo>
                    <a:pt x="1107011" y="2002415"/>
                  </a:lnTo>
                  <a:lnTo>
                    <a:pt x="1095715" y="2002415"/>
                  </a:lnTo>
                  <a:lnTo>
                    <a:pt x="1084419" y="2002415"/>
                  </a:lnTo>
                  <a:lnTo>
                    <a:pt x="1073123" y="2002415"/>
                  </a:lnTo>
                  <a:lnTo>
                    <a:pt x="1061827" y="2002415"/>
                  </a:lnTo>
                  <a:lnTo>
                    <a:pt x="1050531" y="2002415"/>
                  </a:lnTo>
                  <a:lnTo>
                    <a:pt x="1039235" y="2002415"/>
                  </a:lnTo>
                  <a:lnTo>
                    <a:pt x="1027939" y="2002415"/>
                  </a:lnTo>
                  <a:lnTo>
                    <a:pt x="1016643" y="2002415"/>
                  </a:lnTo>
                  <a:lnTo>
                    <a:pt x="1005347" y="2002415"/>
                  </a:lnTo>
                  <a:lnTo>
                    <a:pt x="994051" y="2002415"/>
                  </a:lnTo>
                  <a:lnTo>
                    <a:pt x="982755" y="2002415"/>
                  </a:lnTo>
                  <a:lnTo>
                    <a:pt x="971459" y="2002415"/>
                  </a:lnTo>
                  <a:lnTo>
                    <a:pt x="960163" y="2002415"/>
                  </a:lnTo>
                  <a:lnTo>
                    <a:pt x="948867" y="2002415"/>
                  </a:lnTo>
                  <a:lnTo>
                    <a:pt x="937571" y="2002415"/>
                  </a:lnTo>
                  <a:lnTo>
                    <a:pt x="926275" y="2002415"/>
                  </a:lnTo>
                  <a:lnTo>
                    <a:pt x="914979" y="2002415"/>
                  </a:lnTo>
                  <a:lnTo>
                    <a:pt x="903683" y="2002415"/>
                  </a:lnTo>
                  <a:lnTo>
                    <a:pt x="892387" y="2002415"/>
                  </a:lnTo>
                  <a:lnTo>
                    <a:pt x="881091" y="2002415"/>
                  </a:lnTo>
                  <a:lnTo>
                    <a:pt x="869795" y="2002415"/>
                  </a:lnTo>
                  <a:lnTo>
                    <a:pt x="858498" y="2002415"/>
                  </a:lnTo>
                  <a:lnTo>
                    <a:pt x="847202" y="2002415"/>
                  </a:lnTo>
                  <a:lnTo>
                    <a:pt x="835906" y="2002415"/>
                  </a:lnTo>
                  <a:lnTo>
                    <a:pt x="824610" y="2002415"/>
                  </a:lnTo>
                  <a:lnTo>
                    <a:pt x="813314" y="2002415"/>
                  </a:lnTo>
                  <a:lnTo>
                    <a:pt x="802018" y="2002415"/>
                  </a:lnTo>
                  <a:lnTo>
                    <a:pt x="790722" y="2002415"/>
                  </a:lnTo>
                  <a:lnTo>
                    <a:pt x="779426" y="2002415"/>
                  </a:lnTo>
                  <a:lnTo>
                    <a:pt x="768130" y="2002415"/>
                  </a:lnTo>
                  <a:lnTo>
                    <a:pt x="756834" y="2002415"/>
                  </a:lnTo>
                  <a:lnTo>
                    <a:pt x="745538" y="2002415"/>
                  </a:lnTo>
                  <a:lnTo>
                    <a:pt x="734242" y="2002415"/>
                  </a:lnTo>
                  <a:lnTo>
                    <a:pt x="722946" y="2002415"/>
                  </a:lnTo>
                  <a:lnTo>
                    <a:pt x="711650" y="2002415"/>
                  </a:lnTo>
                  <a:lnTo>
                    <a:pt x="700354" y="2002415"/>
                  </a:lnTo>
                  <a:lnTo>
                    <a:pt x="689058" y="2002415"/>
                  </a:lnTo>
                  <a:lnTo>
                    <a:pt x="677762" y="2002415"/>
                  </a:lnTo>
                  <a:lnTo>
                    <a:pt x="666466" y="2002415"/>
                  </a:lnTo>
                  <a:lnTo>
                    <a:pt x="655170" y="2002415"/>
                  </a:lnTo>
                  <a:lnTo>
                    <a:pt x="643874" y="2002415"/>
                  </a:lnTo>
                  <a:lnTo>
                    <a:pt x="632578" y="2002415"/>
                  </a:lnTo>
                  <a:lnTo>
                    <a:pt x="621282" y="2002415"/>
                  </a:lnTo>
                  <a:lnTo>
                    <a:pt x="609986" y="2002415"/>
                  </a:lnTo>
                  <a:lnTo>
                    <a:pt x="598690" y="2002415"/>
                  </a:lnTo>
                  <a:lnTo>
                    <a:pt x="587394" y="2002415"/>
                  </a:lnTo>
                  <a:lnTo>
                    <a:pt x="576098" y="2002415"/>
                  </a:lnTo>
                  <a:lnTo>
                    <a:pt x="564801" y="2002415"/>
                  </a:lnTo>
                  <a:lnTo>
                    <a:pt x="553505" y="2002415"/>
                  </a:lnTo>
                  <a:lnTo>
                    <a:pt x="542209" y="2002415"/>
                  </a:lnTo>
                  <a:lnTo>
                    <a:pt x="530913" y="2002415"/>
                  </a:lnTo>
                  <a:lnTo>
                    <a:pt x="519617" y="2002415"/>
                  </a:lnTo>
                  <a:lnTo>
                    <a:pt x="508321" y="2002415"/>
                  </a:lnTo>
                  <a:lnTo>
                    <a:pt x="497025" y="2002415"/>
                  </a:lnTo>
                  <a:lnTo>
                    <a:pt x="485729" y="2002415"/>
                  </a:lnTo>
                  <a:lnTo>
                    <a:pt x="474433" y="2002415"/>
                  </a:lnTo>
                  <a:lnTo>
                    <a:pt x="463137" y="2002415"/>
                  </a:lnTo>
                  <a:lnTo>
                    <a:pt x="451841" y="2002415"/>
                  </a:lnTo>
                  <a:lnTo>
                    <a:pt x="440545" y="2002415"/>
                  </a:lnTo>
                  <a:lnTo>
                    <a:pt x="429249" y="2002415"/>
                  </a:lnTo>
                  <a:lnTo>
                    <a:pt x="417953" y="2002415"/>
                  </a:lnTo>
                  <a:lnTo>
                    <a:pt x="406657" y="2002415"/>
                  </a:lnTo>
                  <a:lnTo>
                    <a:pt x="395361" y="2002415"/>
                  </a:lnTo>
                  <a:lnTo>
                    <a:pt x="384065" y="2002415"/>
                  </a:lnTo>
                  <a:lnTo>
                    <a:pt x="372769" y="2002415"/>
                  </a:lnTo>
                  <a:lnTo>
                    <a:pt x="361473" y="2002415"/>
                  </a:lnTo>
                  <a:lnTo>
                    <a:pt x="350177" y="2002415"/>
                  </a:lnTo>
                  <a:lnTo>
                    <a:pt x="338881" y="2002415"/>
                  </a:lnTo>
                  <a:lnTo>
                    <a:pt x="327585" y="2002415"/>
                  </a:lnTo>
                  <a:lnTo>
                    <a:pt x="316289" y="2002415"/>
                  </a:lnTo>
                  <a:lnTo>
                    <a:pt x="304993" y="2002415"/>
                  </a:lnTo>
                  <a:lnTo>
                    <a:pt x="293697" y="2002415"/>
                  </a:lnTo>
                  <a:lnTo>
                    <a:pt x="282400" y="2002415"/>
                  </a:lnTo>
                  <a:lnTo>
                    <a:pt x="271104" y="2002415"/>
                  </a:lnTo>
                  <a:lnTo>
                    <a:pt x="259808" y="2002415"/>
                  </a:lnTo>
                  <a:lnTo>
                    <a:pt x="248512" y="2002415"/>
                  </a:lnTo>
                  <a:lnTo>
                    <a:pt x="237216" y="2002415"/>
                  </a:lnTo>
                  <a:lnTo>
                    <a:pt x="225920" y="2002415"/>
                  </a:lnTo>
                  <a:lnTo>
                    <a:pt x="214624" y="2002415"/>
                  </a:lnTo>
                  <a:lnTo>
                    <a:pt x="203328" y="2002415"/>
                  </a:lnTo>
                  <a:lnTo>
                    <a:pt x="192032" y="2002415"/>
                  </a:lnTo>
                  <a:lnTo>
                    <a:pt x="180736" y="2002415"/>
                  </a:lnTo>
                  <a:lnTo>
                    <a:pt x="169440" y="2002415"/>
                  </a:lnTo>
                  <a:lnTo>
                    <a:pt x="158144" y="2002415"/>
                  </a:lnTo>
                  <a:lnTo>
                    <a:pt x="146848" y="2002415"/>
                  </a:lnTo>
                  <a:lnTo>
                    <a:pt x="135552" y="2002415"/>
                  </a:lnTo>
                  <a:lnTo>
                    <a:pt x="124256" y="2002415"/>
                  </a:lnTo>
                  <a:lnTo>
                    <a:pt x="112960" y="2002415"/>
                  </a:lnTo>
                  <a:lnTo>
                    <a:pt x="101664" y="2002415"/>
                  </a:lnTo>
                  <a:lnTo>
                    <a:pt x="90368" y="2002415"/>
                  </a:lnTo>
                  <a:lnTo>
                    <a:pt x="79072" y="2002415"/>
                  </a:lnTo>
                  <a:lnTo>
                    <a:pt x="67776" y="2002415"/>
                  </a:lnTo>
                  <a:lnTo>
                    <a:pt x="56480" y="2002415"/>
                  </a:lnTo>
                  <a:lnTo>
                    <a:pt x="45184" y="2002415"/>
                  </a:lnTo>
                  <a:lnTo>
                    <a:pt x="33888" y="2002415"/>
                  </a:lnTo>
                  <a:lnTo>
                    <a:pt x="22592" y="2002415"/>
                  </a:lnTo>
                  <a:lnTo>
                    <a:pt x="11296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61030" y="3545210"/>
              <a:ext cx="5772276" cy="1987885"/>
            </a:xfrm>
            <a:custGeom>
              <a:avLst/>
              <a:pathLst>
                <a:path w="5772276" h="1987885">
                  <a:moveTo>
                    <a:pt x="0" y="1983320"/>
                  </a:moveTo>
                  <a:lnTo>
                    <a:pt x="11296" y="1982661"/>
                  </a:lnTo>
                  <a:lnTo>
                    <a:pt x="22592" y="1981990"/>
                  </a:lnTo>
                  <a:lnTo>
                    <a:pt x="33888" y="1981304"/>
                  </a:lnTo>
                  <a:lnTo>
                    <a:pt x="45184" y="1980603"/>
                  </a:lnTo>
                  <a:lnTo>
                    <a:pt x="56480" y="1979882"/>
                  </a:lnTo>
                  <a:lnTo>
                    <a:pt x="67776" y="1979138"/>
                  </a:lnTo>
                  <a:lnTo>
                    <a:pt x="79072" y="1978374"/>
                  </a:lnTo>
                  <a:lnTo>
                    <a:pt x="90368" y="1977588"/>
                  </a:lnTo>
                  <a:lnTo>
                    <a:pt x="101664" y="1976780"/>
                  </a:lnTo>
                  <a:lnTo>
                    <a:pt x="112960" y="1975941"/>
                  </a:lnTo>
                  <a:lnTo>
                    <a:pt x="124256" y="1975078"/>
                  </a:lnTo>
                  <a:lnTo>
                    <a:pt x="135552" y="1974192"/>
                  </a:lnTo>
                  <a:lnTo>
                    <a:pt x="146848" y="1973284"/>
                  </a:lnTo>
                  <a:lnTo>
                    <a:pt x="158144" y="1972350"/>
                  </a:lnTo>
                  <a:lnTo>
                    <a:pt x="169440" y="1971393"/>
                  </a:lnTo>
                  <a:lnTo>
                    <a:pt x="180736" y="1970417"/>
                  </a:lnTo>
                  <a:lnTo>
                    <a:pt x="192032" y="1969427"/>
                  </a:lnTo>
                  <a:lnTo>
                    <a:pt x="203328" y="1968423"/>
                  </a:lnTo>
                  <a:lnTo>
                    <a:pt x="214624" y="1967407"/>
                  </a:lnTo>
                  <a:lnTo>
                    <a:pt x="225920" y="1966385"/>
                  </a:lnTo>
                  <a:lnTo>
                    <a:pt x="237216" y="1965362"/>
                  </a:lnTo>
                  <a:lnTo>
                    <a:pt x="248512" y="1964341"/>
                  </a:lnTo>
                  <a:lnTo>
                    <a:pt x="259808" y="1963326"/>
                  </a:lnTo>
                  <a:lnTo>
                    <a:pt x="271104" y="1962326"/>
                  </a:lnTo>
                  <a:lnTo>
                    <a:pt x="282400" y="1961340"/>
                  </a:lnTo>
                  <a:lnTo>
                    <a:pt x="293697" y="1960374"/>
                  </a:lnTo>
                  <a:lnTo>
                    <a:pt x="304993" y="1959428"/>
                  </a:lnTo>
                  <a:lnTo>
                    <a:pt x="316289" y="1958514"/>
                  </a:lnTo>
                  <a:lnTo>
                    <a:pt x="327585" y="1957632"/>
                  </a:lnTo>
                  <a:lnTo>
                    <a:pt x="338881" y="1956781"/>
                  </a:lnTo>
                  <a:lnTo>
                    <a:pt x="350177" y="1955959"/>
                  </a:lnTo>
                  <a:lnTo>
                    <a:pt x="361473" y="1955171"/>
                  </a:lnTo>
                  <a:lnTo>
                    <a:pt x="372769" y="1954424"/>
                  </a:lnTo>
                  <a:lnTo>
                    <a:pt x="384065" y="1953707"/>
                  </a:lnTo>
                  <a:lnTo>
                    <a:pt x="395361" y="1953015"/>
                  </a:lnTo>
                  <a:lnTo>
                    <a:pt x="406657" y="1952347"/>
                  </a:lnTo>
                  <a:lnTo>
                    <a:pt x="417953" y="1951702"/>
                  </a:lnTo>
                  <a:lnTo>
                    <a:pt x="429249" y="1951070"/>
                  </a:lnTo>
                  <a:lnTo>
                    <a:pt x="440545" y="1950441"/>
                  </a:lnTo>
                  <a:lnTo>
                    <a:pt x="451841" y="1949810"/>
                  </a:lnTo>
                  <a:lnTo>
                    <a:pt x="463137" y="1949168"/>
                  </a:lnTo>
                  <a:lnTo>
                    <a:pt x="474433" y="1948494"/>
                  </a:lnTo>
                  <a:lnTo>
                    <a:pt x="485729" y="1947782"/>
                  </a:lnTo>
                  <a:lnTo>
                    <a:pt x="497025" y="1947022"/>
                  </a:lnTo>
                  <a:lnTo>
                    <a:pt x="508321" y="1946203"/>
                  </a:lnTo>
                  <a:lnTo>
                    <a:pt x="519617" y="1945301"/>
                  </a:lnTo>
                  <a:lnTo>
                    <a:pt x="530913" y="1944287"/>
                  </a:lnTo>
                  <a:lnTo>
                    <a:pt x="542209" y="1943167"/>
                  </a:lnTo>
                  <a:lnTo>
                    <a:pt x="553505" y="1941928"/>
                  </a:lnTo>
                  <a:lnTo>
                    <a:pt x="564801" y="1940559"/>
                  </a:lnTo>
                  <a:lnTo>
                    <a:pt x="576098" y="1938990"/>
                  </a:lnTo>
                  <a:lnTo>
                    <a:pt x="587394" y="1937243"/>
                  </a:lnTo>
                  <a:lnTo>
                    <a:pt x="598690" y="1935313"/>
                  </a:lnTo>
                  <a:lnTo>
                    <a:pt x="609986" y="1933191"/>
                  </a:lnTo>
                  <a:lnTo>
                    <a:pt x="621282" y="1930839"/>
                  </a:lnTo>
                  <a:lnTo>
                    <a:pt x="632578" y="1928200"/>
                  </a:lnTo>
                  <a:lnTo>
                    <a:pt x="643874" y="1925325"/>
                  </a:lnTo>
                  <a:lnTo>
                    <a:pt x="655170" y="1922203"/>
                  </a:lnTo>
                  <a:lnTo>
                    <a:pt x="666466" y="1918827"/>
                  </a:lnTo>
                  <a:lnTo>
                    <a:pt x="677762" y="1915113"/>
                  </a:lnTo>
                  <a:lnTo>
                    <a:pt x="689058" y="1911095"/>
                  </a:lnTo>
                  <a:lnTo>
                    <a:pt x="700354" y="1906799"/>
                  </a:lnTo>
                  <a:lnTo>
                    <a:pt x="711650" y="1902222"/>
                  </a:lnTo>
                  <a:lnTo>
                    <a:pt x="722946" y="1897345"/>
                  </a:lnTo>
                  <a:lnTo>
                    <a:pt x="734242" y="1892090"/>
                  </a:lnTo>
                  <a:lnTo>
                    <a:pt x="745538" y="1886555"/>
                  </a:lnTo>
                  <a:lnTo>
                    <a:pt x="756834" y="1880743"/>
                  </a:lnTo>
                  <a:lnTo>
                    <a:pt x="768130" y="1874657"/>
                  </a:lnTo>
                  <a:lnTo>
                    <a:pt x="779426" y="1868245"/>
                  </a:lnTo>
                  <a:lnTo>
                    <a:pt x="790722" y="1861541"/>
                  </a:lnTo>
                  <a:lnTo>
                    <a:pt x="802018" y="1854598"/>
                  </a:lnTo>
                  <a:lnTo>
                    <a:pt x="813314" y="1847426"/>
                  </a:lnTo>
                  <a:lnTo>
                    <a:pt x="824610" y="1840035"/>
                  </a:lnTo>
                  <a:lnTo>
                    <a:pt x="835906" y="1832375"/>
                  </a:lnTo>
                  <a:lnTo>
                    <a:pt x="847202" y="1824545"/>
                  </a:lnTo>
                  <a:lnTo>
                    <a:pt x="858498" y="1816560"/>
                  </a:lnTo>
                  <a:lnTo>
                    <a:pt x="869795" y="1808437"/>
                  </a:lnTo>
                  <a:lnTo>
                    <a:pt x="881091" y="1800178"/>
                  </a:lnTo>
                  <a:lnTo>
                    <a:pt x="892387" y="1791814"/>
                  </a:lnTo>
                  <a:lnTo>
                    <a:pt x="903683" y="1783389"/>
                  </a:lnTo>
                  <a:lnTo>
                    <a:pt x="914979" y="1774920"/>
                  </a:lnTo>
                  <a:lnTo>
                    <a:pt x="926275" y="1766425"/>
                  </a:lnTo>
                  <a:lnTo>
                    <a:pt x="937571" y="1757934"/>
                  </a:lnTo>
                  <a:lnTo>
                    <a:pt x="948867" y="1749474"/>
                  </a:lnTo>
                  <a:lnTo>
                    <a:pt x="960163" y="1741061"/>
                  </a:lnTo>
                  <a:lnTo>
                    <a:pt x="971459" y="1732711"/>
                  </a:lnTo>
                  <a:lnTo>
                    <a:pt x="982755" y="1724450"/>
                  </a:lnTo>
                  <a:lnTo>
                    <a:pt x="994051" y="1716315"/>
                  </a:lnTo>
                  <a:lnTo>
                    <a:pt x="1005347" y="1708293"/>
                  </a:lnTo>
                  <a:lnTo>
                    <a:pt x="1016643" y="1700392"/>
                  </a:lnTo>
                  <a:lnTo>
                    <a:pt x="1027939" y="1692620"/>
                  </a:lnTo>
                  <a:lnTo>
                    <a:pt x="1039235" y="1685024"/>
                  </a:lnTo>
                  <a:lnTo>
                    <a:pt x="1050531" y="1677576"/>
                  </a:lnTo>
                  <a:lnTo>
                    <a:pt x="1061827" y="1670263"/>
                  </a:lnTo>
                  <a:lnTo>
                    <a:pt x="1073123" y="1663081"/>
                  </a:lnTo>
                  <a:lnTo>
                    <a:pt x="1084419" y="1656035"/>
                  </a:lnTo>
                  <a:lnTo>
                    <a:pt x="1095715" y="1649133"/>
                  </a:lnTo>
                  <a:lnTo>
                    <a:pt x="1107011" y="1642324"/>
                  </a:lnTo>
                  <a:lnTo>
                    <a:pt x="1118307" y="1635593"/>
                  </a:lnTo>
                  <a:lnTo>
                    <a:pt x="1129603" y="1628923"/>
                  </a:lnTo>
                  <a:lnTo>
                    <a:pt x="1140899" y="1622299"/>
                  </a:lnTo>
                  <a:lnTo>
                    <a:pt x="1152196" y="1615676"/>
                  </a:lnTo>
                  <a:lnTo>
                    <a:pt x="1163492" y="1609026"/>
                  </a:lnTo>
                  <a:lnTo>
                    <a:pt x="1174788" y="1602324"/>
                  </a:lnTo>
                  <a:lnTo>
                    <a:pt x="1186084" y="1595540"/>
                  </a:lnTo>
                  <a:lnTo>
                    <a:pt x="1197380" y="1588589"/>
                  </a:lnTo>
                  <a:lnTo>
                    <a:pt x="1208676" y="1581468"/>
                  </a:lnTo>
                  <a:lnTo>
                    <a:pt x="1219972" y="1574150"/>
                  </a:lnTo>
                  <a:lnTo>
                    <a:pt x="1231268" y="1566605"/>
                  </a:lnTo>
                  <a:lnTo>
                    <a:pt x="1242564" y="1558739"/>
                  </a:lnTo>
                  <a:lnTo>
                    <a:pt x="1253860" y="1550502"/>
                  </a:lnTo>
                  <a:lnTo>
                    <a:pt x="1265156" y="1541917"/>
                  </a:lnTo>
                  <a:lnTo>
                    <a:pt x="1276452" y="1532955"/>
                  </a:lnTo>
                  <a:lnTo>
                    <a:pt x="1287748" y="1523592"/>
                  </a:lnTo>
                  <a:lnTo>
                    <a:pt x="1299044" y="1513623"/>
                  </a:lnTo>
                  <a:lnTo>
                    <a:pt x="1310340" y="1503171"/>
                  </a:lnTo>
                  <a:lnTo>
                    <a:pt x="1321636" y="1492226"/>
                  </a:lnTo>
                  <a:lnTo>
                    <a:pt x="1332932" y="1480769"/>
                  </a:lnTo>
                  <a:lnTo>
                    <a:pt x="1344228" y="1468701"/>
                  </a:lnTo>
                  <a:lnTo>
                    <a:pt x="1355524" y="1455958"/>
                  </a:lnTo>
                  <a:lnTo>
                    <a:pt x="1366820" y="1442659"/>
                  </a:lnTo>
                  <a:lnTo>
                    <a:pt x="1378116" y="1428801"/>
                  </a:lnTo>
                  <a:lnTo>
                    <a:pt x="1389412" y="1414383"/>
                  </a:lnTo>
                  <a:lnTo>
                    <a:pt x="1400708" y="1399226"/>
                  </a:lnTo>
                  <a:lnTo>
                    <a:pt x="1412004" y="1383490"/>
                  </a:lnTo>
                  <a:lnTo>
                    <a:pt x="1423300" y="1367222"/>
                  </a:lnTo>
                  <a:lnTo>
                    <a:pt x="1434596" y="1350435"/>
                  </a:lnTo>
                  <a:lnTo>
                    <a:pt x="1445893" y="1333095"/>
                  </a:lnTo>
                  <a:lnTo>
                    <a:pt x="1457189" y="1315156"/>
                  </a:lnTo>
                  <a:lnTo>
                    <a:pt x="1468485" y="1296785"/>
                  </a:lnTo>
                  <a:lnTo>
                    <a:pt x="1479781" y="1278009"/>
                  </a:lnTo>
                  <a:lnTo>
                    <a:pt x="1491077" y="1258855"/>
                  </a:lnTo>
                  <a:lnTo>
                    <a:pt x="1502373" y="1239275"/>
                  </a:lnTo>
                  <a:lnTo>
                    <a:pt x="1513669" y="1219382"/>
                  </a:lnTo>
                  <a:lnTo>
                    <a:pt x="1524965" y="1199247"/>
                  </a:lnTo>
                  <a:lnTo>
                    <a:pt x="1536261" y="1178906"/>
                  </a:lnTo>
                  <a:lnTo>
                    <a:pt x="1547557" y="1158386"/>
                  </a:lnTo>
                  <a:lnTo>
                    <a:pt x="1558853" y="1137718"/>
                  </a:lnTo>
                  <a:lnTo>
                    <a:pt x="1570149" y="1116991"/>
                  </a:lnTo>
                  <a:lnTo>
                    <a:pt x="1581445" y="1096240"/>
                  </a:lnTo>
                  <a:lnTo>
                    <a:pt x="1592741" y="1075496"/>
                  </a:lnTo>
                  <a:lnTo>
                    <a:pt x="1604037" y="1054816"/>
                  </a:lnTo>
                  <a:lnTo>
                    <a:pt x="1615333" y="1034252"/>
                  </a:lnTo>
                  <a:lnTo>
                    <a:pt x="1626629" y="1013820"/>
                  </a:lnTo>
                  <a:lnTo>
                    <a:pt x="1637925" y="993545"/>
                  </a:lnTo>
                  <a:lnTo>
                    <a:pt x="1649221" y="973450"/>
                  </a:lnTo>
                  <a:lnTo>
                    <a:pt x="1660517" y="953647"/>
                  </a:lnTo>
                  <a:lnTo>
                    <a:pt x="1671813" y="934080"/>
                  </a:lnTo>
                  <a:lnTo>
                    <a:pt x="1683109" y="914758"/>
                  </a:lnTo>
                  <a:lnTo>
                    <a:pt x="1694405" y="895691"/>
                  </a:lnTo>
                  <a:lnTo>
                    <a:pt x="1705701" y="876934"/>
                  </a:lnTo>
                  <a:lnTo>
                    <a:pt x="1716997" y="858500"/>
                  </a:lnTo>
                  <a:lnTo>
                    <a:pt x="1728294" y="840329"/>
                  </a:lnTo>
                  <a:lnTo>
                    <a:pt x="1739590" y="822418"/>
                  </a:lnTo>
                  <a:lnTo>
                    <a:pt x="1750886" y="804759"/>
                  </a:lnTo>
                  <a:lnTo>
                    <a:pt x="1762182" y="787420"/>
                  </a:lnTo>
                  <a:lnTo>
                    <a:pt x="1773478" y="770307"/>
                  </a:lnTo>
                  <a:lnTo>
                    <a:pt x="1784774" y="753396"/>
                  </a:lnTo>
                  <a:lnTo>
                    <a:pt x="1796070" y="736668"/>
                  </a:lnTo>
                  <a:lnTo>
                    <a:pt x="1807366" y="720126"/>
                  </a:lnTo>
                  <a:lnTo>
                    <a:pt x="1818662" y="703751"/>
                  </a:lnTo>
                  <a:lnTo>
                    <a:pt x="1829958" y="687481"/>
                  </a:lnTo>
                  <a:lnTo>
                    <a:pt x="1841254" y="671296"/>
                  </a:lnTo>
                  <a:lnTo>
                    <a:pt x="1852550" y="655177"/>
                  </a:lnTo>
                  <a:lnTo>
                    <a:pt x="1863846" y="639104"/>
                  </a:lnTo>
                  <a:lnTo>
                    <a:pt x="1875142" y="623038"/>
                  </a:lnTo>
                  <a:lnTo>
                    <a:pt x="1886438" y="606959"/>
                  </a:lnTo>
                  <a:lnTo>
                    <a:pt x="1897734" y="590849"/>
                  </a:lnTo>
                  <a:lnTo>
                    <a:pt x="1909030" y="574688"/>
                  </a:lnTo>
                  <a:lnTo>
                    <a:pt x="1920326" y="558437"/>
                  </a:lnTo>
                  <a:lnTo>
                    <a:pt x="1931622" y="542103"/>
                  </a:lnTo>
                  <a:lnTo>
                    <a:pt x="1942918" y="525678"/>
                  </a:lnTo>
                  <a:lnTo>
                    <a:pt x="1954214" y="509154"/>
                  </a:lnTo>
                  <a:lnTo>
                    <a:pt x="1965510" y="492501"/>
                  </a:lnTo>
                  <a:lnTo>
                    <a:pt x="1976806" y="475727"/>
                  </a:lnTo>
                  <a:lnTo>
                    <a:pt x="1988102" y="458851"/>
                  </a:lnTo>
                  <a:lnTo>
                    <a:pt x="1999398" y="441877"/>
                  </a:lnTo>
                  <a:lnTo>
                    <a:pt x="2010695" y="424808"/>
                  </a:lnTo>
                  <a:lnTo>
                    <a:pt x="2021991" y="407633"/>
                  </a:lnTo>
                  <a:lnTo>
                    <a:pt x="2033287" y="390399"/>
                  </a:lnTo>
                  <a:lnTo>
                    <a:pt x="2044583" y="373120"/>
                  </a:lnTo>
                  <a:lnTo>
                    <a:pt x="2055879" y="355812"/>
                  </a:lnTo>
                  <a:lnTo>
                    <a:pt x="2067175" y="338497"/>
                  </a:lnTo>
                  <a:lnTo>
                    <a:pt x="2078471" y="321213"/>
                  </a:lnTo>
                  <a:lnTo>
                    <a:pt x="2089767" y="303986"/>
                  </a:lnTo>
                  <a:lnTo>
                    <a:pt x="2101063" y="286837"/>
                  </a:lnTo>
                  <a:lnTo>
                    <a:pt x="2112359" y="269792"/>
                  </a:lnTo>
                  <a:lnTo>
                    <a:pt x="2123655" y="252945"/>
                  </a:lnTo>
                  <a:lnTo>
                    <a:pt x="2134951" y="236292"/>
                  </a:lnTo>
                  <a:lnTo>
                    <a:pt x="2146247" y="219859"/>
                  </a:lnTo>
                  <a:lnTo>
                    <a:pt x="2157543" y="203674"/>
                  </a:lnTo>
                  <a:lnTo>
                    <a:pt x="2168839" y="187819"/>
                  </a:lnTo>
                  <a:lnTo>
                    <a:pt x="2180135" y="172379"/>
                  </a:lnTo>
                  <a:lnTo>
                    <a:pt x="2191431" y="157320"/>
                  </a:lnTo>
                  <a:lnTo>
                    <a:pt x="2202727" y="142671"/>
                  </a:lnTo>
                  <a:lnTo>
                    <a:pt x="2214023" y="128464"/>
                  </a:lnTo>
                  <a:lnTo>
                    <a:pt x="2225319" y="114905"/>
                  </a:lnTo>
                  <a:lnTo>
                    <a:pt x="2236615" y="101924"/>
                  </a:lnTo>
                  <a:lnTo>
                    <a:pt x="2247911" y="89518"/>
                  </a:lnTo>
                  <a:lnTo>
                    <a:pt x="2259207" y="77716"/>
                  </a:lnTo>
                  <a:lnTo>
                    <a:pt x="2270503" y="66618"/>
                  </a:lnTo>
                  <a:lnTo>
                    <a:pt x="2281799" y="56402"/>
                  </a:lnTo>
                  <a:lnTo>
                    <a:pt x="2293095" y="46908"/>
                  </a:lnTo>
                  <a:lnTo>
                    <a:pt x="2304392" y="38160"/>
                  </a:lnTo>
                  <a:lnTo>
                    <a:pt x="2315688" y="30181"/>
                  </a:lnTo>
                  <a:lnTo>
                    <a:pt x="2326984" y="23218"/>
                  </a:lnTo>
                  <a:lnTo>
                    <a:pt x="2338280" y="17180"/>
                  </a:lnTo>
                  <a:lnTo>
                    <a:pt x="2349576" y="11985"/>
                  </a:lnTo>
                  <a:lnTo>
                    <a:pt x="2360872" y="7643"/>
                  </a:lnTo>
                  <a:lnTo>
                    <a:pt x="2372168" y="4209"/>
                  </a:lnTo>
                  <a:lnTo>
                    <a:pt x="2383464" y="1939"/>
                  </a:lnTo>
                  <a:lnTo>
                    <a:pt x="2394760" y="538"/>
                  </a:lnTo>
                  <a:lnTo>
                    <a:pt x="2406056" y="0"/>
                  </a:lnTo>
                  <a:lnTo>
                    <a:pt x="2417352" y="315"/>
                  </a:lnTo>
                  <a:lnTo>
                    <a:pt x="2428648" y="1654"/>
                  </a:lnTo>
                  <a:lnTo>
                    <a:pt x="2439944" y="3937"/>
                  </a:lnTo>
                  <a:lnTo>
                    <a:pt x="2451240" y="6997"/>
                  </a:lnTo>
                  <a:lnTo>
                    <a:pt x="2462536" y="10805"/>
                  </a:lnTo>
                  <a:lnTo>
                    <a:pt x="2473832" y="15335"/>
                  </a:lnTo>
                  <a:lnTo>
                    <a:pt x="2485128" y="20782"/>
                  </a:lnTo>
                  <a:lnTo>
                    <a:pt x="2496424" y="26823"/>
                  </a:lnTo>
                  <a:lnTo>
                    <a:pt x="2507720" y="33411"/>
                  </a:lnTo>
                  <a:lnTo>
                    <a:pt x="2519016" y="40500"/>
                  </a:lnTo>
                  <a:lnTo>
                    <a:pt x="2530312" y="48100"/>
                  </a:lnTo>
                  <a:lnTo>
                    <a:pt x="2541608" y="56123"/>
                  </a:lnTo>
                  <a:lnTo>
                    <a:pt x="2552904" y="64416"/>
                  </a:lnTo>
                  <a:lnTo>
                    <a:pt x="2564200" y="72921"/>
                  </a:lnTo>
                  <a:lnTo>
                    <a:pt x="2575496" y="81579"/>
                  </a:lnTo>
                  <a:lnTo>
                    <a:pt x="2586793" y="90316"/>
                  </a:lnTo>
                  <a:lnTo>
                    <a:pt x="2598089" y="99011"/>
                  </a:lnTo>
                  <a:lnTo>
                    <a:pt x="2609385" y="107602"/>
                  </a:lnTo>
                  <a:lnTo>
                    <a:pt x="2620681" y="116031"/>
                  </a:lnTo>
                  <a:lnTo>
                    <a:pt x="2631977" y="124201"/>
                  </a:lnTo>
                  <a:lnTo>
                    <a:pt x="2643273" y="131965"/>
                  </a:lnTo>
                  <a:lnTo>
                    <a:pt x="2654569" y="139335"/>
                  </a:lnTo>
                  <a:lnTo>
                    <a:pt x="2665865" y="146267"/>
                  </a:lnTo>
                  <a:lnTo>
                    <a:pt x="2677161" y="152714"/>
                  </a:lnTo>
                  <a:lnTo>
                    <a:pt x="2688457" y="158460"/>
                  </a:lnTo>
                  <a:lnTo>
                    <a:pt x="2699753" y="163552"/>
                  </a:lnTo>
                  <a:lnTo>
                    <a:pt x="2711049" y="168018"/>
                  </a:lnTo>
                  <a:lnTo>
                    <a:pt x="2722345" y="171836"/>
                  </a:lnTo>
                  <a:lnTo>
                    <a:pt x="2733641" y="174939"/>
                  </a:lnTo>
                  <a:lnTo>
                    <a:pt x="2744937" y="177144"/>
                  </a:lnTo>
                  <a:lnTo>
                    <a:pt x="2756233" y="178668"/>
                  </a:lnTo>
                  <a:lnTo>
                    <a:pt x="2767529" y="179517"/>
                  </a:lnTo>
                  <a:lnTo>
                    <a:pt x="2778825" y="179703"/>
                  </a:lnTo>
                  <a:lnTo>
                    <a:pt x="2790121" y="179092"/>
                  </a:lnTo>
                  <a:lnTo>
                    <a:pt x="2801417" y="177799"/>
                  </a:lnTo>
                  <a:lnTo>
                    <a:pt x="2812713" y="175952"/>
                  </a:lnTo>
                  <a:lnTo>
                    <a:pt x="2824009" y="173590"/>
                  </a:lnTo>
                  <a:lnTo>
                    <a:pt x="2835305" y="170746"/>
                  </a:lnTo>
                  <a:lnTo>
                    <a:pt x="2846601" y="167369"/>
                  </a:lnTo>
                  <a:lnTo>
                    <a:pt x="2857897" y="163691"/>
                  </a:lnTo>
                  <a:lnTo>
                    <a:pt x="2869193" y="159772"/>
                  </a:lnTo>
                  <a:lnTo>
                    <a:pt x="2880490" y="155674"/>
                  </a:lnTo>
                  <a:lnTo>
                    <a:pt x="2891786" y="151465"/>
                  </a:lnTo>
                  <a:lnTo>
                    <a:pt x="2903082" y="147278"/>
                  </a:lnTo>
                  <a:lnTo>
                    <a:pt x="2914378" y="143201"/>
                  </a:lnTo>
                  <a:lnTo>
                    <a:pt x="2925674" y="139303"/>
                  </a:lnTo>
                  <a:lnTo>
                    <a:pt x="2936970" y="135655"/>
                  </a:lnTo>
                  <a:lnTo>
                    <a:pt x="2948266" y="132499"/>
                  </a:lnTo>
                  <a:lnTo>
                    <a:pt x="2959562" y="129823"/>
                  </a:lnTo>
                  <a:lnTo>
                    <a:pt x="2970858" y="127683"/>
                  </a:lnTo>
                  <a:lnTo>
                    <a:pt x="2982154" y="126141"/>
                  </a:lnTo>
                  <a:lnTo>
                    <a:pt x="2993450" y="125365"/>
                  </a:lnTo>
                  <a:lnTo>
                    <a:pt x="3004746" y="125532"/>
                  </a:lnTo>
                  <a:lnTo>
                    <a:pt x="3016042" y="126520"/>
                  </a:lnTo>
                  <a:lnTo>
                    <a:pt x="3027338" y="128370"/>
                  </a:lnTo>
                  <a:lnTo>
                    <a:pt x="3038634" y="131122"/>
                  </a:lnTo>
                  <a:lnTo>
                    <a:pt x="3049930" y="135120"/>
                  </a:lnTo>
                  <a:lnTo>
                    <a:pt x="3061226" y="140175"/>
                  </a:lnTo>
                  <a:lnTo>
                    <a:pt x="3072522" y="146229"/>
                  </a:lnTo>
                  <a:lnTo>
                    <a:pt x="3083818" y="153292"/>
                  </a:lnTo>
                  <a:lnTo>
                    <a:pt x="3095114" y="161468"/>
                  </a:lnTo>
                  <a:lnTo>
                    <a:pt x="3106410" y="170948"/>
                  </a:lnTo>
                  <a:lnTo>
                    <a:pt x="3117706" y="181418"/>
                  </a:lnTo>
                  <a:lnTo>
                    <a:pt x="3129002" y="192859"/>
                  </a:lnTo>
                  <a:lnTo>
                    <a:pt x="3140298" y="205250"/>
                  </a:lnTo>
                  <a:lnTo>
                    <a:pt x="3151594" y="218795"/>
                  </a:lnTo>
                  <a:lnTo>
                    <a:pt x="3162891" y="233302"/>
                  </a:lnTo>
                  <a:lnTo>
                    <a:pt x="3174187" y="248617"/>
                  </a:lnTo>
                  <a:lnTo>
                    <a:pt x="3185483" y="264699"/>
                  </a:lnTo>
                  <a:lnTo>
                    <a:pt x="3196779" y="281536"/>
                  </a:lnTo>
                  <a:lnTo>
                    <a:pt x="3208075" y="299236"/>
                  </a:lnTo>
                  <a:lnTo>
                    <a:pt x="3219371" y="317502"/>
                  </a:lnTo>
                  <a:lnTo>
                    <a:pt x="3230667" y="336284"/>
                  </a:lnTo>
                  <a:lnTo>
                    <a:pt x="3241963" y="355529"/>
                  </a:lnTo>
                  <a:lnTo>
                    <a:pt x="3253259" y="375256"/>
                  </a:lnTo>
                  <a:lnTo>
                    <a:pt x="3264555" y="395350"/>
                  </a:lnTo>
                  <a:lnTo>
                    <a:pt x="3275851" y="415693"/>
                  </a:lnTo>
                  <a:lnTo>
                    <a:pt x="3287147" y="436240"/>
                  </a:lnTo>
                  <a:lnTo>
                    <a:pt x="3298443" y="456943"/>
                  </a:lnTo>
                  <a:lnTo>
                    <a:pt x="3309739" y="477767"/>
                  </a:lnTo>
                  <a:lnTo>
                    <a:pt x="3321035" y="498611"/>
                  </a:lnTo>
                  <a:lnTo>
                    <a:pt x="3332331" y="519443"/>
                  </a:lnTo>
                  <a:lnTo>
                    <a:pt x="3343627" y="540227"/>
                  </a:lnTo>
                  <a:lnTo>
                    <a:pt x="3354923" y="560910"/>
                  </a:lnTo>
                  <a:lnTo>
                    <a:pt x="3366219" y="581435"/>
                  </a:lnTo>
                  <a:lnTo>
                    <a:pt x="3377515" y="601802"/>
                  </a:lnTo>
                  <a:lnTo>
                    <a:pt x="3388811" y="621993"/>
                  </a:lnTo>
                  <a:lnTo>
                    <a:pt x="3400107" y="641991"/>
                  </a:lnTo>
                  <a:lnTo>
                    <a:pt x="3411403" y="661707"/>
                  </a:lnTo>
                  <a:lnTo>
                    <a:pt x="3422699" y="681186"/>
                  </a:lnTo>
                  <a:lnTo>
                    <a:pt x="3433995" y="700436"/>
                  </a:lnTo>
                  <a:lnTo>
                    <a:pt x="3445292" y="719453"/>
                  </a:lnTo>
                  <a:lnTo>
                    <a:pt x="3456588" y="738211"/>
                  </a:lnTo>
                  <a:lnTo>
                    <a:pt x="3467884" y="756676"/>
                  </a:lnTo>
                  <a:lnTo>
                    <a:pt x="3479180" y="774918"/>
                  </a:lnTo>
                  <a:lnTo>
                    <a:pt x="3490476" y="792941"/>
                  </a:lnTo>
                  <a:lnTo>
                    <a:pt x="3501772" y="810754"/>
                  </a:lnTo>
                  <a:lnTo>
                    <a:pt x="3513068" y="828307"/>
                  </a:lnTo>
                  <a:lnTo>
                    <a:pt x="3524364" y="845654"/>
                  </a:lnTo>
                  <a:lnTo>
                    <a:pt x="3535660" y="862822"/>
                  </a:lnTo>
                  <a:lnTo>
                    <a:pt x="3546956" y="879819"/>
                  </a:lnTo>
                  <a:lnTo>
                    <a:pt x="3558252" y="896642"/>
                  </a:lnTo>
                  <a:lnTo>
                    <a:pt x="3569548" y="913264"/>
                  </a:lnTo>
                  <a:lnTo>
                    <a:pt x="3580844" y="929743"/>
                  </a:lnTo>
                  <a:lnTo>
                    <a:pt x="3592140" y="946083"/>
                  </a:lnTo>
                  <a:lnTo>
                    <a:pt x="3603436" y="962287"/>
                  </a:lnTo>
                  <a:lnTo>
                    <a:pt x="3614732" y="978325"/>
                  </a:lnTo>
                  <a:lnTo>
                    <a:pt x="3626028" y="994210"/>
                  </a:lnTo>
                  <a:lnTo>
                    <a:pt x="3637324" y="1009959"/>
                  </a:lnTo>
                  <a:lnTo>
                    <a:pt x="3648620" y="1025569"/>
                  </a:lnTo>
                  <a:lnTo>
                    <a:pt x="3659916" y="1041033"/>
                  </a:lnTo>
                  <a:lnTo>
                    <a:pt x="3671212" y="1056286"/>
                  </a:lnTo>
                  <a:lnTo>
                    <a:pt x="3682508" y="1071374"/>
                  </a:lnTo>
                  <a:lnTo>
                    <a:pt x="3693804" y="1086285"/>
                  </a:lnTo>
                  <a:lnTo>
                    <a:pt x="3705100" y="1101011"/>
                  </a:lnTo>
                  <a:lnTo>
                    <a:pt x="3716396" y="1115500"/>
                  </a:lnTo>
                  <a:lnTo>
                    <a:pt x="3727692" y="1129726"/>
                  </a:lnTo>
                  <a:lnTo>
                    <a:pt x="3738989" y="1143717"/>
                  </a:lnTo>
                  <a:lnTo>
                    <a:pt x="3750285" y="1157461"/>
                  </a:lnTo>
                  <a:lnTo>
                    <a:pt x="3761581" y="1170945"/>
                  </a:lnTo>
                  <a:lnTo>
                    <a:pt x="3772877" y="1184049"/>
                  </a:lnTo>
                  <a:lnTo>
                    <a:pt x="3784173" y="1196848"/>
                  </a:lnTo>
                  <a:lnTo>
                    <a:pt x="3795469" y="1209339"/>
                  </a:lnTo>
                  <a:lnTo>
                    <a:pt x="3806765" y="1221512"/>
                  </a:lnTo>
                  <a:lnTo>
                    <a:pt x="3818061" y="1233312"/>
                  </a:lnTo>
                  <a:lnTo>
                    <a:pt x="3829357" y="1244688"/>
                  </a:lnTo>
                  <a:lnTo>
                    <a:pt x="3840653" y="1255720"/>
                  </a:lnTo>
                  <a:lnTo>
                    <a:pt x="3851949" y="1266403"/>
                  </a:lnTo>
                  <a:lnTo>
                    <a:pt x="3863245" y="1276738"/>
                  </a:lnTo>
                  <a:lnTo>
                    <a:pt x="3874541" y="1286616"/>
                  </a:lnTo>
                  <a:lnTo>
                    <a:pt x="3885837" y="1296123"/>
                  </a:lnTo>
                  <a:lnTo>
                    <a:pt x="3897133" y="1305295"/>
                  </a:lnTo>
                  <a:lnTo>
                    <a:pt x="3908429" y="1314137"/>
                  </a:lnTo>
                  <a:lnTo>
                    <a:pt x="3919725" y="1322632"/>
                  </a:lnTo>
                  <a:lnTo>
                    <a:pt x="3931021" y="1330737"/>
                  </a:lnTo>
                  <a:lnTo>
                    <a:pt x="3942317" y="1338562"/>
                  </a:lnTo>
                  <a:lnTo>
                    <a:pt x="3953613" y="1346123"/>
                  </a:lnTo>
                  <a:lnTo>
                    <a:pt x="3964909" y="1353436"/>
                  </a:lnTo>
                  <a:lnTo>
                    <a:pt x="3976205" y="1360468"/>
                  </a:lnTo>
                  <a:lnTo>
                    <a:pt x="3987501" y="1367284"/>
                  </a:lnTo>
                  <a:lnTo>
                    <a:pt x="3998797" y="1373934"/>
                  </a:lnTo>
                  <a:lnTo>
                    <a:pt x="4010093" y="1380439"/>
                  </a:lnTo>
                  <a:lnTo>
                    <a:pt x="4021390" y="1386816"/>
                  </a:lnTo>
                  <a:lnTo>
                    <a:pt x="4032686" y="1393075"/>
                  </a:lnTo>
                  <a:lnTo>
                    <a:pt x="4043982" y="1399282"/>
                  </a:lnTo>
                  <a:lnTo>
                    <a:pt x="4055278" y="1405456"/>
                  </a:lnTo>
                  <a:lnTo>
                    <a:pt x="4066574" y="1411621"/>
                  </a:lnTo>
                  <a:lnTo>
                    <a:pt x="4077870" y="1417806"/>
                  </a:lnTo>
                  <a:lnTo>
                    <a:pt x="4089166" y="1424050"/>
                  </a:lnTo>
                  <a:lnTo>
                    <a:pt x="4100462" y="1430367"/>
                  </a:lnTo>
                  <a:lnTo>
                    <a:pt x="4111758" y="1436774"/>
                  </a:lnTo>
                  <a:lnTo>
                    <a:pt x="4123054" y="1443288"/>
                  </a:lnTo>
                  <a:lnTo>
                    <a:pt x="4134350" y="1449983"/>
                  </a:lnTo>
                  <a:lnTo>
                    <a:pt x="4145646" y="1456832"/>
                  </a:lnTo>
                  <a:lnTo>
                    <a:pt x="4156942" y="1463843"/>
                  </a:lnTo>
                  <a:lnTo>
                    <a:pt x="4168238" y="1471027"/>
                  </a:lnTo>
                  <a:lnTo>
                    <a:pt x="4179534" y="1478423"/>
                  </a:lnTo>
                  <a:lnTo>
                    <a:pt x="4190830" y="1486056"/>
                  </a:lnTo>
                  <a:lnTo>
                    <a:pt x="4202126" y="1493888"/>
                  </a:lnTo>
                  <a:lnTo>
                    <a:pt x="4213422" y="1501919"/>
                  </a:lnTo>
                  <a:lnTo>
                    <a:pt x="4224718" y="1510152"/>
                  </a:lnTo>
                  <a:lnTo>
                    <a:pt x="4236014" y="1518651"/>
                  </a:lnTo>
                  <a:lnTo>
                    <a:pt x="4247310" y="1527356"/>
                  </a:lnTo>
                  <a:lnTo>
                    <a:pt x="4258606" y="1536250"/>
                  </a:lnTo>
                  <a:lnTo>
                    <a:pt x="4269902" y="1545328"/>
                  </a:lnTo>
                  <a:lnTo>
                    <a:pt x="4281198" y="1554601"/>
                  </a:lnTo>
                  <a:lnTo>
                    <a:pt x="4292494" y="1564080"/>
                  </a:lnTo>
                  <a:lnTo>
                    <a:pt x="4303790" y="1573704"/>
                  </a:lnTo>
                  <a:lnTo>
                    <a:pt x="4315087" y="1583464"/>
                  </a:lnTo>
                  <a:lnTo>
                    <a:pt x="4326383" y="1593347"/>
                  </a:lnTo>
                  <a:lnTo>
                    <a:pt x="4337679" y="1603364"/>
                  </a:lnTo>
                  <a:lnTo>
                    <a:pt x="4348975" y="1613473"/>
                  </a:lnTo>
                  <a:lnTo>
                    <a:pt x="4360271" y="1623648"/>
                  </a:lnTo>
                  <a:lnTo>
                    <a:pt x="4371567" y="1633874"/>
                  </a:lnTo>
                  <a:lnTo>
                    <a:pt x="4382863" y="1644137"/>
                  </a:lnTo>
                  <a:lnTo>
                    <a:pt x="4394159" y="1654415"/>
                  </a:lnTo>
                  <a:lnTo>
                    <a:pt x="4405455" y="1664682"/>
                  </a:lnTo>
                  <a:lnTo>
                    <a:pt x="4416751" y="1674922"/>
                  </a:lnTo>
                  <a:lnTo>
                    <a:pt x="4428047" y="1685120"/>
                  </a:lnTo>
                  <a:lnTo>
                    <a:pt x="4439343" y="1695245"/>
                  </a:lnTo>
                  <a:lnTo>
                    <a:pt x="4450639" y="1705273"/>
                  </a:lnTo>
                  <a:lnTo>
                    <a:pt x="4461935" y="1715202"/>
                  </a:lnTo>
                  <a:lnTo>
                    <a:pt x="4473231" y="1725019"/>
                  </a:lnTo>
                  <a:lnTo>
                    <a:pt x="4484527" y="1734710"/>
                  </a:lnTo>
                  <a:lnTo>
                    <a:pt x="4495823" y="1744206"/>
                  </a:lnTo>
                  <a:lnTo>
                    <a:pt x="4507119" y="1753544"/>
                  </a:lnTo>
                  <a:lnTo>
                    <a:pt x="4518415" y="1762714"/>
                  </a:lnTo>
                  <a:lnTo>
                    <a:pt x="4529711" y="1771708"/>
                  </a:lnTo>
                  <a:lnTo>
                    <a:pt x="4541007" y="1780482"/>
                  </a:lnTo>
                  <a:lnTo>
                    <a:pt x="4552303" y="1789018"/>
                  </a:lnTo>
                  <a:lnTo>
                    <a:pt x="4563599" y="1797349"/>
                  </a:lnTo>
                  <a:lnTo>
                    <a:pt x="4574895" y="1805470"/>
                  </a:lnTo>
                  <a:lnTo>
                    <a:pt x="4586191" y="1813377"/>
                  </a:lnTo>
                  <a:lnTo>
                    <a:pt x="4597488" y="1820985"/>
                  </a:lnTo>
                  <a:lnTo>
                    <a:pt x="4608784" y="1828361"/>
                  </a:lnTo>
                  <a:lnTo>
                    <a:pt x="4620080" y="1835510"/>
                  </a:lnTo>
                  <a:lnTo>
                    <a:pt x="4631376" y="1842431"/>
                  </a:lnTo>
                  <a:lnTo>
                    <a:pt x="4642672" y="1849090"/>
                  </a:lnTo>
                  <a:lnTo>
                    <a:pt x="4653968" y="1855458"/>
                  </a:lnTo>
                  <a:lnTo>
                    <a:pt x="4665264" y="1861595"/>
                  </a:lnTo>
                  <a:lnTo>
                    <a:pt x="4676560" y="1867500"/>
                  </a:lnTo>
                  <a:lnTo>
                    <a:pt x="4687856" y="1873174"/>
                  </a:lnTo>
                  <a:lnTo>
                    <a:pt x="4699152" y="1878545"/>
                  </a:lnTo>
                  <a:lnTo>
                    <a:pt x="4710448" y="1883668"/>
                  </a:lnTo>
                  <a:lnTo>
                    <a:pt x="4721744" y="1888562"/>
                  </a:lnTo>
                  <a:lnTo>
                    <a:pt x="4733040" y="1893229"/>
                  </a:lnTo>
                  <a:lnTo>
                    <a:pt x="4744336" y="1897650"/>
                  </a:lnTo>
                  <a:lnTo>
                    <a:pt x="4755632" y="1901779"/>
                  </a:lnTo>
                  <a:lnTo>
                    <a:pt x="4766928" y="1905687"/>
                  </a:lnTo>
                  <a:lnTo>
                    <a:pt x="4778224" y="1909375"/>
                  </a:lnTo>
                  <a:lnTo>
                    <a:pt x="4789520" y="1912846"/>
                  </a:lnTo>
                  <a:lnTo>
                    <a:pt x="4800816" y="1916046"/>
                  </a:lnTo>
                  <a:lnTo>
                    <a:pt x="4812112" y="1919008"/>
                  </a:lnTo>
                  <a:lnTo>
                    <a:pt x="4823408" y="1921763"/>
                  </a:lnTo>
                  <a:lnTo>
                    <a:pt x="4834704" y="1924314"/>
                  </a:lnTo>
                  <a:lnTo>
                    <a:pt x="4846000" y="1926658"/>
                  </a:lnTo>
                  <a:lnTo>
                    <a:pt x="4857296" y="1928739"/>
                  </a:lnTo>
                  <a:lnTo>
                    <a:pt x="4868592" y="1930633"/>
                  </a:lnTo>
                  <a:lnTo>
                    <a:pt x="4879889" y="1932346"/>
                  </a:lnTo>
                  <a:lnTo>
                    <a:pt x="4891185" y="1933882"/>
                  </a:lnTo>
                  <a:lnTo>
                    <a:pt x="4902481" y="1935213"/>
                  </a:lnTo>
                  <a:lnTo>
                    <a:pt x="4913777" y="1936358"/>
                  </a:lnTo>
                  <a:lnTo>
                    <a:pt x="4925073" y="1937353"/>
                  </a:lnTo>
                  <a:lnTo>
                    <a:pt x="4936369" y="1938206"/>
                  </a:lnTo>
                  <a:lnTo>
                    <a:pt x="4947665" y="1938924"/>
                  </a:lnTo>
                  <a:lnTo>
                    <a:pt x="4958961" y="1939476"/>
                  </a:lnTo>
                  <a:lnTo>
                    <a:pt x="4970257" y="1939919"/>
                  </a:lnTo>
                  <a:lnTo>
                    <a:pt x="4981553" y="1940265"/>
                  </a:lnTo>
                  <a:lnTo>
                    <a:pt x="4992849" y="1940521"/>
                  </a:lnTo>
                  <a:lnTo>
                    <a:pt x="5004145" y="1940689"/>
                  </a:lnTo>
                  <a:lnTo>
                    <a:pt x="5015441" y="1940782"/>
                  </a:lnTo>
                  <a:lnTo>
                    <a:pt x="5026737" y="1940827"/>
                  </a:lnTo>
                  <a:lnTo>
                    <a:pt x="5038033" y="1940834"/>
                  </a:lnTo>
                  <a:lnTo>
                    <a:pt x="5049329" y="1940813"/>
                  </a:lnTo>
                  <a:lnTo>
                    <a:pt x="5060625" y="1940773"/>
                  </a:lnTo>
                  <a:lnTo>
                    <a:pt x="5071921" y="1940735"/>
                  </a:lnTo>
                  <a:lnTo>
                    <a:pt x="5083217" y="1940707"/>
                  </a:lnTo>
                  <a:lnTo>
                    <a:pt x="5094513" y="1940698"/>
                  </a:lnTo>
                  <a:lnTo>
                    <a:pt x="5105809" y="1940721"/>
                  </a:lnTo>
                  <a:lnTo>
                    <a:pt x="5117105" y="1940796"/>
                  </a:lnTo>
                  <a:lnTo>
                    <a:pt x="5128401" y="1940922"/>
                  </a:lnTo>
                  <a:lnTo>
                    <a:pt x="5139697" y="1941103"/>
                  </a:lnTo>
                  <a:lnTo>
                    <a:pt x="5150993" y="1941347"/>
                  </a:lnTo>
                  <a:lnTo>
                    <a:pt x="5162289" y="1941679"/>
                  </a:lnTo>
                  <a:lnTo>
                    <a:pt x="5173586" y="1942094"/>
                  </a:lnTo>
                  <a:lnTo>
                    <a:pt x="5184882" y="1942587"/>
                  </a:lnTo>
                  <a:lnTo>
                    <a:pt x="5196178" y="1943160"/>
                  </a:lnTo>
                  <a:lnTo>
                    <a:pt x="5207474" y="1943820"/>
                  </a:lnTo>
                  <a:lnTo>
                    <a:pt x="5218770" y="1944589"/>
                  </a:lnTo>
                  <a:lnTo>
                    <a:pt x="5230066" y="1945441"/>
                  </a:lnTo>
                  <a:lnTo>
                    <a:pt x="5241362" y="1946373"/>
                  </a:lnTo>
                  <a:lnTo>
                    <a:pt x="5252658" y="1947383"/>
                  </a:lnTo>
                  <a:lnTo>
                    <a:pt x="5263954" y="1948486"/>
                  </a:lnTo>
                  <a:lnTo>
                    <a:pt x="5275250" y="1949669"/>
                  </a:lnTo>
                  <a:lnTo>
                    <a:pt x="5286546" y="1950916"/>
                  </a:lnTo>
                  <a:lnTo>
                    <a:pt x="5297842" y="1952222"/>
                  </a:lnTo>
                  <a:lnTo>
                    <a:pt x="5309138" y="1953583"/>
                  </a:lnTo>
                  <a:lnTo>
                    <a:pt x="5320434" y="1955006"/>
                  </a:lnTo>
                  <a:lnTo>
                    <a:pt x="5331730" y="1956465"/>
                  </a:lnTo>
                  <a:lnTo>
                    <a:pt x="5343026" y="1957954"/>
                  </a:lnTo>
                  <a:lnTo>
                    <a:pt x="5354322" y="1959465"/>
                  </a:lnTo>
                  <a:lnTo>
                    <a:pt x="5365618" y="1960994"/>
                  </a:lnTo>
                  <a:lnTo>
                    <a:pt x="5376914" y="1962527"/>
                  </a:lnTo>
                  <a:lnTo>
                    <a:pt x="5388210" y="1964056"/>
                  </a:lnTo>
                  <a:lnTo>
                    <a:pt x="5399506" y="1965574"/>
                  </a:lnTo>
                  <a:lnTo>
                    <a:pt x="5410802" y="1967075"/>
                  </a:lnTo>
                  <a:lnTo>
                    <a:pt x="5422098" y="1968540"/>
                  </a:lnTo>
                  <a:lnTo>
                    <a:pt x="5433394" y="1969970"/>
                  </a:lnTo>
                  <a:lnTo>
                    <a:pt x="5444690" y="1971359"/>
                  </a:lnTo>
                  <a:lnTo>
                    <a:pt x="5455987" y="1972704"/>
                  </a:lnTo>
                  <a:lnTo>
                    <a:pt x="5467283" y="1973992"/>
                  </a:lnTo>
                  <a:lnTo>
                    <a:pt x="5478579" y="1975211"/>
                  </a:lnTo>
                  <a:lnTo>
                    <a:pt x="5489875" y="1976371"/>
                  </a:lnTo>
                  <a:lnTo>
                    <a:pt x="5501171" y="1977469"/>
                  </a:lnTo>
                  <a:lnTo>
                    <a:pt x="5512467" y="1978504"/>
                  </a:lnTo>
                  <a:lnTo>
                    <a:pt x="5523763" y="1979455"/>
                  </a:lnTo>
                  <a:lnTo>
                    <a:pt x="5535059" y="1980334"/>
                  </a:lnTo>
                  <a:lnTo>
                    <a:pt x="5546355" y="1981148"/>
                  </a:lnTo>
                  <a:lnTo>
                    <a:pt x="5557651" y="1981898"/>
                  </a:lnTo>
                  <a:lnTo>
                    <a:pt x="5568947" y="1982580"/>
                  </a:lnTo>
                  <a:lnTo>
                    <a:pt x="5580243" y="1983182"/>
                  </a:lnTo>
                  <a:lnTo>
                    <a:pt x="5591539" y="1983728"/>
                  </a:lnTo>
                  <a:lnTo>
                    <a:pt x="5602835" y="1984220"/>
                  </a:lnTo>
                  <a:lnTo>
                    <a:pt x="5614131" y="1984661"/>
                  </a:lnTo>
                  <a:lnTo>
                    <a:pt x="5625427" y="1985044"/>
                  </a:lnTo>
                  <a:lnTo>
                    <a:pt x="5636723" y="1985381"/>
                  </a:lnTo>
                  <a:lnTo>
                    <a:pt x="5648019" y="1985682"/>
                  </a:lnTo>
                  <a:lnTo>
                    <a:pt x="5659315" y="1985951"/>
                  </a:lnTo>
                  <a:lnTo>
                    <a:pt x="5670611" y="1986192"/>
                  </a:lnTo>
                  <a:lnTo>
                    <a:pt x="5681907" y="1986404"/>
                  </a:lnTo>
                  <a:lnTo>
                    <a:pt x="5693203" y="1986600"/>
                  </a:lnTo>
                  <a:lnTo>
                    <a:pt x="5704499" y="1986785"/>
                  </a:lnTo>
                  <a:lnTo>
                    <a:pt x="5715795" y="1986963"/>
                  </a:lnTo>
                  <a:lnTo>
                    <a:pt x="5727091" y="1987136"/>
                  </a:lnTo>
                  <a:lnTo>
                    <a:pt x="5738387" y="1987312"/>
                  </a:lnTo>
                  <a:lnTo>
                    <a:pt x="5749684" y="1987494"/>
                  </a:lnTo>
                  <a:lnTo>
                    <a:pt x="5760980" y="1987684"/>
                  </a:lnTo>
                  <a:lnTo>
                    <a:pt x="5772276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8486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678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112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14085" y="5503917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4518545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3533172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5592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76395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96870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345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53043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3" name="rc33"/>
            <p:cNvSpPr/>
            <p:nvPr/>
          </p:nvSpPr>
          <p:spPr>
            <a:xfrm>
              <a:off x="388688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820253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4166056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9424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50165" y="1923572"/>
              <a:ext cx="49853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0.84   |   BMI &lt; 30: N = 656, median = 1.06   |   Wilcoxon p = &lt;0.001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50165" y="1676115"/>
              <a:ext cx="2102571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2026-07-07T08:46:17Z</dcterms:modified>
  <cp:category/>
</cp:coreProperties>
</file>