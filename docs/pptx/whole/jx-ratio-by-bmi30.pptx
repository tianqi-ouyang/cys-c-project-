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5493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406956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308419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90116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53713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17309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19512" y="456225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357688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58318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8551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2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0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1"/>
                  </a:lnTo>
                  <a:lnTo>
                    <a:pt x="1066924" y="1808119"/>
                  </a:lnTo>
                  <a:lnTo>
                    <a:pt x="1080430" y="1790654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3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1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5"/>
                  </a:lnTo>
                  <a:lnTo>
                    <a:pt x="1242494" y="1543134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29"/>
                  </a:lnTo>
                  <a:lnTo>
                    <a:pt x="1296516" y="1441810"/>
                  </a:lnTo>
                  <a:lnTo>
                    <a:pt x="1310021" y="1414678"/>
                  </a:lnTo>
                  <a:lnTo>
                    <a:pt x="1323526" y="1386807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1"/>
                  </a:lnTo>
                  <a:lnTo>
                    <a:pt x="1391053" y="1233996"/>
                  </a:lnTo>
                  <a:lnTo>
                    <a:pt x="1404559" y="1200534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0"/>
                  </a:lnTo>
                  <a:lnTo>
                    <a:pt x="1458580" y="1057764"/>
                  </a:lnTo>
                  <a:lnTo>
                    <a:pt x="1472085" y="1019625"/>
                  </a:lnTo>
                  <a:lnTo>
                    <a:pt x="1485591" y="980684"/>
                  </a:lnTo>
                  <a:lnTo>
                    <a:pt x="1499096" y="940980"/>
                  </a:lnTo>
                  <a:lnTo>
                    <a:pt x="1512602" y="900556"/>
                  </a:lnTo>
                  <a:lnTo>
                    <a:pt x="1526107" y="859365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3"/>
                  </a:lnTo>
                  <a:lnTo>
                    <a:pt x="1580128" y="689559"/>
                  </a:lnTo>
                  <a:lnTo>
                    <a:pt x="1593634" y="646414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4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4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8"/>
                  </a:lnTo>
                  <a:lnTo>
                    <a:pt x="2322924" y="706309"/>
                  </a:lnTo>
                  <a:lnTo>
                    <a:pt x="2336430" y="728584"/>
                  </a:lnTo>
                  <a:lnTo>
                    <a:pt x="2349935" y="749887"/>
                  </a:lnTo>
                  <a:lnTo>
                    <a:pt x="2363440" y="770017"/>
                  </a:lnTo>
                  <a:lnTo>
                    <a:pt x="2376946" y="788982"/>
                  </a:lnTo>
                  <a:lnTo>
                    <a:pt x="2390451" y="806957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3"/>
                  </a:lnTo>
                  <a:lnTo>
                    <a:pt x="2633548" y="984553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7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4"/>
                  </a:lnTo>
                  <a:lnTo>
                    <a:pt x="2930666" y="1198930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6"/>
                  </a:lnTo>
                  <a:lnTo>
                    <a:pt x="3133247" y="1520539"/>
                  </a:lnTo>
                  <a:lnTo>
                    <a:pt x="3146752" y="1544162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4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7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0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39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2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0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1"/>
                  </a:lnTo>
                  <a:lnTo>
                    <a:pt x="1066924" y="1808119"/>
                  </a:lnTo>
                  <a:lnTo>
                    <a:pt x="1080430" y="1790654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3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1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5"/>
                  </a:lnTo>
                  <a:lnTo>
                    <a:pt x="1242494" y="1543134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29"/>
                  </a:lnTo>
                  <a:lnTo>
                    <a:pt x="1296516" y="1441810"/>
                  </a:lnTo>
                  <a:lnTo>
                    <a:pt x="1310021" y="1414678"/>
                  </a:lnTo>
                  <a:lnTo>
                    <a:pt x="1323526" y="1386807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1"/>
                  </a:lnTo>
                  <a:lnTo>
                    <a:pt x="1391053" y="1233996"/>
                  </a:lnTo>
                  <a:lnTo>
                    <a:pt x="1404559" y="1200534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0"/>
                  </a:lnTo>
                  <a:lnTo>
                    <a:pt x="1458580" y="1057764"/>
                  </a:lnTo>
                  <a:lnTo>
                    <a:pt x="1472085" y="1019625"/>
                  </a:lnTo>
                  <a:lnTo>
                    <a:pt x="1485591" y="980684"/>
                  </a:lnTo>
                  <a:lnTo>
                    <a:pt x="1499096" y="940980"/>
                  </a:lnTo>
                  <a:lnTo>
                    <a:pt x="1512602" y="900556"/>
                  </a:lnTo>
                  <a:lnTo>
                    <a:pt x="1526107" y="859365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3"/>
                  </a:lnTo>
                  <a:lnTo>
                    <a:pt x="1580128" y="689559"/>
                  </a:lnTo>
                  <a:lnTo>
                    <a:pt x="1593634" y="646414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4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4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8"/>
                  </a:lnTo>
                  <a:lnTo>
                    <a:pt x="2322924" y="706309"/>
                  </a:lnTo>
                  <a:lnTo>
                    <a:pt x="2336430" y="728584"/>
                  </a:lnTo>
                  <a:lnTo>
                    <a:pt x="2349935" y="749887"/>
                  </a:lnTo>
                  <a:lnTo>
                    <a:pt x="2363440" y="770017"/>
                  </a:lnTo>
                  <a:lnTo>
                    <a:pt x="2376946" y="788982"/>
                  </a:lnTo>
                  <a:lnTo>
                    <a:pt x="2390451" y="806957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3"/>
                  </a:lnTo>
                  <a:lnTo>
                    <a:pt x="2633548" y="984553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7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4"/>
                  </a:lnTo>
                  <a:lnTo>
                    <a:pt x="2930666" y="1198930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6"/>
                  </a:lnTo>
                  <a:lnTo>
                    <a:pt x="3133247" y="1520539"/>
                  </a:lnTo>
                  <a:lnTo>
                    <a:pt x="3146752" y="1544162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4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7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0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39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364575" y="3545210"/>
              <a:ext cx="6901247" cy="2002415"/>
            </a:xfrm>
            <a:custGeom>
              <a:avLst/>
              <a:pathLst>
                <a:path w="6901247" h="200241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90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4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7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3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7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7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8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5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1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5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6"/>
                  </a:lnTo>
                  <a:lnTo>
                    <a:pt x="3268300" y="174939"/>
                  </a:lnTo>
                  <a:lnTo>
                    <a:pt x="3281806" y="177144"/>
                  </a:lnTo>
                  <a:lnTo>
                    <a:pt x="3295311" y="178668"/>
                  </a:lnTo>
                  <a:lnTo>
                    <a:pt x="3308817" y="179517"/>
                  </a:lnTo>
                  <a:lnTo>
                    <a:pt x="3322322" y="179703"/>
                  </a:lnTo>
                  <a:lnTo>
                    <a:pt x="3335827" y="179092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3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0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699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29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1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2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3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2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2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5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20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4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  <a:lnTo>
                    <a:pt x="6901247" y="2002415"/>
                  </a:lnTo>
                  <a:lnTo>
                    <a:pt x="6887741" y="2002415"/>
                  </a:lnTo>
                  <a:lnTo>
                    <a:pt x="6874236" y="2002415"/>
                  </a:lnTo>
                  <a:lnTo>
                    <a:pt x="6860730" y="2002415"/>
                  </a:lnTo>
                  <a:lnTo>
                    <a:pt x="6847225" y="2002415"/>
                  </a:lnTo>
                  <a:lnTo>
                    <a:pt x="6833720" y="2002415"/>
                  </a:lnTo>
                  <a:lnTo>
                    <a:pt x="6820214" y="2002415"/>
                  </a:lnTo>
                  <a:lnTo>
                    <a:pt x="6806709" y="2002415"/>
                  </a:lnTo>
                  <a:lnTo>
                    <a:pt x="6793204" y="2002415"/>
                  </a:lnTo>
                  <a:lnTo>
                    <a:pt x="6779698" y="2002415"/>
                  </a:lnTo>
                  <a:lnTo>
                    <a:pt x="6766193" y="2002415"/>
                  </a:lnTo>
                  <a:lnTo>
                    <a:pt x="6752687" y="2002415"/>
                  </a:lnTo>
                  <a:lnTo>
                    <a:pt x="6739182" y="2002415"/>
                  </a:lnTo>
                  <a:lnTo>
                    <a:pt x="6725677" y="2002415"/>
                  </a:lnTo>
                  <a:lnTo>
                    <a:pt x="6712171" y="2002415"/>
                  </a:lnTo>
                  <a:lnTo>
                    <a:pt x="6698666" y="2002415"/>
                  </a:lnTo>
                  <a:lnTo>
                    <a:pt x="6685161" y="2002415"/>
                  </a:lnTo>
                  <a:lnTo>
                    <a:pt x="6671655" y="2002415"/>
                  </a:lnTo>
                  <a:lnTo>
                    <a:pt x="6658150" y="2002415"/>
                  </a:lnTo>
                  <a:lnTo>
                    <a:pt x="6644644" y="2002415"/>
                  </a:lnTo>
                  <a:lnTo>
                    <a:pt x="6631139" y="2002415"/>
                  </a:lnTo>
                  <a:lnTo>
                    <a:pt x="6617634" y="2002415"/>
                  </a:lnTo>
                  <a:lnTo>
                    <a:pt x="6604128" y="2002415"/>
                  </a:lnTo>
                  <a:lnTo>
                    <a:pt x="6590623" y="2002415"/>
                  </a:lnTo>
                  <a:lnTo>
                    <a:pt x="6577118" y="2002415"/>
                  </a:lnTo>
                  <a:lnTo>
                    <a:pt x="6563612" y="2002415"/>
                  </a:lnTo>
                  <a:lnTo>
                    <a:pt x="6550107" y="2002415"/>
                  </a:lnTo>
                  <a:lnTo>
                    <a:pt x="6536601" y="2002415"/>
                  </a:lnTo>
                  <a:lnTo>
                    <a:pt x="6523096" y="2002415"/>
                  </a:lnTo>
                  <a:lnTo>
                    <a:pt x="6509591" y="2002415"/>
                  </a:lnTo>
                  <a:lnTo>
                    <a:pt x="6496085" y="2002415"/>
                  </a:lnTo>
                  <a:lnTo>
                    <a:pt x="6482580" y="2002415"/>
                  </a:lnTo>
                  <a:lnTo>
                    <a:pt x="6469075" y="2002415"/>
                  </a:lnTo>
                  <a:lnTo>
                    <a:pt x="6455569" y="2002415"/>
                  </a:lnTo>
                  <a:lnTo>
                    <a:pt x="6442064" y="2002415"/>
                  </a:lnTo>
                  <a:lnTo>
                    <a:pt x="6428558" y="2002415"/>
                  </a:lnTo>
                  <a:lnTo>
                    <a:pt x="6415053" y="2002415"/>
                  </a:lnTo>
                  <a:lnTo>
                    <a:pt x="6401548" y="2002415"/>
                  </a:lnTo>
                  <a:lnTo>
                    <a:pt x="6388042" y="2002415"/>
                  </a:lnTo>
                  <a:lnTo>
                    <a:pt x="6374537" y="2002415"/>
                  </a:lnTo>
                  <a:lnTo>
                    <a:pt x="6361032" y="2002415"/>
                  </a:lnTo>
                  <a:lnTo>
                    <a:pt x="6347526" y="2002415"/>
                  </a:lnTo>
                  <a:lnTo>
                    <a:pt x="6334021" y="2002415"/>
                  </a:lnTo>
                  <a:lnTo>
                    <a:pt x="6320515" y="2002415"/>
                  </a:lnTo>
                  <a:lnTo>
                    <a:pt x="6307010" y="2002415"/>
                  </a:lnTo>
                  <a:lnTo>
                    <a:pt x="6293505" y="2002415"/>
                  </a:lnTo>
                  <a:lnTo>
                    <a:pt x="6279999" y="2002415"/>
                  </a:lnTo>
                  <a:lnTo>
                    <a:pt x="6266494" y="2002415"/>
                  </a:lnTo>
                  <a:lnTo>
                    <a:pt x="6252989" y="2002415"/>
                  </a:lnTo>
                  <a:lnTo>
                    <a:pt x="6239483" y="2002415"/>
                  </a:lnTo>
                  <a:lnTo>
                    <a:pt x="6225978" y="2002415"/>
                  </a:lnTo>
                  <a:lnTo>
                    <a:pt x="6212472" y="2002415"/>
                  </a:lnTo>
                  <a:lnTo>
                    <a:pt x="6198967" y="2002415"/>
                  </a:lnTo>
                  <a:lnTo>
                    <a:pt x="6185462" y="2002415"/>
                  </a:lnTo>
                  <a:lnTo>
                    <a:pt x="6171956" y="2002415"/>
                  </a:lnTo>
                  <a:lnTo>
                    <a:pt x="6158451" y="2002415"/>
                  </a:lnTo>
                  <a:lnTo>
                    <a:pt x="6144946" y="2002415"/>
                  </a:lnTo>
                  <a:lnTo>
                    <a:pt x="6131440" y="2002415"/>
                  </a:lnTo>
                  <a:lnTo>
                    <a:pt x="6117935" y="2002415"/>
                  </a:lnTo>
                  <a:lnTo>
                    <a:pt x="6104429" y="2002415"/>
                  </a:lnTo>
                  <a:lnTo>
                    <a:pt x="6090924" y="2002415"/>
                  </a:lnTo>
                  <a:lnTo>
                    <a:pt x="6077419" y="2002415"/>
                  </a:lnTo>
                  <a:lnTo>
                    <a:pt x="6063913" y="2002415"/>
                  </a:lnTo>
                  <a:lnTo>
                    <a:pt x="6050408" y="2002415"/>
                  </a:lnTo>
                  <a:lnTo>
                    <a:pt x="6036903" y="2002415"/>
                  </a:lnTo>
                  <a:lnTo>
                    <a:pt x="6023397" y="2002415"/>
                  </a:lnTo>
                  <a:lnTo>
                    <a:pt x="6009892" y="2002415"/>
                  </a:lnTo>
                  <a:lnTo>
                    <a:pt x="5996386" y="2002415"/>
                  </a:lnTo>
                  <a:lnTo>
                    <a:pt x="5982881" y="2002415"/>
                  </a:lnTo>
                  <a:lnTo>
                    <a:pt x="5969376" y="2002415"/>
                  </a:lnTo>
                  <a:lnTo>
                    <a:pt x="5955870" y="2002415"/>
                  </a:lnTo>
                  <a:lnTo>
                    <a:pt x="5942365" y="2002415"/>
                  </a:lnTo>
                  <a:lnTo>
                    <a:pt x="5928860" y="2002415"/>
                  </a:lnTo>
                  <a:lnTo>
                    <a:pt x="5915354" y="2002415"/>
                  </a:lnTo>
                  <a:lnTo>
                    <a:pt x="5901849" y="2002415"/>
                  </a:lnTo>
                  <a:lnTo>
                    <a:pt x="5888343" y="2002415"/>
                  </a:lnTo>
                  <a:lnTo>
                    <a:pt x="5874838" y="2002415"/>
                  </a:lnTo>
                  <a:lnTo>
                    <a:pt x="5861333" y="2002415"/>
                  </a:lnTo>
                  <a:lnTo>
                    <a:pt x="5847827" y="2002415"/>
                  </a:lnTo>
                  <a:lnTo>
                    <a:pt x="5834322" y="2002415"/>
                  </a:lnTo>
                  <a:lnTo>
                    <a:pt x="5820817" y="2002415"/>
                  </a:lnTo>
                  <a:lnTo>
                    <a:pt x="5807311" y="2002415"/>
                  </a:lnTo>
                  <a:lnTo>
                    <a:pt x="5793806" y="2002415"/>
                  </a:lnTo>
                  <a:lnTo>
                    <a:pt x="5780300" y="2002415"/>
                  </a:lnTo>
                  <a:lnTo>
                    <a:pt x="5766795" y="2002415"/>
                  </a:lnTo>
                  <a:lnTo>
                    <a:pt x="5753290" y="2002415"/>
                  </a:lnTo>
                  <a:lnTo>
                    <a:pt x="5739784" y="2002415"/>
                  </a:lnTo>
                  <a:lnTo>
                    <a:pt x="5726279" y="2002415"/>
                  </a:lnTo>
                  <a:lnTo>
                    <a:pt x="5712774" y="2002415"/>
                  </a:lnTo>
                  <a:lnTo>
                    <a:pt x="5699268" y="2002415"/>
                  </a:lnTo>
                  <a:lnTo>
                    <a:pt x="5685763" y="2002415"/>
                  </a:lnTo>
                  <a:lnTo>
                    <a:pt x="5672257" y="2002415"/>
                  </a:lnTo>
                  <a:lnTo>
                    <a:pt x="5658752" y="2002415"/>
                  </a:lnTo>
                  <a:lnTo>
                    <a:pt x="5645247" y="2002415"/>
                  </a:lnTo>
                  <a:lnTo>
                    <a:pt x="5631741" y="2002415"/>
                  </a:lnTo>
                  <a:lnTo>
                    <a:pt x="5618236" y="2002415"/>
                  </a:lnTo>
                  <a:lnTo>
                    <a:pt x="5604731" y="2002415"/>
                  </a:lnTo>
                  <a:lnTo>
                    <a:pt x="5591225" y="2002415"/>
                  </a:lnTo>
                  <a:lnTo>
                    <a:pt x="5577720" y="2002415"/>
                  </a:lnTo>
                  <a:lnTo>
                    <a:pt x="5564214" y="2002415"/>
                  </a:lnTo>
                  <a:lnTo>
                    <a:pt x="5550709" y="2002415"/>
                  </a:lnTo>
                  <a:lnTo>
                    <a:pt x="5537204" y="2002415"/>
                  </a:lnTo>
                  <a:lnTo>
                    <a:pt x="5523698" y="2002415"/>
                  </a:lnTo>
                  <a:lnTo>
                    <a:pt x="5510193" y="2002415"/>
                  </a:lnTo>
                  <a:lnTo>
                    <a:pt x="5496688" y="2002415"/>
                  </a:lnTo>
                  <a:lnTo>
                    <a:pt x="5483182" y="2002415"/>
                  </a:lnTo>
                  <a:lnTo>
                    <a:pt x="5469677" y="2002415"/>
                  </a:lnTo>
                  <a:lnTo>
                    <a:pt x="5456171" y="2002415"/>
                  </a:lnTo>
                  <a:lnTo>
                    <a:pt x="5442666" y="2002415"/>
                  </a:lnTo>
                  <a:lnTo>
                    <a:pt x="5429161" y="2002415"/>
                  </a:lnTo>
                  <a:lnTo>
                    <a:pt x="5415655" y="2002415"/>
                  </a:lnTo>
                  <a:lnTo>
                    <a:pt x="5402150" y="2002415"/>
                  </a:lnTo>
                  <a:lnTo>
                    <a:pt x="5388645" y="2002415"/>
                  </a:lnTo>
                  <a:lnTo>
                    <a:pt x="5375139" y="2002415"/>
                  </a:lnTo>
                  <a:lnTo>
                    <a:pt x="5361634" y="2002415"/>
                  </a:lnTo>
                  <a:lnTo>
                    <a:pt x="5348128" y="2002415"/>
                  </a:lnTo>
                  <a:lnTo>
                    <a:pt x="5334623" y="2002415"/>
                  </a:lnTo>
                  <a:lnTo>
                    <a:pt x="5321118" y="2002415"/>
                  </a:lnTo>
                  <a:lnTo>
                    <a:pt x="5307612" y="2002415"/>
                  </a:lnTo>
                  <a:lnTo>
                    <a:pt x="5294107" y="2002415"/>
                  </a:lnTo>
                  <a:lnTo>
                    <a:pt x="5280602" y="2002415"/>
                  </a:lnTo>
                  <a:lnTo>
                    <a:pt x="5267096" y="2002415"/>
                  </a:lnTo>
                  <a:lnTo>
                    <a:pt x="5253591" y="2002415"/>
                  </a:lnTo>
                  <a:lnTo>
                    <a:pt x="5240085" y="2002415"/>
                  </a:lnTo>
                  <a:lnTo>
                    <a:pt x="5226580" y="2002415"/>
                  </a:lnTo>
                  <a:lnTo>
                    <a:pt x="5213075" y="2002415"/>
                  </a:lnTo>
                  <a:lnTo>
                    <a:pt x="5199569" y="2002415"/>
                  </a:lnTo>
                  <a:lnTo>
                    <a:pt x="5186064" y="2002415"/>
                  </a:lnTo>
                  <a:lnTo>
                    <a:pt x="5172559" y="2002415"/>
                  </a:lnTo>
                  <a:lnTo>
                    <a:pt x="5159053" y="2002415"/>
                  </a:lnTo>
                  <a:lnTo>
                    <a:pt x="5145548" y="2002415"/>
                  </a:lnTo>
                  <a:lnTo>
                    <a:pt x="5132042" y="2002415"/>
                  </a:lnTo>
                  <a:lnTo>
                    <a:pt x="5118537" y="2002415"/>
                  </a:lnTo>
                  <a:lnTo>
                    <a:pt x="5105032" y="2002415"/>
                  </a:lnTo>
                  <a:lnTo>
                    <a:pt x="5091526" y="2002415"/>
                  </a:lnTo>
                  <a:lnTo>
                    <a:pt x="5078021" y="2002415"/>
                  </a:lnTo>
                  <a:lnTo>
                    <a:pt x="5064515" y="2002415"/>
                  </a:lnTo>
                  <a:lnTo>
                    <a:pt x="5051010" y="2002415"/>
                  </a:lnTo>
                  <a:lnTo>
                    <a:pt x="5037505" y="2002415"/>
                  </a:lnTo>
                  <a:lnTo>
                    <a:pt x="5023999" y="2002415"/>
                  </a:lnTo>
                  <a:lnTo>
                    <a:pt x="5010494" y="2002415"/>
                  </a:lnTo>
                  <a:lnTo>
                    <a:pt x="4996989" y="2002415"/>
                  </a:lnTo>
                  <a:lnTo>
                    <a:pt x="4983483" y="2002415"/>
                  </a:lnTo>
                  <a:lnTo>
                    <a:pt x="4969978" y="2002415"/>
                  </a:lnTo>
                  <a:lnTo>
                    <a:pt x="4956472" y="2002415"/>
                  </a:lnTo>
                  <a:lnTo>
                    <a:pt x="4942967" y="2002415"/>
                  </a:lnTo>
                  <a:lnTo>
                    <a:pt x="4929462" y="2002415"/>
                  </a:lnTo>
                  <a:lnTo>
                    <a:pt x="4915956" y="2002415"/>
                  </a:lnTo>
                  <a:lnTo>
                    <a:pt x="4902451" y="2002415"/>
                  </a:lnTo>
                  <a:lnTo>
                    <a:pt x="4888946" y="2002415"/>
                  </a:lnTo>
                  <a:lnTo>
                    <a:pt x="4875440" y="2002415"/>
                  </a:lnTo>
                  <a:lnTo>
                    <a:pt x="4861935" y="2002415"/>
                  </a:lnTo>
                  <a:lnTo>
                    <a:pt x="4848429" y="2002415"/>
                  </a:lnTo>
                  <a:lnTo>
                    <a:pt x="4834924" y="2002415"/>
                  </a:lnTo>
                  <a:lnTo>
                    <a:pt x="4821419" y="2002415"/>
                  </a:lnTo>
                  <a:lnTo>
                    <a:pt x="4807913" y="2002415"/>
                  </a:lnTo>
                  <a:lnTo>
                    <a:pt x="4794408" y="2002415"/>
                  </a:lnTo>
                  <a:lnTo>
                    <a:pt x="4780903" y="2002415"/>
                  </a:lnTo>
                  <a:lnTo>
                    <a:pt x="4767397" y="2002415"/>
                  </a:lnTo>
                  <a:lnTo>
                    <a:pt x="4753892" y="2002415"/>
                  </a:lnTo>
                  <a:lnTo>
                    <a:pt x="4740386" y="2002415"/>
                  </a:lnTo>
                  <a:lnTo>
                    <a:pt x="4726881" y="2002415"/>
                  </a:lnTo>
                  <a:lnTo>
                    <a:pt x="4713376" y="2002415"/>
                  </a:lnTo>
                  <a:lnTo>
                    <a:pt x="4699870" y="2002415"/>
                  </a:lnTo>
                  <a:lnTo>
                    <a:pt x="4686365" y="2002415"/>
                  </a:lnTo>
                  <a:lnTo>
                    <a:pt x="4672860" y="2002415"/>
                  </a:lnTo>
                  <a:lnTo>
                    <a:pt x="4659354" y="2002415"/>
                  </a:lnTo>
                  <a:lnTo>
                    <a:pt x="4645849" y="2002415"/>
                  </a:lnTo>
                  <a:lnTo>
                    <a:pt x="4632343" y="2002415"/>
                  </a:lnTo>
                  <a:lnTo>
                    <a:pt x="4618838" y="2002415"/>
                  </a:lnTo>
                  <a:lnTo>
                    <a:pt x="4605333" y="2002415"/>
                  </a:lnTo>
                  <a:lnTo>
                    <a:pt x="4591827" y="2002415"/>
                  </a:lnTo>
                  <a:lnTo>
                    <a:pt x="4578322" y="2002415"/>
                  </a:lnTo>
                  <a:lnTo>
                    <a:pt x="4564817" y="2002415"/>
                  </a:lnTo>
                  <a:lnTo>
                    <a:pt x="4551311" y="2002415"/>
                  </a:lnTo>
                  <a:lnTo>
                    <a:pt x="4537806" y="2002415"/>
                  </a:lnTo>
                  <a:lnTo>
                    <a:pt x="4524300" y="2002415"/>
                  </a:lnTo>
                  <a:lnTo>
                    <a:pt x="4510795" y="2002415"/>
                  </a:lnTo>
                  <a:lnTo>
                    <a:pt x="4497290" y="2002415"/>
                  </a:lnTo>
                  <a:lnTo>
                    <a:pt x="4483784" y="2002415"/>
                  </a:lnTo>
                  <a:lnTo>
                    <a:pt x="4470279" y="2002415"/>
                  </a:lnTo>
                  <a:lnTo>
                    <a:pt x="4456774" y="2002415"/>
                  </a:lnTo>
                  <a:lnTo>
                    <a:pt x="4443268" y="2002415"/>
                  </a:lnTo>
                  <a:lnTo>
                    <a:pt x="4429763" y="2002415"/>
                  </a:lnTo>
                  <a:lnTo>
                    <a:pt x="4416257" y="2002415"/>
                  </a:lnTo>
                  <a:lnTo>
                    <a:pt x="4402752" y="2002415"/>
                  </a:lnTo>
                  <a:lnTo>
                    <a:pt x="4389247" y="2002415"/>
                  </a:lnTo>
                  <a:lnTo>
                    <a:pt x="4375741" y="2002415"/>
                  </a:lnTo>
                  <a:lnTo>
                    <a:pt x="4362236" y="2002415"/>
                  </a:lnTo>
                  <a:lnTo>
                    <a:pt x="4348731" y="2002415"/>
                  </a:lnTo>
                  <a:lnTo>
                    <a:pt x="4335225" y="2002415"/>
                  </a:lnTo>
                  <a:lnTo>
                    <a:pt x="4321720" y="2002415"/>
                  </a:lnTo>
                  <a:lnTo>
                    <a:pt x="4308214" y="2002415"/>
                  </a:lnTo>
                  <a:lnTo>
                    <a:pt x="4294709" y="2002415"/>
                  </a:lnTo>
                  <a:lnTo>
                    <a:pt x="4281204" y="2002415"/>
                  </a:lnTo>
                  <a:lnTo>
                    <a:pt x="4267698" y="2002415"/>
                  </a:lnTo>
                  <a:lnTo>
                    <a:pt x="4254193" y="2002415"/>
                  </a:lnTo>
                  <a:lnTo>
                    <a:pt x="4240688" y="2002415"/>
                  </a:lnTo>
                  <a:lnTo>
                    <a:pt x="4227182" y="2002415"/>
                  </a:lnTo>
                  <a:lnTo>
                    <a:pt x="4213677" y="2002415"/>
                  </a:lnTo>
                  <a:lnTo>
                    <a:pt x="4200171" y="2002415"/>
                  </a:lnTo>
                  <a:lnTo>
                    <a:pt x="4186666" y="2002415"/>
                  </a:lnTo>
                  <a:lnTo>
                    <a:pt x="4173161" y="2002415"/>
                  </a:lnTo>
                  <a:lnTo>
                    <a:pt x="4159655" y="2002415"/>
                  </a:lnTo>
                  <a:lnTo>
                    <a:pt x="4146150" y="2002415"/>
                  </a:lnTo>
                  <a:lnTo>
                    <a:pt x="4132645" y="2002415"/>
                  </a:lnTo>
                  <a:lnTo>
                    <a:pt x="4119139" y="2002415"/>
                  </a:lnTo>
                  <a:lnTo>
                    <a:pt x="4105634" y="2002415"/>
                  </a:lnTo>
                  <a:lnTo>
                    <a:pt x="4092128" y="2002415"/>
                  </a:lnTo>
                  <a:lnTo>
                    <a:pt x="4078623" y="2002415"/>
                  </a:lnTo>
                  <a:lnTo>
                    <a:pt x="4065118" y="2002415"/>
                  </a:lnTo>
                  <a:lnTo>
                    <a:pt x="4051612" y="2002415"/>
                  </a:lnTo>
                  <a:lnTo>
                    <a:pt x="4038107" y="2002415"/>
                  </a:lnTo>
                  <a:lnTo>
                    <a:pt x="4024602" y="2002415"/>
                  </a:lnTo>
                  <a:lnTo>
                    <a:pt x="4011096" y="2002415"/>
                  </a:lnTo>
                  <a:lnTo>
                    <a:pt x="3997591" y="2002415"/>
                  </a:lnTo>
                  <a:lnTo>
                    <a:pt x="3984085" y="2002415"/>
                  </a:lnTo>
                  <a:lnTo>
                    <a:pt x="3970580" y="2002415"/>
                  </a:lnTo>
                  <a:lnTo>
                    <a:pt x="3957075" y="2002415"/>
                  </a:lnTo>
                  <a:lnTo>
                    <a:pt x="3943569" y="2002415"/>
                  </a:lnTo>
                  <a:lnTo>
                    <a:pt x="3930064" y="2002415"/>
                  </a:lnTo>
                  <a:lnTo>
                    <a:pt x="3916559" y="2002415"/>
                  </a:lnTo>
                  <a:lnTo>
                    <a:pt x="3903053" y="2002415"/>
                  </a:lnTo>
                  <a:lnTo>
                    <a:pt x="3889548" y="2002415"/>
                  </a:lnTo>
                  <a:lnTo>
                    <a:pt x="3876042" y="2002415"/>
                  </a:lnTo>
                  <a:lnTo>
                    <a:pt x="3862537" y="2002415"/>
                  </a:lnTo>
                  <a:lnTo>
                    <a:pt x="3849032" y="2002415"/>
                  </a:lnTo>
                  <a:lnTo>
                    <a:pt x="3835526" y="2002415"/>
                  </a:lnTo>
                  <a:lnTo>
                    <a:pt x="3822021" y="2002415"/>
                  </a:lnTo>
                  <a:lnTo>
                    <a:pt x="3808516" y="2002415"/>
                  </a:lnTo>
                  <a:lnTo>
                    <a:pt x="3795010" y="2002415"/>
                  </a:lnTo>
                  <a:lnTo>
                    <a:pt x="3781505" y="2002415"/>
                  </a:lnTo>
                  <a:lnTo>
                    <a:pt x="3767999" y="2002415"/>
                  </a:lnTo>
                  <a:lnTo>
                    <a:pt x="3754494" y="2002415"/>
                  </a:lnTo>
                  <a:lnTo>
                    <a:pt x="3740989" y="2002415"/>
                  </a:lnTo>
                  <a:lnTo>
                    <a:pt x="3727483" y="2002415"/>
                  </a:lnTo>
                  <a:lnTo>
                    <a:pt x="3713978" y="2002415"/>
                  </a:lnTo>
                  <a:lnTo>
                    <a:pt x="3700473" y="2002415"/>
                  </a:lnTo>
                  <a:lnTo>
                    <a:pt x="3686967" y="2002415"/>
                  </a:lnTo>
                  <a:lnTo>
                    <a:pt x="3673462" y="2002415"/>
                  </a:lnTo>
                  <a:lnTo>
                    <a:pt x="3659956" y="2002415"/>
                  </a:lnTo>
                  <a:lnTo>
                    <a:pt x="3646451" y="2002415"/>
                  </a:lnTo>
                  <a:lnTo>
                    <a:pt x="3632946" y="2002415"/>
                  </a:lnTo>
                  <a:lnTo>
                    <a:pt x="3619440" y="2002415"/>
                  </a:lnTo>
                  <a:lnTo>
                    <a:pt x="3605935" y="2002415"/>
                  </a:lnTo>
                  <a:lnTo>
                    <a:pt x="3592430" y="2002415"/>
                  </a:lnTo>
                  <a:lnTo>
                    <a:pt x="3578924" y="2002415"/>
                  </a:lnTo>
                  <a:lnTo>
                    <a:pt x="3565419" y="2002415"/>
                  </a:lnTo>
                  <a:lnTo>
                    <a:pt x="3551913" y="2002415"/>
                  </a:lnTo>
                  <a:lnTo>
                    <a:pt x="3538408" y="2002415"/>
                  </a:lnTo>
                  <a:lnTo>
                    <a:pt x="3524903" y="2002415"/>
                  </a:lnTo>
                  <a:lnTo>
                    <a:pt x="3511397" y="2002415"/>
                  </a:lnTo>
                  <a:lnTo>
                    <a:pt x="3497892" y="2002415"/>
                  </a:lnTo>
                  <a:lnTo>
                    <a:pt x="3484387" y="2002415"/>
                  </a:lnTo>
                  <a:lnTo>
                    <a:pt x="3470881" y="2002415"/>
                  </a:lnTo>
                  <a:lnTo>
                    <a:pt x="3457376" y="2002415"/>
                  </a:lnTo>
                  <a:lnTo>
                    <a:pt x="3443870" y="2002415"/>
                  </a:lnTo>
                  <a:lnTo>
                    <a:pt x="3430365" y="2002415"/>
                  </a:lnTo>
                  <a:lnTo>
                    <a:pt x="3416860" y="2002415"/>
                  </a:lnTo>
                  <a:lnTo>
                    <a:pt x="3403354" y="2002415"/>
                  </a:lnTo>
                  <a:lnTo>
                    <a:pt x="3389849" y="2002415"/>
                  </a:lnTo>
                  <a:lnTo>
                    <a:pt x="3376343" y="2002415"/>
                  </a:lnTo>
                  <a:lnTo>
                    <a:pt x="3362838" y="2002415"/>
                  </a:lnTo>
                  <a:lnTo>
                    <a:pt x="3349333" y="2002415"/>
                  </a:lnTo>
                  <a:lnTo>
                    <a:pt x="3335827" y="2002415"/>
                  </a:lnTo>
                  <a:lnTo>
                    <a:pt x="3322322" y="2002415"/>
                  </a:lnTo>
                  <a:lnTo>
                    <a:pt x="3308817" y="2002415"/>
                  </a:lnTo>
                  <a:lnTo>
                    <a:pt x="3295311" y="2002415"/>
                  </a:lnTo>
                  <a:lnTo>
                    <a:pt x="3281806" y="2002415"/>
                  </a:lnTo>
                  <a:lnTo>
                    <a:pt x="3268300" y="2002415"/>
                  </a:lnTo>
                  <a:lnTo>
                    <a:pt x="3254795" y="2002415"/>
                  </a:lnTo>
                  <a:lnTo>
                    <a:pt x="3241290" y="2002415"/>
                  </a:lnTo>
                  <a:lnTo>
                    <a:pt x="3227784" y="2002415"/>
                  </a:lnTo>
                  <a:lnTo>
                    <a:pt x="3214279" y="2002415"/>
                  </a:lnTo>
                  <a:lnTo>
                    <a:pt x="3200774" y="2002415"/>
                  </a:lnTo>
                  <a:lnTo>
                    <a:pt x="3187268" y="2002415"/>
                  </a:lnTo>
                  <a:lnTo>
                    <a:pt x="3173763" y="2002415"/>
                  </a:lnTo>
                  <a:lnTo>
                    <a:pt x="3160257" y="2002415"/>
                  </a:lnTo>
                  <a:lnTo>
                    <a:pt x="3146752" y="2002415"/>
                  </a:lnTo>
                  <a:lnTo>
                    <a:pt x="3133247" y="2002415"/>
                  </a:lnTo>
                  <a:lnTo>
                    <a:pt x="3119741" y="2002415"/>
                  </a:lnTo>
                  <a:lnTo>
                    <a:pt x="3106236" y="2002415"/>
                  </a:lnTo>
                  <a:lnTo>
                    <a:pt x="3092731" y="2002415"/>
                  </a:lnTo>
                  <a:lnTo>
                    <a:pt x="3079225" y="2002415"/>
                  </a:lnTo>
                  <a:lnTo>
                    <a:pt x="3065720" y="2002415"/>
                  </a:lnTo>
                  <a:lnTo>
                    <a:pt x="3052214" y="2002415"/>
                  </a:lnTo>
                  <a:lnTo>
                    <a:pt x="3038709" y="2002415"/>
                  </a:lnTo>
                  <a:lnTo>
                    <a:pt x="3025204" y="2002415"/>
                  </a:lnTo>
                  <a:lnTo>
                    <a:pt x="3011698" y="2002415"/>
                  </a:lnTo>
                  <a:lnTo>
                    <a:pt x="2998193" y="2002415"/>
                  </a:lnTo>
                  <a:lnTo>
                    <a:pt x="2984688" y="2002415"/>
                  </a:lnTo>
                  <a:lnTo>
                    <a:pt x="2971182" y="2002415"/>
                  </a:lnTo>
                  <a:lnTo>
                    <a:pt x="2957677" y="2002415"/>
                  </a:lnTo>
                  <a:lnTo>
                    <a:pt x="2944171" y="2002415"/>
                  </a:lnTo>
                  <a:lnTo>
                    <a:pt x="2930666" y="2002415"/>
                  </a:lnTo>
                  <a:lnTo>
                    <a:pt x="2917161" y="2002415"/>
                  </a:lnTo>
                  <a:lnTo>
                    <a:pt x="2903655" y="2002415"/>
                  </a:lnTo>
                  <a:lnTo>
                    <a:pt x="2890150" y="2002415"/>
                  </a:lnTo>
                  <a:lnTo>
                    <a:pt x="2876645" y="2002415"/>
                  </a:lnTo>
                  <a:lnTo>
                    <a:pt x="2863139" y="2002415"/>
                  </a:lnTo>
                  <a:lnTo>
                    <a:pt x="2849634" y="2002415"/>
                  </a:lnTo>
                  <a:lnTo>
                    <a:pt x="2836128" y="2002415"/>
                  </a:lnTo>
                  <a:lnTo>
                    <a:pt x="2822623" y="2002415"/>
                  </a:lnTo>
                  <a:lnTo>
                    <a:pt x="2809118" y="2002415"/>
                  </a:lnTo>
                  <a:lnTo>
                    <a:pt x="2795612" y="2002415"/>
                  </a:lnTo>
                  <a:lnTo>
                    <a:pt x="2782107" y="2002415"/>
                  </a:lnTo>
                  <a:lnTo>
                    <a:pt x="2768602" y="2002415"/>
                  </a:lnTo>
                  <a:lnTo>
                    <a:pt x="2755096" y="2002415"/>
                  </a:lnTo>
                  <a:lnTo>
                    <a:pt x="2741591" y="2002415"/>
                  </a:lnTo>
                  <a:lnTo>
                    <a:pt x="2728085" y="2002415"/>
                  </a:lnTo>
                  <a:lnTo>
                    <a:pt x="2714580" y="2002415"/>
                  </a:lnTo>
                  <a:lnTo>
                    <a:pt x="2701075" y="2002415"/>
                  </a:lnTo>
                  <a:lnTo>
                    <a:pt x="2687569" y="2002415"/>
                  </a:lnTo>
                  <a:lnTo>
                    <a:pt x="2674064" y="2002415"/>
                  </a:lnTo>
                  <a:lnTo>
                    <a:pt x="2660559" y="2002415"/>
                  </a:lnTo>
                  <a:lnTo>
                    <a:pt x="2647053" y="2002415"/>
                  </a:lnTo>
                  <a:lnTo>
                    <a:pt x="2633548" y="2002415"/>
                  </a:lnTo>
                  <a:lnTo>
                    <a:pt x="2620042" y="2002415"/>
                  </a:lnTo>
                  <a:lnTo>
                    <a:pt x="2606537" y="2002415"/>
                  </a:lnTo>
                  <a:lnTo>
                    <a:pt x="2593032" y="2002415"/>
                  </a:lnTo>
                  <a:lnTo>
                    <a:pt x="2579526" y="2002415"/>
                  </a:lnTo>
                  <a:lnTo>
                    <a:pt x="2566021" y="2002415"/>
                  </a:lnTo>
                  <a:lnTo>
                    <a:pt x="2552516" y="2002415"/>
                  </a:lnTo>
                  <a:lnTo>
                    <a:pt x="2539010" y="2002415"/>
                  </a:lnTo>
                  <a:lnTo>
                    <a:pt x="2525505" y="2002415"/>
                  </a:lnTo>
                  <a:lnTo>
                    <a:pt x="2511999" y="2002415"/>
                  </a:lnTo>
                  <a:lnTo>
                    <a:pt x="2498494" y="2002415"/>
                  </a:lnTo>
                  <a:lnTo>
                    <a:pt x="2484989" y="2002415"/>
                  </a:lnTo>
                  <a:lnTo>
                    <a:pt x="2471483" y="2002415"/>
                  </a:lnTo>
                  <a:lnTo>
                    <a:pt x="2457978" y="2002415"/>
                  </a:lnTo>
                  <a:lnTo>
                    <a:pt x="2444473" y="2002415"/>
                  </a:lnTo>
                  <a:lnTo>
                    <a:pt x="2430967" y="2002415"/>
                  </a:lnTo>
                  <a:lnTo>
                    <a:pt x="2417462" y="2002415"/>
                  </a:lnTo>
                  <a:lnTo>
                    <a:pt x="2403956" y="2002415"/>
                  </a:lnTo>
                  <a:lnTo>
                    <a:pt x="2390451" y="2002415"/>
                  </a:lnTo>
                  <a:lnTo>
                    <a:pt x="2376946" y="2002415"/>
                  </a:lnTo>
                  <a:lnTo>
                    <a:pt x="2363440" y="2002415"/>
                  </a:lnTo>
                  <a:lnTo>
                    <a:pt x="2349935" y="2002415"/>
                  </a:lnTo>
                  <a:lnTo>
                    <a:pt x="2336430" y="2002415"/>
                  </a:lnTo>
                  <a:lnTo>
                    <a:pt x="2322924" y="2002415"/>
                  </a:lnTo>
                  <a:lnTo>
                    <a:pt x="2309419" y="2002415"/>
                  </a:lnTo>
                  <a:lnTo>
                    <a:pt x="2295913" y="2002415"/>
                  </a:lnTo>
                  <a:lnTo>
                    <a:pt x="2282408" y="2002415"/>
                  </a:lnTo>
                  <a:lnTo>
                    <a:pt x="2268903" y="2002415"/>
                  </a:lnTo>
                  <a:lnTo>
                    <a:pt x="2255397" y="2002415"/>
                  </a:lnTo>
                  <a:lnTo>
                    <a:pt x="2241892" y="2002415"/>
                  </a:lnTo>
                  <a:lnTo>
                    <a:pt x="2228387" y="2002415"/>
                  </a:lnTo>
                  <a:lnTo>
                    <a:pt x="2214881" y="2002415"/>
                  </a:lnTo>
                  <a:lnTo>
                    <a:pt x="2201376" y="2002415"/>
                  </a:lnTo>
                  <a:lnTo>
                    <a:pt x="2187870" y="2002415"/>
                  </a:lnTo>
                  <a:lnTo>
                    <a:pt x="2174365" y="2002415"/>
                  </a:lnTo>
                  <a:lnTo>
                    <a:pt x="2160860" y="2002415"/>
                  </a:lnTo>
                  <a:lnTo>
                    <a:pt x="2147354" y="2002415"/>
                  </a:lnTo>
                  <a:lnTo>
                    <a:pt x="2133849" y="2002415"/>
                  </a:lnTo>
                  <a:lnTo>
                    <a:pt x="2120344" y="2002415"/>
                  </a:lnTo>
                  <a:lnTo>
                    <a:pt x="2106838" y="2002415"/>
                  </a:lnTo>
                  <a:lnTo>
                    <a:pt x="2093333" y="2002415"/>
                  </a:lnTo>
                  <a:lnTo>
                    <a:pt x="2079827" y="2002415"/>
                  </a:lnTo>
                  <a:lnTo>
                    <a:pt x="2066322" y="2002415"/>
                  </a:lnTo>
                  <a:lnTo>
                    <a:pt x="2052817" y="2002415"/>
                  </a:lnTo>
                  <a:lnTo>
                    <a:pt x="2039311" y="2002415"/>
                  </a:lnTo>
                  <a:lnTo>
                    <a:pt x="2025806" y="2002415"/>
                  </a:lnTo>
                  <a:lnTo>
                    <a:pt x="2012301" y="2002415"/>
                  </a:lnTo>
                  <a:lnTo>
                    <a:pt x="1998795" y="2002415"/>
                  </a:lnTo>
                  <a:lnTo>
                    <a:pt x="1985290" y="2002415"/>
                  </a:lnTo>
                  <a:lnTo>
                    <a:pt x="1971784" y="2002415"/>
                  </a:lnTo>
                  <a:lnTo>
                    <a:pt x="1958279" y="2002415"/>
                  </a:lnTo>
                  <a:lnTo>
                    <a:pt x="1944774" y="2002415"/>
                  </a:lnTo>
                  <a:lnTo>
                    <a:pt x="1931268" y="2002415"/>
                  </a:lnTo>
                  <a:lnTo>
                    <a:pt x="1917763" y="2002415"/>
                  </a:lnTo>
                  <a:lnTo>
                    <a:pt x="1904258" y="2002415"/>
                  </a:lnTo>
                  <a:lnTo>
                    <a:pt x="1890752" y="2002415"/>
                  </a:lnTo>
                  <a:lnTo>
                    <a:pt x="1877247" y="2002415"/>
                  </a:lnTo>
                  <a:lnTo>
                    <a:pt x="1863741" y="2002415"/>
                  </a:lnTo>
                  <a:lnTo>
                    <a:pt x="1850236" y="2002415"/>
                  </a:lnTo>
                  <a:lnTo>
                    <a:pt x="1836731" y="2002415"/>
                  </a:lnTo>
                  <a:lnTo>
                    <a:pt x="1823225" y="2002415"/>
                  </a:lnTo>
                  <a:lnTo>
                    <a:pt x="1809720" y="2002415"/>
                  </a:lnTo>
                  <a:lnTo>
                    <a:pt x="1796215" y="2002415"/>
                  </a:lnTo>
                  <a:lnTo>
                    <a:pt x="1782709" y="2002415"/>
                  </a:lnTo>
                  <a:lnTo>
                    <a:pt x="1769204" y="2002415"/>
                  </a:lnTo>
                  <a:lnTo>
                    <a:pt x="1755698" y="2002415"/>
                  </a:lnTo>
                  <a:lnTo>
                    <a:pt x="1742193" y="2002415"/>
                  </a:lnTo>
                  <a:lnTo>
                    <a:pt x="1728688" y="2002415"/>
                  </a:lnTo>
                  <a:lnTo>
                    <a:pt x="1715182" y="2002415"/>
                  </a:lnTo>
                  <a:lnTo>
                    <a:pt x="1701677" y="2002415"/>
                  </a:lnTo>
                  <a:lnTo>
                    <a:pt x="1688171" y="2002415"/>
                  </a:lnTo>
                  <a:lnTo>
                    <a:pt x="1674666" y="2002415"/>
                  </a:lnTo>
                  <a:lnTo>
                    <a:pt x="1661161" y="2002415"/>
                  </a:lnTo>
                  <a:lnTo>
                    <a:pt x="1647655" y="2002415"/>
                  </a:lnTo>
                  <a:lnTo>
                    <a:pt x="1634150" y="2002415"/>
                  </a:lnTo>
                  <a:lnTo>
                    <a:pt x="1620645" y="2002415"/>
                  </a:lnTo>
                  <a:lnTo>
                    <a:pt x="1607139" y="2002415"/>
                  </a:lnTo>
                  <a:lnTo>
                    <a:pt x="1593634" y="2002415"/>
                  </a:lnTo>
                  <a:lnTo>
                    <a:pt x="1580128" y="2002415"/>
                  </a:lnTo>
                  <a:lnTo>
                    <a:pt x="1566623" y="2002415"/>
                  </a:lnTo>
                  <a:lnTo>
                    <a:pt x="1553118" y="2002415"/>
                  </a:lnTo>
                  <a:lnTo>
                    <a:pt x="1539612" y="2002415"/>
                  </a:lnTo>
                  <a:lnTo>
                    <a:pt x="1526107" y="2002415"/>
                  </a:lnTo>
                  <a:lnTo>
                    <a:pt x="1512602" y="2002415"/>
                  </a:lnTo>
                  <a:lnTo>
                    <a:pt x="1499096" y="2002415"/>
                  </a:lnTo>
                  <a:lnTo>
                    <a:pt x="1485591" y="2002415"/>
                  </a:lnTo>
                  <a:lnTo>
                    <a:pt x="1472085" y="2002415"/>
                  </a:lnTo>
                  <a:lnTo>
                    <a:pt x="1458580" y="2002415"/>
                  </a:lnTo>
                  <a:lnTo>
                    <a:pt x="1445075" y="2002415"/>
                  </a:lnTo>
                  <a:lnTo>
                    <a:pt x="1431569" y="2002415"/>
                  </a:lnTo>
                  <a:lnTo>
                    <a:pt x="1418064" y="2002415"/>
                  </a:lnTo>
                  <a:lnTo>
                    <a:pt x="1404559" y="2002415"/>
                  </a:lnTo>
                  <a:lnTo>
                    <a:pt x="1391053" y="2002415"/>
                  </a:lnTo>
                  <a:lnTo>
                    <a:pt x="1377548" y="2002415"/>
                  </a:lnTo>
                  <a:lnTo>
                    <a:pt x="1364042" y="2002415"/>
                  </a:lnTo>
                  <a:lnTo>
                    <a:pt x="1350537" y="2002415"/>
                  </a:lnTo>
                  <a:lnTo>
                    <a:pt x="1337032" y="2002415"/>
                  </a:lnTo>
                  <a:lnTo>
                    <a:pt x="1323526" y="2002415"/>
                  </a:lnTo>
                  <a:lnTo>
                    <a:pt x="1310021" y="2002415"/>
                  </a:lnTo>
                  <a:lnTo>
                    <a:pt x="1296516" y="2002415"/>
                  </a:lnTo>
                  <a:lnTo>
                    <a:pt x="1283010" y="2002415"/>
                  </a:lnTo>
                  <a:lnTo>
                    <a:pt x="1269505" y="2002415"/>
                  </a:lnTo>
                  <a:lnTo>
                    <a:pt x="1255999" y="2002415"/>
                  </a:lnTo>
                  <a:lnTo>
                    <a:pt x="1242494" y="2002415"/>
                  </a:lnTo>
                  <a:lnTo>
                    <a:pt x="1228989" y="2002415"/>
                  </a:lnTo>
                  <a:lnTo>
                    <a:pt x="1215483" y="2002415"/>
                  </a:lnTo>
                  <a:lnTo>
                    <a:pt x="1201978" y="2002415"/>
                  </a:lnTo>
                  <a:lnTo>
                    <a:pt x="1188473" y="2002415"/>
                  </a:lnTo>
                  <a:lnTo>
                    <a:pt x="1174967" y="2002415"/>
                  </a:lnTo>
                  <a:lnTo>
                    <a:pt x="1161462" y="2002415"/>
                  </a:lnTo>
                  <a:lnTo>
                    <a:pt x="1147956" y="2002415"/>
                  </a:lnTo>
                  <a:lnTo>
                    <a:pt x="1134451" y="2002415"/>
                  </a:lnTo>
                  <a:lnTo>
                    <a:pt x="1120946" y="2002415"/>
                  </a:lnTo>
                  <a:lnTo>
                    <a:pt x="1107440" y="2002415"/>
                  </a:lnTo>
                  <a:lnTo>
                    <a:pt x="1093935" y="2002415"/>
                  </a:lnTo>
                  <a:lnTo>
                    <a:pt x="1080430" y="2002415"/>
                  </a:lnTo>
                  <a:lnTo>
                    <a:pt x="1066924" y="2002415"/>
                  </a:lnTo>
                  <a:lnTo>
                    <a:pt x="1053419" y="2002415"/>
                  </a:lnTo>
                  <a:lnTo>
                    <a:pt x="1039913" y="2002415"/>
                  </a:lnTo>
                  <a:lnTo>
                    <a:pt x="1026408" y="2002415"/>
                  </a:lnTo>
                  <a:lnTo>
                    <a:pt x="1012903" y="2002415"/>
                  </a:lnTo>
                  <a:lnTo>
                    <a:pt x="999397" y="2002415"/>
                  </a:lnTo>
                  <a:lnTo>
                    <a:pt x="985892" y="2002415"/>
                  </a:lnTo>
                  <a:lnTo>
                    <a:pt x="972387" y="2002415"/>
                  </a:lnTo>
                  <a:lnTo>
                    <a:pt x="958881" y="2002415"/>
                  </a:lnTo>
                  <a:lnTo>
                    <a:pt x="945376" y="2002415"/>
                  </a:lnTo>
                  <a:lnTo>
                    <a:pt x="931870" y="2002415"/>
                  </a:lnTo>
                  <a:lnTo>
                    <a:pt x="918365" y="2002415"/>
                  </a:lnTo>
                  <a:lnTo>
                    <a:pt x="904860" y="2002415"/>
                  </a:lnTo>
                  <a:lnTo>
                    <a:pt x="891354" y="2002415"/>
                  </a:lnTo>
                  <a:lnTo>
                    <a:pt x="877849" y="2002415"/>
                  </a:lnTo>
                  <a:lnTo>
                    <a:pt x="864344" y="2002415"/>
                  </a:lnTo>
                  <a:lnTo>
                    <a:pt x="850838" y="2002415"/>
                  </a:lnTo>
                  <a:lnTo>
                    <a:pt x="837333" y="2002415"/>
                  </a:lnTo>
                  <a:lnTo>
                    <a:pt x="823827" y="2002415"/>
                  </a:lnTo>
                  <a:lnTo>
                    <a:pt x="810322" y="2002415"/>
                  </a:lnTo>
                  <a:lnTo>
                    <a:pt x="796817" y="2002415"/>
                  </a:lnTo>
                  <a:lnTo>
                    <a:pt x="783311" y="2002415"/>
                  </a:lnTo>
                  <a:lnTo>
                    <a:pt x="769806" y="2002415"/>
                  </a:lnTo>
                  <a:lnTo>
                    <a:pt x="756301" y="2002415"/>
                  </a:lnTo>
                  <a:lnTo>
                    <a:pt x="742795" y="2002415"/>
                  </a:lnTo>
                  <a:lnTo>
                    <a:pt x="729290" y="2002415"/>
                  </a:lnTo>
                  <a:lnTo>
                    <a:pt x="715784" y="2002415"/>
                  </a:lnTo>
                  <a:lnTo>
                    <a:pt x="702279" y="2002415"/>
                  </a:lnTo>
                  <a:lnTo>
                    <a:pt x="688774" y="2002415"/>
                  </a:lnTo>
                  <a:lnTo>
                    <a:pt x="675268" y="2002415"/>
                  </a:lnTo>
                  <a:lnTo>
                    <a:pt x="661763" y="2002415"/>
                  </a:lnTo>
                  <a:lnTo>
                    <a:pt x="648258" y="2002415"/>
                  </a:lnTo>
                  <a:lnTo>
                    <a:pt x="634752" y="2002415"/>
                  </a:lnTo>
                  <a:lnTo>
                    <a:pt x="621247" y="2002415"/>
                  </a:lnTo>
                  <a:lnTo>
                    <a:pt x="607741" y="2002415"/>
                  </a:lnTo>
                  <a:lnTo>
                    <a:pt x="594236" y="2002415"/>
                  </a:lnTo>
                  <a:lnTo>
                    <a:pt x="580731" y="2002415"/>
                  </a:lnTo>
                  <a:lnTo>
                    <a:pt x="567225" y="2002415"/>
                  </a:lnTo>
                  <a:lnTo>
                    <a:pt x="553720" y="2002415"/>
                  </a:lnTo>
                  <a:lnTo>
                    <a:pt x="540215" y="2002415"/>
                  </a:lnTo>
                  <a:lnTo>
                    <a:pt x="526709" y="2002415"/>
                  </a:lnTo>
                  <a:lnTo>
                    <a:pt x="513204" y="2002415"/>
                  </a:lnTo>
                  <a:lnTo>
                    <a:pt x="499698" y="2002415"/>
                  </a:lnTo>
                  <a:lnTo>
                    <a:pt x="486193" y="2002415"/>
                  </a:lnTo>
                  <a:lnTo>
                    <a:pt x="472688" y="2002415"/>
                  </a:lnTo>
                  <a:lnTo>
                    <a:pt x="459182" y="2002415"/>
                  </a:lnTo>
                  <a:lnTo>
                    <a:pt x="445677" y="2002415"/>
                  </a:lnTo>
                  <a:lnTo>
                    <a:pt x="432172" y="2002415"/>
                  </a:lnTo>
                  <a:lnTo>
                    <a:pt x="418666" y="2002415"/>
                  </a:lnTo>
                  <a:lnTo>
                    <a:pt x="405161" y="2002415"/>
                  </a:lnTo>
                  <a:lnTo>
                    <a:pt x="391655" y="2002415"/>
                  </a:lnTo>
                  <a:lnTo>
                    <a:pt x="378150" y="2002415"/>
                  </a:lnTo>
                  <a:lnTo>
                    <a:pt x="364645" y="2002415"/>
                  </a:lnTo>
                  <a:lnTo>
                    <a:pt x="351139" y="2002415"/>
                  </a:lnTo>
                  <a:lnTo>
                    <a:pt x="337634" y="2002415"/>
                  </a:lnTo>
                  <a:lnTo>
                    <a:pt x="324129" y="2002415"/>
                  </a:lnTo>
                  <a:lnTo>
                    <a:pt x="310623" y="2002415"/>
                  </a:lnTo>
                  <a:lnTo>
                    <a:pt x="297118" y="2002415"/>
                  </a:lnTo>
                  <a:lnTo>
                    <a:pt x="283612" y="2002415"/>
                  </a:lnTo>
                  <a:lnTo>
                    <a:pt x="270107" y="2002415"/>
                  </a:lnTo>
                  <a:lnTo>
                    <a:pt x="256602" y="2002415"/>
                  </a:lnTo>
                  <a:lnTo>
                    <a:pt x="243096" y="2002415"/>
                  </a:lnTo>
                  <a:lnTo>
                    <a:pt x="229591" y="2002415"/>
                  </a:lnTo>
                  <a:lnTo>
                    <a:pt x="216086" y="2002415"/>
                  </a:lnTo>
                  <a:lnTo>
                    <a:pt x="202580" y="2002415"/>
                  </a:lnTo>
                  <a:lnTo>
                    <a:pt x="189075" y="2002415"/>
                  </a:lnTo>
                  <a:lnTo>
                    <a:pt x="175569" y="2002415"/>
                  </a:lnTo>
                  <a:lnTo>
                    <a:pt x="162064" y="2002415"/>
                  </a:lnTo>
                  <a:lnTo>
                    <a:pt x="148559" y="2002415"/>
                  </a:lnTo>
                  <a:lnTo>
                    <a:pt x="135053" y="2002415"/>
                  </a:lnTo>
                  <a:lnTo>
                    <a:pt x="121548" y="2002415"/>
                  </a:lnTo>
                  <a:lnTo>
                    <a:pt x="108043" y="2002415"/>
                  </a:lnTo>
                  <a:lnTo>
                    <a:pt x="94537" y="2002415"/>
                  </a:lnTo>
                  <a:lnTo>
                    <a:pt x="81032" y="2002415"/>
                  </a:lnTo>
                  <a:lnTo>
                    <a:pt x="67526" y="2002415"/>
                  </a:lnTo>
                  <a:lnTo>
                    <a:pt x="54021" y="2002415"/>
                  </a:lnTo>
                  <a:lnTo>
                    <a:pt x="40516" y="2002415"/>
                  </a:lnTo>
                  <a:lnTo>
                    <a:pt x="27010" y="2002415"/>
                  </a:lnTo>
                  <a:lnTo>
                    <a:pt x="13505" y="2002415"/>
                  </a:lnTo>
                  <a:lnTo>
                    <a:pt x="0" y="2002415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64575" y="3545210"/>
              <a:ext cx="6901247" cy="1987885"/>
            </a:xfrm>
            <a:custGeom>
              <a:avLst/>
              <a:pathLst>
                <a:path w="6901247" h="198788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90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4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7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3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7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7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8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5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1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5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6"/>
                  </a:lnTo>
                  <a:lnTo>
                    <a:pt x="3268300" y="174939"/>
                  </a:lnTo>
                  <a:lnTo>
                    <a:pt x="3281806" y="177144"/>
                  </a:lnTo>
                  <a:lnTo>
                    <a:pt x="3295311" y="178668"/>
                  </a:lnTo>
                  <a:lnTo>
                    <a:pt x="3308817" y="179517"/>
                  </a:lnTo>
                  <a:lnTo>
                    <a:pt x="3322322" y="179703"/>
                  </a:lnTo>
                  <a:lnTo>
                    <a:pt x="3335827" y="179092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3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0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699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29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1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2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3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2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2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5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20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4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8004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3310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14085" y="4518545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14085" y="3533172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1495125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85269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78735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rc31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287, median = -15.9 %   |   BMI &lt; 30: N = 656, median = 6.0 %   |   Mann-Whitney U p = &lt;0.001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2026-07-22T07:54:40Z</dcterms:modified>
  <cp:category/>
</cp:coreProperties>
</file>