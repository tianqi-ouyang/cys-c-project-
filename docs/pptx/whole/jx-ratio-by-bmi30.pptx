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19512" y="505493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19512" y="406956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19512" y="308419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0116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537131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817309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19512" y="554762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19512" y="456225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19512" y="3576881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583182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1914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85511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1364575" y="2768891"/>
              <a:ext cx="6901247" cy="2778734"/>
            </a:xfrm>
            <a:custGeom>
              <a:avLst/>
              <a:pathLst>
                <a:path w="6901247" h="2778734">
                  <a:moveTo>
                    <a:pt x="0" y="2650366"/>
                  </a:moveTo>
                  <a:lnTo>
                    <a:pt x="13505" y="2641667"/>
                  </a:lnTo>
                  <a:lnTo>
                    <a:pt x="27010" y="2632600"/>
                  </a:lnTo>
                  <a:lnTo>
                    <a:pt x="40516" y="2623150"/>
                  </a:lnTo>
                  <a:lnTo>
                    <a:pt x="54021" y="2613208"/>
                  </a:lnTo>
                  <a:lnTo>
                    <a:pt x="67526" y="2602896"/>
                  </a:lnTo>
                  <a:lnTo>
                    <a:pt x="81032" y="2592218"/>
                  </a:lnTo>
                  <a:lnTo>
                    <a:pt x="94537" y="2581179"/>
                  </a:lnTo>
                  <a:lnTo>
                    <a:pt x="108043" y="2569745"/>
                  </a:lnTo>
                  <a:lnTo>
                    <a:pt x="121548" y="2557885"/>
                  </a:lnTo>
                  <a:lnTo>
                    <a:pt x="135053" y="2545699"/>
                  </a:lnTo>
                  <a:lnTo>
                    <a:pt x="148559" y="2533201"/>
                  </a:lnTo>
                  <a:lnTo>
                    <a:pt x="162064" y="2520405"/>
                  </a:lnTo>
                  <a:lnTo>
                    <a:pt x="175569" y="2507277"/>
                  </a:lnTo>
                  <a:lnTo>
                    <a:pt x="189075" y="2493864"/>
                  </a:lnTo>
                  <a:lnTo>
                    <a:pt x="202580" y="2480234"/>
                  </a:lnTo>
                  <a:lnTo>
                    <a:pt x="216086" y="2466411"/>
                  </a:lnTo>
                  <a:lnTo>
                    <a:pt x="229591" y="2452421"/>
                  </a:lnTo>
                  <a:lnTo>
                    <a:pt x="243096" y="2438265"/>
                  </a:lnTo>
                  <a:lnTo>
                    <a:pt x="256602" y="2424021"/>
                  </a:lnTo>
                  <a:lnTo>
                    <a:pt x="270107" y="2409730"/>
                  </a:lnTo>
                  <a:lnTo>
                    <a:pt x="283612" y="2395424"/>
                  </a:lnTo>
                  <a:lnTo>
                    <a:pt x="297118" y="2381136"/>
                  </a:lnTo>
                  <a:lnTo>
                    <a:pt x="310623" y="2366943"/>
                  </a:lnTo>
                  <a:lnTo>
                    <a:pt x="324129" y="2352871"/>
                  </a:lnTo>
                  <a:lnTo>
                    <a:pt x="337634" y="2338954"/>
                  </a:lnTo>
                  <a:lnTo>
                    <a:pt x="351139" y="2325224"/>
                  </a:lnTo>
                  <a:lnTo>
                    <a:pt x="364645" y="2311739"/>
                  </a:lnTo>
                  <a:lnTo>
                    <a:pt x="378150" y="2298597"/>
                  </a:lnTo>
                  <a:lnTo>
                    <a:pt x="391655" y="2285764"/>
                  </a:lnTo>
                  <a:lnTo>
                    <a:pt x="405161" y="2273267"/>
                  </a:lnTo>
                  <a:lnTo>
                    <a:pt x="418666" y="2261127"/>
                  </a:lnTo>
                  <a:lnTo>
                    <a:pt x="432172" y="2249442"/>
                  </a:lnTo>
                  <a:lnTo>
                    <a:pt x="445677" y="2238242"/>
                  </a:lnTo>
                  <a:lnTo>
                    <a:pt x="459182" y="2227469"/>
                  </a:lnTo>
                  <a:lnTo>
                    <a:pt x="472688" y="2217130"/>
                  </a:lnTo>
                  <a:lnTo>
                    <a:pt x="486193" y="2207231"/>
                  </a:lnTo>
                  <a:lnTo>
                    <a:pt x="499698" y="2197892"/>
                  </a:lnTo>
                  <a:lnTo>
                    <a:pt x="513204" y="2189032"/>
                  </a:lnTo>
                  <a:lnTo>
                    <a:pt x="526709" y="2180599"/>
                  </a:lnTo>
                  <a:lnTo>
                    <a:pt x="540215" y="2172578"/>
                  </a:lnTo>
                  <a:lnTo>
                    <a:pt x="553720" y="2164956"/>
                  </a:lnTo>
                  <a:lnTo>
                    <a:pt x="567225" y="2157830"/>
                  </a:lnTo>
                  <a:lnTo>
                    <a:pt x="580731" y="2151038"/>
                  </a:lnTo>
                  <a:lnTo>
                    <a:pt x="594236" y="2144546"/>
                  </a:lnTo>
                  <a:lnTo>
                    <a:pt x="607741" y="2138324"/>
                  </a:lnTo>
                  <a:lnTo>
                    <a:pt x="621247" y="2132353"/>
                  </a:lnTo>
                  <a:lnTo>
                    <a:pt x="634752" y="2126613"/>
                  </a:lnTo>
                  <a:lnTo>
                    <a:pt x="648258" y="2120997"/>
                  </a:lnTo>
                  <a:lnTo>
                    <a:pt x="661763" y="2115468"/>
                  </a:lnTo>
                  <a:lnTo>
                    <a:pt x="675268" y="2109986"/>
                  </a:lnTo>
                  <a:lnTo>
                    <a:pt x="688774" y="2104501"/>
                  </a:lnTo>
                  <a:lnTo>
                    <a:pt x="702279" y="2098941"/>
                  </a:lnTo>
                  <a:lnTo>
                    <a:pt x="715784" y="2093268"/>
                  </a:lnTo>
                  <a:lnTo>
                    <a:pt x="729290" y="2087444"/>
                  </a:lnTo>
                  <a:lnTo>
                    <a:pt x="742795" y="2081434"/>
                  </a:lnTo>
                  <a:lnTo>
                    <a:pt x="756301" y="2075135"/>
                  </a:lnTo>
                  <a:lnTo>
                    <a:pt x="769806" y="2068520"/>
                  </a:lnTo>
                  <a:lnTo>
                    <a:pt x="783311" y="2061588"/>
                  </a:lnTo>
                  <a:lnTo>
                    <a:pt x="796817" y="2054315"/>
                  </a:lnTo>
                  <a:lnTo>
                    <a:pt x="810322" y="2046676"/>
                  </a:lnTo>
                  <a:lnTo>
                    <a:pt x="823827" y="2038510"/>
                  </a:lnTo>
                  <a:lnTo>
                    <a:pt x="837333" y="2029905"/>
                  </a:lnTo>
                  <a:lnTo>
                    <a:pt x="850838" y="2020861"/>
                  </a:lnTo>
                  <a:lnTo>
                    <a:pt x="864344" y="2011367"/>
                  </a:lnTo>
                  <a:lnTo>
                    <a:pt x="877849" y="2001390"/>
                  </a:lnTo>
                  <a:lnTo>
                    <a:pt x="891354" y="1990794"/>
                  </a:lnTo>
                  <a:lnTo>
                    <a:pt x="904860" y="1979722"/>
                  </a:lnTo>
                  <a:lnTo>
                    <a:pt x="918365" y="1968172"/>
                  </a:lnTo>
                  <a:lnTo>
                    <a:pt x="931870" y="1956145"/>
                  </a:lnTo>
                  <a:lnTo>
                    <a:pt x="945376" y="1943577"/>
                  </a:lnTo>
                  <a:lnTo>
                    <a:pt x="958881" y="1930430"/>
                  </a:lnTo>
                  <a:lnTo>
                    <a:pt x="972387" y="1916815"/>
                  </a:lnTo>
                  <a:lnTo>
                    <a:pt x="985892" y="1902737"/>
                  </a:lnTo>
                  <a:lnTo>
                    <a:pt x="999397" y="1888202"/>
                  </a:lnTo>
                  <a:lnTo>
                    <a:pt x="1012903" y="1873117"/>
                  </a:lnTo>
                  <a:lnTo>
                    <a:pt x="1026408" y="1857524"/>
                  </a:lnTo>
                  <a:lnTo>
                    <a:pt x="1039913" y="1841491"/>
                  </a:lnTo>
                  <a:lnTo>
                    <a:pt x="1053419" y="1825021"/>
                  </a:lnTo>
                  <a:lnTo>
                    <a:pt x="1066924" y="1808119"/>
                  </a:lnTo>
                  <a:lnTo>
                    <a:pt x="1080430" y="1790654"/>
                  </a:lnTo>
                  <a:lnTo>
                    <a:pt x="1093935" y="1772733"/>
                  </a:lnTo>
                  <a:lnTo>
                    <a:pt x="1107440" y="1754378"/>
                  </a:lnTo>
                  <a:lnTo>
                    <a:pt x="1120946" y="1735587"/>
                  </a:lnTo>
                  <a:lnTo>
                    <a:pt x="1134451" y="1716343"/>
                  </a:lnTo>
                  <a:lnTo>
                    <a:pt x="1147956" y="1696497"/>
                  </a:lnTo>
                  <a:lnTo>
                    <a:pt x="1161462" y="1676187"/>
                  </a:lnTo>
                  <a:lnTo>
                    <a:pt x="1174967" y="1655401"/>
                  </a:lnTo>
                  <a:lnTo>
                    <a:pt x="1188473" y="1634128"/>
                  </a:lnTo>
                  <a:lnTo>
                    <a:pt x="1201978" y="1612296"/>
                  </a:lnTo>
                  <a:lnTo>
                    <a:pt x="1215483" y="1589803"/>
                  </a:lnTo>
                  <a:lnTo>
                    <a:pt x="1228989" y="1566755"/>
                  </a:lnTo>
                  <a:lnTo>
                    <a:pt x="1242494" y="1543134"/>
                  </a:lnTo>
                  <a:lnTo>
                    <a:pt x="1255999" y="1518919"/>
                  </a:lnTo>
                  <a:lnTo>
                    <a:pt x="1269505" y="1493959"/>
                  </a:lnTo>
                  <a:lnTo>
                    <a:pt x="1283010" y="1468229"/>
                  </a:lnTo>
                  <a:lnTo>
                    <a:pt x="1296516" y="1441810"/>
                  </a:lnTo>
                  <a:lnTo>
                    <a:pt x="1310021" y="1414678"/>
                  </a:lnTo>
                  <a:lnTo>
                    <a:pt x="1323526" y="1386807"/>
                  </a:lnTo>
                  <a:lnTo>
                    <a:pt x="1337032" y="1357950"/>
                  </a:lnTo>
                  <a:lnTo>
                    <a:pt x="1350537" y="1328221"/>
                  </a:lnTo>
                  <a:lnTo>
                    <a:pt x="1364042" y="1297664"/>
                  </a:lnTo>
                  <a:lnTo>
                    <a:pt x="1377548" y="1266261"/>
                  </a:lnTo>
                  <a:lnTo>
                    <a:pt x="1391053" y="1233996"/>
                  </a:lnTo>
                  <a:lnTo>
                    <a:pt x="1404559" y="1200534"/>
                  </a:lnTo>
                  <a:lnTo>
                    <a:pt x="1418064" y="1166185"/>
                  </a:lnTo>
                  <a:lnTo>
                    <a:pt x="1431569" y="1130949"/>
                  </a:lnTo>
                  <a:lnTo>
                    <a:pt x="1445075" y="1094830"/>
                  </a:lnTo>
                  <a:lnTo>
                    <a:pt x="1458580" y="1057764"/>
                  </a:lnTo>
                  <a:lnTo>
                    <a:pt x="1472085" y="1019625"/>
                  </a:lnTo>
                  <a:lnTo>
                    <a:pt x="1485591" y="980684"/>
                  </a:lnTo>
                  <a:lnTo>
                    <a:pt x="1499096" y="940980"/>
                  </a:lnTo>
                  <a:lnTo>
                    <a:pt x="1512602" y="900556"/>
                  </a:lnTo>
                  <a:lnTo>
                    <a:pt x="1526107" y="859365"/>
                  </a:lnTo>
                  <a:lnTo>
                    <a:pt x="1539612" y="817514"/>
                  </a:lnTo>
                  <a:lnTo>
                    <a:pt x="1553118" y="775205"/>
                  </a:lnTo>
                  <a:lnTo>
                    <a:pt x="1566623" y="732523"/>
                  </a:lnTo>
                  <a:lnTo>
                    <a:pt x="1580128" y="689559"/>
                  </a:lnTo>
                  <a:lnTo>
                    <a:pt x="1593634" y="646414"/>
                  </a:lnTo>
                  <a:lnTo>
                    <a:pt x="1607139" y="603302"/>
                  </a:lnTo>
                  <a:lnTo>
                    <a:pt x="1620645" y="560359"/>
                  </a:lnTo>
                  <a:lnTo>
                    <a:pt x="1634150" y="517710"/>
                  </a:lnTo>
                  <a:lnTo>
                    <a:pt x="1647655" y="475484"/>
                  </a:lnTo>
                  <a:lnTo>
                    <a:pt x="1661161" y="434104"/>
                  </a:lnTo>
                  <a:lnTo>
                    <a:pt x="1674666" y="393591"/>
                  </a:lnTo>
                  <a:lnTo>
                    <a:pt x="1688171" y="354074"/>
                  </a:lnTo>
                  <a:lnTo>
                    <a:pt x="1701677" y="315698"/>
                  </a:lnTo>
                  <a:lnTo>
                    <a:pt x="1715182" y="278700"/>
                  </a:lnTo>
                  <a:lnTo>
                    <a:pt x="1728688" y="243670"/>
                  </a:lnTo>
                  <a:lnTo>
                    <a:pt x="1742193" y="210354"/>
                  </a:lnTo>
                  <a:lnTo>
                    <a:pt x="1755698" y="178881"/>
                  </a:lnTo>
                  <a:lnTo>
                    <a:pt x="1769204" y="149376"/>
                  </a:lnTo>
                  <a:lnTo>
                    <a:pt x="1782709" y="122298"/>
                  </a:lnTo>
                  <a:lnTo>
                    <a:pt x="1796215" y="97985"/>
                  </a:lnTo>
                  <a:lnTo>
                    <a:pt x="1809720" y="76073"/>
                  </a:lnTo>
                  <a:lnTo>
                    <a:pt x="1823225" y="56640"/>
                  </a:lnTo>
                  <a:lnTo>
                    <a:pt x="1836731" y="39759"/>
                  </a:lnTo>
                  <a:lnTo>
                    <a:pt x="1850236" y="26121"/>
                  </a:lnTo>
                  <a:lnTo>
                    <a:pt x="1863741" y="15518"/>
                  </a:lnTo>
                  <a:lnTo>
                    <a:pt x="1877247" y="7628"/>
                  </a:lnTo>
                  <a:lnTo>
                    <a:pt x="1890752" y="2456"/>
                  </a:lnTo>
                  <a:lnTo>
                    <a:pt x="1904258" y="0"/>
                  </a:lnTo>
                  <a:lnTo>
                    <a:pt x="1917763" y="1081"/>
                  </a:lnTo>
                  <a:lnTo>
                    <a:pt x="1931268" y="4896"/>
                  </a:lnTo>
                  <a:lnTo>
                    <a:pt x="1944774" y="11267"/>
                  </a:lnTo>
                  <a:lnTo>
                    <a:pt x="1958279" y="20126"/>
                  </a:lnTo>
                  <a:lnTo>
                    <a:pt x="1971784" y="31490"/>
                  </a:lnTo>
                  <a:lnTo>
                    <a:pt x="1985290" y="45840"/>
                  </a:lnTo>
                  <a:lnTo>
                    <a:pt x="1998795" y="62291"/>
                  </a:lnTo>
                  <a:lnTo>
                    <a:pt x="2012301" y="80726"/>
                  </a:lnTo>
                  <a:lnTo>
                    <a:pt x="2025806" y="101024"/>
                  </a:lnTo>
                  <a:lnTo>
                    <a:pt x="2039311" y="123247"/>
                  </a:lnTo>
                  <a:lnTo>
                    <a:pt x="2052817" y="147324"/>
                  </a:lnTo>
                  <a:lnTo>
                    <a:pt x="2066322" y="172710"/>
                  </a:lnTo>
                  <a:lnTo>
                    <a:pt x="2079827" y="199265"/>
                  </a:lnTo>
                  <a:lnTo>
                    <a:pt x="2093333" y="226849"/>
                  </a:lnTo>
                  <a:lnTo>
                    <a:pt x="2106838" y="255452"/>
                  </a:lnTo>
                  <a:lnTo>
                    <a:pt x="2120344" y="284775"/>
                  </a:lnTo>
                  <a:lnTo>
                    <a:pt x="2133849" y="314559"/>
                  </a:lnTo>
                  <a:lnTo>
                    <a:pt x="2147354" y="344675"/>
                  </a:lnTo>
                  <a:lnTo>
                    <a:pt x="2160860" y="374996"/>
                  </a:lnTo>
                  <a:lnTo>
                    <a:pt x="2174365" y="405356"/>
                  </a:lnTo>
                  <a:lnTo>
                    <a:pt x="2187870" y="435564"/>
                  </a:lnTo>
                  <a:lnTo>
                    <a:pt x="2201376" y="465519"/>
                  </a:lnTo>
                  <a:lnTo>
                    <a:pt x="2214881" y="495125"/>
                  </a:lnTo>
                  <a:lnTo>
                    <a:pt x="2228387" y="524282"/>
                  </a:lnTo>
                  <a:lnTo>
                    <a:pt x="2241892" y="552680"/>
                  </a:lnTo>
                  <a:lnTo>
                    <a:pt x="2255397" y="580406"/>
                  </a:lnTo>
                  <a:lnTo>
                    <a:pt x="2268903" y="607404"/>
                  </a:lnTo>
                  <a:lnTo>
                    <a:pt x="2282408" y="633620"/>
                  </a:lnTo>
                  <a:lnTo>
                    <a:pt x="2295913" y="658913"/>
                  </a:lnTo>
                  <a:lnTo>
                    <a:pt x="2309419" y="683078"/>
                  </a:lnTo>
                  <a:lnTo>
                    <a:pt x="2322924" y="706309"/>
                  </a:lnTo>
                  <a:lnTo>
                    <a:pt x="2336430" y="728584"/>
                  </a:lnTo>
                  <a:lnTo>
                    <a:pt x="2349935" y="749887"/>
                  </a:lnTo>
                  <a:lnTo>
                    <a:pt x="2363440" y="770017"/>
                  </a:lnTo>
                  <a:lnTo>
                    <a:pt x="2376946" y="788982"/>
                  </a:lnTo>
                  <a:lnTo>
                    <a:pt x="2390451" y="806957"/>
                  </a:lnTo>
                  <a:lnTo>
                    <a:pt x="2403956" y="823951"/>
                  </a:lnTo>
                  <a:lnTo>
                    <a:pt x="2417462" y="839972"/>
                  </a:lnTo>
                  <a:lnTo>
                    <a:pt x="2430967" y="854783"/>
                  </a:lnTo>
                  <a:lnTo>
                    <a:pt x="2444473" y="868593"/>
                  </a:lnTo>
                  <a:lnTo>
                    <a:pt x="2457978" y="881512"/>
                  </a:lnTo>
                  <a:lnTo>
                    <a:pt x="2471483" y="893567"/>
                  </a:lnTo>
                  <a:lnTo>
                    <a:pt x="2484989" y="904789"/>
                  </a:lnTo>
                  <a:lnTo>
                    <a:pt x="2498494" y="914952"/>
                  </a:lnTo>
                  <a:lnTo>
                    <a:pt x="2511999" y="924391"/>
                  </a:lnTo>
                  <a:lnTo>
                    <a:pt x="2525505" y="933152"/>
                  </a:lnTo>
                  <a:lnTo>
                    <a:pt x="2539010" y="941279"/>
                  </a:lnTo>
                  <a:lnTo>
                    <a:pt x="2552516" y="948777"/>
                  </a:lnTo>
                  <a:lnTo>
                    <a:pt x="2566021" y="955628"/>
                  </a:lnTo>
                  <a:lnTo>
                    <a:pt x="2579526" y="962051"/>
                  </a:lnTo>
                  <a:lnTo>
                    <a:pt x="2593032" y="968101"/>
                  </a:lnTo>
                  <a:lnTo>
                    <a:pt x="2606537" y="973834"/>
                  </a:lnTo>
                  <a:lnTo>
                    <a:pt x="2620042" y="979283"/>
                  </a:lnTo>
                  <a:lnTo>
                    <a:pt x="2633548" y="984553"/>
                  </a:lnTo>
                  <a:lnTo>
                    <a:pt x="2647053" y="989754"/>
                  </a:lnTo>
                  <a:lnTo>
                    <a:pt x="2660559" y="994945"/>
                  </a:lnTo>
                  <a:lnTo>
                    <a:pt x="2674064" y="1000189"/>
                  </a:lnTo>
                  <a:lnTo>
                    <a:pt x="2687569" y="1005605"/>
                  </a:lnTo>
                  <a:lnTo>
                    <a:pt x="2701075" y="1011278"/>
                  </a:lnTo>
                  <a:lnTo>
                    <a:pt x="2714580" y="1017249"/>
                  </a:lnTo>
                  <a:lnTo>
                    <a:pt x="2728085" y="1023574"/>
                  </a:lnTo>
                  <a:lnTo>
                    <a:pt x="2741591" y="1030308"/>
                  </a:lnTo>
                  <a:lnTo>
                    <a:pt x="2755096" y="1037687"/>
                  </a:lnTo>
                  <a:lnTo>
                    <a:pt x="2768602" y="1045638"/>
                  </a:lnTo>
                  <a:lnTo>
                    <a:pt x="2782107" y="1054186"/>
                  </a:lnTo>
                  <a:lnTo>
                    <a:pt x="2795612" y="1063368"/>
                  </a:lnTo>
                  <a:lnTo>
                    <a:pt x="2809118" y="1073257"/>
                  </a:lnTo>
                  <a:lnTo>
                    <a:pt x="2822623" y="1084075"/>
                  </a:lnTo>
                  <a:lnTo>
                    <a:pt x="2836128" y="1095633"/>
                  </a:lnTo>
                  <a:lnTo>
                    <a:pt x="2849634" y="1107944"/>
                  </a:lnTo>
                  <a:lnTo>
                    <a:pt x="2863139" y="1121017"/>
                  </a:lnTo>
                  <a:lnTo>
                    <a:pt x="2876645" y="1134966"/>
                  </a:lnTo>
                  <a:lnTo>
                    <a:pt x="2890150" y="1149846"/>
                  </a:lnTo>
                  <a:lnTo>
                    <a:pt x="2903655" y="1165477"/>
                  </a:lnTo>
                  <a:lnTo>
                    <a:pt x="2917161" y="1181844"/>
                  </a:lnTo>
                  <a:lnTo>
                    <a:pt x="2930666" y="1198930"/>
                  </a:lnTo>
                  <a:lnTo>
                    <a:pt x="2944171" y="1216862"/>
                  </a:lnTo>
                  <a:lnTo>
                    <a:pt x="2957677" y="1235529"/>
                  </a:lnTo>
                  <a:lnTo>
                    <a:pt x="2971182" y="1254807"/>
                  </a:lnTo>
                  <a:lnTo>
                    <a:pt x="2984688" y="1274663"/>
                  </a:lnTo>
                  <a:lnTo>
                    <a:pt x="2998193" y="1295062"/>
                  </a:lnTo>
                  <a:lnTo>
                    <a:pt x="3011698" y="1316103"/>
                  </a:lnTo>
                  <a:lnTo>
                    <a:pt x="3025204" y="1337598"/>
                  </a:lnTo>
                  <a:lnTo>
                    <a:pt x="3038709" y="1359483"/>
                  </a:lnTo>
                  <a:lnTo>
                    <a:pt x="3052214" y="1381721"/>
                  </a:lnTo>
                  <a:lnTo>
                    <a:pt x="3065720" y="1404283"/>
                  </a:lnTo>
                  <a:lnTo>
                    <a:pt x="3079225" y="1427186"/>
                  </a:lnTo>
                  <a:lnTo>
                    <a:pt x="3092731" y="1450294"/>
                  </a:lnTo>
                  <a:lnTo>
                    <a:pt x="3106236" y="1473574"/>
                  </a:lnTo>
                  <a:lnTo>
                    <a:pt x="3119741" y="1496996"/>
                  </a:lnTo>
                  <a:lnTo>
                    <a:pt x="3133247" y="1520539"/>
                  </a:lnTo>
                  <a:lnTo>
                    <a:pt x="3146752" y="1544162"/>
                  </a:lnTo>
                  <a:lnTo>
                    <a:pt x="3160257" y="1567820"/>
                  </a:lnTo>
                  <a:lnTo>
                    <a:pt x="3173763" y="1591490"/>
                  </a:lnTo>
                  <a:lnTo>
                    <a:pt x="3187268" y="1615152"/>
                  </a:lnTo>
                  <a:lnTo>
                    <a:pt x="3200774" y="1638778"/>
                  </a:lnTo>
                  <a:lnTo>
                    <a:pt x="3214279" y="1662341"/>
                  </a:lnTo>
                  <a:lnTo>
                    <a:pt x="3227784" y="1685832"/>
                  </a:lnTo>
                  <a:lnTo>
                    <a:pt x="3241290" y="1709241"/>
                  </a:lnTo>
                  <a:lnTo>
                    <a:pt x="3254795" y="1732554"/>
                  </a:lnTo>
                  <a:lnTo>
                    <a:pt x="3268300" y="1755727"/>
                  </a:lnTo>
                  <a:lnTo>
                    <a:pt x="3281806" y="1778766"/>
                  </a:lnTo>
                  <a:lnTo>
                    <a:pt x="3295311" y="1801670"/>
                  </a:lnTo>
                  <a:lnTo>
                    <a:pt x="3308817" y="1824430"/>
                  </a:lnTo>
                  <a:lnTo>
                    <a:pt x="3322322" y="1847035"/>
                  </a:lnTo>
                  <a:lnTo>
                    <a:pt x="3335827" y="1869411"/>
                  </a:lnTo>
                  <a:lnTo>
                    <a:pt x="3349333" y="1891602"/>
                  </a:lnTo>
                  <a:lnTo>
                    <a:pt x="3362838" y="1913597"/>
                  </a:lnTo>
                  <a:lnTo>
                    <a:pt x="3376343" y="1935385"/>
                  </a:lnTo>
                  <a:lnTo>
                    <a:pt x="3389849" y="1956931"/>
                  </a:lnTo>
                  <a:lnTo>
                    <a:pt x="3403354" y="1978172"/>
                  </a:lnTo>
                  <a:lnTo>
                    <a:pt x="3416860" y="1999155"/>
                  </a:lnTo>
                  <a:lnTo>
                    <a:pt x="3430365" y="2019864"/>
                  </a:lnTo>
                  <a:lnTo>
                    <a:pt x="3443870" y="2040288"/>
                  </a:lnTo>
                  <a:lnTo>
                    <a:pt x="3457376" y="2060353"/>
                  </a:lnTo>
                  <a:lnTo>
                    <a:pt x="3470881" y="2080036"/>
                  </a:lnTo>
                  <a:lnTo>
                    <a:pt x="3484387" y="2099379"/>
                  </a:lnTo>
                  <a:lnTo>
                    <a:pt x="3497892" y="2118370"/>
                  </a:lnTo>
                  <a:lnTo>
                    <a:pt x="3511397" y="2136999"/>
                  </a:lnTo>
                  <a:lnTo>
                    <a:pt x="3524903" y="2155150"/>
                  </a:lnTo>
                  <a:lnTo>
                    <a:pt x="3538408" y="2172873"/>
                  </a:lnTo>
                  <a:lnTo>
                    <a:pt x="3551913" y="2190199"/>
                  </a:lnTo>
                  <a:lnTo>
                    <a:pt x="3565419" y="2207123"/>
                  </a:lnTo>
                  <a:lnTo>
                    <a:pt x="3578924" y="2223639"/>
                  </a:lnTo>
                  <a:lnTo>
                    <a:pt x="3592430" y="2239604"/>
                  </a:lnTo>
                  <a:lnTo>
                    <a:pt x="3605935" y="2255155"/>
                  </a:lnTo>
                  <a:lnTo>
                    <a:pt x="3619440" y="2270300"/>
                  </a:lnTo>
                  <a:lnTo>
                    <a:pt x="3632946" y="2285044"/>
                  </a:lnTo>
                  <a:lnTo>
                    <a:pt x="3646451" y="2299364"/>
                  </a:lnTo>
                  <a:lnTo>
                    <a:pt x="3659956" y="2313188"/>
                  </a:lnTo>
                  <a:lnTo>
                    <a:pt x="3673462" y="2326641"/>
                  </a:lnTo>
                  <a:lnTo>
                    <a:pt x="3686967" y="2339734"/>
                  </a:lnTo>
                  <a:lnTo>
                    <a:pt x="3700473" y="2352477"/>
                  </a:lnTo>
                  <a:lnTo>
                    <a:pt x="3713978" y="2364833"/>
                  </a:lnTo>
                  <a:lnTo>
                    <a:pt x="3727483" y="2376809"/>
                  </a:lnTo>
                  <a:lnTo>
                    <a:pt x="3740989" y="2388488"/>
                  </a:lnTo>
                  <a:lnTo>
                    <a:pt x="3754494" y="2399883"/>
                  </a:lnTo>
                  <a:lnTo>
                    <a:pt x="3767999" y="2411006"/>
                  </a:lnTo>
                  <a:lnTo>
                    <a:pt x="3781505" y="2421815"/>
                  </a:lnTo>
                  <a:lnTo>
                    <a:pt x="3795010" y="2432364"/>
                  </a:lnTo>
                  <a:lnTo>
                    <a:pt x="3808516" y="2442694"/>
                  </a:lnTo>
                  <a:lnTo>
                    <a:pt x="3822021" y="2452816"/>
                  </a:lnTo>
                  <a:lnTo>
                    <a:pt x="3835526" y="2462742"/>
                  </a:lnTo>
                  <a:lnTo>
                    <a:pt x="3849032" y="2472428"/>
                  </a:lnTo>
                  <a:lnTo>
                    <a:pt x="3862537" y="2481940"/>
                  </a:lnTo>
                  <a:lnTo>
                    <a:pt x="3876042" y="2491292"/>
                  </a:lnTo>
                  <a:lnTo>
                    <a:pt x="3889548" y="2500492"/>
                  </a:lnTo>
                  <a:lnTo>
                    <a:pt x="3903053" y="2509539"/>
                  </a:lnTo>
                  <a:lnTo>
                    <a:pt x="3916559" y="2518406"/>
                  </a:lnTo>
                  <a:lnTo>
                    <a:pt x="3930064" y="2527140"/>
                  </a:lnTo>
                  <a:lnTo>
                    <a:pt x="3943569" y="2535746"/>
                  </a:lnTo>
                  <a:lnTo>
                    <a:pt x="3957075" y="2544225"/>
                  </a:lnTo>
                  <a:lnTo>
                    <a:pt x="3970580" y="2552564"/>
                  </a:lnTo>
                  <a:lnTo>
                    <a:pt x="3984085" y="2560752"/>
                  </a:lnTo>
                  <a:lnTo>
                    <a:pt x="3997591" y="2568819"/>
                  </a:lnTo>
                  <a:lnTo>
                    <a:pt x="4011096" y="2576764"/>
                  </a:lnTo>
                  <a:lnTo>
                    <a:pt x="4024602" y="2584587"/>
                  </a:lnTo>
                  <a:lnTo>
                    <a:pt x="4038107" y="2592260"/>
                  </a:lnTo>
                  <a:lnTo>
                    <a:pt x="4051612" y="2599790"/>
                  </a:lnTo>
                  <a:lnTo>
                    <a:pt x="4065118" y="2607193"/>
                  </a:lnTo>
                  <a:lnTo>
                    <a:pt x="4078623" y="2614468"/>
                  </a:lnTo>
                  <a:lnTo>
                    <a:pt x="4092128" y="2621612"/>
                  </a:lnTo>
                  <a:lnTo>
                    <a:pt x="4105634" y="2628584"/>
                  </a:lnTo>
                  <a:lnTo>
                    <a:pt x="4119139" y="2635411"/>
                  </a:lnTo>
                  <a:lnTo>
                    <a:pt x="4132645" y="2642100"/>
                  </a:lnTo>
                  <a:lnTo>
                    <a:pt x="4146150" y="2648649"/>
                  </a:lnTo>
                  <a:lnTo>
                    <a:pt x="4159655" y="2655051"/>
                  </a:lnTo>
                  <a:lnTo>
                    <a:pt x="4173161" y="2661258"/>
                  </a:lnTo>
                  <a:lnTo>
                    <a:pt x="4186666" y="2667316"/>
                  </a:lnTo>
                  <a:lnTo>
                    <a:pt x="4200171" y="2673222"/>
                  </a:lnTo>
                  <a:lnTo>
                    <a:pt x="4213677" y="2678975"/>
                  </a:lnTo>
                  <a:lnTo>
                    <a:pt x="4227182" y="2684554"/>
                  </a:lnTo>
                  <a:lnTo>
                    <a:pt x="4240688" y="2689935"/>
                  </a:lnTo>
                  <a:lnTo>
                    <a:pt x="4254193" y="2695155"/>
                  </a:lnTo>
                  <a:lnTo>
                    <a:pt x="4267698" y="2700212"/>
                  </a:lnTo>
                  <a:lnTo>
                    <a:pt x="4281204" y="2705104"/>
                  </a:lnTo>
                  <a:lnTo>
                    <a:pt x="4294709" y="2709797"/>
                  </a:lnTo>
                  <a:lnTo>
                    <a:pt x="4308214" y="2714295"/>
                  </a:lnTo>
                  <a:lnTo>
                    <a:pt x="4321720" y="2718624"/>
                  </a:lnTo>
                  <a:lnTo>
                    <a:pt x="4335225" y="2722784"/>
                  </a:lnTo>
                  <a:lnTo>
                    <a:pt x="4348731" y="2726774"/>
                  </a:lnTo>
                  <a:lnTo>
                    <a:pt x="4362236" y="2730547"/>
                  </a:lnTo>
                  <a:lnTo>
                    <a:pt x="4375741" y="2734138"/>
                  </a:lnTo>
                  <a:lnTo>
                    <a:pt x="4389247" y="2737561"/>
                  </a:lnTo>
                  <a:lnTo>
                    <a:pt x="4402752" y="2740817"/>
                  </a:lnTo>
                  <a:lnTo>
                    <a:pt x="4416257" y="2743907"/>
                  </a:lnTo>
                  <a:lnTo>
                    <a:pt x="4429763" y="2746777"/>
                  </a:lnTo>
                  <a:lnTo>
                    <a:pt x="4443268" y="2749489"/>
                  </a:lnTo>
                  <a:lnTo>
                    <a:pt x="4456774" y="2752045"/>
                  </a:lnTo>
                  <a:lnTo>
                    <a:pt x="4470279" y="2754448"/>
                  </a:lnTo>
                  <a:lnTo>
                    <a:pt x="4483784" y="2756689"/>
                  </a:lnTo>
                  <a:lnTo>
                    <a:pt x="4497290" y="2758747"/>
                  </a:lnTo>
                  <a:lnTo>
                    <a:pt x="4510795" y="2760668"/>
                  </a:lnTo>
                  <a:lnTo>
                    <a:pt x="4524300" y="2762456"/>
                  </a:lnTo>
                  <a:lnTo>
                    <a:pt x="4537806" y="2764115"/>
                  </a:lnTo>
                  <a:lnTo>
                    <a:pt x="4551311" y="2765630"/>
                  </a:lnTo>
                  <a:lnTo>
                    <a:pt x="4564817" y="2767008"/>
                  </a:lnTo>
                  <a:lnTo>
                    <a:pt x="4578322" y="2768276"/>
                  </a:lnTo>
                  <a:lnTo>
                    <a:pt x="4591827" y="2769440"/>
                  </a:lnTo>
                  <a:lnTo>
                    <a:pt x="4605333" y="2770505"/>
                  </a:lnTo>
                  <a:lnTo>
                    <a:pt x="4618838" y="2771453"/>
                  </a:lnTo>
                  <a:lnTo>
                    <a:pt x="4632343" y="2772309"/>
                  </a:lnTo>
                  <a:lnTo>
                    <a:pt x="4645849" y="2773085"/>
                  </a:lnTo>
                  <a:lnTo>
                    <a:pt x="4659354" y="2773787"/>
                  </a:lnTo>
                  <a:lnTo>
                    <a:pt x="4672860" y="2774419"/>
                  </a:lnTo>
                  <a:lnTo>
                    <a:pt x="4686365" y="2774967"/>
                  </a:lnTo>
                  <a:lnTo>
                    <a:pt x="4699870" y="2775458"/>
                  </a:lnTo>
                  <a:lnTo>
                    <a:pt x="4713376" y="2775897"/>
                  </a:lnTo>
                  <a:lnTo>
                    <a:pt x="4726881" y="2776287"/>
                  </a:lnTo>
                  <a:lnTo>
                    <a:pt x="4740386" y="2776631"/>
                  </a:lnTo>
                  <a:lnTo>
                    <a:pt x="4753892" y="2776925"/>
                  </a:lnTo>
                  <a:lnTo>
                    <a:pt x="4767397" y="2777184"/>
                  </a:lnTo>
                  <a:lnTo>
                    <a:pt x="4780903" y="2777413"/>
                  </a:lnTo>
                  <a:lnTo>
                    <a:pt x="4794408" y="2777613"/>
                  </a:lnTo>
                  <a:lnTo>
                    <a:pt x="4807913" y="2777784"/>
                  </a:lnTo>
                  <a:lnTo>
                    <a:pt x="4821419" y="2777929"/>
                  </a:lnTo>
                  <a:lnTo>
                    <a:pt x="4834924" y="2778055"/>
                  </a:lnTo>
                  <a:lnTo>
                    <a:pt x="4848429" y="2778165"/>
                  </a:lnTo>
                  <a:lnTo>
                    <a:pt x="4861935" y="2778259"/>
                  </a:lnTo>
                  <a:lnTo>
                    <a:pt x="4875440" y="2778337"/>
                  </a:lnTo>
                  <a:lnTo>
                    <a:pt x="4888946" y="2778403"/>
                  </a:lnTo>
                  <a:lnTo>
                    <a:pt x="4902451" y="2778459"/>
                  </a:lnTo>
                  <a:lnTo>
                    <a:pt x="4915956" y="2778507"/>
                  </a:lnTo>
                  <a:lnTo>
                    <a:pt x="4929462" y="2778548"/>
                  </a:lnTo>
                  <a:lnTo>
                    <a:pt x="4942967" y="2778581"/>
                  </a:lnTo>
                  <a:lnTo>
                    <a:pt x="4956472" y="2778608"/>
                  </a:lnTo>
                  <a:lnTo>
                    <a:pt x="4969978" y="2778631"/>
                  </a:lnTo>
                  <a:lnTo>
                    <a:pt x="4983483" y="2778651"/>
                  </a:lnTo>
                  <a:lnTo>
                    <a:pt x="4996989" y="2778667"/>
                  </a:lnTo>
                  <a:lnTo>
                    <a:pt x="5010494" y="2778679"/>
                  </a:lnTo>
                  <a:lnTo>
                    <a:pt x="5023999" y="2778690"/>
                  </a:lnTo>
                  <a:lnTo>
                    <a:pt x="5037505" y="2778698"/>
                  </a:lnTo>
                  <a:lnTo>
                    <a:pt x="5051010" y="2778706"/>
                  </a:lnTo>
                  <a:lnTo>
                    <a:pt x="5064515" y="2778711"/>
                  </a:lnTo>
                  <a:lnTo>
                    <a:pt x="5078021" y="2778716"/>
                  </a:lnTo>
                  <a:lnTo>
                    <a:pt x="5091526" y="2778719"/>
                  </a:lnTo>
                  <a:lnTo>
                    <a:pt x="5105032" y="2778722"/>
                  </a:lnTo>
                  <a:lnTo>
                    <a:pt x="5118537" y="2778725"/>
                  </a:lnTo>
                  <a:lnTo>
                    <a:pt x="5132042" y="2778727"/>
                  </a:lnTo>
                  <a:lnTo>
                    <a:pt x="5145548" y="2778728"/>
                  </a:lnTo>
                  <a:lnTo>
                    <a:pt x="5159053" y="2778729"/>
                  </a:lnTo>
                  <a:lnTo>
                    <a:pt x="5172559" y="2778730"/>
                  </a:lnTo>
                  <a:lnTo>
                    <a:pt x="5186064" y="2778731"/>
                  </a:lnTo>
                  <a:lnTo>
                    <a:pt x="5199569" y="2778732"/>
                  </a:lnTo>
                  <a:lnTo>
                    <a:pt x="5213075" y="2778732"/>
                  </a:lnTo>
                  <a:lnTo>
                    <a:pt x="5226580" y="2778732"/>
                  </a:lnTo>
                  <a:lnTo>
                    <a:pt x="5240085" y="2778733"/>
                  </a:lnTo>
                  <a:lnTo>
                    <a:pt x="5253591" y="2778733"/>
                  </a:lnTo>
                  <a:lnTo>
                    <a:pt x="5267096" y="2778733"/>
                  </a:lnTo>
                  <a:lnTo>
                    <a:pt x="5280602" y="2778733"/>
                  </a:lnTo>
                  <a:lnTo>
                    <a:pt x="5294107" y="2778733"/>
                  </a:lnTo>
                  <a:lnTo>
                    <a:pt x="5307612" y="2778733"/>
                  </a:lnTo>
                  <a:lnTo>
                    <a:pt x="5321118" y="2778733"/>
                  </a:lnTo>
                  <a:lnTo>
                    <a:pt x="5334623" y="2778733"/>
                  </a:lnTo>
                  <a:lnTo>
                    <a:pt x="5348128" y="2778733"/>
                  </a:lnTo>
                  <a:lnTo>
                    <a:pt x="5361634" y="2778733"/>
                  </a:lnTo>
                  <a:lnTo>
                    <a:pt x="5375139" y="2778733"/>
                  </a:lnTo>
                  <a:lnTo>
                    <a:pt x="5388645" y="2778733"/>
                  </a:lnTo>
                  <a:lnTo>
                    <a:pt x="5402150" y="2778733"/>
                  </a:lnTo>
                  <a:lnTo>
                    <a:pt x="5415655" y="2778733"/>
                  </a:lnTo>
                  <a:lnTo>
                    <a:pt x="5429161" y="2778733"/>
                  </a:lnTo>
                  <a:lnTo>
                    <a:pt x="5442666" y="2778734"/>
                  </a:lnTo>
                  <a:lnTo>
                    <a:pt x="5456171" y="2778734"/>
                  </a:lnTo>
                  <a:lnTo>
                    <a:pt x="5469677" y="2778734"/>
                  </a:lnTo>
                  <a:lnTo>
                    <a:pt x="5483182" y="2778734"/>
                  </a:lnTo>
                  <a:lnTo>
                    <a:pt x="5496688" y="2778734"/>
                  </a:lnTo>
                  <a:lnTo>
                    <a:pt x="5510193" y="2778734"/>
                  </a:lnTo>
                  <a:lnTo>
                    <a:pt x="5523698" y="2778734"/>
                  </a:lnTo>
                  <a:lnTo>
                    <a:pt x="5537204" y="2778734"/>
                  </a:lnTo>
                  <a:lnTo>
                    <a:pt x="5550709" y="2778734"/>
                  </a:lnTo>
                  <a:lnTo>
                    <a:pt x="5564214" y="2778734"/>
                  </a:lnTo>
                  <a:lnTo>
                    <a:pt x="5577720" y="2778734"/>
                  </a:lnTo>
                  <a:lnTo>
                    <a:pt x="5591225" y="2778734"/>
                  </a:lnTo>
                  <a:lnTo>
                    <a:pt x="5604731" y="2778734"/>
                  </a:lnTo>
                  <a:lnTo>
                    <a:pt x="5618236" y="2778734"/>
                  </a:lnTo>
                  <a:lnTo>
                    <a:pt x="5631741" y="2778734"/>
                  </a:lnTo>
                  <a:lnTo>
                    <a:pt x="5645247" y="2778734"/>
                  </a:lnTo>
                  <a:lnTo>
                    <a:pt x="5658752" y="2778734"/>
                  </a:lnTo>
                  <a:lnTo>
                    <a:pt x="5672257" y="2778734"/>
                  </a:lnTo>
                  <a:lnTo>
                    <a:pt x="5685763" y="2778734"/>
                  </a:lnTo>
                  <a:lnTo>
                    <a:pt x="5699268" y="2778734"/>
                  </a:lnTo>
                  <a:lnTo>
                    <a:pt x="5712774" y="2778734"/>
                  </a:lnTo>
                  <a:lnTo>
                    <a:pt x="5726279" y="2778734"/>
                  </a:lnTo>
                  <a:lnTo>
                    <a:pt x="5739784" y="2778734"/>
                  </a:lnTo>
                  <a:lnTo>
                    <a:pt x="5753290" y="2778734"/>
                  </a:lnTo>
                  <a:lnTo>
                    <a:pt x="5766795" y="2778734"/>
                  </a:lnTo>
                  <a:lnTo>
                    <a:pt x="5780300" y="2778734"/>
                  </a:lnTo>
                  <a:lnTo>
                    <a:pt x="5793806" y="2778734"/>
                  </a:lnTo>
                  <a:lnTo>
                    <a:pt x="5807311" y="2778734"/>
                  </a:lnTo>
                  <a:lnTo>
                    <a:pt x="5820817" y="2778734"/>
                  </a:lnTo>
                  <a:lnTo>
                    <a:pt x="5834322" y="2778734"/>
                  </a:lnTo>
                  <a:lnTo>
                    <a:pt x="5847827" y="2778734"/>
                  </a:lnTo>
                  <a:lnTo>
                    <a:pt x="5861333" y="2778734"/>
                  </a:lnTo>
                  <a:lnTo>
                    <a:pt x="5874838" y="2778734"/>
                  </a:lnTo>
                  <a:lnTo>
                    <a:pt x="5888343" y="2778734"/>
                  </a:lnTo>
                  <a:lnTo>
                    <a:pt x="5901849" y="2778734"/>
                  </a:lnTo>
                  <a:lnTo>
                    <a:pt x="5915354" y="2778734"/>
                  </a:lnTo>
                  <a:lnTo>
                    <a:pt x="5928860" y="2778734"/>
                  </a:lnTo>
                  <a:lnTo>
                    <a:pt x="5942365" y="2778734"/>
                  </a:lnTo>
                  <a:lnTo>
                    <a:pt x="5955870" y="2778734"/>
                  </a:lnTo>
                  <a:lnTo>
                    <a:pt x="5969376" y="2778734"/>
                  </a:lnTo>
                  <a:lnTo>
                    <a:pt x="5982881" y="2778734"/>
                  </a:lnTo>
                  <a:lnTo>
                    <a:pt x="5996386" y="2778734"/>
                  </a:lnTo>
                  <a:lnTo>
                    <a:pt x="6009892" y="2778734"/>
                  </a:lnTo>
                  <a:lnTo>
                    <a:pt x="6023397" y="2778734"/>
                  </a:lnTo>
                  <a:lnTo>
                    <a:pt x="6036903" y="2778734"/>
                  </a:lnTo>
                  <a:lnTo>
                    <a:pt x="6050408" y="2778734"/>
                  </a:lnTo>
                  <a:lnTo>
                    <a:pt x="6063913" y="2778734"/>
                  </a:lnTo>
                  <a:lnTo>
                    <a:pt x="6077419" y="2778734"/>
                  </a:lnTo>
                  <a:lnTo>
                    <a:pt x="6090924" y="2778734"/>
                  </a:lnTo>
                  <a:lnTo>
                    <a:pt x="6104429" y="2778734"/>
                  </a:lnTo>
                  <a:lnTo>
                    <a:pt x="6117935" y="2778734"/>
                  </a:lnTo>
                  <a:lnTo>
                    <a:pt x="6131440" y="2778734"/>
                  </a:lnTo>
                  <a:lnTo>
                    <a:pt x="6144946" y="2778734"/>
                  </a:lnTo>
                  <a:lnTo>
                    <a:pt x="6158451" y="2778734"/>
                  </a:lnTo>
                  <a:lnTo>
                    <a:pt x="6171956" y="2778734"/>
                  </a:lnTo>
                  <a:lnTo>
                    <a:pt x="6185462" y="2778734"/>
                  </a:lnTo>
                  <a:lnTo>
                    <a:pt x="6198967" y="2778734"/>
                  </a:lnTo>
                  <a:lnTo>
                    <a:pt x="6212472" y="2778734"/>
                  </a:lnTo>
                  <a:lnTo>
                    <a:pt x="6225978" y="2778734"/>
                  </a:lnTo>
                  <a:lnTo>
                    <a:pt x="6239483" y="2778734"/>
                  </a:lnTo>
                  <a:lnTo>
                    <a:pt x="6252989" y="2778734"/>
                  </a:lnTo>
                  <a:lnTo>
                    <a:pt x="6266494" y="2778734"/>
                  </a:lnTo>
                  <a:lnTo>
                    <a:pt x="6279999" y="2778734"/>
                  </a:lnTo>
                  <a:lnTo>
                    <a:pt x="6293505" y="2778734"/>
                  </a:lnTo>
                  <a:lnTo>
                    <a:pt x="6307010" y="2778734"/>
                  </a:lnTo>
                  <a:lnTo>
                    <a:pt x="6320515" y="2778734"/>
                  </a:lnTo>
                  <a:lnTo>
                    <a:pt x="6334021" y="2778734"/>
                  </a:lnTo>
                  <a:lnTo>
                    <a:pt x="6347526" y="2778734"/>
                  </a:lnTo>
                  <a:lnTo>
                    <a:pt x="6361032" y="2778734"/>
                  </a:lnTo>
                  <a:lnTo>
                    <a:pt x="6374537" y="2778734"/>
                  </a:lnTo>
                  <a:lnTo>
                    <a:pt x="6388042" y="2778734"/>
                  </a:lnTo>
                  <a:lnTo>
                    <a:pt x="6401548" y="2778734"/>
                  </a:lnTo>
                  <a:lnTo>
                    <a:pt x="6415053" y="2778734"/>
                  </a:lnTo>
                  <a:lnTo>
                    <a:pt x="6428558" y="2778734"/>
                  </a:lnTo>
                  <a:lnTo>
                    <a:pt x="6442064" y="2778734"/>
                  </a:lnTo>
                  <a:lnTo>
                    <a:pt x="6455569" y="2778734"/>
                  </a:lnTo>
                  <a:lnTo>
                    <a:pt x="6469075" y="2778734"/>
                  </a:lnTo>
                  <a:lnTo>
                    <a:pt x="6482580" y="2778734"/>
                  </a:lnTo>
                  <a:lnTo>
                    <a:pt x="6496085" y="2778734"/>
                  </a:lnTo>
                  <a:lnTo>
                    <a:pt x="6509591" y="2778734"/>
                  </a:lnTo>
                  <a:lnTo>
                    <a:pt x="6523096" y="2778734"/>
                  </a:lnTo>
                  <a:lnTo>
                    <a:pt x="6536601" y="2778734"/>
                  </a:lnTo>
                  <a:lnTo>
                    <a:pt x="6550107" y="2778734"/>
                  </a:lnTo>
                  <a:lnTo>
                    <a:pt x="6563612" y="2778734"/>
                  </a:lnTo>
                  <a:lnTo>
                    <a:pt x="6577118" y="2778734"/>
                  </a:lnTo>
                  <a:lnTo>
                    <a:pt x="6590623" y="2778734"/>
                  </a:lnTo>
                  <a:lnTo>
                    <a:pt x="6604128" y="2778734"/>
                  </a:lnTo>
                  <a:lnTo>
                    <a:pt x="6617634" y="2778734"/>
                  </a:lnTo>
                  <a:lnTo>
                    <a:pt x="6631139" y="2778734"/>
                  </a:lnTo>
                  <a:lnTo>
                    <a:pt x="6644644" y="2778734"/>
                  </a:lnTo>
                  <a:lnTo>
                    <a:pt x="6658150" y="2778734"/>
                  </a:lnTo>
                  <a:lnTo>
                    <a:pt x="6671655" y="2778734"/>
                  </a:lnTo>
                  <a:lnTo>
                    <a:pt x="6685161" y="2778734"/>
                  </a:lnTo>
                  <a:lnTo>
                    <a:pt x="6698666" y="2778734"/>
                  </a:lnTo>
                  <a:lnTo>
                    <a:pt x="6712171" y="2778734"/>
                  </a:lnTo>
                  <a:lnTo>
                    <a:pt x="6725677" y="2778734"/>
                  </a:lnTo>
                  <a:lnTo>
                    <a:pt x="6739182" y="2778734"/>
                  </a:lnTo>
                  <a:lnTo>
                    <a:pt x="6752687" y="2778734"/>
                  </a:lnTo>
                  <a:lnTo>
                    <a:pt x="6766193" y="2778734"/>
                  </a:lnTo>
                  <a:lnTo>
                    <a:pt x="6779698" y="2778734"/>
                  </a:lnTo>
                  <a:lnTo>
                    <a:pt x="6793204" y="2778734"/>
                  </a:lnTo>
                  <a:lnTo>
                    <a:pt x="6806709" y="2778734"/>
                  </a:lnTo>
                  <a:lnTo>
                    <a:pt x="6820214" y="2778734"/>
                  </a:lnTo>
                  <a:lnTo>
                    <a:pt x="6833720" y="2778734"/>
                  </a:lnTo>
                  <a:lnTo>
                    <a:pt x="6847225" y="2778734"/>
                  </a:lnTo>
                  <a:lnTo>
                    <a:pt x="6860730" y="2778734"/>
                  </a:lnTo>
                  <a:lnTo>
                    <a:pt x="6874236" y="2778734"/>
                  </a:lnTo>
                  <a:lnTo>
                    <a:pt x="6887741" y="2778734"/>
                  </a:lnTo>
                  <a:lnTo>
                    <a:pt x="6901247" y="2778734"/>
                  </a:lnTo>
                  <a:lnTo>
                    <a:pt x="6887741" y="2778734"/>
                  </a:lnTo>
                  <a:lnTo>
                    <a:pt x="6874236" y="2778734"/>
                  </a:lnTo>
                  <a:lnTo>
                    <a:pt x="6860730" y="2778734"/>
                  </a:lnTo>
                  <a:lnTo>
                    <a:pt x="6847225" y="2778734"/>
                  </a:lnTo>
                  <a:lnTo>
                    <a:pt x="6833720" y="2778734"/>
                  </a:lnTo>
                  <a:lnTo>
                    <a:pt x="6820214" y="2778734"/>
                  </a:lnTo>
                  <a:lnTo>
                    <a:pt x="6806709" y="2778734"/>
                  </a:lnTo>
                  <a:lnTo>
                    <a:pt x="6793204" y="2778734"/>
                  </a:lnTo>
                  <a:lnTo>
                    <a:pt x="6779698" y="2778734"/>
                  </a:lnTo>
                  <a:lnTo>
                    <a:pt x="6766193" y="2778734"/>
                  </a:lnTo>
                  <a:lnTo>
                    <a:pt x="6752687" y="2778734"/>
                  </a:lnTo>
                  <a:lnTo>
                    <a:pt x="6739182" y="2778734"/>
                  </a:lnTo>
                  <a:lnTo>
                    <a:pt x="6725677" y="2778734"/>
                  </a:lnTo>
                  <a:lnTo>
                    <a:pt x="6712171" y="2778734"/>
                  </a:lnTo>
                  <a:lnTo>
                    <a:pt x="6698666" y="2778734"/>
                  </a:lnTo>
                  <a:lnTo>
                    <a:pt x="6685161" y="2778734"/>
                  </a:lnTo>
                  <a:lnTo>
                    <a:pt x="6671655" y="2778734"/>
                  </a:lnTo>
                  <a:lnTo>
                    <a:pt x="6658150" y="2778734"/>
                  </a:lnTo>
                  <a:lnTo>
                    <a:pt x="6644644" y="2778734"/>
                  </a:lnTo>
                  <a:lnTo>
                    <a:pt x="6631139" y="2778734"/>
                  </a:lnTo>
                  <a:lnTo>
                    <a:pt x="6617634" y="2778734"/>
                  </a:lnTo>
                  <a:lnTo>
                    <a:pt x="6604128" y="2778734"/>
                  </a:lnTo>
                  <a:lnTo>
                    <a:pt x="6590623" y="2778734"/>
                  </a:lnTo>
                  <a:lnTo>
                    <a:pt x="6577118" y="2778734"/>
                  </a:lnTo>
                  <a:lnTo>
                    <a:pt x="6563612" y="2778734"/>
                  </a:lnTo>
                  <a:lnTo>
                    <a:pt x="6550107" y="2778734"/>
                  </a:lnTo>
                  <a:lnTo>
                    <a:pt x="6536601" y="2778734"/>
                  </a:lnTo>
                  <a:lnTo>
                    <a:pt x="6523096" y="2778734"/>
                  </a:lnTo>
                  <a:lnTo>
                    <a:pt x="6509591" y="2778734"/>
                  </a:lnTo>
                  <a:lnTo>
                    <a:pt x="6496085" y="2778734"/>
                  </a:lnTo>
                  <a:lnTo>
                    <a:pt x="6482580" y="2778734"/>
                  </a:lnTo>
                  <a:lnTo>
                    <a:pt x="6469075" y="2778734"/>
                  </a:lnTo>
                  <a:lnTo>
                    <a:pt x="6455569" y="2778734"/>
                  </a:lnTo>
                  <a:lnTo>
                    <a:pt x="6442064" y="2778734"/>
                  </a:lnTo>
                  <a:lnTo>
                    <a:pt x="6428558" y="2778734"/>
                  </a:lnTo>
                  <a:lnTo>
                    <a:pt x="6415053" y="2778734"/>
                  </a:lnTo>
                  <a:lnTo>
                    <a:pt x="6401548" y="2778734"/>
                  </a:lnTo>
                  <a:lnTo>
                    <a:pt x="6388042" y="2778734"/>
                  </a:lnTo>
                  <a:lnTo>
                    <a:pt x="6374537" y="2778734"/>
                  </a:lnTo>
                  <a:lnTo>
                    <a:pt x="6361032" y="2778734"/>
                  </a:lnTo>
                  <a:lnTo>
                    <a:pt x="6347526" y="2778734"/>
                  </a:lnTo>
                  <a:lnTo>
                    <a:pt x="6334021" y="2778734"/>
                  </a:lnTo>
                  <a:lnTo>
                    <a:pt x="6320515" y="2778734"/>
                  </a:lnTo>
                  <a:lnTo>
                    <a:pt x="6307010" y="2778734"/>
                  </a:lnTo>
                  <a:lnTo>
                    <a:pt x="6293505" y="2778734"/>
                  </a:lnTo>
                  <a:lnTo>
                    <a:pt x="6279999" y="2778734"/>
                  </a:lnTo>
                  <a:lnTo>
                    <a:pt x="6266494" y="2778734"/>
                  </a:lnTo>
                  <a:lnTo>
                    <a:pt x="6252989" y="2778734"/>
                  </a:lnTo>
                  <a:lnTo>
                    <a:pt x="6239483" y="2778734"/>
                  </a:lnTo>
                  <a:lnTo>
                    <a:pt x="6225978" y="2778734"/>
                  </a:lnTo>
                  <a:lnTo>
                    <a:pt x="6212472" y="2778734"/>
                  </a:lnTo>
                  <a:lnTo>
                    <a:pt x="6198967" y="2778734"/>
                  </a:lnTo>
                  <a:lnTo>
                    <a:pt x="6185462" y="2778734"/>
                  </a:lnTo>
                  <a:lnTo>
                    <a:pt x="6171956" y="2778734"/>
                  </a:lnTo>
                  <a:lnTo>
                    <a:pt x="6158451" y="2778734"/>
                  </a:lnTo>
                  <a:lnTo>
                    <a:pt x="6144946" y="2778734"/>
                  </a:lnTo>
                  <a:lnTo>
                    <a:pt x="6131440" y="2778734"/>
                  </a:lnTo>
                  <a:lnTo>
                    <a:pt x="6117935" y="2778734"/>
                  </a:lnTo>
                  <a:lnTo>
                    <a:pt x="6104429" y="2778734"/>
                  </a:lnTo>
                  <a:lnTo>
                    <a:pt x="6090924" y="2778734"/>
                  </a:lnTo>
                  <a:lnTo>
                    <a:pt x="6077419" y="2778734"/>
                  </a:lnTo>
                  <a:lnTo>
                    <a:pt x="6063913" y="2778734"/>
                  </a:lnTo>
                  <a:lnTo>
                    <a:pt x="6050408" y="2778734"/>
                  </a:lnTo>
                  <a:lnTo>
                    <a:pt x="6036903" y="2778734"/>
                  </a:lnTo>
                  <a:lnTo>
                    <a:pt x="6023397" y="2778734"/>
                  </a:lnTo>
                  <a:lnTo>
                    <a:pt x="6009892" y="2778734"/>
                  </a:lnTo>
                  <a:lnTo>
                    <a:pt x="5996386" y="2778734"/>
                  </a:lnTo>
                  <a:lnTo>
                    <a:pt x="5982881" y="2778734"/>
                  </a:lnTo>
                  <a:lnTo>
                    <a:pt x="5969376" y="2778734"/>
                  </a:lnTo>
                  <a:lnTo>
                    <a:pt x="5955870" y="2778734"/>
                  </a:lnTo>
                  <a:lnTo>
                    <a:pt x="5942365" y="2778734"/>
                  </a:lnTo>
                  <a:lnTo>
                    <a:pt x="5928860" y="2778734"/>
                  </a:lnTo>
                  <a:lnTo>
                    <a:pt x="5915354" y="2778734"/>
                  </a:lnTo>
                  <a:lnTo>
                    <a:pt x="5901849" y="2778734"/>
                  </a:lnTo>
                  <a:lnTo>
                    <a:pt x="5888343" y="2778734"/>
                  </a:lnTo>
                  <a:lnTo>
                    <a:pt x="5874838" y="2778734"/>
                  </a:lnTo>
                  <a:lnTo>
                    <a:pt x="5861333" y="2778734"/>
                  </a:lnTo>
                  <a:lnTo>
                    <a:pt x="5847827" y="2778734"/>
                  </a:lnTo>
                  <a:lnTo>
                    <a:pt x="5834322" y="2778734"/>
                  </a:lnTo>
                  <a:lnTo>
                    <a:pt x="5820817" y="2778734"/>
                  </a:lnTo>
                  <a:lnTo>
                    <a:pt x="5807311" y="2778734"/>
                  </a:lnTo>
                  <a:lnTo>
                    <a:pt x="5793806" y="2778734"/>
                  </a:lnTo>
                  <a:lnTo>
                    <a:pt x="5780300" y="2778734"/>
                  </a:lnTo>
                  <a:lnTo>
                    <a:pt x="5766795" y="2778734"/>
                  </a:lnTo>
                  <a:lnTo>
                    <a:pt x="5753290" y="2778734"/>
                  </a:lnTo>
                  <a:lnTo>
                    <a:pt x="5739784" y="2778734"/>
                  </a:lnTo>
                  <a:lnTo>
                    <a:pt x="5726279" y="2778734"/>
                  </a:lnTo>
                  <a:lnTo>
                    <a:pt x="5712774" y="2778734"/>
                  </a:lnTo>
                  <a:lnTo>
                    <a:pt x="5699268" y="2778734"/>
                  </a:lnTo>
                  <a:lnTo>
                    <a:pt x="5685763" y="2778734"/>
                  </a:lnTo>
                  <a:lnTo>
                    <a:pt x="5672257" y="2778734"/>
                  </a:lnTo>
                  <a:lnTo>
                    <a:pt x="5658752" y="2778734"/>
                  </a:lnTo>
                  <a:lnTo>
                    <a:pt x="5645247" y="2778734"/>
                  </a:lnTo>
                  <a:lnTo>
                    <a:pt x="5631741" y="2778734"/>
                  </a:lnTo>
                  <a:lnTo>
                    <a:pt x="5618236" y="2778734"/>
                  </a:lnTo>
                  <a:lnTo>
                    <a:pt x="5604731" y="2778734"/>
                  </a:lnTo>
                  <a:lnTo>
                    <a:pt x="5591225" y="2778734"/>
                  </a:lnTo>
                  <a:lnTo>
                    <a:pt x="5577720" y="2778734"/>
                  </a:lnTo>
                  <a:lnTo>
                    <a:pt x="5564214" y="2778734"/>
                  </a:lnTo>
                  <a:lnTo>
                    <a:pt x="5550709" y="2778734"/>
                  </a:lnTo>
                  <a:lnTo>
                    <a:pt x="5537204" y="2778734"/>
                  </a:lnTo>
                  <a:lnTo>
                    <a:pt x="5523698" y="2778734"/>
                  </a:lnTo>
                  <a:lnTo>
                    <a:pt x="5510193" y="2778734"/>
                  </a:lnTo>
                  <a:lnTo>
                    <a:pt x="5496688" y="2778734"/>
                  </a:lnTo>
                  <a:lnTo>
                    <a:pt x="5483182" y="2778734"/>
                  </a:lnTo>
                  <a:lnTo>
                    <a:pt x="5469677" y="2778734"/>
                  </a:lnTo>
                  <a:lnTo>
                    <a:pt x="5456171" y="2778734"/>
                  </a:lnTo>
                  <a:lnTo>
                    <a:pt x="5442666" y="2778734"/>
                  </a:lnTo>
                  <a:lnTo>
                    <a:pt x="5429161" y="2778734"/>
                  </a:lnTo>
                  <a:lnTo>
                    <a:pt x="5415655" y="2778734"/>
                  </a:lnTo>
                  <a:lnTo>
                    <a:pt x="5402150" y="2778734"/>
                  </a:lnTo>
                  <a:lnTo>
                    <a:pt x="5388645" y="2778734"/>
                  </a:lnTo>
                  <a:lnTo>
                    <a:pt x="5375139" y="2778734"/>
                  </a:lnTo>
                  <a:lnTo>
                    <a:pt x="5361634" y="2778734"/>
                  </a:lnTo>
                  <a:lnTo>
                    <a:pt x="5348128" y="2778734"/>
                  </a:lnTo>
                  <a:lnTo>
                    <a:pt x="5334623" y="2778734"/>
                  </a:lnTo>
                  <a:lnTo>
                    <a:pt x="5321118" y="2778734"/>
                  </a:lnTo>
                  <a:lnTo>
                    <a:pt x="5307612" y="2778734"/>
                  </a:lnTo>
                  <a:lnTo>
                    <a:pt x="5294107" y="2778734"/>
                  </a:lnTo>
                  <a:lnTo>
                    <a:pt x="5280602" y="2778734"/>
                  </a:lnTo>
                  <a:lnTo>
                    <a:pt x="5267096" y="2778734"/>
                  </a:lnTo>
                  <a:lnTo>
                    <a:pt x="5253591" y="2778734"/>
                  </a:lnTo>
                  <a:lnTo>
                    <a:pt x="5240085" y="2778734"/>
                  </a:lnTo>
                  <a:lnTo>
                    <a:pt x="5226580" y="2778734"/>
                  </a:lnTo>
                  <a:lnTo>
                    <a:pt x="5213075" y="2778734"/>
                  </a:lnTo>
                  <a:lnTo>
                    <a:pt x="5199569" y="2778734"/>
                  </a:lnTo>
                  <a:lnTo>
                    <a:pt x="5186064" y="2778734"/>
                  </a:lnTo>
                  <a:lnTo>
                    <a:pt x="5172559" y="2778734"/>
                  </a:lnTo>
                  <a:lnTo>
                    <a:pt x="5159053" y="2778734"/>
                  </a:lnTo>
                  <a:lnTo>
                    <a:pt x="5145548" y="2778734"/>
                  </a:lnTo>
                  <a:lnTo>
                    <a:pt x="5132042" y="2778734"/>
                  </a:lnTo>
                  <a:lnTo>
                    <a:pt x="5118537" y="2778734"/>
                  </a:lnTo>
                  <a:lnTo>
                    <a:pt x="5105032" y="2778734"/>
                  </a:lnTo>
                  <a:lnTo>
                    <a:pt x="5091526" y="2778734"/>
                  </a:lnTo>
                  <a:lnTo>
                    <a:pt x="5078021" y="2778734"/>
                  </a:lnTo>
                  <a:lnTo>
                    <a:pt x="5064515" y="2778734"/>
                  </a:lnTo>
                  <a:lnTo>
                    <a:pt x="5051010" y="2778734"/>
                  </a:lnTo>
                  <a:lnTo>
                    <a:pt x="5037505" y="2778734"/>
                  </a:lnTo>
                  <a:lnTo>
                    <a:pt x="5023999" y="2778734"/>
                  </a:lnTo>
                  <a:lnTo>
                    <a:pt x="5010494" y="2778734"/>
                  </a:lnTo>
                  <a:lnTo>
                    <a:pt x="4996989" y="2778734"/>
                  </a:lnTo>
                  <a:lnTo>
                    <a:pt x="4983483" y="2778734"/>
                  </a:lnTo>
                  <a:lnTo>
                    <a:pt x="4969978" y="2778734"/>
                  </a:lnTo>
                  <a:lnTo>
                    <a:pt x="4956472" y="2778734"/>
                  </a:lnTo>
                  <a:lnTo>
                    <a:pt x="4942967" y="2778734"/>
                  </a:lnTo>
                  <a:lnTo>
                    <a:pt x="4929462" y="2778734"/>
                  </a:lnTo>
                  <a:lnTo>
                    <a:pt x="4915956" y="2778734"/>
                  </a:lnTo>
                  <a:lnTo>
                    <a:pt x="4902451" y="2778734"/>
                  </a:lnTo>
                  <a:lnTo>
                    <a:pt x="4888946" y="2778734"/>
                  </a:lnTo>
                  <a:lnTo>
                    <a:pt x="4875440" y="2778734"/>
                  </a:lnTo>
                  <a:lnTo>
                    <a:pt x="4861935" y="2778734"/>
                  </a:lnTo>
                  <a:lnTo>
                    <a:pt x="4848429" y="2778734"/>
                  </a:lnTo>
                  <a:lnTo>
                    <a:pt x="4834924" y="2778734"/>
                  </a:lnTo>
                  <a:lnTo>
                    <a:pt x="4821419" y="2778734"/>
                  </a:lnTo>
                  <a:lnTo>
                    <a:pt x="4807913" y="2778734"/>
                  </a:lnTo>
                  <a:lnTo>
                    <a:pt x="4794408" y="2778734"/>
                  </a:lnTo>
                  <a:lnTo>
                    <a:pt x="4780903" y="2778734"/>
                  </a:lnTo>
                  <a:lnTo>
                    <a:pt x="4767397" y="2778734"/>
                  </a:lnTo>
                  <a:lnTo>
                    <a:pt x="4753892" y="2778734"/>
                  </a:lnTo>
                  <a:lnTo>
                    <a:pt x="4740386" y="2778734"/>
                  </a:lnTo>
                  <a:lnTo>
                    <a:pt x="4726881" y="2778734"/>
                  </a:lnTo>
                  <a:lnTo>
                    <a:pt x="4713376" y="2778734"/>
                  </a:lnTo>
                  <a:lnTo>
                    <a:pt x="4699870" y="2778734"/>
                  </a:lnTo>
                  <a:lnTo>
                    <a:pt x="4686365" y="2778734"/>
                  </a:lnTo>
                  <a:lnTo>
                    <a:pt x="4672860" y="2778734"/>
                  </a:lnTo>
                  <a:lnTo>
                    <a:pt x="4659354" y="2778734"/>
                  </a:lnTo>
                  <a:lnTo>
                    <a:pt x="4645849" y="2778734"/>
                  </a:lnTo>
                  <a:lnTo>
                    <a:pt x="4632343" y="2778734"/>
                  </a:lnTo>
                  <a:lnTo>
                    <a:pt x="4618838" y="2778734"/>
                  </a:lnTo>
                  <a:lnTo>
                    <a:pt x="4605333" y="2778734"/>
                  </a:lnTo>
                  <a:lnTo>
                    <a:pt x="4591827" y="2778734"/>
                  </a:lnTo>
                  <a:lnTo>
                    <a:pt x="4578322" y="2778734"/>
                  </a:lnTo>
                  <a:lnTo>
                    <a:pt x="4564817" y="2778734"/>
                  </a:lnTo>
                  <a:lnTo>
                    <a:pt x="4551311" y="2778734"/>
                  </a:lnTo>
                  <a:lnTo>
                    <a:pt x="4537806" y="2778734"/>
                  </a:lnTo>
                  <a:lnTo>
                    <a:pt x="4524300" y="2778734"/>
                  </a:lnTo>
                  <a:lnTo>
                    <a:pt x="4510795" y="2778734"/>
                  </a:lnTo>
                  <a:lnTo>
                    <a:pt x="4497290" y="2778734"/>
                  </a:lnTo>
                  <a:lnTo>
                    <a:pt x="4483784" y="2778734"/>
                  </a:lnTo>
                  <a:lnTo>
                    <a:pt x="4470279" y="2778734"/>
                  </a:lnTo>
                  <a:lnTo>
                    <a:pt x="4456774" y="2778734"/>
                  </a:lnTo>
                  <a:lnTo>
                    <a:pt x="4443268" y="2778734"/>
                  </a:lnTo>
                  <a:lnTo>
                    <a:pt x="4429763" y="2778734"/>
                  </a:lnTo>
                  <a:lnTo>
                    <a:pt x="4416257" y="2778734"/>
                  </a:lnTo>
                  <a:lnTo>
                    <a:pt x="4402752" y="2778734"/>
                  </a:lnTo>
                  <a:lnTo>
                    <a:pt x="4389247" y="2778734"/>
                  </a:lnTo>
                  <a:lnTo>
                    <a:pt x="4375741" y="2778734"/>
                  </a:lnTo>
                  <a:lnTo>
                    <a:pt x="4362236" y="2778734"/>
                  </a:lnTo>
                  <a:lnTo>
                    <a:pt x="4348731" y="2778734"/>
                  </a:lnTo>
                  <a:lnTo>
                    <a:pt x="4335225" y="2778734"/>
                  </a:lnTo>
                  <a:lnTo>
                    <a:pt x="4321720" y="2778734"/>
                  </a:lnTo>
                  <a:lnTo>
                    <a:pt x="4308214" y="2778734"/>
                  </a:lnTo>
                  <a:lnTo>
                    <a:pt x="4294709" y="2778734"/>
                  </a:lnTo>
                  <a:lnTo>
                    <a:pt x="4281204" y="2778734"/>
                  </a:lnTo>
                  <a:lnTo>
                    <a:pt x="4267698" y="2778734"/>
                  </a:lnTo>
                  <a:lnTo>
                    <a:pt x="4254193" y="2778734"/>
                  </a:lnTo>
                  <a:lnTo>
                    <a:pt x="4240688" y="2778734"/>
                  </a:lnTo>
                  <a:lnTo>
                    <a:pt x="4227182" y="2778734"/>
                  </a:lnTo>
                  <a:lnTo>
                    <a:pt x="4213677" y="2778734"/>
                  </a:lnTo>
                  <a:lnTo>
                    <a:pt x="4200171" y="2778734"/>
                  </a:lnTo>
                  <a:lnTo>
                    <a:pt x="4186666" y="2778734"/>
                  </a:lnTo>
                  <a:lnTo>
                    <a:pt x="4173161" y="2778734"/>
                  </a:lnTo>
                  <a:lnTo>
                    <a:pt x="4159655" y="2778734"/>
                  </a:lnTo>
                  <a:lnTo>
                    <a:pt x="4146150" y="2778734"/>
                  </a:lnTo>
                  <a:lnTo>
                    <a:pt x="4132645" y="2778734"/>
                  </a:lnTo>
                  <a:lnTo>
                    <a:pt x="4119139" y="2778734"/>
                  </a:lnTo>
                  <a:lnTo>
                    <a:pt x="4105634" y="2778734"/>
                  </a:lnTo>
                  <a:lnTo>
                    <a:pt x="4092128" y="2778734"/>
                  </a:lnTo>
                  <a:lnTo>
                    <a:pt x="4078623" y="2778734"/>
                  </a:lnTo>
                  <a:lnTo>
                    <a:pt x="4065118" y="2778734"/>
                  </a:lnTo>
                  <a:lnTo>
                    <a:pt x="4051612" y="2778734"/>
                  </a:lnTo>
                  <a:lnTo>
                    <a:pt x="4038107" y="2778734"/>
                  </a:lnTo>
                  <a:lnTo>
                    <a:pt x="4024602" y="2778734"/>
                  </a:lnTo>
                  <a:lnTo>
                    <a:pt x="4011096" y="2778734"/>
                  </a:lnTo>
                  <a:lnTo>
                    <a:pt x="3997591" y="2778734"/>
                  </a:lnTo>
                  <a:lnTo>
                    <a:pt x="3984085" y="2778734"/>
                  </a:lnTo>
                  <a:lnTo>
                    <a:pt x="3970580" y="2778734"/>
                  </a:lnTo>
                  <a:lnTo>
                    <a:pt x="3957075" y="2778734"/>
                  </a:lnTo>
                  <a:lnTo>
                    <a:pt x="3943569" y="2778734"/>
                  </a:lnTo>
                  <a:lnTo>
                    <a:pt x="3930064" y="2778734"/>
                  </a:lnTo>
                  <a:lnTo>
                    <a:pt x="3916559" y="2778734"/>
                  </a:lnTo>
                  <a:lnTo>
                    <a:pt x="3903053" y="2778734"/>
                  </a:lnTo>
                  <a:lnTo>
                    <a:pt x="3889548" y="2778734"/>
                  </a:lnTo>
                  <a:lnTo>
                    <a:pt x="3876042" y="2778734"/>
                  </a:lnTo>
                  <a:lnTo>
                    <a:pt x="3862537" y="2778734"/>
                  </a:lnTo>
                  <a:lnTo>
                    <a:pt x="3849032" y="2778734"/>
                  </a:lnTo>
                  <a:lnTo>
                    <a:pt x="3835526" y="2778734"/>
                  </a:lnTo>
                  <a:lnTo>
                    <a:pt x="3822021" y="2778734"/>
                  </a:lnTo>
                  <a:lnTo>
                    <a:pt x="3808516" y="2778734"/>
                  </a:lnTo>
                  <a:lnTo>
                    <a:pt x="3795010" y="2778734"/>
                  </a:lnTo>
                  <a:lnTo>
                    <a:pt x="3781505" y="2778734"/>
                  </a:lnTo>
                  <a:lnTo>
                    <a:pt x="3767999" y="2778734"/>
                  </a:lnTo>
                  <a:lnTo>
                    <a:pt x="3754494" y="2778734"/>
                  </a:lnTo>
                  <a:lnTo>
                    <a:pt x="3740989" y="2778734"/>
                  </a:lnTo>
                  <a:lnTo>
                    <a:pt x="3727483" y="2778734"/>
                  </a:lnTo>
                  <a:lnTo>
                    <a:pt x="3713978" y="2778734"/>
                  </a:lnTo>
                  <a:lnTo>
                    <a:pt x="3700473" y="2778734"/>
                  </a:lnTo>
                  <a:lnTo>
                    <a:pt x="3686967" y="2778734"/>
                  </a:lnTo>
                  <a:lnTo>
                    <a:pt x="3673462" y="2778734"/>
                  </a:lnTo>
                  <a:lnTo>
                    <a:pt x="3659956" y="2778734"/>
                  </a:lnTo>
                  <a:lnTo>
                    <a:pt x="3646451" y="2778734"/>
                  </a:lnTo>
                  <a:lnTo>
                    <a:pt x="3632946" y="2778734"/>
                  </a:lnTo>
                  <a:lnTo>
                    <a:pt x="3619440" y="2778734"/>
                  </a:lnTo>
                  <a:lnTo>
                    <a:pt x="3605935" y="2778734"/>
                  </a:lnTo>
                  <a:lnTo>
                    <a:pt x="3592430" y="2778734"/>
                  </a:lnTo>
                  <a:lnTo>
                    <a:pt x="3578924" y="2778734"/>
                  </a:lnTo>
                  <a:lnTo>
                    <a:pt x="3565419" y="2778734"/>
                  </a:lnTo>
                  <a:lnTo>
                    <a:pt x="3551913" y="2778734"/>
                  </a:lnTo>
                  <a:lnTo>
                    <a:pt x="3538408" y="2778734"/>
                  </a:lnTo>
                  <a:lnTo>
                    <a:pt x="3524903" y="2778734"/>
                  </a:lnTo>
                  <a:lnTo>
                    <a:pt x="3511397" y="2778734"/>
                  </a:lnTo>
                  <a:lnTo>
                    <a:pt x="3497892" y="2778734"/>
                  </a:lnTo>
                  <a:lnTo>
                    <a:pt x="3484387" y="2778734"/>
                  </a:lnTo>
                  <a:lnTo>
                    <a:pt x="3470881" y="2778734"/>
                  </a:lnTo>
                  <a:lnTo>
                    <a:pt x="3457376" y="2778734"/>
                  </a:lnTo>
                  <a:lnTo>
                    <a:pt x="3443870" y="2778734"/>
                  </a:lnTo>
                  <a:lnTo>
                    <a:pt x="3430365" y="2778734"/>
                  </a:lnTo>
                  <a:lnTo>
                    <a:pt x="3416860" y="2778734"/>
                  </a:lnTo>
                  <a:lnTo>
                    <a:pt x="3403354" y="2778734"/>
                  </a:lnTo>
                  <a:lnTo>
                    <a:pt x="3389849" y="2778734"/>
                  </a:lnTo>
                  <a:lnTo>
                    <a:pt x="3376343" y="2778734"/>
                  </a:lnTo>
                  <a:lnTo>
                    <a:pt x="3362838" y="2778734"/>
                  </a:lnTo>
                  <a:lnTo>
                    <a:pt x="3349333" y="2778734"/>
                  </a:lnTo>
                  <a:lnTo>
                    <a:pt x="3335827" y="2778734"/>
                  </a:lnTo>
                  <a:lnTo>
                    <a:pt x="3322322" y="2778734"/>
                  </a:lnTo>
                  <a:lnTo>
                    <a:pt x="3308817" y="2778734"/>
                  </a:lnTo>
                  <a:lnTo>
                    <a:pt x="3295311" y="2778734"/>
                  </a:lnTo>
                  <a:lnTo>
                    <a:pt x="3281806" y="2778734"/>
                  </a:lnTo>
                  <a:lnTo>
                    <a:pt x="3268300" y="2778734"/>
                  </a:lnTo>
                  <a:lnTo>
                    <a:pt x="3254795" y="2778734"/>
                  </a:lnTo>
                  <a:lnTo>
                    <a:pt x="3241290" y="2778734"/>
                  </a:lnTo>
                  <a:lnTo>
                    <a:pt x="3227784" y="2778734"/>
                  </a:lnTo>
                  <a:lnTo>
                    <a:pt x="3214279" y="2778734"/>
                  </a:lnTo>
                  <a:lnTo>
                    <a:pt x="3200774" y="2778734"/>
                  </a:lnTo>
                  <a:lnTo>
                    <a:pt x="3187268" y="2778734"/>
                  </a:lnTo>
                  <a:lnTo>
                    <a:pt x="3173763" y="2778734"/>
                  </a:lnTo>
                  <a:lnTo>
                    <a:pt x="3160257" y="2778734"/>
                  </a:lnTo>
                  <a:lnTo>
                    <a:pt x="3146752" y="2778734"/>
                  </a:lnTo>
                  <a:lnTo>
                    <a:pt x="3133247" y="2778734"/>
                  </a:lnTo>
                  <a:lnTo>
                    <a:pt x="3119741" y="2778734"/>
                  </a:lnTo>
                  <a:lnTo>
                    <a:pt x="3106236" y="2778734"/>
                  </a:lnTo>
                  <a:lnTo>
                    <a:pt x="3092731" y="2778734"/>
                  </a:lnTo>
                  <a:lnTo>
                    <a:pt x="3079225" y="2778734"/>
                  </a:lnTo>
                  <a:lnTo>
                    <a:pt x="3065720" y="2778734"/>
                  </a:lnTo>
                  <a:lnTo>
                    <a:pt x="3052214" y="2778734"/>
                  </a:lnTo>
                  <a:lnTo>
                    <a:pt x="3038709" y="2778734"/>
                  </a:lnTo>
                  <a:lnTo>
                    <a:pt x="3025204" y="2778734"/>
                  </a:lnTo>
                  <a:lnTo>
                    <a:pt x="3011698" y="2778734"/>
                  </a:lnTo>
                  <a:lnTo>
                    <a:pt x="2998193" y="2778734"/>
                  </a:lnTo>
                  <a:lnTo>
                    <a:pt x="2984688" y="2778734"/>
                  </a:lnTo>
                  <a:lnTo>
                    <a:pt x="2971182" y="2778734"/>
                  </a:lnTo>
                  <a:lnTo>
                    <a:pt x="2957677" y="2778734"/>
                  </a:lnTo>
                  <a:lnTo>
                    <a:pt x="2944171" y="2778734"/>
                  </a:lnTo>
                  <a:lnTo>
                    <a:pt x="2930666" y="2778734"/>
                  </a:lnTo>
                  <a:lnTo>
                    <a:pt x="2917161" y="2778734"/>
                  </a:lnTo>
                  <a:lnTo>
                    <a:pt x="2903655" y="2778734"/>
                  </a:lnTo>
                  <a:lnTo>
                    <a:pt x="2890150" y="2778734"/>
                  </a:lnTo>
                  <a:lnTo>
                    <a:pt x="2876645" y="2778734"/>
                  </a:lnTo>
                  <a:lnTo>
                    <a:pt x="2863139" y="2778734"/>
                  </a:lnTo>
                  <a:lnTo>
                    <a:pt x="2849634" y="2778734"/>
                  </a:lnTo>
                  <a:lnTo>
                    <a:pt x="2836128" y="2778734"/>
                  </a:lnTo>
                  <a:lnTo>
                    <a:pt x="2822623" y="2778734"/>
                  </a:lnTo>
                  <a:lnTo>
                    <a:pt x="2809118" y="2778734"/>
                  </a:lnTo>
                  <a:lnTo>
                    <a:pt x="2795612" y="2778734"/>
                  </a:lnTo>
                  <a:lnTo>
                    <a:pt x="2782107" y="2778734"/>
                  </a:lnTo>
                  <a:lnTo>
                    <a:pt x="2768602" y="2778734"/>
                  </a:lnTo>
                  <a:lnTo>
                    <a:pt x="2755096" y="2778734"/>
                  </a:lnTo>
                  <a:lnTo>
                    <a:pt x="2741591" y="2778734"/>
                  </a:lnTo>
                  <a:lnTo>
                    <a:pt x="2728085" y="2778734"/>
                  </a:lnTo>
                  <a:lnTo>
                    <a:pt x="2714580" y="2778734"/>
                  </a:lnTo>
                  <a:lnTo>
                    <a:pt x="2701075" y="2778734"/>
                  </a:lnTo>
                  <a:lnTo>
                    <a:pt x="2687569" y="2778734"/>
                  </a:lnTo>
                  <a:lnTo>
                    <a:pt x="2674064" y="2778734"/>
                  </a:lnTo>
                  <a:lnTo>
                    <a:pt x="2660559" y="2778734"/>
                  </a:lnTo>
                  <a:lnTo>
                    <a:pt x="2647053" y="2778734"/>
                  </a:lnTo>
                  <a:lnTo>
                    <a:pt x="2633548" y="2778734"/>
                  </a:lnTo>
                  <a:lnTo>
                    <a:pt x="2620042" y="2778734"/>
                  </a:lnTo>
                  <a:lnTo>
                    <a:pt x="2606537" y="2778734"/>
                  </a:lnTo>
                  <a:lnTo>
                    <a:pt x="2593032" y="2778734"/>
                  </a:lnTo>
                  <a:lnTo>
                    <a:pt x="2579526" y="2778734"/>
                  </a:lnTo>
                  <a:lnTo>
                    <a:pt x="2566021" y="2778734"/>
                  </a:lnTo>
                  <a:lnTo>
                    <a:pt x="2552516" y="2778734"/>
                  </a:lnTo>
                  <a:lnTo>
                    <a:pt x="2539010" y="2778734"/>
                  </a:lnTo>
                  <a:lnTo>
                    <a:pt x="2525505" y="2778734"/>
                  </a:lnTo>
                  <a:lnTo>
                    <a:pt x="2511999" y="2778734"/>
                  </a:lnTo>
                  <a:lnTo>
                    <a:pt x="2498494" y="2778734"/>
                  </a:lnTo>
                  <a:lnTo>
                    <a:pt x="2484989" y="2778734"/>
                  </a:lnTo>
                  <a:lnTo>
                    <a:pt x="2471483" y="2778734"/>
                  </a:lnTo>
                  <a:lnTo>
                    <a:pt x="2457978" y="2778734"/>
                  </a:lnTo>
                  <a:lnTo>
                    <a:pt x="2444473" y="2778734"/>
                  </a:lnTo>
                  <a:lnTo>
                    <a:pt x="2430967" y="2778734"/>
                  </a:lnTo>
                  <a:lnTo>
                    <a:pt x="2417462" y="2778734"/>
                  </a:lnTo>
                  <a:lnTo>
                    <a:pt x="2403956" y="2778734"/>
                  </a:lnTo>
                  <a:lnTo>
                    <a:pt x="2390451" y="2778734"/>
                  </a:lnTo>
                  <a:lnTo>
                    <a:pt x="2376946" y="2778734"/>
                  </a:lnTo>
                  <a:lnTo>
                    <a:pt x="2363440" y="2778734"/>
                  </a:lnTo>
                  <a:lnTo>
                    <a:pt x="2349935" y="2778734"/>
                  </a:lnTo>
                  <a:lnTo>
                    <a:pt x="2336430" y="2778734"/>
                  </a:lnTo>
                  <a:lnTo>
                    <a:pt x="2322924" y="2778734"/>
                  </a:lnTo>
                  <a:lnTo>
                    <a:pt x="2309419" y="2778734"/>
                  </a:lnTo>
                  <a:lnTo>
                    <a:pt x="2295913" y="2778734"/>
                  </a:lnTo>
                  <a:lnTo>
                    <a:pt x="2282408" y="2778734"/>
                  </a:lnTo>
                  <a:lnTo>
                    <a:pt x="2268903" y="2778734"/>
                  </a:lnTo>
                  <a:lnTo>
                    <a:pt x="2255397" y="2778734"/>
                  </a:lnTo>
                  <a:lnTo>
                    <a:pt x="2241892" y="2778734"/>
                  </a:lnTo>
                  <a:lnTo>
                    <a:pt x="2228387" y="2778734"/>
                  </a:lnTo>
                  <a:lnTo>
                    <a:pt x="2214881" y="2778734"/>
                  </a:lnTo>
                  <a:lnTo>
                    <a:pt x="2201376" y="2778734"/>
                  </a:lnTo>
                  <a:lnTo>
                    <a:pt x="2187870" y="2778734"/>
                  </a:lnTo>
                  <a:lnTo>
                    <a:pt x="2174365" y="2778734"/>
                  </a:lnTo>
                  <a:lnTo>
                    <a:pt x="2160860" y="2778734"/>
                  </a:lnTo>
                  <a:lnTo>
                    <a:pt x="2147354" y="2778734"/>
                  </a:lnTo>
                  <a:lnTo>
                    <a:pt x="2133849" y="2778734"/>
                  </a:lnTo>
                  <a:lnTo>
                    <a:pt x="2120344" y="2778734"/>
                  </a:lnTo>
                  <a:lnTo>
                    <a:pt x="2106838" y="2778734"/>
                  </a:lnTo>
                  <a:lnTo>
                    <a:pt x="2093333" y="2778734"/>
                  </a:lnTo>
                  <a:lnTo>
                    <a:pt x="2079827" y="2778734"/>
                  </a:lnTo>
                  <a:lnTo>
                    <a:pt x="2066322" y="2778734"/>
                  </a:lnTo>
                  <a:lnTo>
                    <a:pt x="2052817" y="2778734"/>
                  </a:lnTo>
                  <a:lnTo>
                    <a:pt x="2039311" y="2778734"/>
                  </a:lnTo>
                  <a:lnTo>
                    <a:pt x="2025806" y="2778734"/>
                  </a:lnTo>
                  <a:lnTo>
                    <a:pt x="2012301" y="2778734"/>
                  </a:lnTo>
                  <a:lnTo>
                    <a:pt x="1998795" y="2778734"/>
                  </a:lnTo>
                  <a:lnTo>
                    <a:pt x="1985290" y="2778734"/>
                  </a:lnTo>
                  <a:lnTo>
                    <a:pt x="1971784" y="2778734"/>
                  </a:lnTo>
                  <a:lnTo>
                    <a:pt x="1958279" y="2778734"/>
                  </a:lnTo>
                  <a:lnTo>
                    <a:pt x="1944774" y="2778734"/>
                  </a:lnTo>
                  <a:lnTo>
                    <a:pt x="1931268" y="2778734"/>
                  </a:lnTo>
                  <a:lnTo>
                    <a:pt x="1917763" y="2778734"/>
                  </a:lnTo>
                  <a:lnTo>
                    <a:pt x="1904258" y="2778734"/>
                  </a:lnTo>
                  <a:lnTo>
                    <a:pt x="1890752" y="2778734"/>
                  </a:lnTo>
                  <a:lnTo>
                    <a:pt x="1877247" y="2778734"/>
                  </a:lnTo>
                  <a:lnTo>
                    <a:pt x="1863741" y="2778734"/>
                  </a:lnTo>
                  <a:lnTo>
                    <a:pt x="1850236" y="2778734"/>
                  </a:lnTo>
                  <a:lnTo>
                    <a:pt x="1836731" y="2778734"/>
                  </a:lnTo>
                  <a:lnTo>
                    <a:pt x="1823225" y="2778734"/>
                  </a:lnTo>
                  <a:lnTo>
                    <a:pt x="1809720" y="2778734"/>
                  </a:lnTo>
                  <a:lnTo>
                    <a:pt x="1796215" y="2778734"/>
                  </a:lnTo>
                  <a:lnTo>
                    <a:pt x="1782709" y="2778734"/>
                  </a:lnTo>
                  <a:lnTo>
                    <a:pt x="1769204" y="2778734"/>
                  </a:lnTo>
                  <a:lnTo>
                    <a:pt x="1755698" y="2778734"/>
                  </a:lnTo>
                  <a:lnTo>
                    <a:pt x="1742193" y="2778734"/>
                  </a:lnTo>
                  <a:lnTo>
                    <a:pt x="1728688" y="2778734"/>
                  </a:lnTo>
                  <a:lnTo>
                    <a:pt x="1715182" y="2778734"/>
                  </a:lnTo>
                  <a:lnTo>
                    <a:pt x="1701677" y="2778734"/>
                  </a:lnTo>
                  <a:lnTo>
                    <a:pt x="1688171" y="2778734"/>
                  </a:lnTo>
                  <a:lnTo>
                    <a:pt x="1674666" y="2778734"/>
                  </a:lnTo>
                  <a:lnTo>
                    <a:pt x="1661161" y="2778734"/>
                  </a:lnTo>
                  <a:lnTo>
                    <a:pt x="1647655" y="2778734"/>
                  </a:lnTo>
                  <a:lnTo>
                    <a:pt x="1634150" y="2778734"/>
                  </a:lnTo>
                  <a:lnTo>
                    <a:pt x="1620645" y="2778734"/>
                  </a:lnTo>
                  <a:lnTo>
                    <a:pt x="1607139" y="2778734"/>
                  </a:lnTo>
                  <a:lnTo>
                    <a:pt x="1593634" y="2778734"/>
                  </a:lnTo>
                  <a:lnTo>
                    <a:pt x="1580128" y="2778734"/>
                  </a:lnTo>
                  <a:lnTo>
                    <a:pt x="1566623" y="2778734"/>
                  </a:lnTo>
                  <a:lnTo>
                    <a:pt x="1553118" y="2778734"/>
                  </a:lnTo>
                  <a:lnTo>
                    <a:pt x="1539612" y="2778734"/>
                  </a:lnTo>
                  <a:lnTo>
                    <a:pt x="1526107" y="2778734"/>
                  </a:lnTo>
                  <a:lnTo>
                    <a:pt x="1512602" y="2778734"/>
                  </a:lnTo>
                  <a:lnTo>
                    <a:pt x="1499096" y="2778734"/>
                  </a:lnTo>
                  <a:lnTo>
                    <a:pt x="1485591" y="2778734"/>
                  </a:lnTo>
                  <a:lnTo>
                    <a:pt x="1472085" y="2778734"/>
                  </a:lnTo>
                  <a:lnTo>
                    <a:pt x="1458580" y="2778734"/>
                  </a:lnTo>
                  <a:lnTo>
                    <a:pt x="1445075" y="2778734"/>
                  </a:lnTo>
                  <a:lnTo>
                    <a:pt x="1431569" y="2778734"/>
                  </a:lnTo>
                  <a:lnTo>
                    <a:pt x="1418064" y="2778734"/>
                  </a:lnTo>
                  <a:lnTo>
                    <a:pt x="1404559" y="2778734"/>
                  </a:lnTo>
                  <a:lnTo>
                    <a:pt x="1391053" y="2778734"/>
                  </a:lnTo>
                  <a:lnTo>
                    <a:pt x="1377548" y="2778734"/>
                  </a:lnTo>
                  <a:lnTo>
                    <a:pt x="1364042" y="2778734"/>
                  </a:lnTo>
                  <a:lnTo>
                    <a:pt x="1350537" y="2778734"/>
                  </a:lnTo>
                  <a:lnTo>
                    <a:pt x="1337032" y="2778734"/>
                  </a:lnTo>
                  <a:lnTo>
                    <a:pt x="1323526" y="2778734"/>
                  </a:lnTo>
                  <a:lnTo>
                    <a:pt x="1310021" y="2778734"/>
                  </a:lnTo>
                  <a:lnTo>
                    <a:pt x="1296516" y="2778734"/>
                  </a:lnTo>
                  <a:lnTo>
                    <a:pt x="1283010" y="2778734"/>
                  </a:lnTo>
                  <a:lnTo>
                    <a:pt x="1269505" y="2778734"/>
                  </a:lnTo>
                  <a:lnTo>
                    <a:pt x="1255999" y="2778734"/>
                  </a:lnTo>
                  <a:lnTo>
                    <a:pt x="1242494" y="2778734"/>
                  </a:lnTo>
                  <a:lnTo>
                    <a:pt x="1228989" y="2778734"/>
                  </a:lnTo>
                  <a:lnTo>
                    <a:pt x="1215483" y="2778734"/>
                  </a:lnTo>
                  <a:lnTo>
                    <a:pt x="1201978" y="2778734"/>
                  </a:lnTo>
                  <a:lnTo>
                    <a:pt x="1188473" y="2778734"/>
                  </a:lnTo>
                  <a:lnTo>
                    <a:pt x="1174967" y="2778734"/>
                  </a:lnTo>
                  <a:lnTo>
                    <a:pt x="1161462" y="2778734"/>
                  </a:lnTo>
                  <a:lnTo>
                    <a:pt x="1147956" y="2778734"/>
                  </a:lnTo>
                  <a:lnTo>
                    <a:pt x="1134451" y="2778734"/>
                  </a:lnTo>
                  <a:lnTo>
                    <a:pt x="1120946" y="2778734"/>
                  </a:lnTo>
                  <a:lnTo>
                    <a:pt x="1107440" y="2778734"/>
                  </a:lnTo>
                  <a:lnTo>
                    <a:pt x="1093935" y="2778734"/>
                  </a:lnTo>
                  <a:lnTo>
                    <a:pt x="1080430" y="2778734"/>
                  </a:lnTo>
                  <a:lnTo>
                    <a:pt x="1066924" y="2778734"/>
                  </a:lnTo>
                  <a:lnTo>
                    <a:pt x="1053419" y="2778734"/>
                  </a:lnTo>
                  <a:lnTo>
                    <a:pt x="1039913" y="2778734"/>
                  </a:lnTo>
                  <a:lnTo>
                    <a:pt x="1026408" y="2778734"/>
                  </a:lnTo>
                  <a:lnTo>
                    <a:pt x="1012903" y="2778734"/>
                  </a:lnTo>
                  <a:lnTo>
                    <a:pt x="999397" y="2778734"/>
                  </a:lnTo>
                  <a:lnTo>
                    <a:pt x="985892" y="2778734"/>
                  </a:lnTo>
                  <a:lnTo>
                    <a:pt x="972387" y="2778734"/>
                  </a:lnTo>
                  <a:lnTo>
                    <a:pt x="958881" y="2778734"/>
                  </a:lnTo>
                  <a:lnTo>
                    <a:pt x="945376" y="2778734"/>
                  </a:lnTo>
                  <a:lnTo>
                    <a:pt x="931870" y="2778734"/>
                  </a:lnTo>
                  <a:lnTo>
                    <a:pt x="918365" y="2778734"/>
                  </a:lnTo>
                  <a:lnTo>
                    <a:pt x="904860" y="2778734"/>
                  </a:lnTo>
                  <a:lnTo>
                    <a:pt x="891354" y="2778734"/>
                  </a:lnTo>
                  <a:lnTo>
                    <a:pt x="877849" y="2778734"/>
                  </a:lnTo>
                  <a:lnTo>
                    <a:pt x="864344" y="2778734"/>
                  </a:lnTo>
                  <a:lnTo>
                    <a:pt x="850838" y="2778734"/>
                  </a:lnTo>
                  <a:lnTo>
                    <a:pt x="837333" y="2778734"/>
                  </a:lnTo>
                  <a:lnTo>
                    <a:pt x="823827" y="2778734"/>
                  </a:lnTo>
                  <a:lnTo>
                    <a:pt x="810322" y="2778734"/>
                  </a:lnTo>
                  <a:lnTo>
                    <a:pt x="796817" y="2778734"/>
                  </a:lnTo>
                  <a:lnTo>
                    <a:pt x="783311" y="2778734"/>
                  </a:lnTo>
                  <a:lnTo>
                    <a:pt x="769806" y="2778734"/>
                  </a:lnTo>
                  <a:lnTo>
                    <a:pt x="756301" y="2778734"/>
                  </a:lnTo>
                  <a:lnTo>
                    <a:pt x="742795" y="2778734"/>
                  </a:lnTo>
                  <a:lnTo>
                    <a:pt x="729290" y="2778734"/>
                  </a:lnTo>
                  <a:lnTo>
                    <a:pt x="715784" y="2778734"/>
                  </a:lnTo>
                  <a:lnTo>
                    <a:pt x="702279" y="2778734"/>
                  </a:lnTo>
                  <a:lnTo>
                    <a:pt x="688774" y="2778734"/>
                  </a:lnTo>
                  <a:lnTo>
                    <a:pt x="675268" y="2778734"/>
                  </a:lnTo>
                  <a:lnTo>
                    <a:pt x="661763" y="2778734"/>
                  </a:lnTo>
                  <a:lnTo>
                    <a:pt x="648258" y="2778734"/>
                  </a:lnTo>
                  <a:lnTo>
                    <a:pt x="634752" y="2778734"/>
                  </a:lnTo>
                  <a:lnTo>
                    <a:pt x="621247" y="2778734"/>
                  </a:lnTo>
                  <a:lnTo>
                    <a:pt x="607741" y="2778734"/>
                  </a:lnTo>
                  <a:lnTo>
                    <a:pt x="594236" y="2778734"/>
                  </a:lnTo>
                  <a:lnTo>
                    <a:pt x="580731" y="2778734"/>
                  </a:lnTo>
                  <a:lnTo>
                    <a:pt x="567225" y="2778734"/>
                  </a:lnTo>
                  <a:lnTo>
                    <a:pt x="553720" y="2778734"/>
                  </a:lnTo>
                  <a:lnTo>
                    <a:pt x="540215" y="2778734"/>
                  </a:lnTo>
                  <a:lnTo>
                    <a:pt x="526709" y="2778734"/>
                  </a:lnTo>
                  <a:lnTo>
                    <a:pt x="513204" y="2778734"/>
                  </a:lnTo>
                  <a:lnTo>
                    <a:pt x="499698" y="2778734"/>
                  </a:lnTo>
                  <a:lnTo>
                    <a:pt x="486193" y="2778734"/>
                  </a:lnTo>
                  <a:lnTo>
                    <a:pt x="472688" y="2778734"/>
                  </a:lnTo>
                  <a:lnTo>
                    <a:pt x="459182" y="2778734"/>
                  </a:lnTo>
                  <a:lnTo>
                    <a:pt x="445677" y="2778734"/>
                  </a:lnTo>
                  <a:lnTo>
                    <a:pt x="432172" y="2778734"/>
                  </a:lnTo>
                  <a:lnTo>
                    <a:pt x="418666" y="2778734"/>
                  </a:lnTo>
                  <a:lnTo>
                    <a:pt x="405161" y="2778734"/>
                  </a:lnTo>
                  <a:lnTo>
                    <a:pt x="391655" y="2778734"/>
                  </a:lnTo>
                  <a:lnTo>
                    <a:pt x="378150" y="2778734"/>
                  </a:lnTo>
                  <a:lnTo>
                    <a:pt x="364645" y="2778734"/>
                  </a:lnTo>
                  <a:lnTo>
                    <a:pt x="351139" y="2778734"/>
                  </a:lnTo>
                  <a:lnTo>
                    <a:pt x="337634" y="2778734"/>
                  </a:lnTo>
                  <a:lnTo>
                    <a:pt x="324129" y="2778734"/>
                  </a:lnTo>
                  <a:lnTo>
                    <a:pt x="310623" y="2778734"/>
                  </a:lnTo>
                  <a:lnTo>
                    <a:pt x="297118" y="2778734"/>
                  </a:lnTo>
                  <a:lnTo>
                    <a:pt x="283612" y="2778734"/>
                  </a:lnTo>
                  <a:lnTo>
                    <a:pt x="270107" y="2778734"/>
                  </a:lnTo>
                  <a:lnTo>
                    <a:pt x="256602" y="2778734"/>
                  </a:lnTo>
                  <a:lnTo>
                    <a:pt x="243096" y="2778734"/>
                  </a:lnTo>
                  <a:lnTo>
                    <a:pt x="229591" y="2778734"/>
                  </a:lnTo>
                  <a:lnTo>
                    <a:pt x="216086" y="2778734"/>
                  </a:lnTo>
                  <a:lnTo>
                    <a:pt x="202580" y="2778734"/>
                  </a:lnTo>
                  <a:lnTo>
                    <a:pt x="189075" y="2778734"/>
                  </a:lnTo>
                  <a:lnTo>
                    <a:pt x="175569" y="2778734"/>
                  </a:lnTo>
                  <a:lnTo>
                    <a:pt x="162064" y="2778734"/>
                  </a:lnTo>
                  <a:lnTo>
                    <a:pt x="148559" y="2778734"/>
                  </a:lnTo>
                  <a:lnTo>
                    <a:pt x="135053" y="2778734"/>
                  </a:lnTo>
                  <a:lnTo>
                    <a:pt x="121548" y="2778734"/>
                  </a:lnTo>
                  <a:lnTo>
                    <a:pt x="108043" y="2778734"/>
                  </a:lnTo>
                  <a:lnTo>
                    <a:pt x="94537" y="2778734"/>
                  </a:lnTo>
                  <a:lnTo>
                    <a:pt x="81032" y="2778734"/>
                  </a:lnTo>
                  <a:lnTo>
                    <a:pt x="67526" y="2778734"/>
                  </a:lnTo>
                  <a:lnTo>
                    <a:pt x="54021" y="2778734"/>
                  </a:lnTo>
                  <a:lnTo>
                    <a:pt x="40516" y="2778734"/>
                  </a:lnTo>
                  <a:lnTo>
                    <a:pt x="27010" y="2778734"/>
                  </a:lnTo>
                  <a:lnTo>
                    <a:pt x="13505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364575" y="2768891"/>
              <a:ext cx="6901247" cy="2778734"/>
            </a:xfrm>
            <a:custGeom>
              <a:avLst/>
              <a:pathLst>
                <a:path w="6901247" h="2778734">
                  <a:moveTo>
                    <a:pt x="0" y="2650366"/>
                  </a:moveTo>
                  <a:lnTo>
                    <a:pt x="13505" y="2641667"/>
                  </a:lnTo>
                  <a:lnTo>
                    <a:pt x="27010" y="2632600"/>
                  </a:lnTo>
                  <a:lnTo>
                    <a:pt x="40516" y="2623150"/>
                  </a:lnTo>
                  <a:lnTo>
                    <a:pt x="54021" y="2613208"/>
                  </a:lnTo>
                  <a:lnTo>
                    <a:pt x="67526" y="2602896"/>
                  </a:lnTo>
                  <a:lnTo>
                    <a:pt x="81032" y="2592218"/>
                  </a:lnTo>
                  <a:lnTo>
                    <a:pt x="94537" y="2581179"/>
                  </a:lnTo>
                  <a:lnTo>
                    <a:pt x="108043" y="2569745"/>
                  </a:lnTo>
                  <a:lnTo>
                    <a:pt x="121548" y="2557885"/>
                  </a:lnTo>
                  <a:lnTo>
                    <a:pt x="135053" y="2545699"/>
                  </a:lnTo>
                  <a:lnTo>
                    <a:pt x="148559" y="2533201"/>
                  </a:lnTo>
                  <a:lnTo>
                    <a:pt x="162064" y="2520405"/>
                  </a:lnTo>
                  <a:lnTo>
                    <a:pt x="175569" y="2507277"/>
                  </a:lnTo>
                  <a:lnTo>
                    <a:pt x="189075" y="2493864"/>
                  </a:lnTo>
                  <a:lnTo>
                    <a:pt x="202580" y="2480234"/>
                  </a:lnTo>
                  <a:lnTo>
                    <a:pt x="216086" y="2466411"/>
                  </a:lnTo>
                  <a:lnTo>
                    <a:pt x="229591" y="2452421"/>
                  </a:lnTo>
                  <a:lnTo>
                    <a:pt x="243096" y="2438265"/>
                  </a:lnTo>
                  <a:lnTo>
                    <a:pt x="256602" y="2424021"/>
                  </a:lnTo>
                  <a:lnTo>
                    <a:pt x="270107" y="2409730"/>
                  </a:lnTo>
                  <a:lnTo>
                    <a:pt x="283612" y="2395424"/>
                  </a:lnTo>
                  <a:lnTo>
                    <a:pt x="297118" y="2381136"/>
                  </a:lnTo>
                  <a:lnTo>
                    <a:pt x="310623" y="2366943"/>
                  </a:lnTo>
                  <a:lnTo>
                    <a:pt x="324129" y="2352871"/>
                  </a:lnTo>
                  <a:lnTo>
                    <a:pt x="337634" y="2338954"/>
                  </a:lnTo>
                  <a:lnTo>
                    <a:pt x="351139" y="2325224"/>
                  </a:lnTo>
                  <a:lnTo>
                    <a:pt x="364645" y="2311739"/>
                  </a:lnTo>
                  <a:lnTo>
                    <a:pt x="378150" y="2298597"/>
                  </a:lnTo>
                  <a:lnTo>
                    <a:pt x="391655" y="2285764"/>
                  </a:lnTo>
                  <a:lnTo>
                    <a:pt x="405161" y="2273267"/>
                  </a:lnTo>
                  <a:lnTo>
                    <a:pt x="418666" y="2261127"/>
                  </a:lnTo>
                  <a:lnTo>
                    <a:pt x="432172" y="2249442"/>
                  </a:lnTo>
                  <a:lnTo>
                    <a:pt x="445677" y="2238242"/>
                  </a:lnTo>
                  <a:lnTo>
                    <a:pt x="459182" y="2227469"/>
                  </a:lnTo>
                  <a:lnTo>
                    <a:pt x="472688" y="2217130"/>
                  </a:lnTo>
                  <a:lnTo>
                    <a:pt x="486193" y="2207231"/>
                  </a:lnTo>
                  <a:lnTo>
                    <a:pt x="499698" y="2197892"/>
                  </a:lnTo>
                  <a:lnTo>
                    <a:pt x="513204" y="2189032"/>
                  </a:lnTo>
                  <a:lnTo>
                    <a:pt x="526709" y="2180599"/>
                  </a:lnTo>
                  <a:lnTo>
                    <a:pt x="540215" y="2172578"/>
                  </a:lnTo>
                  <a:lnTo>
                    <a:pt x="553720" y="2164956"/>
                  </a:lnTo>
                  <a:lnTo>
                    <a:pt x="567225" y="2157830"/>
                  </a:lnTo>
                  <a:lnTo>
                    <a:pt x="580731" y="2151038"/>
                  </a:lnTo>
                  <a:lnTo>
                    <a:pt x="594236" y="2144546"/>
                  </a:lnTo>
                  <a:lnTo>
                    <a:pt x="607741" y="2138324"/>
                  </a:lnTo>
                  <a:lnTo>
                    <a:pt x="621247" y="2132353"/>
                  </a:lnTo>
                  <a:lnTo>
                    <a:pt x="634752" y="2126613"/>
                  </a:lnTo>
                  <a:lnTo>
                    <a:pt x="648258" y="2120997"/>
                  </a:lnTo>
                  <a:lnTo>
                    <a:pt x="661763" y="2115468"/>
                  </a:lnTo>
                  <a:lnTo>
                    <a:pt x="675268" y="2109986"/>
                  </a:lnTo>
                  <a:lnTo>
                    <a:pt x="688774" y="2104501"/>
                  </a:lnTo>
                  <a:lnTo>
                    <a:pt x="702279" y="2098941"/>
                  </a:lnTo>
                  <a:lnTo>
                    <a:pt x="715784" y="2093268"/>
                  </a:lnTo>
                  <a:lnTo>
                    <a:pt x="729290" y="2087444"/>
                  </a:lnTo>
                  <a:lnTo>
                    <a:pt x="742795" y="2081434"/>
                  </a:lnTo>
                  <a:lnTo>
                    <a:pt x="756301" y="2075135"/>
                  </a:lnTo>
                  <a:lnTo>
                    <a:pt x="769806" y="2068520"/>
                  </a:lnTo>
                  <a:lnTo>
                    <a:pt x="783311" y="2061588"/>
                  </a:lnTo>
                  <a:lnTo>
                    <a:pt x="796817" y="2054315"/>
                  </a:lnTo>
                  <a:lnTo>
                    <a:pt x="810322" y="2046676"/>
                  </a:lnTo>
                  <a:lnTo>
                    <a:pt x="823827" y="2038510"/>
                  </a:lnTo>
                  <a:lnTo>
                    <a:pt x="837333" y="2029905"/>
                  </a:lnTo>
                  <a:lnTo>
                    <a:pt x="850838" y="2020861"/>
                  </a:lnTo>
                  <a:lnTo>
                    <a:pt x="864344" y="2011367"/>
                  </a:lnTo>
                  <a:lnTo>
                    <a:pt x="877849" y="2001390"/>
                  </a:lnTo>
                  <a:lnTo>
                    <a:pt x="891354" y="1990794"/>
                  </a:lnTo>
                  <a:lnTo>
                    <a:pt x="904860" y="1979722"/>
                  </a:lnTo>
                  <a:lnTo>
                    <a:pt x="918365" y="1968172"/>
                  </a:lnTo>
                  <a:lnTo>
                    <a:pt x="931870" y="1956145"/>
                  </a:lnTo>
                  <a:lnTo>
                    <a:pt x="945376" y="1943577"/>
                  </a:lnTo>
                  <a:lnTo>
                    <a:pt x="958881" y="1930430"/>
                  </a:lnTo>
                  <a:lnTo>
                    <a:pt x="972387" y="1916815"/>
                  </a:lnTo>
                  <a:lnTo>
                    <a:pt x="985892" y="1902737"/>
                  </a:lnTo>
                  <a:lnTo>
                    <a:pt x="999397" y="1888202"/>
                  </a:lnTo>
                  <a:lnTo>
                    <a:pt x="1012903" y="1873117"/>
                  </a:lnTo>
                  <a:lnTo>
                    <a:pt x="1026408" y="1857524"/>
                  </a:lnTo>
                  <a:lnTo>
                    <a:pt x="1039913" y="1841491"/>
                  </a:lnTo>
                  <a:lnTo>
                    <a:pt x="1053419" y="1825021"/>
                  </a:lnTo>
                  <a:lnTo>
                    <a:pt x="1066924" y="1808119"/>
                  </a:lnTo>
                  <a:lnTo>
                    <a:pt x="1080430" y="1790654"/>
                  </a:lnTo>
                  <a:lnTo>
                    <a:pt x="1093935" y="1772733"/>
                  </a:lnTo>
                  <a:lnTo>
                    <a:pt x="1107440" y="1754378"/>
                  </a:lnTo>
                  <a:lnTo>
                    <a:pt x="1120946" y="1735587"/>
                  </a:lnTo>
                  <a:lnTo>
                    <a:pt x="1134451" y="1716343"/>
                  </a:lnTo>
                  <a:lnTo>
                    <a:pt x="1147956" y="1696497"/>
                  </a:lnTo>
                  <a:lnTo>
                    <a:pt x="1161462" y="1676187"/>
                  </a:lnTo>
                  <a:lnTo>
                    <a:pt x="1174967" y="1655401"/>
                  </a:lnTo>
                  <a:lnTo>
                    <a:pt x="1188473" y="1634128"/>
                  </a:lnTo>
                  <a:lnTo>
                    <a:pt x="1201978" y="1612296"/>
                  </a:lnTo>
                  <a:lnTo>
                    <a:pt x="1215483" y="1589803"/>
                  </a:lnTo>
                  <a:lnTo>
                    <a:pt x="1228989" y="1566755"/>
                  </a:lnTo>
                  <a:lnTo>
                    <a:pt x="1242494" y="1543134"/>
                  </a:lnTo>
                  <a:lnTo>
                    <a:pt x="1255999" y="1518919"/>
                  </a:lnTo>
                  <a:lnTo>
                    <a:pt x="1269505" y="1493959"/>
                  </a:lnTo>
                  <a:lnTo>
                    <a:pt x="1283010" y="1468229"/>
                  </a:lnTo>
                  <a:lnTo>
                    <a:pt x="1296516" y="1441810"/>
                  </a:lnTo>
                  <a:lnTo>
                    <a:pt x="1310021" y="1414678"/>
                  </a:lnTo>
                  <a:lnTo>
                    <a:pt x="1323526" y="1386807"/>
                  </a:lnTo>
                  <a:lnTo>
                    <a:pt x="1337032" y="1357950"/>
                  </a:lnTo>
                  <a:lnTo>
                    <a:pt x="1350537" y="1328221"/>
                  </a:lnTo>
                  <a:lnTo>
                    <a:pt x="1364042" y="1297664"/>
                  </a:lnTo>
                  <a:lnTo>
                    <a:pt x="1377548" y="1266261"/>
                  </a:lnTo>
                  <a:lnTo>
                    <a:pt x="1391053" y="1233996"/>
                  </a:lnTo>
                  <a:lnTo>
                    <a:pt x="1404559" y="1200534"/>
                  </a:lnTo>
                  <a:lnTo>
                    <a:pt x="1418064" y="1166185"/>
                  </a:lnTo>
                  <a:lnTo>
                    <a:pt x="1431569" y="1130949"/>
                  </a:lnTo>
                  <a:lnTo>
                    <a:pt x="1445075" y="1094830"/>
                  </a:lnTo>
                  <a:lnTo>
                    <a:pt x="1458580" y="1057764"/>
                  </a:lnTo>
                  <a:lnTo>
                    <a:pt x="1472085" y="1019625"/>
                  </a:lnTo>
                  <a:lnTo>
                    <a:pt x="1485591" y="980684"/>
                  </a:lnTo>
                  <a:lnTo>
                    <a:pt x="1499096" y="940980"/>
                  </a:lnTo>
                  <a:lnTo>
                    <a:pt x="1512602" y="900556"/>
                  </a:lnTo>
                  <a:lnTo>
                    <a:pt x="1526107" y="859365"/>
                  </a:lnTo>
                  <a:lnTo>
                    <a:pt x="1539612" y="817514"/>
                  </a:lnTo>
                  <a:lnTo>
                    <a:pt x="1553118" y="775205"/>
                  </a:lnTo>
                  <a:lnTo>
                    <a:pt x="1566623" y="732523"/>
                  </a:lnTo>
                  <a:lnTo>
                    <a:pt x="1580128" y="689559"/>
                  </a:lnTo>
                  <a:lnTo>
                    <a:pt x="1593634" y="646414"/>
                  </a:lnTo>
                  <a:lnTo>
                    <a:pt x="1607139" y="603302"/>
                  </a:lnTo>
                  <a:lnTo>
                    <a:pt x="1620645" y="560359"/>
                  </a:lnTo>
                  <a:lnTo>
                    <a:pt x="1634150" y="517710"/>
                  </a:lnTo>
                  <a:lnTo>
                    <a:pt x="1647655" y="475484"/>
                  </a:lnTo>
                  <a:lnTo>
                    <a:pt x="1661161" y="434104"/>
                  </a:lnTo>
                  <a:lnTo>
                    <a:pt x="1674666" y="393591"/>
                  </a:lnTo>
                  <a:lnTo>
                    <a:pt x="1688171" y="354074"/>
                  </a:lnTo>
                  <a:lnTo>
                    <a:pt x="1701677" y="315698"/>
                  </a:lnTo>
                  <a:lnTo>
                    <a:pt x="1715182" y="278700"/>
                  </a:lnTo>
                  <a:lnTo>
                    <a:pt x="1728688" y="243670"/>
                  </a:lnTo>
                  <a:lnTo>
                    <a:pt x="1742193" y="210354"/>
                  </a:lnTo>
                  <a:lnTo>
                    <a:pt x="1755698" y="178881"/>
                  </a:lnTo>
                  <a:lnTo>
                    <a:pt x="1769204" y="149376"/>
                  </a:lnTo>
                  <a:lnTo>
                    <a:pt x="1782709" y="122298"/>
                  </a:lnTo>
                  <a:lnTo>
                    <a:pt x="1796215" y="97985"/>
                  </a:lnTo>
                  <a:lnTo>
                    <a:pt x="1809720" y="76073"/>
                  </a:lnTo>
                  <a:lnTo>
                    <a:pt x="1823225" y="56640"/>
                  </a:lnTo>
                  <a:lnTo>
                    <a:pt x="1836731" y="39759"/>
                  </a:lnTo>
                  <a:lnTo>
                    <a:pt x="1850236" y="26121"/>
                  </a:lnTo>
                  <a:lnTo>
                    <a:pt x="1863741" y="15518"/>
                  </a:lnTo>
                  <a:lnTo>
                    <a:pt x="1877247" y="7628"/>
                  </a:lnTo>
                  <a:lnTo>
                    <a:pt x="1890752" y="2456"/>
                  </a:lnTo>
                  <a:lnTo>
                    <a:pt x="1904258" y="0"/>
                  </a:lnTo>
                  <a:lnTo>
                    <a:pt x="1917763" y="1081"/>
                  </a:lnTo>
                  <a:lnTo>
                    <a:pt x="1931268" y="4896"/>
                  </a:lnTo>
                  <a:lnTo>
                    <a:pt x="1944774" y="11267"/>
                  </a:lnTo>
                  <a:lnTo>
                    <a:pt x="1958279" y="20126"/>
                  </a:lnTo>
                  <a:lnTo>
                    <a:pt x="1971784" y="31490"/>
                  </a:lnTo>
                  <a:lnTo>
                    <a:pt x="1985290" y="45840"/>
                  </a:lnTo>
                  <a:lnTo>
                    <a:pt x="1998795" y="62291"/>
                  </a:lnTo>
                  <a:lnTo>
                    <a:pt x="2012301" y="80726"/>
                  </a:lnTo>
                  <a:lnTo>
                    <a:pt x="2025806" y="101024"/>
                  </a:lnTo>
                  <a:lnTo>
                    <a:pt x="2039311" y="123247"/>
                  </a:lnTo>
                  <a:lnTo>
                    <a:pt x="2052817" y="147324"/>
                  </a:lnTo>
                  <a:lnTo>
                    <a:pt x="2066322" y="172710"/>
                  </a:lnTo>
                  <a:lnTo>
                    <a:pt x="2079827" y="199265"/>
                  </a:lnTo>
                  <a:lnTo>
                    <a:pt x="2093333" y="226849"/>
                  </a:lnTo>
                  <a:lnTo>
                    <a:pt x="2106838" y="255452"/>
                  </a:lnTo>
                  <a:lnTo>
                    <a:pt x="2120344" y="284775"/>
                  </a:lnTo>
                  <a:lnTo>
                    <a:pt x="2133849" y="314559"/>
                  </a:lnTo>
                  <a:lnTo>
                    <a:pt x="2147354" y="344675"/>
                  </a:lnTo>
                  <a:lnTo>
                    <a:pt x="2160860" y="374996"/>
                  </a:lnTo>
                  <a:lnTo>
                    <a:pt x="2174365" y="405356"/>
                  </a:lnTo>
                  <a:lnTo>
                    <a:pt x="2187870" y="435564"/>
                  </a:lnTo>
                  <a:lnTo>
                    <a:pt x="2201376" y="465519"/>
                  </a:lnTo>
                  <a:lnTo>
                    <a:pt x="2214881" y="495125"/>
                  </a:lnTo>
                  <a:lnTo>
                    <a:pt x="2228387" y="524282"/>
                  </a:lnTo>
                  <a:lnTo>
                    <a:pt x="2241892" y="552680"/>
                  </a:lnTo>
                  <a:lnTo>
                    <a:pt x="2255397" y="580406"/>
                  </a:lnTo>
                  <a:lnTo>
                    <a:pt x="2268903" y="607404"/>
                  </a:lnTo>
                  <a:lnTo>
                    <a:pt x="2282408" y="633620"/>
                  </a:lnTo>
                  <a:lnTo>
                    <a:pt x="2295913" y="658913"/>
                  </a:lnTo>
                  <a:lnTo>
                    <a:pt x="2309419" y="683078"/>
                  </a:lnTo>
                  <a:lnTo>
                    <a:pt x="2322924" y="706309"/>
                  </a:lnTo>
                  <a:lnTo>
                    <a:pt x="2336430" y="728584"/>
                  </a:lnTo>
                  <a:lnTo>
                    <a:pt x="2349935" y="749887"/>
                  </a:lnTo>
                  <a:lnTo>
                    <a:pt x="2363440" y="770017"/>
                  </a:lnTo>
                  <a:lnTo>
                    <a:pt x="2376946" y="788982"/>
                  </a:lnTo>
                  <a:lnTo>
                    <a:pt x="2390451" y="806957"/>
                  </a:lnTo>
                  <a:lnTo>
                    <a:pt x="2403956" y="823951"/>
                  </a:lnTo>
                  <a:lnTo>
                    <a:pt x="2417462" y="839972"/>
                  </a:lnTo>
                  <a:lnTo>
                    <a:pt x="2430967" y="854783"/>
                  </a:lnTo>
                  <a:lnTo>
                    <a:pt x="2444473" y="868593"/>
                  </a:lnTo>
                  <a:lnTo>
                    <a:pt x="2457978" y="881512"/>
                  </a:lnTo>
                  <a:lnTo>
                    <a:pt x="2471483" y="893567"/>
                  </a:lnTo>
                  <a:lnTo>
                    <a:pt x="2484989" y="904789"/>
                  </a:lnTo>
                  <a:lnTo>
                    <a:pt x="2498494" y="914952"/>
                  </a:lnTo>
                  <a:lnTo>
                    <a:pt x="2511999" y="924391"/>
                  </a:lnTo>
                  <a:lnTo>
                    <a:pt x="2525505" y="933152"/>
                  </a:lnTo>
                  <a:lnTo>
                    <a:pt x="2539010" y="941279"/>
                  </a:lnTo>
                  <a:lnTo>
                    <a:pt x="2552516" y="948777"/>
                  </a:lnTo>
                  <a:lnTo>
                    <a:pt x="2566021" y="955628"/>
                  </a:lnTo>
                  <a:lnTo>
                    <a:pt x="2579526" y="962051"/>
                  </a:lnTo>
                  <a:lnTo>
                    <a:pt x="2593032" y="968101"/>
                  </a:lnTo>
                  <a:lnTo>
                    <a:pt x="2606537" y="973834"/>
                  </a:lnTo>
                  <a:lnTo>
                    <a:pt x="2620042" y="979283"/>
                  </a:lnTo>
                  <a:lnTo>
                    <a:pt x="2633548" y="984553"/>
                  </a:lnTo>
                  <a:lnTo>
                    <a:pt x="2647053" y="989754"/>
                  </a:lnTo>
                  <a:lnTo>
                    <a:pt x="2660559" y="994945"/>
                  </a:lnTo>
                  <a:lnTo>
                    <a:pt x="2674064" y="1000189"/>
                  </a:lnTo>
                  <a:lnTo>
                    <a:pt x="2687569" y="1005605"/>
                  </a:lnTo>
                  <a:lnTo>
                    <a:pt x="2701075" y="1011278"/>
                  </a:lnTo>
                  <a:lnTo>
                    <a:pt x="2714580" y="1017249"/>
                  </a:lnTo>
                  <a:lnTo>
                    <a:pt x="2728085" y="1023574"/>
                  </a:lnTo>
                  <a:lnTo>
                    <a:pt x="2741591" y="1030308"/>
                  </a:lnTo>
                  <a:lnTo>
                    <a:pt x="2755096" y="1037687"/>
                  </a:lnTo>
                  <a:lnTo>
                    <a:pt x="2768602" y="1045638"/>
                  </a:lnTo>
                  <a:lnTo>
                    <a:pt x="2782107" y="1054186"/>
                  </a:lnTo>
                  <a:lnTo>
                    <a:pt x="2795612" y="1063368"/>
                  </a:lnTo>
                  <a:lnTo>
                    <a:pt x="2809118" y="1073257"/>
                  </a:lnTo>
                  <a:lnTo>
                    <a:pt x="2822623" y="1084075"/>
                  </a:lnTo>
                  <a:lnTo>
                    <a:pt x="2836128" y="1095633"/>
                  </a:lnTo>
                  <a:lnTo>
                    <a:pt x="2849634" y="1107944"/>
                  </a:lnTo>
                  <a:lnTo>
                    <a:pt x="2863139" y="1121017"/>
                  </a:lnTo>
                  <a:lnTo>
                    <a:pt x="2876645" y="1134966"/>
                  </a:lnTo>
                  <a:lnTo>
                    <a:pt x="2890150" y="1149846"/>
                  </a:lnTo>
                  <a:lnTo>
                    <a:pt x="2903655" y="1165477"/>
                  </a:lnTo>
                  <a:lnTo>
                    <a:pt x="2917161" y="1181844"/>
                  </a:lnTo>
                  <a:lnTo>
                    <a:pt x="2930666" y="1198930"/>
                  </a:lnTo>
                  <a:lnTo>
                    <a:pt x="2944171" y="1216862"/>
                  </a:lnTo>
                  <a:lnTo>
                    <a:pt x="2957677" y="1235529"/>
                  </a:lnTo>
                  <a:lnTo>
                    <a:pt x="2971182" y="1254807"/>
                  </a:lnTo>
                  <a:lnTo>
                    <a:pt x="2984688" y="1274663"/>
                  </a:lnTo>
                  <a:lnTo>
                    <a:pt x="2998193" y="1295062"/>
                  </a:lnTo>
                  <a:lnTo>
                    <a:pt x="3011698" y="1316103"/>
                  </a:lnTo>
                  <a:lnTo>
                    <a:pt x="3025204" y="1337598"/>
                  </a:lnTo>
                  <a:lnTo>
                    <a:pt x="3038709" y="1359483"/>
                  </a:lnTo>
                  <a:lnTo>
                    <a:pt x="3052214" y="1381721"/>
                  </a:lnTo>
                  <a:lnTo>
                    <a:pt x="3065720" y="1404283"/>
                  </a:lnTo>
                  <a:lnTo>
                    <a:pt x="3079225" y="1427186"/>
                  </a:lnTo>
                  <a:lnTo>
                    <a:pt x="3092731" y="1450294"/>
                  </a:lnTo>
                  <a:lnTo>
                    <a:pt x="3106236" y="1473574"/>
                  </a:lnTo>
                  <a:lnTo>
                    <a:pt x="3119741" y="1496996"/>
                  </a:lnTo>
                  <a:lnTo>
                    <a:pt x="3133247" y="1520539"/>
                  </a:lnTo>
                  <a:lnTo>
                    <a:pt x="3146752" y="1544162"/>
                  </a:lnTo>
                  <a:lnTo>
                    <a:pt x="3160257" y="1567820"/>
                  </a:lnTo>
                  <a:lnTo>
                    <a:pt x="3173763" y="1591490"/>
                  </a:lnTo>
                  <a:lnTo>
                    <a:pt x="3187268" y="1615152"/>
                  </a:lnTo>
                  <a:lnTo>
                    <a:pt x="3200774" y="1638778"/>
                  </a:lnTo>
                  <a:lnTo>
                    <a:pt x="3214279" y="1662341"/>
                  </a:lnTo>
                  <a:lnTo>
                    <a:pt x="3227784" y="1685832"/>
                  </a:lnTo>
                  <a:lnTo>
                    <a:pt x="3241290" y="1709241"/>
                  </a:lnTo>
                  <a:lnTo>
                    <a:pt x="3254795" y="1732554"/>
                  </a:lnTo>
                  <a:lnTo>
                    <a:pt x="3268300" y="1755727"/>
                  </a:lnTo>
                  <a:lnTo>
                    <a:pt x="3281806" y="1778766"/>
                  </a:lnTo>
                  <a:lnTo>
                    <a:pt x="3295311" y="1801670"/>
                  </a:lnTo>
                  <a:lnTo>
                    <a:pt x="3308817" y="1824430"/>
                  </a:lnTo>
                  <a:lnTo>
                    <a:pt x="3322322" y="1847035"/>
                  </a:lnTo>
                  <a:lnTo>
                    <a:pt x="3335827" y="1869411"/>
                  </a:lnTo>
                  <a:lnTo>
                    <a:pt x="3349333" y="1891602"/>
                  </a:lnTo>
                  <a:lnTo>
                    <a:pt x="3362838" y="1913597"/>
                  </a:lnTo>
                  <a:lnTo>
                    <a:pt x="3376343" y="1935385"/>
                  </a:lnTo>
                  <a:lnTo>
                    <a:pt x="3389849" y="1956931"/>
                  </a:lnTo>
                  <a:lnTo>
                    <a:pt x="3403354" y="1978172"/>
                  </a:lnTo>
                  <a:lnTo>
                    <a:pt x="3416860" y="1999155"/>
                  </a:lnTo>
                  <a:lnTo>
                    <a:pt x="3430365" y="2019864"/>
                  </a:lnTo>
                  <a:lnTo>
                    <a:pt x="3443870" y="2040288"/>
                  </a:lnTo>
                  <a:lnTo>
                    <a:pt x="3457376" y="2060353"/>
                  </a:lnTo>
                  <a:lnTo>
                    <a:pt x="3470881" y="2080036"/>
                  </a:lnTo>
                  <a:lnTo>
                    <a:pt x="3484387" y="2099379"/>
                  </a:lnTo>
                  <a:lnTo>
                    <a:pt x="3497892" y="2118370"/>
                  </a:lnTo>
                  <a:lnTo>
                    <a:pt x="3511397" y="2136999"/>
                  </a:lnTo>
                  <a:lnTo>
                    <a:pt x="3524903" y="2155150"/>
                  </a:lnTo>
                  <a:lnTo>
                    <a:pt x="3538408" y="2172873"/>
                  </a:lnTo>
                  <a:lnTo>
                    <a:pt x="3551913" y="2190199"/>
                  </a:lnTo>
                  <a:lnTo>
                    <a:pt x="3565419" y="2207123"/>
                  </a:lnTo>
                  <a:lnTo>
                    <a:pt x="3578924" y="2223639"/>
                  </a:lnTo>
                  <a:lnTo>
                    <a:pt x="3592430" y="2239604"/>
                  </a:lnTo>
                  <a:lnTo>
                    <a:pt x="3605935" y="2255155"/>
                  </a:lnTo>
                  <a:lnTo>
                    <a:pt x="3619440" y="2270300"/>
                  </a:lnTo>
                  <a:lnTo>
                    <a:pt x="3632946" y="2285044"/>
                  </a:lnTo>
                  <a:lnTo>
                    <a:pt x="3646451" y="2299364"/>
                  </a:lnTo>
                  <a:lnTo>
                    <a:pt x="3659956" y="2313188"/>
                  </a:lnTo>
                  <a:lnTo>
                    <a:pt x="3673462" y="2326641"/>
                  </a:lnTo>
                  <a:lnTo>
                    <a:pt x="3686967" y="2339734"/>
                  </a:lnTo>
                  <a:lnTo>
                    <a:pt x="3700473" y="2352477"/>
                  </a:lnTo>
                  <a:lnTo>
                    <a:pt x="3713978" y="2364833"/>
                  </a:lnTo>
                  <a:lnTo>
                    <a:pt x="3727483" y="2376809"/>
                  </a:lnTo>
                  <a:lnTo>
                    <a:pt x="3740989" y="2388488"/>
                  </a:lnTo>
                  <a:lnTo>
                    <a:pt x="3754494" y="2399883"/>
                  </a:lnTo>
                  <a:lnTo>
                    <a:pt x="3767999" y="2411006"/>
                  </a:lnTo>
                  <a:lnTo>
                    <a:pt x="3781505" y="2421815"/>
                  </a:lnTo>
                  <a:lnTo>
                    <a:pt x="3795010" y="2432364"/>
                  </a:lnTo>
                  <a:lnTo>
                    <a:pt x="3808516" y="2442694"/>
                  </a:lnTo>
                  <a:lnTo>
                    <a:pt x="3822021" y="2452816"/>
                  </a:lnTo>
                  <a:lnTo>
                    <a:pt x="3835526" y="2462742"/>
                  </a:lnTo>
                  <a:lnTo>
                    <a:pt x="3849032" y="2472428"/>
                  </a:lnTo>
                  <a:lnTo>
                    <a:pt x="3862537" y="2481940"/>
                  </a:lnTo>
                  <a:lnTo>
                    <a:pt x="3876042" y="2491292"/>
                  </a:lnTo>
                  <a:lnTo>
                    <a:pt x="3889548" y="2500492"/>
                  </a:lnTo>
                  <a:lnTo>
                    <a:pt x="3903053" y="2509539"/>
                  </a:lnTo>
                  <a:lnTo>
                    <a:pt x="3916559" y="2518406"/>
                  </a:lnTo>
                  <a:lnTo>
                    <a:pt x="3930064" y="2527140"/>
                  </a:lnTo>
                  <a:lnTo>
                    <a:pt x="3943569" y="2535746"/>
                  </a:lnTo>
                  <a:lnTo>
                    <a:pt x="3957075" y="2544225"/>
                  </a:lnTo>
                  <a:lnTo>
                    <a:pt x="3970580" y="2552564"/>
                  </a:lnTo>
                  <a:lnTo>
                    <a:pt x="3984085" y="2560752"/>
                  </a:lnTo>
                  <a:lnTo>
                    <a:pt x="3997591" y="2568819"/>
                  </a:lnTo>
                  <a:lnTo>
                    <a:pt x="4011096" y="2576764"/>
                  </a:lnTo>
                  <a:lnTo>
                    <a:pt x="4024602" y="2584587"/>
                  </a:lnTo>
                  <a:lnTo>
                    <a:pt x="4038107" y="2592260"/>
                  </a:lnTo>
                  <a:lnTo>
                    <a:pt x="4051612" y="2599790"/>
                  </a:lnTo>
                  <a:lnTo>
                    <a:pt x="4065118" y="2607193"/>
                  </a:lnTo>
                  <a:lnTo>
                    <a:pt x="4078623" y="2614468"/>
                  </a:lnTo>
                  <a:lnTo>
                    <a:pt x="4092128" y="2621612"/>
                  </a:lnTo>
                  <a:lnTo>
                    <a:pt x="4105634" y="2628584"/>
                  </a:lnTo>
                  <a:lnTo>
                    <a:pt x="4119139" y="2635411"/>
                  </a:lnTo>
                  <a:lnTo>
                    <a:pt x="4132645" y="2642100"/>
                  </a:lnTo>
                  <a:lnTo>
                    <a:pt x="4146150" y="2648649"/>
                  </a:lnTo>
                  <a:lnTo>
                    <a:pt x="4159655" y="2655051"/>
                  </a:lnTo>
                  <a:lnTo>
                    <a:pt x="4173161" y="2661258"/>
                  </a:lnTo>
                  <a:lnTo>
                    <a:pt x="4186666" y="2667316"/>
                  </a:lnTo>
                  <a:lnTo>
                    <a:pt x="4200171" y="2673222"/>
                  </a:lnTo>
                  <a:lnTo>
                    <a:pt x="4213677" y="2678975"/>
                  </a:lnTo>
                  <a:lnTo>
                    <a:pt x="4227182" y="2684554"/>
                  </a:lnTo>
                  <a:lnTo>
                    <a:pt x="4240688" y="2689935"/>
                  </a:lnTo>
                  <a:lnTo>
                    <a:pt x="4254193" y="2695155"/>
                  </a:lnTo>
                  <a:lnTo>
                    <a:pt x="4267698" y="2700212"/>
                  </a:lnTo>
                  <a:lnTo>
                    <a:pt x="4281204" y="2705104"/>
                  </a:lnTo>
                  <a:lnTo>
                    <a:pt x="4294709" y="2709797"/>
                  </a:lnTo>
                  <a:lnTo>
                    <a:pt x="4308214" y="2714295"/>
                  </a:lnTo>
                  <a:lnTo>
                    <a:pt x="4321720" y="2718624"/>
                  </a:lnTo>
                  <a:lnTo>
                    <a:pt x="4335225" y="2722784"/>
                  </a:lnTo>
                  <a:lnTo>
                    <a:pt x="4348731" y="2726774"/>
                  </a:lnTo>
                  <a:lnTo>
                    <a:pt x="4362236" y="2730547"/>
                  </a:lnTo>
                  <a:lnTo>
                    <a:pt x="4375741" y="2734138"/>
                  </a:lnTo>
                  <a:lnTo>
                    <a:pt x="4389247" y="2737561"/>
                  </a:lnTo>
                  <a:lnTo>
                    <a:pt x="4402752" y="2740817"/>
                  </a:lnTo>
                  <a:lnTo>
                    <a:pt x="4416257" y="2743907"/>
                  </a:lnTo>
                  <a:lnTo>
                    <a:pt x="4429763" y="2746777"/>
                  </a:lnTo>
                  <a:lnTo>
                    <a:pt x="4443268" y="2749489"/>
                  </a:lnTo>
                  <a:lnTo>
                    <a:pt x="4456774" y="2752045"/>
                  </a:lnTo>
                  <a:lnTo>
                    <a:pt x="4470279" y="2754448"/>
                  </a:lnTo>
                  <a:lnTo>
                    <a:pt x="4483784" y="2756689"/>
                  </a:lnTo>
                  <a:lnTo>
                    <a:pt x="4497290" y="2758747"/>
                  </a:lnTo>
                  <a:lnTo>
                    <a:pt x="4510795" y="2760668"/>
                  </a:lnTo>
                  <a:lnTo>
                    <a:pt x="4524300" y="2762456"/>
                  </a:lnTo>
                  <a:lnTo>
                    <a:pt x="4537806" y="2764115"/>
                  </a:lnTo>
                  <a:lnTo>
                    <a:pt x="4551311" y="2765630"/>
                  </a:lnTo>
                  <a:lnTo>
                    <a:pt x="4564817" y="2767008"/>
                  </a:lnTo>
                  <a:lnTo>
                    <a:pt x="4578322" y="2768276"/>
                  </a:lnTo>
                  <a:lnTo>
                    <a:pt x="4591827" y="2769440"/>
                  </a:lnTo>
                  <a:lnTo>
                    <a:pt x="4605333" y="2770505"/>
                  </a:lnTo>
                  <a:lnTo>
                    <a:pt x="4618838" y="2771453"/>
                  </a:lnTo>
                  <a:lnTo>
                    <a:pt x="4632343" y="2772309"/>
                  </a:lnTo>
                  <a:lnTo>
                    <a:pt x="4645849" y="2773085"/>
                  </a:lnTo>
                  <a:lnTo>
                    <a:pt x="4659354" y="2773787"/>
                  </a:lnTo>
                  <a:lnTo>
                    <a:pt x="4672860" y="2774419"/>
                  </a:lnTo>
                  <a:lnTo>
                    <a:pt x="4686365" y="2774967"/>
                  </a:lnTo>
                  <a:lnTo>
                    <a:pt x="4699870" y="2775458"/>
                  </a:lnTo>
                  <a:lnTo>
                    <a:pt x="4713376" y="2775897"/>
                  </a:lnTo>
                  <a:lnTo>
                    <a:pt x="4726881" y="2776287"/>
                  </a:lnTo>
                  <a:lnTo>
                    <a:pt x="4740386" y="2776631"/>
                  </a:lnTo>
                  <a:lnTo>
                    <a:pt x="4753892" y="2776925"/>
                  </a:lnTo>
                  <a:lnTo>
                    <a:pt x="4767397" y="2777184"/>
                  </a:lnTo>
                  <a:lnTo>
                    <a:pt x="4780903" y="2777413"/>
                  </a:lnTo>
                  <a:lnTo>
                    <a:pt x="4794408" y="2777613"/>
                  </a:lnTo>
                  <a:lnTo>
                    <a:pt x="4807913" y="2777784"/>
                  </a:lnTo>
                  <a:lnTo>
                    <a:pt x="4821419" y="2777929"/>
                  </a:lnTo>
                  <a:lnTo>
                    <a:pt x="4834924" y="2778055"/>
                  </a:lnTo>
                  <a:lnTo>
                    <a:pt x="4848429" y="2778165"/>
                  </a:lnTo>
                  <a:lnTo>
                    <a:pt x="4861935" y="2778259"/>
                  </a:lnTo>
                  <a:lnTo>
                    <a:pt x="4875440" y="2778337"/>
                  </a:lnTo>
                  <a:lnTo>
                    <a:pt x="4888946" y="2778403"/>
                  </a:lnTo>
                  <a:lnTo>
                    <a:pt x="4902451" y="2778459"/>
                  </a:lnTo>
                  <a:lnTo>
                    <a:pt x="4915956" y="2778507"/>
                  </a:lnTo>
                  <a:lnTo>
                    <a:pt x="4929462" y="2778548"/>
                  </a:lnTo>
                  <a:lnTo>
                    <a:pt x="4942967" y="2778581"/>
                  </a:lnTo>
                  <a:lnTo>
                    <a:pt x="4956472" y="2778608"/>
                  </a:lnTo>
                  <a:lnTo>
                    <a:pt x="4969978" y="2778631"/>
                  </a:lnTo>
                  <a:lnTo>
                    <a:pt x="4983483" y="2778651"/>
                  </a:lnTo>
                  <a:lnTo>
                    <a:pt x="4996989" y="2778667"/>
                  </a:lnTo>
                  <a:lnTo>
                    <a:pt x="5010494" y="2778679"/>
                  </a:lnTo>
                  <a:lnTo>
                    <a:pt x="5023999" y="2778690"/>
                  </a:lnTo>
                  <a:lnTo>
                    <a:pt x="5037505" y="2778698"/>
                  </a:lnTo>
                  <a:lnTo>
                    <a:pt x="5051010" y="2778706"/>
                  </a:lnTo>
                  <a:lnTo>
                    <a:pt x="5064515" y="2778711"/>
                  </a:lnTo>
                  <a:lnTo>
                    <a:pt x="5078021" y="2778716"/>
                  </a:lnTo>
                  <a:lnTo>
                    <a:pt x="5091526" y="2778719"/>
                  </a:lnTo>
                  <a:lnTo>
                    <a:pt x="5105032" y="2778722"/>
                  </a:lnTo>
                  <a:lnTo>
                    <a:pt x="5118537" y="2778725"/>
                  </a:lnTo>
                  <a:lnTo>
                    <a:pt x="5132042" y="2778727"/>
                  </a:lnTo>
                  <a:lnTo>
                    <a:pt x="5145548" y="2778728"/>
                  </a:lnTo>
                  <a:lnTo>
                    <a:pt x="5159053" y="2778729"/>
                  </a:lnTo>
                  <a:lnTo>
                    <a:pt x="5172559" y="2778730"/>
                  </a:lnTo>
                  <a:lnTo>
                    <a:pt x="5186064" y="2778731"/>
                  </a:lnTo>
                  <a:lnTo>
                    <a:pt x="5199569" y="2778732"/>
                  </a:lnTo>
                  <a:lnTo>
                    <a:pt x="5213075" y="2778732"/>
                  </a:lnTo>
                  <a:lnTo>
                    <a:pt x="5226580" y="2778732"/>
                  </a:lnTo>
                  <a:lnTo>
                    <a:pt x="5240085" y="2778733"/>
                  </a:lnTo>
                  <a:lnTo>
                    <a:pt x="5253591" y="2778733"/>
                  </a:lnTo>
                  <a:lnTo>
                    <a:pt x="5267096" y="2778733"/>
                  </a:lnTo>
                  <a:lnTo>
                    <a:pt x="5280602" y="2778733"/>
                  </a:lnTo>
                  <a:lnTo>
                    <a:pt x="5294107" y="2778733"/>
                  </a:lnTo>
                  <a:lnTo>
                    <a:pt x="5307612" y="2778733"/>
                  </a:lnTo>
                  <a:lnTo>
                    <a:pt x="5321118" y="2778733"/>
                  </a:lnTo>
                  <a:lnTo>
                    <a:pt x="5334623" y="2778733"/>
                  </a:lnTo>
                  <a:lnTo>
                    <a:pt x="5348128" y="2778733"/>
                  </a:lnTo>
                  <a:lnTo>
                    <a:pt x="5361634" y="2778733"/>
                  </a:lnTo>
                  <a:lnTo>
                    <a:pt x="5375139" y="2778733"/>
                  </a:lnTo>
                  <a:lnTo>
                    <a:pt x="5388645" y="2778733"/>
                  </a:lnTo>
                  <a:lnTo>
                    <a:pt x="5402150" y="2778733"/>
                  </a:lnTo>
                  <a:lnTo>
                    <a:pt x="5415655" y="2778733"/>
                  </a:lnTo>
                  <a:lnTo>
                    <a:pt x="5429161" y="2778733"/>
                  </a:lnTo>
                  <a:lnTo>
                    <a:pt x="5442666" y="2778734"/>
                  </a:lnTo>
                  <a:lnTo>
                    <a:pt x="5456171" y="2778734"/>
                  </a:lnTo>
                  <a:lnTo>
                    <a:pt x="5469677" y="2778734"/>
                  </a:lnTo>
                  <a:lnTo>
                    <a:pt x="5483182" y="2778734"/>
                  </a:lnTo>
                  <a:lnTo>
                    <a:pt x="5496688" y="2778734"/>
                  </a:lnTo>
                  <a:lnTo>
                    <a:pt x="5510193" y="2778734"/>
                  </a:lnTo>
                  <a:lnTo>
                    <a:pt x="5523698" y="2778734"/>
                  </a:lnTo>
                  <a:lnTo>
                    <a:pt x="5537204" y="2778734"/>
                  </a:lnTo>
                  <a:lnTo>
                    <a:pt x="5550709" y="2778734"/>
                  </a:lnTo>
                  <a:lnTo>
                    <a:pt x="5564214" y="2778734"/>
                  </a:lnTo>
                  <a:lnTo>
                    <a:pt x="5577720" y="2778734"/>
                  </a:lnTo>
                  <a:lnTo>
                    <a:pt x="5591225" y="2778734"/>
                  </a:lnTo>
                  <a:lnTo>
                    <a:pt x="5604731" y="2778734"/>
                  </a:lnTo>
                  <a:lnTo>
                    <a:pt x="5618236" y="2778734"/>
                  </a:lnTo>
                  <a:lnTo>
                    <a:pt x="5631741" y="2778734"/>
                  </a:lnTo>
                  <a:lnTo>
                    <a:pt x="5645247" y="2778734"/>
                  </a:lnTo>
                  <a:lnTo>
                    <a:pt x="5658752" y="2778734"/>
                  </a:lnTo>
                  <a:lnTo>
                    <a:pt x="5672257" y="2778734"/>
                  </a:lnTo>
                  <a:lnTo>
                    <a:pt x="5685763" y="2778734"/>
                  </a:lnTo>
                  <a:lnTo>
                    <a:pt x="5699268" y="2778734"/>
                  </a:lnTo>
                  <a:lnTo>
                    <a:pt x="5712774" y="2778734"/>
                  </a:lnTo>
                  <a:lnTo>
                    <a:pt x="5726279" y="2778734"/>
                  </a:lnTo>
                  <a:lnTo>
                    <a:pt x="5739784" y="2778734"/>
                  </a:lnTo>
                  <a:lnTo>
                    <a:pt x="5753290" y="2778734"/>
                  </a:lnTo>
                  <a:lnTo>
                    <a:pt x="5766795" y="2778734"/>
                  </a:lnTo>
                  <a:lnTo>
                    <a:pt x="5780300" y="2778734"/>
                  </a:lnTo>
                  <a:lnTo>
                    <a:pt x="5793806" y="2778734"/>
                  </a:lnTo>
                  <a:lnTo>
                    <a:pt x="5807311" y="2778734"/>
                  </a:lnTo>
                  <a:lnTo>
                    <a:pt x="5820817" y="2778734"/>
                  </a:lnTo>
                  <a:lnTo>
                    <a:pt x="5834322" y="2778734"/>
                  </a:lnTo>
                  <a:lnTo>
                    <a:pt x="5847827" y="2778734"/>
                  </a:lnTo>
                  <a:lnTo>
                    <a:pt x="5861333" y="2778734"/>
                  </a:lnTo>
                  <a:lnTo>
                    <a:pt x="5874838" y="2778734"/>
                  </a:lnTo>
                  <a:lnTo>
                    <a:pt x="5888343" y="2778734"/>
                  </a:lnTo>
                  <a:lnTo>
                    <a:pt x="5901849" y="2778734"/>
                  </a:lnTo>
                  <a:lnTo>
                    <a:pt x="5915354" y="2778734"/>
                  </a:lnTo>
                  <a:lnTo>
                    <a:pt x="5928860" y="2778734"/>
                  </a:lnTo>
                  <a:lnTo>
                    <a:pt x="5942365" y="2778734"/>
                  </a:lnTo>
                  <a:lnTo>
                    <a:pt x="5955870" y="2778734"/>
                  </a:lnTo>
                  <a:lnTo>
                    <a:pt x="5969376" y="2778734"/>
                  </a:lnTo>
                  <a:lnTo>
                    <a:pt x="5982881" y="2778734"/>
                  </a:lnTo>
                  <a:lnTo>
                    <a:pt x="5996386" y="2778734"/>
                  </a:lnTo>
                  <a:lnTo>
                    <a:pt x="6009892" y="2778734"/>
                  </a:lnTo>
                  <a:lnTo>
                    <a:pt x="6023397" y="2778734"/>
                  </a:lnTo>
                  <a:lnTo>
                    <a:pt x="6036903" y="2778734"/>
                  </a:lnTo>
                  <a:lnTo>
                    <a:pt x="6050408" y="2778734"/>
                  </a:lnTo>
                  <a:lnTo>
                    <a:pt x="6063913" y="2778734"/>
                  </a:lnTo>
                  <a:lnTo>
                    <a:pt x="6077419" y="2778734"/>
                  </a:lnTo>
                  <a:lnTo>
                    <a:pt x="6090924" y="2778734"/>
                  </a:lnTo>
                  <a:lnTo>
                    <a:pt x="6104429" y="2778734"/>
                  </a:lnTo>
                  <a:lnTo>
                    <a:pt x="6117935" y="2778734"/>
                  </a:lnTo>
                  <a:lnTo>
                    <a:pt x="6131440" y="2778734"/>
                  </a:lnTo>
                  <a:lnTo>
                    <a:pt x="6144946" y="2778734"/>
                  </a:lnTo>
                  <a:lnTo>
                    <a:pt x="6158451" y="2778734"/>
                  </a:lnTo>
                  <a:lnTo>
                    <a:pt x="6171956" y="2778734"/>
                  </a:lnTo>
                  <a:lnTo>
                    <a:pt x="6185462" y="2778734"/>
                  </a:lnTo>
                  <a:lnTo>
                    <a:pt x="6198967" y="2778734"/>
                  </a:lnTo>
                  <a:lnTo>
                    <a:pt x="6212472" y="2778734"/>
                  </a:lnTo>
                  <a:lnTo>
                    <a:pt x="6225978" y="2778734"/>
                  </a:lnTo>
                  <a:lnTo>
                    <a:pt x="6239483" y="2778734"/>
                  </a:lnTo>
                  <a:lnTo>
                    <a:pt x="6252989" y="2778734"/>
                  </a:lnTo>
                  <a:lnTo>
                    <a:pt x="6266494" y="2778734"/>
                  </a:lnTo>
                  <a:lnTo>
                    <a:pt x="6279999" y="2778734"/>
                  </a:lnTo>
                  <a:lnTo>
                    <a:pt x="6293505" y="2778734"/>
                  </a:lnTo>
                  <a:lnTo>
                    <a:pt x="6307010" y="2778734"/>
                  </a:lnTo>
                  <a:lnTo>
                    <a:pt x="6320515" y="2778734"/>
                  </a:lnTo>
                  <a:lnTo>
                    <a:pt x="6334021" y="2778734"/>
                  </a:lnTo>
                  <a:lnTo>
                    <a:pt x="6347526" y="2778734"/>
                  </a:lnTo>
                  <a:lnTo>
                    <a:pt x="6361032" y="2778734"/>
                  </a:lnTo>
                  <a:lnTo>
                    <a:pt x="6374537" y="2778734"/>
                  </a:lnTo>
                  <a:lnTo>
                    <a:pt x="6388042" y="2778734"/>
                  </a:lnTo>
                  <a:lnTo>
                    <a:pt x="6401548" y="2778734"/>
                  </a:lnTo>
                  <a:lnTo>
                    <a:pt x="6415053" y="2778734"/>
                  </a:lnTo>
                  <a:lnTo>
                    <a:pt x="6428558" y="2778734"/>
                  </a:lnTo>
                  <a:lnTo>
                    <a:pt x="6442064" y="2778734"/>
                  </a:lnTo>
                  <a:lnTo>
                    <a:pt x="6455569" y="2778734"/>
                  </a:lnTo>
                  <a:lnTo>
                    <a:pt x="6469075" y="2778734"/>
                  </a:lnTo>
                  <a:lnTo>
                    <a:pt x="6482580" y="2778734"/>
                  </a:lnTo>
                  <a:lnTo>
                    <a:pt x="6496085" y="2778734"/>
                  </a:lnTo>
                  <a:lnTo>
                    <a:pt x="6509591" y="2778734"/>
                  </a:lnTo>
                  <a:lnTo>
                    <a:pt x="6523096" y="2778734"/>
                  </a:lnTo>
                  <a:lnTo>
                    <a:pt x="6536601" y="2778734"/>
                  </a:lnTo>
                  <a:lnTo>
                    <a:pt x="6550107" y="2778734"/>
                  </a:lnTo>
                  <a:lnTo>
                    <a:pt x="6563612" y="2778734"/>
                  </a:lnTo>
                  <a:lnTo>
                    <a:pt x="6577118" y="2778734"/>
                  </a:lnTo>
                  <a:lnTo>
                    <a:pt x="6590623" y="2778734"/>
                  </a:lnTo>
                  <a:lnTo>
                    <a:pt x="6604128" y="2778734"/>
                  </a:lnTo>
                  <a:lnTo>
                    <a:pt x="6617634" y="2778734"/>
                  </a:lnTo>
                  <a:lnTo>
                    <a:pt x="6631139" y="2778734"/>
                  </a:lnTo>
                  <a:lnTo>
                    <a:pt x="6644644" y="2778734"/>
                  </a:lnTo>
                  <a:lnTo>
                    <a:pt x="6658150" y="2778734"/>
                  </a:lnTo>
                  <a:lnTo>
                    <a:pt x="6671655" y="2778734"/>
                  </a:lnTo>
                  <a:lnTo>
                    <a:pt x="6685161" y="2778734"/>
                  </a:lnTo>
                  <a:lnTo>
                    <a:pt x="6698666" y="2778734"/>
                  </a:lnTo>
                  <a:lnTo>
                    <a:pt x="6712171" y="2778734"/>
                  </a:lnTo>
                  <a:lnTo>
                    <a:pt x="6725677" y="2778734"/>
                  </a:lnTo>
                  <a:lnTo>
                    <a:pt x="6739182" y="2778734"/>
                  </a:lnTo>
                  <a:lnTo>
                    <a:pt x="6752687" y="2778734"/>
                  </a:lnTo>
                  <a:lnTo>
                    <a:pt x="6766193" y="2778734"/>
                  </a:lnTo>
                  <a:lnTo>
                    <a:pt x="6779698" y="2778734"/>
                  </a:lnTo>
                  <a:lnTo>
                    <a:pt x="6793204" y="2778734"/>
                  </a:lnTo>
                  <a:lnTo>
                    <a:pt x="6806709" y="2778734"/>
                  </a:lnTo>
                  <a:lnTo>
                    <a:pt x="6820214" y="2778734"/>
                  </a:lnTo>
                  <a:lnTo>
                    <a:pt x="6833720" y="2778734"/>
                  </a:lnTo>
                  <a:lnTo>
                    <a:pt x="6847225" y="2778734"/>
                  </a:lnTo>
                  <a:lnTo>
                    <a:pt x="6860730" y="2778734"/>
                  </a:lnTo>
                  <a:lnTo>
                    <a:pt x="6874236" y="2778734"/>
                  </a:lnTo>
                  <a:lnTo>
                    <a:pt x="6887741" y="2778734"/>
                  </a:lnTo>
                  <a:lnTo>
                    <a:pt x="6901247" y="2778734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364575" y="3545210"/>
              <a:ext cx="6901247" cy="2002415"/>
            </a:xfrm>
            <a:custGeom>
              <a:avLst/>
              <a:pathLst>
                <a:path w="6901247" h="2002415">
                  <a:moveTo>
                    <a:pt x="0" y="1983320"/>
                  </a:moveTo>
                  <a:lnTo>
                    <a:pt x="13505" y="1982661"/>
                  </a:lnTo>
                  <a:lnTo>
                    <a:pt x="27010" y="1981990"/>
                  </a:lnTo>
                  <a:lnTo>
                    <a:pt x="40516" y="1981304"/>
                  </a:lnTo>
                  <a:lnTo>
                    <a:pt x="54021" y="1980603"/>
                  </a:lnTo>
                  <a:lnTo>
                    <a:pt x="67526" y="1979882"/>
                  </a:lnTo>
                  <a:lnTo>
                    <a:pt x="81032" y="1979138"/>
                  </a:lnTo>
                  <a:lnTo>
                    <a:pt x="94537" y="1978374"/>
                  </a:lnTo>
                  <a:lnTo>
                    <a:pt x="108043" y="1977588"/>
                  </a:lnTo>
                  <a:lnTo>
                    <a:pt x="121548" y="1976780"/>
                  </a:lnTo>
                  <a:lnTo>
                    <a:pt x="135053" y="1975941"/>
                  </a:lnTo>
                  <a:lnTo>
                    <a:pt x="148559" y="1975078"/>
                  </a:lnTo>
                  <a:lnTo>
                    <a:pt x="162064" y="1974192"/>
                  </a:lnTo>
                  <a:lnTo>
                    <a:pt x="175569" y="1973284"/>
                  </a:lnTo>
                  <a:lnTo>
                    <a:pt x="189075" y="1972350"/>
                  </a:lnTo>
                  <a:lnTo>
                    <a:pt x="202580" y="1971393"/>
                  </a:lnTo>
                  <a:lnTo>
                    <a:pt x="216086" y="1970417"/>
                  </a:lnTo>
                  <a:lnTo>
                    <a:pt x="229591" y="1969427"/>
                  </a:lnTo>
                  <a:lnTo>
                    <a:pt x="243096" y="1968423"/>
                  </a:lnTo>
                  <a:lnTo>
                    <a:pt x="256602" y="1967407"/>
                  </a:lnTo>
                  <a:lnTo>
                    <a:pt x="270107" y="1966385"/>
                  </a:lnTo>
                  <a:lnTo>
                    <a:pt x="283612" y="1965362"/>
                  </a:lnTo>
                  <a:lnTo>
                    <a:pt x="297118" y="1964341"/>
                  </a:lnTo>
                  <a:lnTo>
                    <a:pt x="310623" y="1963326"/>
                  </a:lnTo>
                  <a:lnTo>
                    <a:pt x="324129" y="1962326"/>
                  </a:lnTo>
                  <a:lnTo>
                    <a:pt x="337634" y="1961340"/>
                  </a:lnTo>
                  <a:lnTo>
                    <a:pt x="351139" y="1960374"/>
                  </a:lnTo>
                  <a:lnTo>
                    <a:pt x="364645" y="1959428"/>
                  </a:lnTo>
                  <a:lnTo>
                    <a:pt x="378150" y="1958514"/>
                  </a:lnTo>
                  <a:lnTo>
                    <a:pt x="391655" y="1957632"/>
                  </a:lnTo>
                  <a:lnTo>
                    <a:pt x="405161" y="1956781"/>
                  </a:lnTo>
                  <a:lnTo>
                    <a:pt x="418666" y="1955959"/>
                  </a:lnTo>
                  <a:lnTo>
                    <a:pt x="432172" y="1955171"/>
                  </a:lnTo>
                  <a:lnTo>
                    <a:pt x="445677" y="1954424"/>
                  </a:lnTo>
                  <a:lnTo>
                    <a:pt x="459182" y="1953707"/>
                  </a:lnTo>
                  <a:lnTo>
                    <a:pt x="472688" y="1953015"/>
                  </a:lnTo>
                  <a:lnTo>
                    <a:pt x="486193" y="1952347"/>
                  </a:lnTo>
                  <a:lnTo>
                    <a:pt x="499698" y="1951702"/>
                  </a:lnTo>
                  <a:lnTo>
                    <a:pt x="513204" y="1951070"/>
                  </a:lnTo>
                  <a:lnTo>
                    <a:pt x="526709" y="1950441"/>
                  </a:lnTo>
                  <a:lnTo>
                    <a:pt x="540215" y="1949810"/>
                  </a:lnTo>
                  <a:lnTo>
                    <a:pt x="553720" y="1949168"/>
                  </a:lnTo>
                  <a:lnTo>
                    <a:pt x="567225" y="1948494"/>
                  </a:lnTo>
                  <a:lnTo>
                    <a:pt x="580731" y="1947782"/>
                  </a:lnTo>
                  <a:lnTo>
                    <a:pt x="594236" y="1947022"/>
                  </a:lnTo>
                  <a:lnTo>
                    <a:pt x="607741" y="1946203"/>
                  </a:lnTo>
                  <a:lnTo>
                    <a:pt x="621247" y="1945301"/>
                  </a:lnTo>
                  <a:lnTo>
                    <a:pt x="634752" y="1944287"/>
                  </a:lnTo>
                  <a:lnTo>
                    <a:pt x="648258" y="1943167"/>
                  </a:lnTo>
                  <a:lnTo>
                    <a:pt x="661763" y="1941928"/>
                  </a:lnTo>
                  <a:lnTo>
                    <a:pt x="675268" y="1940559"/>
                  </a:lnTo>
                  <a:lnTo>
                    <a:pt x="688774" y="1938990"/>
                  </a:lnTo>
                  <a:lnTo>
                    <a:pt x="702279" y="1937243"/>
                  </a:lnTo>
                  <a:lnTo>
                    <a:pt x="715784" y="1935313"/>
                  </a:lnTo>
                  <a:lnTo>
                    <a:pt x="729290" y="1933191"/>
                  </a:lnTo>
                  <a:lnTo>
                    <a:pt x="742795" y="1930839"/>
                  </a:lnTo>
                  <a:lnTo>
                    <a:pt x="756301" y="1928200"/>
                  </a:lnTo>
                  <a:lnTo>
                    <a:pt x="769806" y="1925325"/>
                  </a:lnTo>
                  <a:lnTo>
                    <a:pt x="783311" y="1922203"/>
                  </a:lnTo>
                  <a:lnTo>
                    <a:pt x="796817" y="1918827"/>
                  </a:lnTo>
                  <a:lnTo>
                    <a:pt x="810322" y="1915113"/>
                  </a:lnTo>
                  <a:lnTo>
                    <a:pt x="823827" y="1911095"/>
                  </a:lnTo>
                  <a:lnTo>
                    <a:pt x="837333" y="1906799"/>
                  </a:lnTo>
                  <a:lnTo>
                    <a:pt x="850838" y="1902222"/>
                  </a:lnTo>
                  <a:lnTo>
                    <a:pt x="864344" y="1897345"/>
                  </a:lnTo>
                  <a:lnTo>
                    <a:pt x="877849" y="1892090"/>
                  </a:lnTo>
                  <a:lnTo>
                    <a:pt x="891354" y="1886555"/>
                  </a:lnTo>
                  <a:lnTo>
                    <a:pt x="904860" y="1880743"/>
                  </a:lnTo>
                  <a:lnTo>
                    <a:pt x="918365" y="1874657"/>
                  </a:lnTo>
                  <a:lnTo>
                    <a:pt x="931870" y="1868245"/>
                  </a:lnTo>
                  <a:lnTo>
                    <a:pt x="945376" y="1861541"/>
                  </a:lnTo>
                  <a:lnTo>
                    <a:pt x="958881" y="1854598"/>
                  </a:lnTo>
                  <a:lnTo>
                    <a:pt x="972387" y="1847426"/>
                  </a:lnTo>
                  <a:lnTo>
                    <a:pt x="985892" y="1840035"/>
                  </a:lnTo>
                  <a:lnTo>
                    <a:pt x="999397" y="1832375"/>
                  </a:lnTo>
                  <a:lnTo>
                    <a:pt x="1012903" y="1824545"/>
                  </a:lnTo>
                  <a:lnTo>
                    <a:pt x="1026408" y="1816560"/>
                  </a:lnTo>
                  <a:lnTo>
                    <a:pt x="1039913" y="1808437"/>
                  </a:lnTo>
                  <a:lnTo>
                    <a:pt x="1053419" y="1800178"/>
                  </a:lnTo>
                  <a:lnTo>
                    <a:pt x="1066924" y="1791814"/>
                  </a:lnTo>
                  <a:lnTo>
                    <a:pt x="1080430" y="1783389"/>
                  </a:lnTo>
                  <a:lnTo>
                    <a:pt x="1093935" y="1774920"/>
                  </a:lnTo>
                  <a:lnTo>
                    <a:pt x="1107440" y="1766425"/>
                  </a:lnTo>
                  <a:lnTo>
                    <a:pt x="1120946" y="1757934"/>
                  </a:lnTo>
                  <a:lnTo>
                    <a:pt x="1134451" y="1749474"/>
                  </a:lnTo>
                  <a:lnTo>
                    <a:pt x="1147956" y="1741061"/>
                  </a:lnTo>
                  <a:lnTo>
                    <a:pt x="1161462" y="1732711"/>
                  </a:lnTo>
                  <a:lnTo>
                    <a:pt x="1174967" y="1724450"/>
                  </a:lnTo>
                  <a:lnTo>
                    <a:pt x="1188473" y="1716315"/>
                  </a:lnTo>
                  <a:lnTo>
                    <a:pt x="1201978" y="1708293"/>
                  </a:lnTo>
                  <a:lnTo>
                    <a:pt x="1215483" y="1700392"/>
                  </a:lnTo>
                  <a:lnTo>
                    <a:pt x="1228989" y="1692620"/>
                  </a:lnTo>
                  <a:lnTo>
                    <a:pt x="1242494" y="1685024"/>
                  </a:lnTo>
                  <a:lnTo>
                    <a:pt x="1255999" y="1677576"/>
                  </a:lnTo>
                  <a:lnTo>
                    <a:pt x="1269505" y="1670263"/>
                  </a:lnTo>
                  <a:lnTo>
                    <a:pt x="1283010" y="1663081"/>
                  </a:lnTo>
                  <a:lnTo>
                    <a:pt x="1296516" y="1656035"/>
                  </a:lnTo>
                  <a:lnTo>
                    <a:pt x="1310021" y="1649133"/>
                  </a:lnTo>
                  <a:lnTo>
                    <a:pt x="1323526" y="1642324"/>
                  </a:lnTo>
                  <a:lnTo>
                    <a:pt x="1337032" y="1635593"/>
                  </a:lnTo>
                  <a:lnTo>
                    <a:pt x="1350537" y="1628923"/>
                  </a:lnTo>
                  <a:lnTo>
                    <a:pt x="1364042" y="1622299"/>
                  </a:lnTo>
                  <a:lnTo>
                    <a:pt x="1377548" y="1615676"/>
                  </a:lnTo>
                  <a:lnTo>
                    <a:pt x="1391053" y="1609026"/>
                  </a:lnTo>
                  <a:lnTo>
                    <a:pt x="1404559" y="1602324"/>
                  </a:lnTo>
                  <a:lnTo>
                    <a:pt x="1418064" y="1595540"/>
                  </a:lnTo>
                  <a:lnTo>
                    <a:pt x="1431569" y="1588589"/>
                  </a:lnTo>
                  <a:lnTo>
                    <a:pt x="1445075" y="1581468"/>
                  </a:lnTo>
                  <a:lnTo>
                    <a:pt x="1458580" y="1574150"/>
                  </a:lnTo>
                  <a:lnTo>
                    <a:pt x="1472085" y="1566605"/>
                  </a:lnTo>
                  <a:lnTo>
                    <a:pt x="1485591" y="1558739"/>
                  </a:lnTo>
                  <a:lnTo>
                    <a:pt x="1499096" y="1550502"/>
                  </a:lnTo>
                  <a:lnTo>
                    <a:pt x="1512602" y="1541917"/>
                  </a:lnTo>
                  <a:lnTo>
                    <a:pt x="1526107" y="1532955"/>
                  </a:lnTo>
                  <a:lnTo>
                    <a:pt x="1539612" y="1523592"/>
                  </a:lnTo>
                  <a:lnTo>
                    <a:pt x="1553118" y="1513623"/>
                  </a:lnTo>
                  <a:lnTo>
                    <a:pt x="1566623" y="1503171"/>
                  </a:lnTo>
                  <a:lnTo>
                    <a:pt x="1580128" y="1492226"/>
                  </a:lnTo>
                  <a:lnTo>
                    <a:pt x="1593634" y="1480769"/>
                  </a:lnTo>
                  <a:lnTo>
                    <a:pt x="1607139" y="1468701"/>
                  </a:lnTo>
                  <a:lnTo>
                    <a:pt x="1620645" y="1455958"/>
                  </a:lnTo>
                  <a:lnTo>
                    <a:pt x="1634150" y="1442659"/>
                  </a:lnTo>
                  <a:lnTo>
                    <a:pt x="1647655" y="1428801"/>
                  </a:lnTo>
                  <a:lnTo>
                    <a:pt x="1661161" y="1414383"/>
                  </a:lnTo>
                  <a:lnTo>
                    <a:pt x="1674666" y="1399226"/>
                  </a:lnTo>
                  <a:lnTo>
                    <a:pt x="1688171" y="1383490"/>
                  </a:lnTo>
                  <a:lnTo>
                    <a:pt x="1701677" y="1367222"/>
                  </a:lnTo>
                  <a:lnTo>
                    <a:pt x="1715182" y="1350435"/>
                  </a:lnTo>
                  <a:lnTo>
                    <a:pt x="1728688" y="1333095"/>
                  </a:lnTo>
                  <a:lnTo>
                    <a:pt x="1742193" y="1315156"/>
                  </a:lnTo>
                  <a:lnTo>
                    <a:pt x="1755698" y="1296785"/>
                  </a:lnTo>
                  <a:lnTo>
                    <a:pt x="1769204" y="1278009"/>
                  </a:lnTo>
                  <a:lnTo>
                    <a:pt x="1782709" y="1258855"/>
                  </a:lnTo>
                  <a:lnTo>
                    <a:pt x="1796215" y="1239275"/>
                  </a:lnTo>
                  <a:lnTo>
                    <a:pt x="1809720" y="1219382"/>
                  </a:lnTo>
                  <a:lnTo>
                    <a:pt x="1823225" y="1199247"/>
                  </a:lnTo>
                  <a:lnTo>
                    <a:pt x="1836731" y="1178906"/>
                  </a:lnTo>
                  <a:lnTo>
                    <a:pt x="1850236" y="1158386"/>
                  </a:lnTo>
                  <a:lnTo>
                    <a:pt x="1863741" y="1137718"/>
                  </a:lnTo>
                  <a:lnTo>
                    <a:pt x="1877247" y="1116991"/>
                  </a:lnTo>
                  <a:lnTo>
                    <a:pt x="1890752" y="1096240"/>
                  </a:lnTo>
                  <a:lnTo>
                    <a:pt x="1904258" y="1075496"/>
                  </a:lnTo>
                  <a:lnTo>
                    <a:pt x="1917763" y="1054816"/>
                  </a:lnTo>
                  <a:lnTo>
                    <a:pt x="1931268" y="1034252"/>
                  </a:lnTo>
                  <a:lnTo>
                    <a:pt x="1944774" y="1013820"/>
                  </a:lnTo>
                  <a:lnTo>
                    <a:pt x="1958279" y="993545"/>
                  </a:lnTo>
                  <a:lnTo>
                    <a:pt x="1971784" y="973450"/>
                  </a:lnTo>
                  <a:lnTo>
                    <a:pt x="1985290" y="953647"/>
                  </a:lnTo>
                  <a:lnTo>
                    <a:pt x="1998795" y="934080"/>
                  </a:lnTo>
                  <a:lnTo>
                    <a:pt x="2012301" y="914758"/>
                  </a:lnTo>
                  <a:lnTo>
                    <a:pt x="2025806" y="895691"/>
                  </a:lnTo>
                  <a:lnTo>
                    <a:pt x="2039311" y="876934"/>
                  </a:lnTo>
                  <a:lnTo>
                    <a:pt x="2052817" y="858500"/>
                  </a:lnTo>
                  <a:lnTo>
                    <a:pt x="2066322" y="840329"/>
                  </a:lnTo>
                  <a:lnTo>
                    <a:pt x="2079827" y="822418"/>
                  </a:lnTo>
                  <a:lnTo>
                    <a:pt x="2093333" y="804759"/>
                  </a:lnTo>
                  <a:lnTo>
                    <a:pt x="2106838" y="787420"/>
                  </a:lnTo>
                  <a:lnTo>
                    <a:pt x="2120344" y="770307"/>
                  </a:lnTo>
                  <a:lnTo>
                    <a:pt x="2133849" y="753396"/>
                  </a:lnTo>
                  <a:lnTo>
                    <a:pt x="2147354" y="736668"/>
                  </a:lnTo>
                  <a:lnTo>
                    <a:pt x="2160860" y="720126"/>
                  </a:lnTo>
                  <a:lnTo>
                    <a:pt x="2174365" y="703751"/>
                  </a:lnTo>
                  <a:lnTo>
                    <a:pt x="2187870" y="687481"/>
                  </a:lnTo>
                  <a:lnTo>
                    <a:pt x="2201376" y="671296"/>
                  </a:lnTo>
                  <a:lnTo>
                    <a:pt x="2214881" y="655177"/>
                  </a:lnTo>
                  <a:lnTo>
                    <a:pt x="2228387" y="639104"/>
                  </a:lnTo>
                  <a:lnTo>
                    <a:pt x="2241892" y="623038"/>
                  </a:lnTo>
                  <a:lnTo>
                    <a:pt x="2255397" y="606959"/>
                  </a:lnTo>
                  <a:lnTo>
                    <a:pt x="2268903" y="590849"/>
                  </a:lnTo>
                  <a:lnTo>
                    <a:pt x="2282408" y="574688"/>
                  </a:lnTo>
                  <a:lnTo>
                    <a:pt x="2295913" y="558437"/>
                  </a:lnTo>
                  <a:lnTo>
                    <a:pt x="2309419" y="542103"/>
                  </a:lnTo>
                  <a:lnTo>
                    <a:pt x="2322924" y="525678"/>
                  </a:lnTo>
                  <a:lnTo>
                    <a:pt x="2336430" y="509154"/>
                  </a:lnTo>
                  <a:lnTo>
                    <a:pt x="2349935" y="492501"/>
                  </a:lnTo>
                  <a:lnTo>
                    <a:pt x="2363440" y="475727"/>
                  </a:lnTo>
                  <a:lnTo>
                    <a:pt x="2376946" y="458851"/>
                  </a:lnTo>
                  <a:lnTo>
                    <a:pt x="2390451" y="441877"/>
                  </a:lnTo>
                  <a:lnTo>
                    <a:pt x="2403956" y="424808"/>
                  </a:lnTo>
                  <a:lnTo>
                    <a:pt x="2417462" y="407633"/>
                  </a:lnTo>
                  <a:lnTo>
                    <a:pt x="2430967" y="390399"/>
                  </a:lnTo>
                  <a:lnTo>
                    <a:pt x="2444473" y="373120"/>
                  </a:lnTo>
                  <a:lnTo>
                    <a:pt x="2457978" y="355812"/>
                  </a:lnTo>
                  <a:lnTo>
                    <a:pt x="2471483" y="338497"/>
                  </a:lnTo>
                  <a:lnTo>
                    <a:pt x="2484989" y="321213"/>
                  </a:lnTo>
                  <a:lnTo>
                    <a:pt x="2498494" y="303986"/>
                  </a:lnTo>
                  <a:lnTo>
                    <a:pt x="2511999" y="286837"/>
                  </a:lnTo>
                  <a:lnTo>
                    <a:pt x="2525505" y="269792"/>
                  </a:lnTo>
                  <a:lnTo>
                    <a:pt x="2539010" y="252945"/>
                  </a:lnTo>
                  <a:lnTo>
                    <a:pt x="2552516" y="236292"/>
                  </a:lnTo>
                  <a:lnTo>
                    <a:pt x="2566021" y="219859"/>
                  </a:lnTo>
                  <a:lnTo>
                    <a:pt x="2579526" y="203674"/>
                  </a:lnTo>
                  <a:lnTo>
                    <a:pt x="2593032" y="187819"/>
                  </a:lnTo>
                  <a:lnTo>
                    <a:pt x="2606537" y="172379"/>
                  </a:lnTo>
                  <a:lnTo>
                    <a:pt x="2620042" y="157320"/>
                  </a:lnTo>
                  <a:lnTo>
                    <a:pt x="2633548" y="142671"/>
                  </a:lnTo>
                  <a:lnTo>
                    <a:pt x="2647053" y="128464"/>
                  </a:lnTo>
                  <a:lnTo>
                    <a:pt x="2660559" y="114905"/>
                  </a:lnTo>
                  <a:lnTo>
                    <a:pt x="2674064" y="101924"/>
                  </a:lnTo>
                  <a:lnTo>
                    <a:pt x="2687569" y="89518"/>
                  </a:lnTo>
                  <a:lnTo>
                    <a:pt x="2701075" y="77716"/>
                  </a:lnTo>
                  <a:lnTo>
                    <a:pt x="2714580" y="66618"/>
                  </a:lnTo>
                  <a:lnTo>
                    <a:pt x="2728085" y="56402"/>
                  </a:lnTo>
                  <a:lnTo>
                    <a:pt x="2741591" y="46908"/>
                  </a:lnTo>
                  <a:lnTo>
                    <a:pt x="2755096" y="38160"/>
                  </a:lnTo>
                  <a:lnTo>
                    <a:pt x="2768602" y="30181"/>
                  </a:lnTo>
                  <a:lnTo>
                    <a:pt x="2782107" y="23218"/>
                  </a:lnTo>
                  <a:lnTo>
                    <a:pt x="2795612" y="17180"/>
                  </a:lnTo>
                  <a:lnTo>
                    <a:pt x="2809118" y="11985"/>
                  </a:lnTo>
                  <a:lnTo>
                    <a:pt x="2822623" y="7643"/>
                  </a:lnTo>
                  <a:lnTo>
                    <a:pt x="2836128" y="4209"/>
                  </a:lnTo>
                  <a:lnTo>
                    <a:pt x="2849634" y="1939"/>
                  </a:lnTo>
                  <a:lnTo>
                    <a:pt x="2863139" y="538"/>
                  </a:lnTo>
                  <a:lnTo>
                    <a:pt x="2876645" y="0"/>
                  </a:lnTo>
                  <a:lnTo>
                    <a:pt x="2890150" y="315"/>
                  </a:lnTo>
                  <a:lnTo>
                    <a:pt x="2903655" y="1654"/>
                  </a:lnTo>
                  <a:lnTo>
                    <a:pt x="2917161" y="3937"/>
                  </a:lnTo>
                  <a:lnTo>
                    <a:pt x="2930666" y="6997"/>
                  </a:lnTo>
                  <a:lnTo>
                    <a:pt x="2944171" y="10805"/>
                  </a:lnTo>
                  <a:lnTo>
                    <a:pt x="2957677" y="15335"/>
                  </a:lnTo>
                  <a:lnTo>
                    <a:pt x="2971182" y="20782"/>
                  </a:lnTo>
                  <a:lnTo>
                    <a:pt x="2984688" y="26823"/>
                  </a:lnTo>
                  <a:lnTo>
                    <a:pt x="2998193" y="33411"/>
                  </a:lnTo>
                  <a:lnTo>
                    <a:pt x="3011698" y="40500"/>
                  </a:lnTo>
                  <a:lnTo>
                    <a:pt x="3025204" y="48100"/>
                  </a:lnTo>
                  <a:lnTo>
                    <a:pt x="3038709" y="56123"/>
                  </a:lnTo>
                  <a:lnTo>
                    <a:pt x="3052214" y="64416"/>
                  </a:lnTo>
                  <a:lnTo>
                    <a:pt x="3065720" y="72921"/>
                  </a:lnTo>
                  <a:lnTo>
                    <a:pt x="3079225" y="81579"/>
                  </a:lnTo>
                  <a:lnTo>
                    <a:pt x="3092731" y="90316"/>
                  </a:lnTo>
                  <a:lnTo>
                    <a:pt x="3106236" y="99011"/>
                  </a:lnTo>
                  <a:lnTo>
                    <a:pt x="3119741" y="107602"/>
                  </a:lnTo>
                  <a:lnTo>
                    <a:pt x="3133247" y="116031"/>
                  </a:lnTo>
                  <a:lnTo>
                    <a:pt x="3146752" y="124201"/>
                  </a:lnTo>
                  <a:lnTo>
                    <a:pt x="3160257" y="131965"/>
                  </a:lnTo>
                  <a:lnTo>
                    <a:pt x="3173763" y="139335"/>
                  </a:lnTo>
                  <a:lnTo>
                    <a:pt x="3187268" y="146267"/>
                  </a:lnTo>
                  <a:lnTo>
                    <a:pt x="3200774" y="152714"/>
                  </a:lnTo>
                  <a:lnTo>
                    <a:pt x="3214279" y="158460"/>
                  </a:lnTo>
                  <a:lnTo>
                    <a:pt x="3227784" y="163552"/>
                  </a:lnTo>
                  <a:lnTo>
                    <a:pt x="3241290" y="168018"/>
                  </a:lnTo>
                  <a:lnTo>
                    <a:pt x="3254795" y="171836"/>
                  </a:lnTo>
                  <a:lnTo>
                    <a:pt x="3268300" y="174939"/>
                  </a:lnTo>
                  <a:lnTo>
                    <a:pt x="3281806" y="177144"/>
                  </a:lnTo>
                  <a:lnTo>
                    <a:pt x="3295311" y="178668"/>
                  </a:lnTo>
                  <a:lnTo>
                    <a:pt x="3308817" y="179517"/>
                  </a:lnTo>
                  <a:lnTo>
                    <a:pt x="3322322" y="179703"/>
                  </a:lnTo>
                  <a:lnTo>
                    <a:pt x="3335827" y="179092"/>
                  </a:lnTo>
                  <a:lnTo>
                    <a:pt x="3349333" y="177799"/>
                  </a:lnTo>
                  <a:lnTo>
                    <a:pt x="3362838" y="175952"/>
                  </a:lnTo>
                  <a:lnTo>
                    <a:pt x="3376343" y="173590"/>
                  </a:lnTo>
                  <a:lnTo>
                    <a:pt x="3389849" y="170746"/>
                  </a:lnTo>
                  <a:lnTo>
                    <a:pt x="3403354" y="167369"/>
                  </a:lnTo>
                  <a:lnTo>
                    <a:pt x="3416860" y="163691"/>
                  </a:lnTo>
                  <a:lnTo>
                    <a:pt x="3430365" y="159772"/>
                  </a:lnTo>
                  <a:lnTo>
                    <a:pt x="3443870" y="155674"/>
                  </a:lnTo>
                  <a:lnTo>
                    <a:pt x="3457376" y="151465"/>
                  </a:lnTo>
                  <a:lnTo>
                    <a:pt x="3470881" y="147278"/>
                  </a:lnTo>
                  <a:lnTo>
                    <a:pt x="3484387" y="143201"/>
                  </a:lnTo>
                  <a:lnTo>
                    <a:pt x="3497892" y="139303"/>
                  </a:lnTo>
                  <a:lnTo>
                    <a:pt x="3511397" y="135655"/>
                  </a:lnTo>
                  <a:lnTo>
                    <a:pt x="3524903" y="132499"/>
                  </a:lnTo>
                  <a:lnTo>
                    <a:pt x="3538408" y="129823"/>
                  </a:lnTo>
                  <a:lnTo>
                    <a:pt x="3551913" y="127683"/>
                  </a:lnTo>
                  <a:lnTo>
                    <a:pt x="3565419" y="126141"/>
                  </a:lnTo>
                  <a:lnTo>
                    <a:pt x="3578924" y="125365"/>
                  </a:lnTo>
                  <a:lnTo>
                    <a:pt x="3592430" y="125532"/>
                  </a:lnTo>
                  <a:lnTo>
                    <a:pt x="3605935" y="126520"/>
                  </a:lnTo>
                  <a:lnTo>
                    <a:pt x="3619440" y="128370"/>
                  </a:lnTo>
                  <a:lnTo>
                    <a:pt x="3632946" y="131122"/>
                  </a:lnTo>
                  <a:lnTo>
                    <a:pt x="3646451" y="135120"/>
                  </a:lnTo>
                  <a:lnTo>
                    <a:pt x="3659956" y="140175"/>
                  </a:lnTo>
                  <a:lnTo>
                    <a:pt x="3673462" y="146229"/>
                  </a:lnTo>
                  <a:lnTo>
                    <a:pt x="3686967" y="153292"/>
                  </a:lnTo>
                  <a:lnTo>
                    <a:pt x="3700473" y="161468"/>
                  </a:lnTo>
                  <a:lnTo>
                    <a:pt x="3713978" y="170948"/>
                  </a:lnTo>
                  <a:lnTo>
                    <a:pt x="3727483" y="181418"/>
                  </a:lnTo>
                  <a:lnTo>
                    <a:pt x="3740989" y="192859"/>
                  </a:lnTo>
                  <a:lnTo>
                    <a:pt x="3754494" y="205250"/>
                  </a:lnTo>
                  <a:lnTo>
                    <a:pt x="3767999" y="218795"/>
                  </a:lnTo>
                  <a:lnTo>
                    <a:pt x="3781505" y="233302"/>
                  </a:lnTo>
                  <a:lnTo>
                    <a:pt x="3795010" y="248617"/>
                  </a:lnTo>
                  <a:lnTo>
                    <a:pt x="3808516" y="264699"/>
                  </a:lnTo>
                  <a:lnTo>
                    <a:pt x="3822021" y="281536"/>
                  </a:lnTo>
                  <a:lnTo>
                    <a:pt x="3835526" y="299236"/>
                  </a:lnTo>
                  <a:lnTo>
                    <a:pt x="3849032" y="317502"/>
                  </a:lnTo>
                  <a:lnTo>
                    <a:pt x="3862537" y="336284"/>
                  </a:lnTo>
                  <a:lnTo>
                    <a:pt x="3876042" y="355529"/>
                  </a:lnTo>
                  <a:lnTo>
                    <a:pt x="3889548" y="375256"/>
                  </a:lnTo>
                  <a:lnTo>
                    <a:pt x="3903053" y="395350"/>
                  </a:lnTo>
                  <a:lnTo>
                    <a:pt x="3916559" y="415693"/>
                  </a:lnTo>
                  <a:lnTo>
                    <a:pt x="3930064" y="436240"/>
                  </a:lnTo>
                  <a:lnTo>
                    <a:pt x="3943569" y="456943"/>
                  </a:lnTo>
                  <a:lnTo>
                    <a:pt x="3957075" y="477767"/>
                  </a:lnTo>
                  <a:lnTo>
                    <a:pt x="3970580" y="498611"/>
                  </a:lnTo>
                  <a:lnTo>
                    <a:pt x="3984085" y="519443"/>
                  </a:lnTo>
                  <a:lnTo>
                    <a:pt x="3997591" y="540227"/>
                  </a:lnTo>
                  <a:lnTo>
                    <a:pt x="4011096" y="560910"/>
                  </a:lnTo>
                  <a:lnTo>
                    <a:pt x="4024602" y="581435"/>
                  </a:lnTo>
                  <a:lnTo>
                    <a:pt x="4038107" y="601802"/>
                  </a:lnTo>
                  <a:lnTo>
                    <a:pt x="4051612" y="621993"/>
                  </a:lnTo>
                  <a:lnTo>
                    <a:pt x="4065118" y="641991"/>
                  </a:lnTo>
                  <a:lnTo>
                    <a:pt x="4078623" y="661707"/>
                  </a:lnTo>
                  <a:lnTo>
                    <a:pt x="4092128" y="681186"/>
                  </a:lnTo>
                  <a:lnTo>
                    <a:pt x="4105634" y="700436"/>
                  </a:lnTo>
                  <a:lnTo>
                    <a:pt x="4119139" y="719453"/>
                  </a:lnTo>
                  <a:lnTo>
                    <a:pt x="4132645" y="738211"/>
                  </a:lnTo>
                  <a:lnTo>
                    <a:pt x="4146150" y="756676"/>
                  </a:lnTo>
                  <a:lnTo>
                    <a:pt x="4159655" y="774918"/>
                  </a:lnTo>
                  <a:lnTo>
                    <a:pt x="4173161" y="792941"/>
                  </a:lnTo>
                  <a:lnTo>
                    <a:pt x="4186666" y="810754"/>
                  </a:lnTo>
                  <a:lnTo>
                    <a:pt x="4200171" y="828307"/>
                  </a:lnTo>
                  <a:lnTo>
                    <a:pt x="4213677" y="845654"/>
                  </a:lnTo>
                  <a:lnTo>
                    <a:pt x="4227182" y="862822"/>
                  </a:lnTo>
                  <a:lnTo>
                    <a:pt x="4240688" y="879819"/>
                  </a:lnTo>
                  <a:lnTo>
                    <a:pt x="4254193" y="896642"/>
                  </a:lnTo>
                  <a:lnTo>
                    <a:pt x="4267698" y="913264"/>
                  </a:lnTo>
                  <a:lnTo>
                    <a:pt x="4281204" y="929743"/>
                  </a:lnTo>
                  <a:lnTo>
                    <a:pt x="4294709" y="946083"/>
                  </a:lnTo>
                  <a:lnTo>
                    <a:pt x="4308214" y="962287"/>
                  </a:lnTo>
                  <a:lnTo>
                    <a:pt x="4321720" y="978325"/>
                  </a:lnTo>
                  <a:lnTo>
                    <a:pt x="4335225" y="994210"/>
                  </a:lnTo>
                  <a:lnTo>
                    <a:pt x="4348731" y="1009959"/>
                  </a:lnTo>
                  <a:lnTo>
                    <a:pt x="4362236" y="1025569"/>
                  </a:lnTo>
                  <a:lnTo>
                    <a:pt x="4375741" y="1041033"/>
                  </a:lnTo>
                  <a:lnTo>
                    <a:pt x="4389247" y="1056286"/>
                  </a:lnTo>
                  <a:lnTo>
                    <a:pt x="4402752" y="1071374"/>
                  </a:lnTo>
                  <a:lnTo>
                    <a:pt x="4416257" y="1086285"/>
                  </a:lnTo>
                  <a:lnTo>
                    <a:pt x="4429763" y="1101011"/>
                  </a:lnTo>
                  <a:lnTo>
                    <a:pt x="4443268" y="1115500"/>
                  </a:lnTo>
                  <a:lnTo>
                    <a:pt x="4456774" y="1129726"/>
                  </a:lnTo>
                  <a:lnTo>
                    <a:pt x="4470279" y="1143717"/>
                  </a:lnTo>
                  <a:lnTo>
                    <a:pt x="4483784" y="1157461"/>
                  </a:lnTo>
                  <a:lnTo>
                    <a:pt x="4497290" y="1170945"/>
                  </a:lnTo>
                  <a:lnTo>
                    <a:pt x="4510795" y="1184049"/>
                  </a:lnTo>
                  <a:lnTo>
                    <a:pt x="4524300" y="1196848"/>
                  </a:lnTo>
                  <a:lnTo>
                    <a:pt x="4537806" y="1209339"/>
                  </a:lnTo>
                  <a:lnTo>
                    <a:pt x="4551311" y="1221512"/>
                  </a:lnTo>
                  <a:lnTo>
                    <a:pt x="4564817" y="1233312"/>
                  </a:lnTo>
                  <a:lnTo>
                    <a:pt x="4578322" y="1244688"/>
                  </a:lnTo>
                  <a:lnTo>
                    <a:pt x="4591827" y="1255720"/>
                  </a:lnTo>
                  <a:lnTo>
                    <a:pt x="4605333" y="1266403"/>
                  </a:lnTo>
                  <a:lnTo>
                    <a:pt x="4618838" y="1276738"/>
                  </a:lnTo>
                  <a:lnTo>
                    <a:pt x="4632343" y="1286616"/>
                  </a:lnTo>
                  <a:lnTo>
                    <a:pt x="4645849" y="1296123"/>
                  </a:lnTo>
                  <a:lnTo>
                    <a:pt x="4659354" y="1305295"/>
                  </a:lnTo>
                  <a:lnTo>
                    <a:pt x="4672860" y="1314137"/>
                  </a:lnTo>
                  <a:lnTo>
                    <a:pt x="4686365" y="1322632"/>
                  </a:lnTo>
                  <a:lnTo>
                    <a:pt x="4699870" y="1330737"/>
                  </a:lnTo>
                  <a:lnTo>
                    <a:pt x="4713376" y="1338562"/>
                  </a:lnTo>
                  <a:lnTo>
                    <a:pt x="4726881" y="1346123"/>
                  </a:lnTo>
                  <a:lnTo>
                    <a:pt x="4740386" y="1353436"/>
                  </a:lnTo>
                  <a:lnTo>
                    <a:pt x="4753892" y="1360468"/>
                  </a:lnTo>
                  <a:lnTo>
                    <a:pt x="4767397" y="1367284"/>
                  </a:lnTo>
                  <a:lnTo>
                    <a:pt x="4780903" y="1373934"/>
                  </a:lnTo>
                  <a:lnTo>
                    <a:pt x="4794408" y="1380439"/>
                  </a:lnTo>
                  <a:lnTo>
                    <a:pt x="4807913" y="1386816"/>
                  </a:lnTo>
                  <a:lnTo>
                    <a:pt x="4821419" y="1393075"/>
                  </a:lnTo>
                  <a:lnTo>
                    <a:pt x="4834924" y="1399282"/>
                  </a:lnTo>
                  <a:lnTo>
                    <a:pt x="4848429" y="1405456"/>
                  </a:lnTo>
                  <a:lnTo>
                    <a:pt x="4861935" y="1411621"/>
                  </a:lnTo>
                  <a:lnTo>
                    <a:pt x="4875440" y="1417806"/>
                  </a:lnTo>
                  <a:lnTo>
                    <a:pt x="4888946" y="1424050"/>
                  </a:lnTo>
                  <a:lnTo>
                    <a:pt x="4902451" y="1430367"/>
                  </a:lnTo>
                  <a:lnTo>
                    <a:pt x="4915956" y="1436774"/>
                  </a:lnTo>
                  <a:lnTo>
                    <a:pt x="4929462" y="1443288"/>
                  </a:lnTo>
                  <a:lnTo>
                    <a:pt x="4942967" y="1449983"/>
                  </a:lnTo>
                  <a:lnTo>
                    <a:pt x="4956472" y="1456832"/>
                  </a:lnTo>
                  <a:lnTo>
                    <a:pt x="4969978" y="1463843"/>
                  </a:lnTo>
                  <a:lnTo>
                    <a:pt x="4983483" y="1471027"/>
                  </a:lnTo>
                  <a:lnTo>
                    <a:pt x="4996989" y="1478423"/>
                  </a:lnTo>
                  <a:lnTo>
                    <a:pt x="5010494" y="1486056"/>
                  </a:lnTo>
                  <a:lnTo>
                    <a:pt x="5023999" y="1493888"/>
                  </a:lnTo>
                  <a:lnTo>
                    <a:pt x="5037505" y="1501919"/>
                  </a:lnTo>
                  <a:lnTo>
                    <a:pt x="5051010" y="1510152"/>
                  </a:lnTo>
                  <a:lnTo>
                    <a:pt x="5064515" y="1518651"/>
                  </a:lnTo>
                  <a:lnTo>
                    <a:pt x="5078021" y="1527356"/>
                  </a:lnTo>
                  <a:lnTo>
                    <a:pt x="5091526" y="1536250"/>
                  </a:lnTo>
                  <a:lnTo>
                    <a:pt x="5105032" y="1545328"/>
                  </a:lnTo>
                  <a:lnTo>
                    <a:pt x="5118537" y="1554601"/>
                  </a:lnTo>
                  <a:lnTo>
                    <a:pt x="5132042" y="1564080"/>
                  </a:lnTo>
                  <a:lnTo>
                    <a:pt x="5145548" y="1573704"/>
                  </a:lnTo>
                  <a:lnTo>
                    <a:pt x="5159053" y="1583464"/>
                  </a:lnTo>
                  <a:lnTo>
                    <a:pt x="5172559" y="1593347"/>
                  </a:lnTo>
                  <a:lnTo>
                    <a:pt x="5186064" y="1603364"/>
                  </a:lnTo>
                  <a:lnTo>
                    <a:pt x="5199569" y="1613473"/>
                  </a:lnTo>
                  <a:lnTo>
                    <a:pt x="5213075" y="1623648"/>
                  </a:lnTo>
                  <a:lnTo>
                    <a:pt x="5226580" y="1633874"/>
                  </a:lnTo>
                  <a:lnTo>
                    <a:pt x="5240085" y="1644137"/>
                  </a:lnTo>
                  <a:lnTo>
                    <a:pt x="5253591" y="1654415"/>
                  </a:lnTo>
                  <a:lnTo>
                    <a:pt x="5267096" y="1664682"/>
                  </a:lnTo>
                  <a:lnTo>
                    <a:pt x="5280602" y="1674922"/>
                  </a:lnTo>
                  <a:lnTo>
                    <a:pt x="5294107" y="1685120"/>
                  </a:lnTo>
                  <a:lnTo>
                    <a:pt x="5307612" y="1695245"/>
                  </a:lnTo>
                  <a:lnTo>
                    <a:pt x="5321118" y="1705273"/>
                  </a:lnTo>
                  <a:lnTo>
                    <a:pt x="5334623" y="1715202"/>
                  </a:lnTo>
                  <a:lnTo>
                    <a:pt x="5348128" y="1725019"/>
                  </a:lnTo>
                  <a:lnTo>
                    <a:pt x="5361634" y="1734710"/>
                  </a:lnTo>
                  <a:lnTo>
                    <a:pt x="5375139" y="1744206"/>
                  </a:lnTo>
                  <a:lnTo>
                    <a:pt x="5388645" y="1753544"/>
                  </a:lnTo>
                  <a:lnTo>
                    <a:pt x="5402150" y="1762714"/>
                  </a:lnTo>
                  <a:lnTo>
                    <a:pt x="5415655" y="1771708"/>
                  </a:lnTo>
                  <a:lnTo>
                    <a:pt x="5429161" y="1780482"/>
                  </a:lnTo>
                  <a:lnTo>
                    <a:pt x="5442666" y="1789018"/>
                  </a:lnTo>
                  <a:lnTo>
                    <a:pt x="5456171" y="1797349"/>
                  </a:lnTo>
                  <a:lnTo>
                    <a:pt x="5469677" y="1805470"/>
                  </a:lnTo>
                  <a:lnTo>
                    <a:pt x="5483182" y="1813377"/>
                  </a:lnTo>
                  <a:lnTo>
                    <a:pt x="5496688" y="1820985"/>
                  </a:lnTo>
                  <a:lnTo>
                    <a:pt x="5510193" y="1828361"/>
                  </a:lnTo>
                  <a:lnTo>
                    <a:pt x="5523698" y="1835510"/>
                  </a:lnTo>
                  <a:lnTo>
                    <a:pt x="5537204" y="1842431"/>
                  </a:lnTo>
                  <a:lnTo>
                    <a:pt x="5550709" y="1849090"/>
                  </a:lnTo>
                  <a:lnTo>
                    <a:pt x="5564214" y="1855458"/>
                  </a:lnTo>
                  <a:lnTo>
                    <a:pt x="5577720" y="1861595"/>
                  </a:lnTo>
                  <a:lnTo>
                    <a:pt x="5591225" y="1867500"/>
                  </a:lnTo>
                  <a:lnTo>
                    <a:pt x="5604731" y="1873174"/>
                  </a:lnTo>
                  <a:lnTo>
                    <a:pt x="5618236" y="1878545"/>
                  </a:lnTo>
                  <a:lnTo>
                    <a:pt x="5631741" y="1883668"/>
                  </a:lnTo>
                  <a:lnTo>
                    <a:pt x="5645247" y="1888562"/>
                  </a:lnTo>
                  <a:lnTo>
                    <a:pt x="5658752" y="1893229"/>
                  </a:lnTo>
                  <a:lnTo>
                    <a:pt x="5672257" y="1897650"/>
                  </a:lnTo>
                  <a:lnTo>
                    <a:pt x="5685763" y="1901779"/>
                  </a:lnTo>
                  <a:lnTo>
                    <a:pt x="5699268" y="1905687"/>
                  </a:lnTo>
                  <a:lnTo>
                    <a:pt x="5712774" y="1909375"/>
                  </a:lnTo>
                  <a:lnTo>
                    <a:pt x="5726279" y="1912846"/>
                  </a:lnTo>
                  <a:lnTo>
                    <a:pt x="5739784" y="1916046"/>
                  </a:lnTo>
                  <a:lnTo>
                    <a:pt x="5753290" y="1919008"/>
                  </a:lnTo>
                  <a:lnTo>
                    <a:pt x="5766795" y="1921763"/>
                  </a:lnTo>
                  <a:lnTo>
                    <a:pt x="5780300" y="1924314"/>
                  </a:lnTo>
                  <a:lnTo>
                    <a:pt x="5793806" y="1926658"/>
                  </a:lnTo>
                  <a:lnTo>
                    <a:pt x="5807311" y="1928739"/>
                  </a:lnTo>
                  <a:lnTo>
                    <a:pt x="5820817" y="1930633"/>
                  </a:lnTo>
                  <a:lnTo>
                    <a:pt x="5834322" y="1932346"/>
                  </a:lnTo>
                  <a:lnTo>
                    <a:pt x="5847827" y="1933882"/>
                  </a:lnTo>
                  <a:lnTo>
                    <a:pt x="5861333" y="1935213"/>
                  </a:lnTo>
                  <a:lnTo>
                    <a:pt x="5874838" y="1936358"/>
                  </a:lnTo>
                  <a:lnTo>
                    <a:pt x="5888343" y="1937353"/>
                  </a:lnTo>
                  <a:lnTo>
                    <a:pt x="5901849" y="1938206"/>
                  </a:lnTo>
                  <a:lnTo>
                    <a:pt x="5915354" y="1938924"/>
                  </a:lnTo>
                  <a:lnTo>
                    <a:pt x="5928860" y="1939476"/>
                  </a:lnTo>
                  <a:lnTo>
                    <a:pt x="5942365" y="1939919"/>
                  </a:lnTo>
                  <a:lnTo>
                    <a:pt x="5955870" y="1940265"/>
                  </a:lnTo>
                  <a:lnTo>
                    <a:pt x="5969376" y="1940521"/>
                  </a:lnTo>
                  <a:lnTo>
                    <a:pt x="5982881" y="1940689"/>
                  </a:lnTo>
                  <a:lnTo>
                    <a:pt x="5996386" y="1940782"/>
                  </a:lnTo>
                  <a:lnTo>
                    <a:pt x="6009892" y="1940827"/>
                  </a:lnTo>
                  <a:lnTo>
                    <a:pt x="6023397" y="1940834"/>
                  </a:lnTo>
                  <a:lnTo>
                    <a:pt x="6036903" y="1940813"/>
                  </a:lnTo>
                  <a:lnTo>
                    <a:pt x="6050408" y="1940773"/>
                  </a:lnTo>
                  <a:lnTo>
                    <a:pt x="6063913" y="1940735"/>
                  </a:lnTo>
                  <a:lnTo>
                    <a:pt x="6077419" y="1940707"/>
                  </a:lnTo>
                  <a:lnTo>
                    <a:pt x="6090924" y="1940698"/>
                  </a:lnTo>
                  <a:lnTo>
                    <a:pt x="6104429" y="1940721"/>
                  </a:lnTo>
                  <a:lnTo>
                    <a:pt x="6117935" y="1940796"/>
                  </a:lnTo>
                  <a:lnTo>
                    <a:pt x="6131440" y="1940922"/>
                  </a:lnTo>
                  <a:lnTo>
                    <a:pt x="6144946" y="1941103"/>
                  </a:lnTo>
                  <a:lnTo>
                    <a:pt x="6158451" y="1941347"/>
                  </a:lnTo>
                  <a:lnTo>
                    <a:pt x="6171956" y="1941679"/>
                  </a:lnTo>
                  <a:lnTo>
                    <a:pt x="6185462" y="1942094"/>
                  </a:lnTo>
                  <a:lnTo>
                    <a:pt x="6198967" y="1942587"/>
                  </a:lnTo>
                  <a:lnTo>
                    <a:pt x="6212472" y="1943160"/>
                  </a:lnTo>
                  <a:lnTo>
                    <a:pt x="6225978" y="1943820"/>
                  </a:lnTo>
                  <a:lnTo>
                    <a:pt x="6239483" y="1944589"/>
                  </a:lnTo>
                  <a:lnTo>
                    <a:pt x="6252989" y="1945441"/>
                  </a:lnTo>
                  <a:lnTo>
                    <a:pt x="6266494" y="1946373"/>
                  </a:lnTo>
                  <a:lnTo>
                    <a:pt x="6279999" y="1947383"/>
                  </a:lnTo>
                  <a:lnTo>
                    <a:pt x="6293505" y="1948486"/>
                  </a:lnTo>
                  <a:lnTo>
                    <a:pt x="6307010" y="1949669"/>
                  </a:lnTo>
                  <a:lnTo>
                    <a:pt x="6320515" y="1950916"/>
                  </a:lnTo>
                  <a:lnTo>
                    <a:pt x="6334021" y="1952222"/>
                  </a:lnTo>
                  <a:lnTo>
                    <a:pt x="6347526" y="1953583"/>
                  </a:lnTo>
                  <a:lnTo>
                    <a:pt x="6361032" y="1955006"/>
                  </a:lnTo>
                  <a:lnTo>
                    <a:pt x="6374537" y="1956465"/>
                  </a:lnTo>
                  <a:lnTo>
                    <a:pt x="6388042" y="1957954"/>
                  </a:lnTo>
                  <a:lnTo>
                    <a:pt x="6401548" y="1959465"/>
                  </a:lnTo>
                  <a:lnTo>
                    <a:pt x="6415053" y="1960994"/>
                  </a:lnTo>
                  <a:lnTo>
                    <a:pt x="6428558" y="1962527"/>
                  </a:lnTo>
                  <a:lnTo>
                    <a:pt x="6442064" y="1964056"/>
                  </a:lnTo>
                  <a:lnTo>
                    <a:pt x="6455569" y="1965574"/>
                  </a:lnTo>
                  <a:lnTo>
                    <a:pt x="6469075" y="1967075"/>
                  </a:lnTo>
                  <a:lnTo>
                    <a:pt x="6482580" y="1968540"/>
                  </a:lnTo>
                  <a:lnTo>
                    <a:pt x="6496085" y="1969970"/>
                  </a:lnTo>
                  <a:lnTo>
                    <a:pt x="6509591" y="1971359"/>
                  </a:lnTo>
                  <a:lnTo>
                    <a:pt x="6523096" y="1972704"/>
                  </a:lnTo>
                  <a:lnTo>
                    <a:pt x="6536601" y="1973992"/>
                  </a:lnTo>
                  <a:lnTo>
                    <a:pt x="6550107" y="1975211"/>
                  </a:lnTo>
                  <a:lnTo>
                    <a:pt x="6563612" y="1976371"/>
                  </a:lnTo>
                  <a:lnTo>
                    <a:pt x="6577118" y="1977469"/>
                  </a:lnTo>
                  <a:lnTo>
                    <a:pt x="6590623" y="1978504"/>
                  </a:lnTo>
                  <a:lnTo>
                    <a:pt x="6604128" y="1979455"/>
                  </a:lnTo>
                  <a:lnTo>
                    <a:pt x="6617634" y="1980334"/>
                  </a:lnTo>
                  <a:lnTo>
                    <a:pt x="6631139" y="1981148"/>
                  </a:lnTo>
                  <a:lnTo>
                    <a:pt x="6644644" y="1981898"/>
                  </a:lnTo>
                  <a:lnTo>
                    <a:pt x="6658150" y="1982580"/>
                  </a:lnTo>
                  <a:lnTo>
                    <a:pt x="6671655" y="1983182"/>
                  </a:lnTo>
                  <a:lnTo>
                    <a:pt x="6685161" y="1983728"/>
                  </a:lnTo>
                  <a:lnTo>
                    <a:pt x="6698666" y="1984220"/>
                  </a:lnTo>
                  <a:lnTo>
                    <a:pt x="6712171" y="1984661"/>
                  </a:lnTo>
                  <a:lnTo>
                    <a:pt x="6725677" y="1985044"/>
                  </a:lnTo>
                  <a:lnTo>
                    <a:pt x="6739182" y="1985381"/>
                  </a:lnTo>
                  <a:lnTo>
                    <a:pt x="6752687" y="1985682"/>
                  </a:lnTo>
                  <a:lnTo>
                    <a:pt x="6766193" y="1985951"/>
                  </a:lnTo>
                  <a:lnTo>
                    <a:pt x="6779698" y="1986192"/>
                  </a:lnTo>
                  <a:lnTo>
                    <a:pt x="6793204" y="1986404"/>
                  </a:lnTo>
                  <a:lnTo>
                    <a:pt x="6806709" y="1986600"/>
                  </a:lnTo>
                  <a:lnTo>
                    <a:pt x="6820214" y="1986785"/>
                  </a:lnTo>
                  <a:lnTo>
                    <a:pt x="6833720" y="1986963"/>
                  </a:lnTo>
                  <a:lnTo>
                    <a:pt x="6847225" y="1987136"/>
                  </a:lnTo>
                  <a:lnTo>
                    <a:pt x="6860730" y="1987312"/>
                  </a:lnTo>
                  <a:lnTo>
                    <a:pt x="6874236" y="1987494"/>
                  </a:lnTo>
                  <a:lnTo>
                    <a:pt x="6887741" y="1987684"/>
                  </a:lnTo>
                  <a:lnTo>
                    <a:pt x="6901247" y="1987885"/>
                  </a:lnTo>
                  <a:lnTo>
                    <a:pt x="6901247" y="2002415"/>
                  </a:lnTo>
                  <a:lnTo>
                    <a:pt x="6887741" y="2002415"/>
                  </a:lnTo>
                  <a:lnTo>
                    <a:pt x="6874236" y="2002415"/>
                  </a:lnTo>
                  <a:lnTo>
                    <a:pt x="6860730" y="2002415"/>
                  </a:lnTo>
                  <a:lnTo>
                    <a:pt x="6847225" y="2002415"/>
                  </a:lnTo>
                  <a:lnTo>
                    <a:pt x="6833720" y="2002415"/>
                  </a:lnTo>
                  <a:lnTo>
                    <a:pt x="6820214" y="2002415"/>
                  </a:lnTo>
                  <a:lnTo>
                    <a:pt x="6806709" y="2002415"/>
                  </a:lnTo>
                  <a:lnTo>
                    <a:pt x="6793204" y="2002415"/>
                  </a:lnTo>
                  <a:lnTo>
                    <a:pt x="6779698" y="2002415"/>
                  </a:lnTo>
                  <a:lnTo>
                    <a:pt x="6766193" y="2002415"/>
                  </a:lnTo>
                  <a:lnTo>
                    <a:pt x="6752687" y="2002415"/>
                  </a:lnTo>
                  <a:lnTo>
                    <a:pt x="6739182" y="2002415"/>
                  </a:lnTo>
                  <a:lnTo>
                    <a:pt x="6725677" y="2002415"/>
                  </a:lnTo>
                  <a:lnTo>
                    <a:pt x="6712171" y="2002415"/>
                  </a:lnTo>
                  <a:lnTo>
                    <a:pt x="6698666" y="2002415"/>
                  </a:lnTo>
                  <a:lnTo>
                    <a:pt x="6685161" y="2002415"/>
                  </a:lnTo>
                  <a:lnTo>
                    <a:pt x="6671655" y="2002415"/>
                  </a:lnTo>
                  <a:lnTo>
                    <a:pt x="6658150" y="2002415"/>
                  </a:lnTo>
                  <a:lnTo>
                    <a:pt x="6644644" y="2002415"/>
                  </a:lnTo>
                  <a:lnTo>
                    <a:pt x="6631139" y="2002415"/>
                  </a:lnTo>
                  <a:lnTo>
                    <a:pt x="6617634" y="2002415"/>
                  </a:lnTo>
                  <a:lnTo>
                    <a:pt x="6604128" y="2002415"/>
                  </a:lnTo>
                  <a:lnTo>
                    <a:pt x="6590623" y="2002415"/>
                  </a:lnTo>
                  <a:lnTo>
                    <a:pt x="6577118" y="2002415"/>
                  </a:lnTo>
                  <a:lnTo>
                    <a:pt x="6563612" y="2002415"/>
                  </a:lnTo>
                  <a:lnTo>
                    <a:pt x="6550107" y="2002415"/>
                  </a:lnTo>
                  <a:lnTo>
                    <a:pt x="6536601" y="2002415"/>
                  </a:lnTo>
                  <a:lnTo>
                    <a:pt x="6523096" y="2002415"/>
                  </a:lnTo>
                  <a:lnTo>
                    <a:pt x="6509591" y="2002415"/>
                  </a:lnTo>
                  <a:lnTo>
                    <a:pt x="6496085" y="2002415"/>
                  </a:lnTo>
                  <a:lnTo>
                    <a:pt x="6482580" y="2002415"/>
                  </a:lnTo>
                  <a:lnTo>
                    <a:pt x="6469075" y="2002415"/>
                  </a:lnTo>
                  <a:lnTo>
                    <a:pt x="6455569" y="2002415"/>
                  </a:lnTo>
                  <a:lnTo>
                    <a:pt x="6442064" y="2002415"/>
                  </a:lnTo>
                  <a:lnTo>
                    <a:pt x="6428558" y="2002415"/>
                  </a:lnTo>
                  <a:lnTo>
                    <a:pt x="6415053" y="2002415"/>
                  </a:lnTo>
                  <a:lnTo>
                    <a:pt x="6401548" y="2002415"/>
                  </a:lnTo>
                  <a:lnTo>
                    <a:pt x="6388042" y="2002415"/>
                  </a:lnTo>
                  <a:lnTo>
                    <a:pt x="6374537" y="2002415"/>
                  </a:lnTo>
                  <a:lnTo>
                    <a:pt x="6361032" y="2002415"/>
                  </a:lnTo>
                  <a:lnTo>
                    <a:pt x="6347526" y="2002415"/>
                  </a:lnTo>
                  <a:lnTo>
                    <a:pt x="6334021" y="2002415"/>
                  </a:lnTo>
                  <a:lnTo>
                    <a:pt x="6320515" y="2002415"/>
                  </a:lnTo>
                  <a:lnTo>
                    <a:pt x="6307010" y="2002415"/>
                  </a:lnTo>
                  <a:lnTo>
                    <a:pt x="6293505" y="2002415"/>
                  </a:lnTo>
                  <a:lnTo>
                    <a:pt x="6279999" y="2002415"/>
                  </a:lnTo>
                  <a:lnTo>
                    <a:pt x="6266494" y="2002415"/>
                  </a:lnTo>
                  <a:lnTo>
                    <a:pt x="6252989" y="2002415"/>
                  </a:lnTo>
                  <a:lnTo>
                    <a:pt x="6239483" y="2002415"/>
                  </a:lnTo>
                  <a:lnTo>
                    <a:pt x="6225978" y="2002415"/>
                  </a:lnTo>
                  <a:lnTo>
                    <a:pt x="6212472" y="2002415"/>
                  </a:lnTo>
                  <a:lnTo>
                    <a:pt x="6198967" y="2002415"/>
                  </a:lnTo>
                  <a:lnTo>
                    <a:pt x="6185462" y="2002415"/>
                  </a:lnTo>
                  <a:lnTo>
                    <a:pt x="6171956" y="2002415"/>
                  </a:lnTo>
                  <a:lnTo>
                    <a:pt x="6158451" y="2002415"/>
                  </a:lnTo>
                  <a:lnTo>
                    <a:pt x="6144946" y="2002415"/>
                  </a:lnTo>
                  <a:lnTo>
                    <a:pt x="6131440" y="2002415"/>
                  </a:lnTo>
                  <a:lnTo>
                    <a:pt x="6117935" y="2002415"/>
                  </a:lnTo>
                  <a:lnTo>
                    <a:pt x="6104429" y="2002415"/>
                  </a:lnTo>
                  <a:lnTo>
                    <a:pt x="6090924" y="2002415"/>
                  </a:lnTo>
                  <a:lnTo>
                    <a:pt x="6077419" y="2002415"/>
                  </a:lnTo>
                  <a:lnTo>
                    <a:pt x="6063913" y="2002415"/>
                  </a:lnTo>
                  <a:lnTo>
                    <a:pt x="6050408" y="2002415"/>
                  </a:lnTo>
                  <a:lnTo>
                    <a:pt x="6036903" y="2002415"/>
                  </a:lnTo>
                  <a:lnTo>
                    <a:pt x="6023397" y="2002415"/>
                  </a:lnTo>
                  <a:lnTo>
                    <a:pt x="6009892" y="2002415"/>
                  </a:lnTo>
                  <a:lnTo>
                    <a:pt x="5996386" y="2002415"/>
                  </a:lnTo>
                  <a:lnTo>
                    <a:pt x="5982881" y="2002415"/>
                  </a:lnTo>
                  <a:lnTo>
                    <a:pt x="5969376" y="2002415"/>
                  </a:lnTo>
                  <a:lnTo>
                    <a:pt x="5955870" y="2002415"/>
                  </a:lnTo>
                  <a:lnTo>
                    <a:pt x="5942365" y="2002415"/>
                  </a:lnTo>
                  <a:lnTo>
                    <a:pt x="5928860" y="2002415"/>
                  </a:lnTo>
                  <a:lnTo>
                    <a:pt x="5915354" y="2002415"/>
                  </a:lnTo>
                  <a:lnTo>
                    <a:pt x="5901849" y="2002415"/>
                  </a:lnTo>
                  <a:lnTo>
                    <a:pt x="5888343" y="2002415"/>
                  </a:lnTo>
                  <a:lnTo>
                    <a:pt x="5874838" y="2002415"/>
                  </a:lnTo>
                  <a:lnTo>
                    <a:pt x="5861333" y="2002415"/>
                  </a:lnTo>
                  <a:lnTo>
                    <a:pt x="5847827" y="2002415"/>
                  </a:lnTo>
                  <a:lnTo>
                    <a:pt x="5834322" y="2002415"/>
                  </a:lnTo>
                  <a:lnTo>
                    <a:pt x="5820817" y="2002415"/>
                  </a:lnTo>
                  <a:lnTo>
                    <a:pt x="5807311" y="2002415"/>
                  </a:lnTo>
                  <a:lnTo>
                    <a:pt x="5793806" y="2002415"/>
                  </a:lnTo>
                  <a:lnTo>
                    <a:pt x="5780300" y="2002415"/>
                  </a:lnTo>
                  <a:lnTo>
                    <a:pt x="5766795" y="2002415"/>
                  </a:lnTo>
                  <a:lnTo>
                    <a:pt x="5753290" y="2002415"/>
                  </a:lnTo>
                  <a:lnTo>
                    <a:pt x="5739784" y="2002415"/>
                  </a:lnTo>
                  <a:lnTo>
                    <a:pt x="5726279" y="2002415"/>
                  </a:lnTo>
                  <a:lnTo>
                    <a:pt x="5712774" y="2002415"/>
                  </a:lnTo>
                  <a:lnTo>
                    <a:pt x="5699268" y="2002415"/>
                  </a:lnTo>
                  <a:lnTo>
                    <a:pt x="5685763" y="2002415"/>
                  </a:lnTo>
                  <a:lnTo>
                    <a:pt x="5672257" y="2002415"/>
                  </a:lnTo>
                  <a:lnTo>
                    <a:pt x="5658752" y="2002415"/>
                  </a:lnTo>
                  <a:lnTo>
                    <a:pt x="5645247" y="2002415"/>
                  </a:lnTo>
                  <a:lnTo>
                    <a:pt x="5631741" y="2002415"/>
                  </a:lnTo>
                  <a:lnTo>
                    <a:pt x="5618236" y="2002415"/>
                  </a:lnTo>
                  <a:lnTo>
                    <a:pt x="5604731" y="2002415"/>
                  </a:lnTo>
                  <a:lnTo>
                    <a:pt x="5591225" y="2002415"/>
                  </a:lnTo>
                  <a:lnTo>
                    <a:pt x="5577720" y="2002415"/>
                  </a:lnTo>
                  <a:lnTo>
                    <a:pt x="5564214" y="2002415"/>
                  </a:lnTo>
                  <a:lnTo>
                    <a:pt x="5550709" y="2002415"/>
                  </a:lnTo>
                  <a:lnTo>
                    <a:pt x="5537204" y="2002415"/>
                  </a:lnTo>
                  <a:lnTo>
                    <a:pt x="5523698" y="2002415"/>
                  </a:lnTo>
                  <a:lnTo>
                    <a:pt x="5510193" y="2002415"/>
                  </a:lnTo>
                  <a:lnTo>
                    <a:pt x="5496688" y="2002415"/>
                  </a:lnTo>
                  <a:lnTo>
                    <a:pt x="5483182" y="2002415"/>
                  </a:lnTo>
                  <a:lnTo>
                    <a:pt x="5469677" y="2002415"/>
                  </a:lnTo>
                  <a:lnTo>
                    <a:pt x="5456171" y="2002415"/>
                  </a:lnTo>
                  <a:lnTo>
                    <a:pt x="5442666" y="2002415"/>
                  </a:lnTo>
                  <a:lnTo>
                    <a:pt x="5429161" y="2002415"/>
                  </a:lnTo>
                  <a:lnTo>
                    <a:pt x="5415655" y="2002415"/>
                  </a:lnTo>
                  <a:lnTo>
                    <a:pt x="5402150" y="2002415"/>
                  </a:lnTo>
                  <a:lnTo>
                    <a:pt x="5388645" y="2002415"/>
                  </a:lnTo>
                  <a:lnTo>
                    <a:pt x="5375139" y="2002415"/>
                  </a:lnTo>
                  <a:lnTo>
                    <a:pt x="5361634" y="2002415"/>
                  </a:lnTo>
                  <a:lnTo>
                    <a:pt x="5348128" y="2002415"/>
                  </a:lnTo>
                  <a:lnTo>
                    <a:pt x="5334623" y="2002415"/>
                  </a:lnTo>
                  <a:lnTo>
                    <a:pt x="5321118" y="2002415"/>
                  </a:lnTo>
                  <a:lnTo>
                    <a:pt x="5307612" y="2002415"/>
                  </a:lnTo>
                  <a:lnTo>
                    <a:pt x="5294107" y="2002415"/>
                  </a:lnTo>
                  <a:lnTo>
                    <a:pt x="5280602" y="2002415"/>
                  </a:lnTo>
                  <a:lnTo>
                    <a:pt x="5267096" y="2002415"/>
                  </a:lnTo>
                  <a:lnTo>
                    <a:pt x="5253591" y="2002415"/>
                  </a:lnTo>
                  <a:lnTo>
                    <a:pt x="5240085" y="2002415"/>
                  </a:lnTo>
                  <a:lnTo>
                    <a:pt x="5226580" y="2002415"/>
                  </a:lnTo>
                  <a:lnTo>
                    <a:pt x="5213075" y="2002415"/>
                  </a:lnTo>
                  <a:lnTo>
                    <a:pt x="5199569" y="2002415"/>
                  </a:lnTo>
                  <a:lnTo>
                    <a:pt x="5186064" y="2002415"/>
                  </a:lnTo>
                  <a:lnTo>
                    <a:pt x="5172559" y="2002415"/>
                  </a:lnTo>
                  <a:lnTo>
                    <a:pt x="5159053" y="2002415"/>
                  </a:lnTo>
                  <a:lnTo>
                    <a:pt x="5145548" y="2002415"/>
                  </a:lnTo>
                  <a:lnTo>
                    <a:pt x="5132042" y="2002415"/>
                  </a:lnTo>
                  <a:lnTo>
                    <a:pt x="5118537" y="2002415"/>
                  </a:lnTo>
                  <a:lnTo>
                    <a:pt x="5105032" y="2002415"/>
                  </a:lnTo>
                  <a:lnTo>
                    <a:pt x="5091526" y="2002415"/>
                  </a:lnTo>
                  <a:lnTo>
                    <a:pt x="5078021" y="2002415"/>
                  </a:lnTo>
                  <a:lnTo>
                    <a:pt x="5064515" y="2002415"/>
                  </a:lnTo>
                  <a:lnTo>
                    <a:pt x="5051010" y="2002415"/>
                  </a:lnTo>
                  <a:lnTo>
                    <a:pt x="5037505" y="2002415"/>
                  </a:lnTo>
                  <a:lnTo>
                    <a:pt x="5023999" y="2002415"/>
                  </a:lnTo>
                  <a:lnTo>
                    <a:pt x="5010494" y="2002415"/>
                  </a:lnTo>
                  <a:lnTo>
                    <a:pt x="4996989" y="2002415"/>
                  </a:lnTo>
                  <a:lnTo>
                    <a:pt x="4983483" y="2002415"/>
                  </a:lnTo>
                  <a:lnTo>
                    <a:pt x="4969978" y="2002415"/>
                  </a:lnTo>
                  <a:lnTo>
                    <a:pt x="4956472" y="2002415"/>
                  </a:lnTo>
                  <a:lnTo>
                    <a:pt x="4942967" y="2002415"/>
                  </a:lnTo>
                  <a:lnTo>
                    <a:pt x="4929462" y="2002415"/>
                  </a:lnTo>
                  <a:lnTo>
                    <a:pt x="4915956" y="2002415"/>
                  </a:lnTo>
                  <a:lnTo>
                    <a:pt x="4902451" y="2002415"/>
                  </a:lnTo>
                  <a:lnTo>
                    <a:pt x="4888946" y="2002415"/>
                  </a:lnTo>
                  <a:lnTo>
                    <a:pt x="4875440" y="2002415"/>
                  </a:lnTo>
                  <a:lnTo>
                    <a:pt x="4861935" y="2002415"/>
                  </a:lnTo>
                  <a:lnTo>
                    <a:pt x="4848429" y="2002415"/>
                  </a:lnTo>
                  <a:lnTo>
                    <a:pt x="4834924" y="2002415"/>
                  </a:lnTo>
                  <a:lnTo>
                    <a:pt x="4821419" y="2002415"/>
                  </a:lnTo>
                  <a:lnTo>
                    <a:pt x="4807913" y="2002415"/>
                  </a:lnTo>
                  <a:lnTo>
                    <a:pt x="4794408" y="2002415"/>
                  </a:lnTo>
                  <a:lnTo>
                    <a:pt x="4780903" y="2002415"/>
                  </a:lnTo>
                  <a:lnTo>
                    <a:pt x="4767397" y="2002415"/>
                  </a:lnTo>
                  <a:lnTo>
                    <a:pt x="4753892" y="2002415"/>
                  </a:lnTo>
                  <a:lnTo>
                    <a:pt x="4740386" y="2002415"/>
                  </a:lnTo>
                  <a:lnTo>
                    <a:pt x="4726881" y="2002415"/>
                  </a:lnTo>
                  <a:lnTo>
                    <a:pt x="4713376" y="2002415"/>
                  </a:lnTo>
                  <a:lnTo>
                    <a:pt x="4699870" y="2002415"/>
                  </a:lnTo>
                  <a:lnTo>
                    <a:pt x="4686365" y="2002415"/>
                  </a:lnTo>
                  <a:lnTo>
                    <a:pt x="4672860" y="2002415"/>
                  </a:lnTo>
                  <a:lnTo>
                    <a:pt x="4659354" y="2002415"/>
                  </a:lnTo>
                  <a:lnTo>
                    <a:pt x="4645849" y="2002415"/>
                  </a:lnTo>
                  <a:lnTo>
                    <a:pt x="4632343" y="2002415"/>
                  </a:lnTo>
                  <a:lnTo>
                    <a:pt x="4618838" y="2002415"/>
                  </a:lnTo>
                  <a:lnTo>
                    <a:pt x="4605333" y="2002415"/>
                  </a:lnTo>
                  <a:lnTo>
                    <a:pt x="4591827" y="2002415"/>
                  </a:lnTo>
                  <a:lnTo>
                    <a:pt x="4578322" y="2002415"/>
                  </a:lnTo>
                  <a:lnTo>
                    <a:pt x="4564817" y="2002415"/>
                  </a:lnTo>
                  <a:lnTo>
                    <a:pt x="4551311" y="2002415"/>
                  </a:lnTo>
                  <a:lnTo>
                    <a:pt x="4537806" y="2002415"/>
                  </a:lnTo>
                  <a:lnTo>
                    <a:pt x="4524300" y="2002415"/>
                  </a:lnTo>
                  <a:lnTo>
                    <a:pt x="4510795" y="2002415"/>
                  </a:lnTo>
                  <a:lnTo>
                    <a:pt x="4497290" y="2002415"/>
                  </a:lnTo>
                  <a:lnTo>
                    <a:pt x="4483784" y="2002415"/>
                  </a:lnTo>
                  <a:lnTo>
                    <a:pt x="4470279" y="2002415"/>
                  </a:lnTo>
                  <a:lnTo>
                    <a:pt x="4456774" y="2002415"/>
                  </a:lnTo>
                  <a:lnTo>
                    <a:pt x="4443268" y="2002415"/>
                  </a:lnTo>
                  <a:lnTo>
                    <a:pt x="4429763" y="2002415"/>
                  </a:lnTo>
                  <a:lnTo>
                    <a:pt x="4416257" y="2002415"/>
                  </a:lnTo>
                  <a:lnTo>
                    <a:pt x="4402752" y="2002415"/>
                  </a:lnTo>
                  <a:lnTo>
                    <a:pt x="4389247" y="2002415"/>
                  </a:lnTo>
                  <a:lnTo>
                    <a:pt x="4375741" y="2002415"/>
                  </a:lnTo>
                  <a:lnTo>
                    <a:pt x="4362236" y="2002415"/>
                  </a:lnTo>
                  <a:lnTo>
                    <a:pt x="4348731" y="2002415"/>
                  </a:lnTo>
                  <a:lnTo>
                    <a:pt x="4335225" y="2002415"/>
                  </a:lnTo>
                  <a:lnTo>
                    <a:pt x="4321720" y="2002415"/>
                  </a:lnTo>
                  <a:lnTo>
                    <a:pt x="4308214" y="2002415"/>
                  </a:lnTo>
                  <a:lnTo>
                    <a:pt x="4294709" y="2002415"/>
                  </a:lnTo>
                  <a:lnTo>
                    <a:pt x="4281204" y="2002415"/>
                  </a:lnTo>
                  <a:lnTo>
                    <a:pt x="4267698" y="2002415"/>
                  </a:lnTo>
                  <a:lnTo>
                    <a:pt x="4254193" y="2002415"/>
                  </a:lnTo>
                  <a:lnTo>
                    <a:pt x="4240688" y="2002415"/>
                  </a:lnTo>
                  <a:lnTo>
                    <a:pt x="4227182" y="2002415"/>
                  </a:lnTo>
                  <a:lnTo>
                    <a:pt x="4213677" y="2002415"/>
                  </a:lnTo>
                  <a:lnTo>
                    <a:pt x="4200171" y="2002415"/>
                  </a:lnTo>
                  <a:lnTo>
                    <a:pt x="4186666" y="2002415"/>
                  </a:lnTo>
                  <a:lnTo>
                    <a:pt x="4173161" y="2002415"/>
                  </a:lnTo>
                  <a:lnTo>
                    <a:pt x="4159655" y="2002415"/>
                  </a:lnTo>
                  <a:lnTo>
                    <a:pt x="4146150" y="2002415"/>
                  </a:lnTo>
                  <a:lnTo>
                    <a:pt x="4132645" y="2002415"/>
                  </a:lnTo>
                  <a:lnTo>
                    <a:pt x="4119139" y="2002415"/>
                  </a:lnTo>
                  <a:lnTo>
                    <a:pt x="4105634" y="2002415"/>
                  </a:lnTo>
                  <a:lnTo>
                    <a:pt x="4092128" y="2002415"/>
                  </a:lnTo>
                  <a:lnTo>
                    <a:pt x="4078623" y="2002415"/>
                  </a:lnTo>
                  <a:lnTo>
                    <a:pt x="4065118" y="2002415"/>
                  </a:lnTo>
                  <a:lnTo>
                    <a:pt x="4051612" y="2002415"/>
                  </a:lnTo>
                  <a:lnTo>
                    <a:pt x="4038107" y="2002415"/>
                  </a:lnTo>
                  <a:lnTo>
                    <a:pt x="4024602" y="2002415"/>
                  </a:lnTo>
                  <a:lnTo>
                    <a:pt x="4011096" y="2002415"/>
                  </a:lnTo>
                  <a:lnTo>
                    <a:pt x="3997591" y="2002415"/>
                  </a:lnTo>
                  <a:lnTo>
                    <a:pt x="3984085" y="2002415"/>
                  </a:lnTo>
                  <a:lnTo>
                    <a:pt x="3970580" y="2002415"/>
                  </a:lnTo>
                  <a:lnTo>
                    <a:pt x="3957075" y="2002415"/>
                  </a:lnTo>
                  <a:lnTo>
                    <a:pt x="3943569" y="2002415"/>
                  </a:lnTo>
                  <a:lnTo>
                    <a:pt x="3930064" y="2002415"/>
                  </a:lnTo>
                  <a:lnTo>
                    <a:pt x="3916559" y="2002415"/>
                  </a:lnTo>
                  <a:lnTo>
                    <a:pt x="3903053" y="2002415"/>
                  </a:lnTo>
                  <a:lnTo>
                    <a:pt x="3889548" y="2002415"/>
                  </a:lnTo>
                  <a:lnTo>
                    <a:pt x="3876042" y="2002415"/>
                  </a:lnTo>
                  <a:lnTo>
                    <a:pt x="3862537" y="2002415"/>
                  </a:lnTo>
                  <a:lnTo>
                    <a:pt x="3849032" y="2002415"/>
                  </a:lnTo>
                  <a:lnTo>
                    <a:pt x="3835526" y="2002415"/>
                  </a:lnTo>
                  <a:lnTo>
                    <a:pt x="3822021" y="2002415"/>
                  </a:lnTo>
                  <a:lnTo>
                    <a:pt x="3808516" y="2002415"/>
                  </a:lnTo>
                  <a:lnTo>
                    <a:pt x="3795010" y="2002415"/>
                  </a:lnTo>
                  <a:lnTo>
                    <a:pt x="3781505" y="2002415"/>
                  </a:lnTo>
                  <a:lnTo>
                    <a:pt x="3767999" y="2002415"/>
                  </a:lnTo>
                  <a:lnTo>
                    <a:pt x="3754494" y="2002415"/>
                  </a:lnTo>
                  <a:lnTo>
                    <a:pt x="3740989" y="2002415"/>
                  </a:lnTo>
                  <a:lnTo>
                    <a:pt x="3727483" y="2002415"/>
                  </a:lnTo>
                  <a:lnTo>
                    <a:pt x="3713978" y="2002415"/>
                  </a:lnTo>
                  <a:lnTo>
                    <a:pt x="3700473" y="2002415"/>
                  </a:lnTo>
                  <a:lnTo>
                    <a:pt x="3686967" y="2002415"/>
                  </a:lnTo>
                  <a:lnTo>
                    <a:pt x="3673462" y="2002415"/>
                  </a:lnTo>
                  <a:lnTo>
                    <a:pt x="3659956" y="2002415"/>
                  </a:lnTo>
                  <a:lnTo>
                    <a:pt x="3646451" y="2002415"/>
                  </a:lnTo>
                  <a:lnTo>
                    <a:pt x="3632946" y="2002415"/>
                  </a:lnTo>
                  <a:lnTo>
                    <a:pt x="3619440" y="2002415"/>
                  </a:lnTo>
                  <a:lnTo>
                    <a:pt x="3605935" y="2002415"/>
                  </a:lnTo>
                  <a:lnTo>
                    <a:pt x="3592430" y="2002415"/>
                  </a:lnTo>
                  <a:lnTo>
                    <a:pt x="3578924" y="2002415"/>
                  </a:lnTo>
                  <a:lnTo>
                    <a:pt x="3565419" y="2002415"/>
                  </a:lnTo>
                  <a:lnTo>
                    <a:pt x="3551913" y="2002415"/>
                  </a:lnTo>
                  <a:lnTo>
                    <a:pt x="3538408" y="2002415"/>
                  </a:lnTo>
                  <a:lnTo>
                    <a:pt x="3524903" y="2002415"/>
                  </a:lnTo>
                  <a:lnTo>
                    <a:pt x="3511397" y="2002415"/>
                  </a:lnTo>
                  <a:lnTo>
                    <a:pt x="3497892" y="2002415"/>
                  </a:lnTo>
                  <a:lnTo>
                    <a:pt x="3484387" y="2002415"/>
                  </a:lnTo>
                  <a:lnTo>
                    <a:pt x="3470881" y="2002415"/>
                  </a:lnTo>
                  <a:lnTo>
                    <a:pt x="3457376" y="2002415"/>
                  </a:lnTo>
                  <a:lnTo>
                    <a:pt x="3443870" y="2002415"/>
                  </a:lnTo>
                  <a:lnTo>
                    <a:pt x="3430365" y="2002415"/>
                  </a:lnTo>
                  <a:lnTo>
                    <a:pt x="3416860" y="2002415"/>
                  </a:lnTo>
                  <a:lnTo>
                    <a:pt x="3403354" y="2002415"/>
                  </a:lnTo>
                  <a:lnTo>
                    <a:pt x="3389849" y="2002415"/>
                  </a:lnTo>
                  <a:lnTo>
                    <a:pt x="3376343" y="2002415"/>
                  </a:lnTo>
                  <a:lnTo>
                    <a:pt x="3362838" y="2002415"/>
                  </a:lnTo>
                  <a:lnTo>
                    <a:pt x="3349333" y="2002415"/>
                  </a:lnTo>
                  <a:lnTo>
                    <a:pt x="3335827" y="2002415"/>
                  </a:lnTo>
                  <a:lnTo>
                    <a:pt x="3322322" y="2002415"/>
                  </a:lnTo>
                  <a:lnTo>
                    <a:pt x="3308817" y="2002415"/>
                  </a:lnTo>
                  <a:lnTo>
                    <a:pt x="3295311" y="2002415"/>
                  </a:lnTo>
                  <a:lnTo>
                    <a:pt x="3281806" y="2002415"/>
                  </a:lnTo>
                  <a:lnTo>
                    <a:pt x="3268300" y="2002415"/>
                  </a:lnTo>
                  <a:lnTo>
                    <a:pt x="3254795" y="2002415"/>
                  </a:lnTo>
                  <a:lnTo>
                    <a:pt x="3241290" y="2002415"/>
                  </a:lnTo>
                  <a:lnTo>
                    <a:pt x="3227784" y="2002415"/>
                  </a:lnTo>
                  <a:lnTo>
                    <a:pt x="3214279" y="2002415"/>
                  </a:lnTo>
                  <a:lnTo>
                    <a:pt x="3200774" y="2002415"/>
                  </a:lnTo>
                  <a:lnTo>
                    <a:pt x="3187268" y="2002415"/>
                  </a:lnTo>
                  <a:lnTo>
                    <a:pt x="3173763" y="2002415"/>
                  </a:lnTo>
                  <a:lnTo>
                    <a:pt x="3160257" y="2002415"/>
                  </a:lnTo>
                  <a:lnTo>
                    <a:pt x="3146752" y="2002415"/>
                  </a:lnTo>
                  <a:lnTo>
                    <a:pt x="3133247" y="2002415"/>
                  </a:lnTo>
                  <a:lnTo>
                    <a:pt x="3119741" y="2002415"/>
                  </a:lnTo>
                  <a:lnTo>
                    <a:pt x="3106236" y="2002415"/>
                  </a:lnTo>
                  <a:lnTo>
                    <a:pt x="3092731" y="2002415"/>
                  </a:lnTo>
                  <a:lnTo>
                    <a:pt x="3079225" y="2002415"/>
                  </a:lnTo>
                  <a:lnTo>
                    <a:pt x="3065720" y="2002415"/>
                  </a:lnTo>
                  <a:lnTo>
                    <a:pt x="3052214" y="2002415"/>
                  </a:lnTo>
                  <a:lnTo>
                    <a:pt x="3038709" y="2002415"/>
                  </a:lnTo>
                  <a:lnTo>
                    <a:pt x="3025204" y="2002415"/>
                  </a:lnTo>
                  <a:lnTo>
                    <a:pt x="3011698" y="2002415"/>
                  </a:lnTo>
                  <a:lnTo>
                    <a:pt x="2998193" y="2002415"/>
                  </a:lnTo>
                  <a:lnTo>
                    <a:pt x="2984688" y="2002415"/>
                  </a:lnTo>
                  <a:lnTo>
                    <a:pt x="2971182" y="2002415"/>
                  </a:lnTo>
                  <a:lnTo>
                    <a:pt x="2957677" y="2002415"/>
                  </a:lnTo>
                  <a:lnTo>
                    <a:pt x="2944171" y="2002415"/>
                  </a:lnTo>
                  <a:lnTo>
                    <a:pt x="2930666" y="2002415"/>
                  </a:lnTo>
                  <a:lnTo>
                    <a:pt x="2917161" y="2002415"/>
                  </a:lnTo>
                  <a:lnTo>
                    <a:pt x="2903655" y="2002415"/>
                  </a:lnTo>
                  <a:lnTo>
                    <a:pt x="2890150" y="2002415"/>
                  </a:lnTo>
                  <a:lnTo>
                    <a:pt x="2876645" y="2002415"/>
                  </a:lnTo>
                  <a:lnTo>
                    <a:pt x="2863139" y="2002415"/>
                  </a:lnTo>
                  <a:lnTo>
                    <a:pt x="2849634" y="2002415"/>
                  </a:lnTo>
                  <a:lnTo>
                    <a:pt x="2836128" y="2002415"/>
                  </a:lnTo>
                  <a:lnTo>
                    <a:pt x="2822623" y="2002415"/>
                  </a:lnTo>
                  <a:lnTo>
                    <a:pt x="2809118" y="2002415"/>
                  </a:lnTo>
                  <a:lnTo>
                    <a:pt x="2795612" y="2002415"/>
                  </a:lnTo>
                  <a:lnTo>
                    <a:pt x="2782107" y="2002415"/>
                  </a:lnTo>
                  <a:lnTo>
                    <a:pt x="2768602" y="2002415"/>
                  </a:lnTo>
                  <a:lnTo>
                    <a:pt x="2755096" y="2002415"/>
                  </a:lnTo>
                  <a:lnTo>
                    <a:pt x="2741591" y="2002415"/>
                  </a:lnTo>
                  <a:lnTo>
                    <a:pt x="2728085" y="2002415"/>
                  </a:lnTo>
                  <a:lnTo>
                    <a:pt x="2714580" y="2002415"/>
                  </a:lnTo>
                  <a:lnTo>
                    <a:pt x="2701075" y="2002415"/>
                  </a:lnTo>
                  <a:lnTo>
                    <a:pt x="2687569" y="2002415"/>
                  </a:lnTo>
                  <a:lnTo>
                    <a:pt x="2674064" y="2002415"/>
                  </a:lnTo>
                  <a:lnTo>
                    <a:pt x="2660559" y="2002415"/>
                  </a:lnTo>
                  <a:lnTo>
                    <a:pt x="2647053" y="2002415"/>
                  </a:lnTo>
                  <a:lnTo>
                    <a:pt x="2633548" y="2002415"/>
                  </a:lnTo>
                  <a:lnTo>
                    <a:pt x="2620042" y="2002415"/>
                  </a:lnTo>
                  <a:lnTo>
                    <a:pt x="2606537" y="2002415"/>
                  </a:lnTo>
                  <a:lnTo>
                    <a:pt x="2593032" y="2002415"/>
                  </a:lnTo>
                  <a:lnTo>
                    <a:pt x="2579526" y="2002415"/>
                  </a:lnTo>
                  <a:lnTo>
                    <a:pt x="2566021" y="2002415"/>
                  </a:lnTo>
                  <a:lnTo>
                    <a:pt x="2552516" y="2002415"/>
                  </a:lnTo>
                  <a:lnTo>
                    <a:pt x="2539010" y="2002415"/>
                  </a:lnTo>
                  <a:lnTo>
                    <a:pt x="2525505" y="2002415"/>
                  </a:lnTo>
                  <a:lnTo>
                    <a:pt x="2511999" y="2002415"/>
                  </a:lnTo>
                  <a:lnTo>
                    <a:pt x="2498494" y="2002415"/>
                  </a:lnTo>
                  <a:lnTo>
                    <a:pt x="2484989" y="2002415"/>
                  </a:lnTo>
                  <a:lnTo>
                    <a:pt x="2471483" y="2002415"/>
                  </a:lnTo>
                  <a:lnTo>
                    <a:pt x="2457978" y="2002415"/>
                  </a:lnTo>
                  <a:lnTo>
                    <a:pt x="2444473" y="2002415"/>
                  </a:lnTo>
                  <a:lnTo>
                    <a:pt x="2430967" y="2002415"/>
                  </a:lnTo>
                  <a:lnTo>
                    <a:pt x="2417462" y="2002415"/>
                  </a:lnTo>
                  <a:lnTo>
                    <a:pt x="2403956" y="2002415"/>
                  </a:lnTo>
                  <a:lnTo>
                    <a:pt x="2390451" y="2002415"/>
                  </a:lnTo>
                  <a:lnTo>
                    <a:pt x="2376946" y="2002415"/>
                  </a:lnTo>
                  <a:lnTo>
                    <a:pt x="2363440" y="2002415"/>
                  </a:lnTo>
                  <a:lnTo>
                    <a:pt x="2349935" y="2002415"/>
                  </a:lnTo>
                  <a:lnTo>
                    <a:pt x="2336430" y="2002415"/>
                  </a:lnTo>
                  <a:lnTo>
                    <a:pt x="2322924" y="2002415"/>
                  </a:lnTo>
                  <a:lnTo>
                    <a:pt x="2309419" y="2002415"/>
                  </a:lnTo>
                  <a:lnTo>
                    <a:pt x="2295913" y="2002415"/>
                  </a:lnTo>
                  <a:lnTo>
                    <a:pt x="2282408" y="2002415"/>
                  </a:lnTo>
                  <a:lnTo>
                    <a:pt x="2268903" y="2002415"/>
                  </a:lnTo>
                  <a:lnTo>
                    <a:pt x="2255397" y="2002415"/>
                  </a:lnTo>
                  <a:lnTo>
                    <a:pt x="2241892" y="2002415"/>
                  </a:lnTo>
                  <a:lnTo>
                    <a:pt x="2228387" y="2002415"/>
                  </a:lnTo>
                  <a:lnTo>
                    <a:pt x="2214881" y="2002415"/>
                  </a:lnTo>
                  <a:lnTo>
                    <a:pt x="2201376" y="2002415"/>
                  </a:lnTo>
                  <a:lnTo>
                    <a:pt x="2187870" y="2002415"/>
                  </a:lnTo>
                  <a:lnTo>
                    <a:pt x="2174365" y="2002415"/>
                  </a:lnTo>
                  <a:lnTo>
                    <a:pt x="2160860" y="2002415"/>
                  </a:lnTo>
                  <a:lnTo>
                    <a:pt x="2147354" y="2002415"/>
                  </a:lnTo>
                  <a:lnTo>
                    <a:pt x="2133849" y="2002415"/>
                  </a:lnTo>
                  <a:lnTo>
                    <a:pt x="2120344" y="2002415"/>
                  </a:lnTo>
                  <a:lnTo>
                    <a:pt x="2106838" y="2002415"/>
                  </a:lnTo>
                  <a:lnTo>
                    <a:pt x="2093333" y="2002415"/>
                  </a:lnTo>
                  <a:lnTo>
                    <a:pt x="2079827" y="2002415"/>
                  </a:lnTo>
                  <a:lnTo>
                    <a:pt x="2066322" y="2002415"/>
                  </a:lnTo>
                  <a:lnTo>
                    <a:pt x="2052817" y="2002415"/>
                  </a:lnTo>
                  <a:lnTo>
                    <a:pt x="2039311" y="2002415"/>
                  </a:lnTo>
                  <a:lnTo>
                    <a:pt x="2025806" y="2002415"/>
                  </a:lnTo>
                  <a:lnTo>
                    <a:pt x="2012301" y="2002415"/>
                  </a:lnTo>
                  <a:lnTo>
                    <a:pt x="1998795" y="2002415"/>
                  </a:lnTo>
                  <a:lnTo>
                    <a:pt x="1985290" y="2002415"/>
                  </a:lnTo>
                  <a:lnTo>
                    <a:pt x="1971784" y="2002415"/>
                  </a:lnTo>
                  <a:lnTo>
                    <a:pt x="1958279" y="2002415"/>
                  </a:lnTo>
                  <a:lnTo>
                    <a:pt x="1944774" y="2002415"/>
                  </a:lnTo>
                  <a:lnTo>
                    <a:pt x="1931268" y="2002415"/>
                  </a:lnTo>
                  <a:lnTo>
                    <a:pt x="1917763" y="2002415"/>
                  </a:lnTo>
                  <a:lnTo>
                    <a:pt x="1904258" y="2002415"/>
                  </a:lnTo>
                  <a:lnTo>
                    <a:pt x="1890752" y="2002415"/>
                  </a:lnTo>
                  <a:lnTo>
                    <a:pt x="1877247" y="2002415"/>
                  </a:lnTo>
                  <a:lnTo>
                    <a:pt x="1863741" y="2002415"/>
                  </a:lnTo>
                  <a:lnTo>
                    <a:pt x="1850236" y="2002415"/>
                  </a:lnTo>
                  <a:lnTo>
                    <a:pt x="1836731" y="2002415"/>
                  </a:lnTo>
                  <a:lnTo>
                    <a:pt x="1823225" y="2002415"/>
                  </a:lnTo>
                  <a:lnTo>
                    <a:pt x="1809720" y="2002415"/>
                  </a:lnTo>
                  <a:lnTo>
                    <a:pt x="1796215" y="2002415"/>
                  </a:lnTo>
                  <a:lnTo>
                    <a:pt x="1782709" y="2002415"/>
                  </a:lnTo>
                  <a:lnTo>
                    <a:pt x="1769204" y="2002415"/>
                  </a:lnTo>
                  <a:lnTo>
                    <a:pt x="1755698" y="2002415"/>
                  </a:lnTo>
                  <a:lnTo>
                    <a:pt x="1742193" y="2002415"/>
                  </a:lnTo>
                  <a:lnTo>
                    <a:pt x="1728688" y="2002415"/>
                  </a:lnTo>
                  <a:lnTo>
                    <a:pt x="1715182" y="2002415"/>
                  </a:lnTo>
                  <a:lnTo>
                    <a:pt x="1701677" y="2002415"/>
                  </a:lnTo>
                  <a:lnTo>
                    <a:pt x="1688171" y="2002415"/>
                  </a:lnTo>
                  <a:lnTo>
                    <a:pt x="1674666" y="2002415"/>
                  </a:lnTo>
                  <a:lnTo>
                    <a:pt x="1661161" y="2002415"/>
                  </a:lnTo>
                  <a:lnTo>
                    <a:pt x="1647655" y="2002415"/>
                  </a:lnTo>
                  <a:lnTo>
                    <a:pt x="1634150" y="2002415"/>
                  </a:lnTo>
                  <a:lnTo>
                    <a:pt x="1620645" y="2002415"/>
                  </a:lnTo>
                  <a:lnTo>
                    <a:pt x="1607139" y="2002415"/>
                  </a:lnTo>
                  <a:lnTo>
                    <a:pt x="1593634" y="2002415"/>
                  </a:lnTo>
                  <a:lnTo>
                    <a:pt x="1580128" y="2002415"/>
                  </a:lnTo>
                  <a:lnTo>
                    <a:pt x="1566623" y="2002415"/>
                  </a:lnTo>
                  <a:lnTo>
                    <a:pt x="1553118" y="2002415"/>
                  </a:lnTo>
                  <a:lnTo>
                    <a:pt x="1539612" y="2002415"/>
                  </a:lnTo>
                  <a:lnTo>
                    <a:pt x="1526107" y="2002415"/>
                  </a:lnTo>
                  <a:lnTo>
                    <a:pt x="1512602" y="2002415"/>
                  </a:lnTo>
                  <a:lnTo>
                    <a:pt x="1499096" y="2002415"/>
                  </a:lnTo>
                  <a:lnTo>
                    <a:pt x="1485591" y="2002415"/>
                  </a:lnTo>
                  <a:lnTo>
                    <a:pt x="1472085" y="2002415"/>
                  </a:lnTo>
                  <a:lnTo>
                    <a:pt x="1458580" y="2002415"/>
                  </a:lnTo>
                  <a:lnTo>
                    <a:pt x="1445075" y="2002415"/>
                  </a:lnTo>
                  <a:lnTo>
                    <a:pt x="1431569" y="2002415"/>
                  </a:lnTo>
                  <a:lnTo>
                    <a:pt x="1418064" y="2002415"/>
                  </a:lnTo>
                  <a:lnTo>
                    <a:pt x="1404559" y="2002415"/>
                  </a:lnTo>
                  <a:lnTo>
                    <a:pt x="1391053" y="2002415"/>
                  </a:lnTo>
                  <a:lnTo>
                    <a:pt x="1377548" y="2002415"/>
                  </a:lnTo>
                  <a:lnTo>
                    <a:pt x="1364042" y="2002415"/>
                  </a:lnTo>
                  <a:lnTo>
                    <a:pt x="1350537" y="2002415"/>
                  </a:lnTo>
                  <a:lnTo>
                    <a:pt x="1337032" y="2002415"/>
                  </a:lnTo>
                  <a:lnTo>
                    <a:pt x="1323526" y="2002415"/>
                  </a:lnTo>
                  <a:lnTo>
                    <a:pt x="1310021" y="2002415"/>
                  </a:lnTo>
                  <a:lnTo>
                    <a:pt x="1296516" y="2002415"/>
                  </a:lnTo>
                  <a:lnTo>
                    <a:pt x="1283010" y="2002415"/>
                  </a:lnTo>
                  <a:lnTo>
                    <a:pt x="1269505" y="2002415"/>
                  </a:lnTo>
                  <a:lnTo>
                    <a:pt x="1255999" y="2002415"/>
                  </a:lnTo>
                  <a:lnTo>
                    <a:pt x="1242494" y="2002415"/>
                  </a:lnTo>
                  <a:lnTo>
                    <a:pt x="1228989" y="2002415"/>
                  </a:lnTo>
                  <a:lnTo>
                    <a:pt x="1215483" y="2002415"/>
                  </a:lnTo>
                  <a:lnTo>
                    <a:pt x="1201978" y="2002415"/>
                  </a:lnTo>
                  <a:lnTo>
                    <a:pt x="1188473" y="2002415"/>
                  </a:lnTo>
                  <a:lnTo>
                    <a:pt x="1174967" y="2002415"/>
                  </a:lnTo>
                  <a:lnTo>
                    <a:pt x="1161462" y="2002415"/>
                  </a:lnTo>
                  <a:lnTo>
                    <a:pt x="1147956" y="2002415"/>
                  </a:lnTo>
                  <a:lnTo>
                    <a:pt x="1134451" y="2002415"/>
                  </a:lnTo>
                  <a:lnTo>
                    <a:pt x="1120946" y="2002415"/>
                  </a:lnTo>
                  <a:lnTo>
                    <a:pt x="1107440" y="2002415"/>
                  </a:lnTo>
                  <a:lnTo>
                    <a:pt x="1093935" y="2002415"/>
                  </a:lnTo>
                  <a:lnTo>
                    <a:pt x="1080430" y="2002415"/>
                  </a:lnTo>
                  <a:lnTo>
                    <a:pt x="1066924" y="2002415"/>
                  </a:lnTo>
                  <a:lnTo>
                    <a:pt x="1053419" y="2002415"/>
                  </a:lnTo>
                  <a:lnTo>
                    <a:pt x="1039913" y="2002415"/>
                  </a:lnTo>
                  <a:lnTo>
                    <a:pt x="1026408" y="2002415"/>
                  </a:lnTo>
                  <a:lnTo>
                    <a:pt x="1012903" y="2002415"/>
                  </a:lnTo>
                  <a:lnTo>
                    <a:pt x="999397" y="2002415"/>
                  </a:lnTo>
                  <a:lnTo>
                    <a:pt x="985892" y="2002415"/>
                  </a:lnTo>
                  <a:lnTo>
                    <a:pt x="972387" y="2002415"/>
                  </a:lnTo>
                  <a:lnTo>
                    <a:pt x="958881" y="2002415"/>
                  </a:lnTo>
                  <a:lnTo>
                    <a:pt x="945376" y="2002415"/>
                  </a:lnTo>
                  <a:lnTo>
                    <a:pt x="931870" y="2002415"/>
                  </a:lnTo>
                  <a:lnTo>
                    <a:pt x="918365" y="2002415"/>
                  </a:lnTo>
                  <a:lnTo>
                    <a:pt x="904860" y="2002415"/>
                  </a:lnTo>
                  <a:lnTo>
                    <a:pt x="891354" y="2002415"/>
                  </a:lnTo>
                  <a:lnTo>
                    <a:pt x="877849" y="2002415"/>
                  </a:lnTo>
                  <a:lnTo>
                    <a:pt x="864344" y="2002415"/>
                  </a:lnTo>
                  <a:lnTo>
                    <a:pt x="850838" y="2002415"/>
                  </a:lnTo>
                  <a:lnTo>
                    <a:pt x="837333" y="2002415"/>
                  </a:lnTo>
                  <a:lnTo>
                    <a:pt x="823827" y="2002415"/>
                  </a:lnTo>
                  <a:lnTo>
                    <a:pt x="810322" y="2002415"/>
                  </a:lnTo>
                  <a:lnTo>
                    <a:pt x="796817" y="2002415"/>
                  </a:lnTo>
                  <a:lnTo>
                    <a:pt x="783311" y="2002415"/>
                  </a:lnTo>
                  <a:lnTo>
                    <a:pt x="769806" y="2002415"/>
                  </a:lnTo>
                  <a:lnTo>
                    <a:pt x="756301" y="2002415"/>
                  </a:lnTo>
                  <a:lnTo>
                    <a:pt x="742795" y="2002415"/>
                  </a:lnTo>
                  <a:lnTo>
                    <a:pt x="729290" y="2002415"/>
                  </a:lnTo>
                  <a:lnTo>
                    <a:pt x="715784" y="2002415"/>
                  </a:lnTo>
                  <a:lnTo>
                    <a:pt x="702279" y="2002415"/>
                  </a:lnTo>
                  <a:lnTo>
                    <a:pt x="688774" y="2002415"/>
                  </a:lnTo>
                  <a:lnTo>
                    <a:pt x="675268" y="2002415"/>
                  </a:lnTo>
                  <a:lnTo>
                    <a:pt x="661763" y="2002415"/>
                  </a:lnTo>
                  <a:lnTo>
                    <a:pt x="648258" y="2002415"/>
                  </a:lnTo>
                  <a:lnTo>
                    <a:pt x="634752" y="2002415"/>
                  </a:lnTo>
                  <a:lnTo>
                    <a:pt x="621247" y="2002415"/>
                  </a:lnTo>
                  <a:lnTo>
                    <a:pt x="607741" y="2002415"/>
                  </a:lnTo>
                  <a:lnTo>
                    <a:pt x="594236" y="2002415"/>
                  </a:lnTo>
                  <a:lnTo>
                    <a:pt x="580731" y="2002415"/>
                  </a:lnTo>
                  <a:lnTo>
                    <a:pt x="567225" y="2002415"/>
                  </a:lnTo>
                  <a:lnTo>
                    <a:pt x="553720" y="2002415"/>
                  </a:lnTo>
                  <a:lnTo>
                    <a:pt x="540215" y="2002415"/>
                  </a:lnTo>
                  <a:lnTo>
                    <a:pt x="526709" y="2002415"/>
                  </a:lnTo>
                  <a:lnTo>
                    <a:pt x="513204" y="2002415"/>
                  </a:lnTo>
                  <a:lnTo>
                    <a:pt x="499698" y="2002415"/>
                  </a:lnTo>
                  <a:lnTo>
                    <a:pt x="486193" y="2002415"/>
                  </a:lnTo>
                  <a:lnTo>
                    <a:pt x="472688" y="2002415"/>
                  </a:lnTo>
                  <a:lnTo>
                    <a:pt x="459182" y="2002415"/>
                  </a:lnTo>
                  <a:lnTo>
                    <a:pt x="445677" y="2002415"/>
                  </a:lnTo>
                  <a:lnTo>
                    <a:pt x="432172" y="2002415"/>
                  </a:lnTo>
                  <a:lnTo>
                    <a:pt x="418666" y="2002415"/>
                  </a:lnTo>
                  <a:lnTo>
                    <a:pt x="405161" y="2002415"/>
                  </a:lnTo>
                  <a:lnTo>
                    <a:pt x="391655" y="2002415"/>
                  </a:lnTo>
                  <a:lnTo>
                    <a:pt x="378150" y="2002415"/>
                  </a:lnTo>
                  <a:lnTo>
                    <a:pt x="364645" y="2002415"/>
                  </a:lnTo>
                  <a:lnTo>
                    <a:pt x="351139" y="2002415"/>
                  </a:lnTo>
                  <a:lnTo>
                    <a:pt x="337634" y="2002415"/>
                  </a:lnTo>
                  <a:lnTo>
                    <a:pt x="324129" y="2002415"/>
                  </a:lnTo>
                  <a:lnTo>
                    <a:pt x="310623" y="2002415"/>
                  </a:lnTo>
                  <a:lnTo>
                    <a:pt x="297118" y="2002415"/>
                  </a:lnTo>
                  <a:lnTo>
                    <a:pt x="283612" y="2002415"/>
                  </a:lnTo>
                  <a:lnTo>
                    <a:pt x="270107" y="2002415"/>
                  </a:lnTo>
                  <a:lnTo>
                    <a:pt x="256602" y="2002415"/>
                  </a:lnTo>
                  <a:lnTo>
                    <a:pt x="243096" y="2002415"/>
                  </a:lnTo>
                  <a:lnTo>
                    <a:pt x="229591" y="2002415"/>
                  </a:lnTo>
                  <a:lnTo>
                    <a:pt x="216086" y="2002415"/>
                  </a:lnTo>
                  <a:lnTo>
                    <a:pt x="202580" y="2002415"/>
                  </a:lnTo>
                  <a:lnTo>
                    <a:pt x="189075" y="2002415"/>
                  </a:lnTo>
                  <a:lnTo>
                    <a:pt x="175569" y="2002415"/>
                  </a:lnTo>
                  <a:lnTo>
                    <a:pt x="162064" y="2002415"/>
                  </a:lnTo>
                  <a:lnTo>
                    <a:pt x="148559" y="2002415"/>
                  </a:lnTo>
                  <a:lnTo>
                    <a:pt x="135053" y="2002415"/>
                  </a:lnTo>
                  <a:lnTo>
                    <a:pt x="121548" y="2002415"/>
                  </a:lnTo>
                  <a:lnTo>
                    <a:pt x="108043" y="2002415"/>
                  </a:lnTo>
                  <a:lnTo>
                    <a:pt x="94537" y="2002415"/>
                  </a:lnTo>
                  <a:lnTo>
                    <a:pt x="81032" y="2002415"/>
                  </a:lnTo>
                  <a:lnTo>
                    <a:pt x="67526" y="2002415"/>
                  </a:lnTo>
                  <a:lnTo>
                    <a:pt x="54021" y="2002415"/>
                  </a:lnTo>
                  <a:lnTo>
                    <a:pt x="40516" y="2002415"/>
                  </a:lnTo>
                  <a:lnTo>
                    <a:pt x="27010" y="2002415"/>
                  </a:lnTo>
                  <a:lnTo>
                    <a:pt x="13505" y="2002415"/>
                  </a:lnTo>
                  <a:lnTo>
                    <a:pt x="0" y="2002415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64575" y="3545210"/>
              <a:ext cx="6901247" cy="1987885"/>
            </a:xfrm>
            <a:custGeom>
              <a:avLst/>
              <a:pathLst>
                <a:path w="6901247" h="1987885">
                  <a:moveTo>
                    <a:pt x="0" y="1983320"/>
                  </a:moveTo>
                  <a:lnTo>
                    <a:pt x="13505" y="1982661"/>
                  </a:lnTo>
                  <a:lnTo>
                    <a:pt x="27010" y="1981990"/>
                  </a:lnTo>
                  <a:lnTo>
                    <a:pt x="40516" y="1981304"/>
                  </a:lnTo>
                  <a:lnTo>
                    <a:pt x="54021" y="1980603"/>
                  </a:lnTo>
                  <a:lnTo>
                    <a:pt x="67526" y="1979882"/>
                  </a:lnTo>
                  <a:lnTo>
                    <a:pt x="81032" y="1979138"/>
                  </a:lnTo>
                  <a:lnTo>
                    <a:pt x="94537" y="1978374"/>
                  </a:lnTo>
                  <a:lnTo>
                    <a:pt x="108043" y="1977588"/>
                  </a:lnTo>
                  <a:lnTo>
                    <a:pt x="121548" y="1976780"/>
                  </a:lnTo>
                  <a:lnTo>
                    <a:pt x="135053" y="1975941"/>
                  </a:lnTo>
                  <a:lnTo>
                    <a:pt x="148559" y="1975078"/>
                  </a:lnTo>
                  <a:lnTo>
                    <a:pt x="162064" y="1974192"/>
                  </a:lnTo>
                  <a:lnTo>
                    <a:pt x="175569" y="1973284"/>
                  </a:lnTo>
                  <a:lnTo>
                    <a:pt x="189075" y="1972350"/>
                  </a:lnTo>
                  <a:lnTo>
                    <a:pt x="202580" y="1971393"/>
                  </a:lnTo>
                  <a:lnTo>
                    <a:pt x="216086" y="1970417"/>
                  </a:lnTo>
                  <a:lnTo>
                    <a:pt x="229591" y="1969427"/>
                  </a:lnTo>
                  <a:lnTo>
                    <a:pt x="243096" y="1968423"/>
                  </a:lnTo>
                  <a:lnTo>
                    <a:pt x="256602" y="1967407"/>
                  </a:lnTo>
                  <a:lnTo>
                    <a:pt x="270107" y="1966385"/>
                  </a:lnTo>
                  <a:lnTo>
                    <a:pt x="283612" y="1965362"/>
                  </a:lnTo>
                  <a:lnTo>
                    <a:pt x="297118" y="1964341"/>
                  </a:lnTo>
                  <a:lnTo>
                    <a:pt x="310623" y="1963326"/>
                  </a:lnTo>
                  <a:lnTo>
                    <a:pt x="324129" y="1962326"/>
                  </a:lnTo>
                  <a:lnTo>
                    <a:pt x="337634" y="1961340"/>
                  </a:lnTo>
                  <a:lnTo>
                    <a:pt x="351139" y="1960374"/>
                  </a:lnTo>
                  <a:lnTo>
                    <a:pt x="364645" y="1959428"/>
                  </a:lnTo>
                  <a:lnTo>
                    <a:pt x="378150" y="1958514"/>
                  </a:lnTo>
                  <a:lnTo>
                    <a:pt x="391655" y="1957632"/>
                  </a:lnTo>
                  <a:lnTo>
                    <a:pt x="405161" y="1956781"/>
                  </a:lnTo>
                  <a:lnTo>
                    <a:pt x="418666" y="1955959"/>
                  </a:lnTo>
                  <a:lnTo>
                    <a:pt x="432172" y="1955171"/>
                  </a:lnTo>
                  <a:lnTo>
                    <a:pt x="445677" y="1954424"/>
                  </a:lnTo>
                  <a:lnTo>
                    <a:pt x="459182" y="1953707"/>
                  </a:lnTo>
                  <a:lnTo>
                    <a:pt x="472688" y="1953015"/>
                  </a:lnTo>
                  <a:lnTo>
                    <a:pt x="486193" y="1952347"/>
                  </a:lnTo>
                  <a:lnTo>
                    <a:pt x="499698" y="1951702"/>
                  </a:lnTo>
                  <a:lnTo>
                    <a:pt x="513204" y="1951070"/>
                  </a:lnTo>
                  <a:lnTo>
                    <a:pt x="526709" y="1950441"/>
                  </a:lnTo>
                  <a:lnTo>
                    <a:pt x="540215" y="1949810"/>
                  </a:lnTo>
                  <a:lnTo>
                    <a:pt x="553720" y="1949168"/>
                  </a:lnTo>
                  <a:lnTo>
                    <a:pt x="567225" y="1948494"/>
                  </a:lnTo>
                  <a:lnTo>
                    <a:pt x="580731" y="1947782"/>
                  </a:lnTo>
                  <a:lnTo>
                    <a:pt x="594236" y="1947022"/>
                  </a:lnTo>
                  <a:lnTo>
                    <a:pt x="607741" y="1946203"/>
                  </a:lnTo>
                  <a:lnTo>
                    <a:pt x="621247" y="1945301"/>
                  </a:lnTo>
                  <a:lnTo>
                    <a:pt x="634752" y="1944287"/>
                  </a:lnTo>
                  <a:lnTo>
                    <a:pt x="648258" y="1943167"/>
                  </a:lnTo>
                  <a:lnTo>
                    <a:pt x="661763" y="1941928"/>
                  </a:lnTo>
                  <a:lnTo>
                    <a:pt x="675268" y="1940559"/>
                  </a:lnTo>
                  <a:lnTo>
                    <a:pt x="688774" y="1938990"/>
                  </a:lnTo>
                  <a:lnTo>
                    <a:pt x="702279" y="1937243"/>
                  </a:lnTo>
                  <a:lnTo>
                    <a:pt x="715784" y="1935313"/>
                  </a:lnTo>
                  <a:lnTo>
                    <a:pt x="729290" y="1933191"/>
                  </a:lnTo>
                  <a:lnTo>
                    <a:pt x="742795" y="1930839"/>
                  </a:lnTo>
                  <a:lnTo>
                    <a:pt x="756301" y="1928200"/>
                  </a:lnTo>
                  <a:lnTo>
                    <a:pt x="769806" y="1925325"/>
                  </a:lnTo>
                  <a:lnTo>
                    <a:pt x="783311" y="1922203"/>
                  </a:lnTo>
                  <a:lnTo>
                    <a:pt x="796817" y="1918827"/>
                  </a:lnTo>
                  <a:lnTo>
                    <a:pt x="810322" y="1915113"/>
                  </a:lnTo>
                  <a:lnTo>
                    <a:pt x="823827" y="1911095"/>
                  </a:lnTo>
                  <a:lnTo>
                    <a:pt x="837333" y="1906799"/>
                  </a:lnTo>
                  <a:lnTo>
                    <a:pt x="850838" y="1902222"/>
                  </a:lnTo>
                  <a:lnTo>
                    <a:pt x="864344" y="1897345"/>
                  </a:lnTo>
                  <a:lnTo>
                    <a:pt x="877849" y="1892090"/>
                  </a:lnTo>
                  <a:lnTo>
                    <a:pt x="891354" y="1886555"/>
                  </a:lnTo>
                  <a:lnTo>
                    <a:pt x="904860" y="1880743"/>
                  </a:lnTo>
                  <a:lnTo>
                    <a:pt x="918365" y="1874657"/>
                  </a:lnTo>
                  <a:lnTo>
                    <a:pt x="931870" y="1868245"/>
                  </a:lnTo>
                  <a:lnTo>
                    <a:pt x="945376" y="1861541"/>
                  </a:lnTo>
                  <a:lnTo>
                    <a:pt x="958881" y="1854598"/>
                  </a:lnTo>
                  <a:lnTo>
                    <a:pt x="972387" y="1847426"/>
                  </a:lnTo>
                  <a:lnTo>
                    <a:pt x="985892" y="1840035"/>
                  </a:lnTo>
                  <a:lnTo>
                    <a:pt x="999397" y="1832375"/>
                  </a:lnTo>
                  <a:lnTo>
                    <a:pt x="1012903" y="1824545"/>
                  </a:lnTo>
                  <a:lnTo>
                    <a:pt x="1026408" y="1816560"/>
                  </a:lnTo>
                  <a:lnTo>
                    <a:pt x="1039913" y="1808437"/>
                  </a:lnTo>
                  <a:lnTo>
                    <a:pt x="1053419" y="1800178"/>
                  </a:lnTo>
                  <a:lnTo>
                    <a:pt x="1066924" y="1791814"/>
                  </a:lnTo>
                  <a:lnTo>
                    <a:pt x="1080430" y="1783389"/>
                  </a:lnTo>
                  <a:lnTo>
                    <a:pt x="1093935" y="1774920"/>
                  </a:lnTo>
                  <a:lnTo>
                    <a:pt x="1107440" y="1766425"/>
                  </a:lnTo>
                  <a:lnTo>
                    <a:pt x="1120946" y="1757934"/>
                  </a:lnTo>
                  <a:lnTo>
                    <a:pt x="1134451" y="1749474"/>
                  </a:lnTo>
                  <a:lnTo>
                    <a:pt x="1147956" y="1741061"/>
                  </a:lnTo>
                  <a:lnTo>
                    <a:pt x="1161462" y="1732711"/>
                  </a:lnTo>
                  <a:lnTo>
                    <a:pt x="1174967" y="1724450"/>
                  </a:lnTo>
                  <a:lnTo>
                    <a:pt x="1188473" y="1716315"/>
                  </a:lnTo>
                  <a:lnTo>
                    <a:pt x="1201978" y="1708293"/>
                  </a:lnTo>
                  <a:lnTo>
                    <a:pt x="1215483" y="1700392"/>
                  </a:lnTo>
                  <a:lnTo>
                    <a:pt x="1228989" y="1692620"/>
                  </a:lnTo>
                  <a:lnTo>
                    <a:pt x="1242494" y="1685024"/>
                  </a:lnTo>
                  <a:lnTo>
                    <a:pt x="1255999" y="1677576"/>
                  </a:lnTo>
                  <a:lnTo>
                    <a:pt x="1269505" y="1670263"/>
                  </a:lnTo>
                  <a:lnTo>
                    <a:pt x="1283010" y="1663081"/>
                  </a:lnTo>
                  <a:lnTo>
                    <a:pt x="1296516" y="1656035"/>
                  </a:lnTo>
                  <a:lnTo>
                    <a:pt x="1310021" y="1649133"/>
                  </a:lnTo>
                  <a:lnTo>
                    <a:pt x="1323526" y="1642324"/>
                  </a:lnTo>
                  <a:lnTo>
                    <a:pt x="1337032" y="1635593"/>
                  </a:lnTo>
                  <a:lnTo>
                    <a:pt x="1350537" y="1628923"/>
                  </a:lnTo>
                  <a:lnTo>
                    <a:pt x="1364042" y="1622299"/>
                  </a:lnTo>
                  <a:lnTo>
                    <a:pt x="1377548" y="1615676"/>
                  </a:lnTo>
                  <a:lnTo>
                    <a:pt x="1391053" y="1609026"/>
                  </a:lnTo>
                  <a:lnTo>
                    <a:pt x="1404559" y="1602324"/>
                  </a:lnTo>
                  <a:lnTo>
                    <a:pt x="1418064" y="1595540"/>
                  </a:lnTo>
                  <a:lnTo>
                    <a:pt x="1431569" y="1588589"/>
                  </a:lnTo>
                  <a:lnTo>
                    <a:pt x="1445075" y="1581468"/>
                  </a:lnTo>
                  <a:lnTo>
                    <a:pt x="1458580" y="1574150"/>
                  </a:lnTo>
                  <a:lnTo>
                    <a:pt x="1472085" y="1566605"/>
                  </a:lnTo>
                  <a:lnTo>
                    <a:pt x="1485591" y="1558739"/>
                  </a:lnTo>
                  <a:lnTo>
                    <a:pt x="1499096" y="1550502"/>
                  </a:lnTo>
                  <a:lnTo>
                    <a:pt x="1512602" y="1541917"/>
                  </a:lnTo>
                  <a:lnTo>
                    <a:pt x="1526107" y="1532955"/>
                  </a:lnTo>
                  <a:lnTo>
                    <a:pt x="1539612" y="1523592"/>
                  </a:lnTo>
                  <a:lnTo>
                    <a:pt x="1553118" y="1513623"/>
                  </a:lnTo>
                  <a:lnTo>
                    <a:pt x="1566623" y="1503171"/>
                  </a:lnTo>
                  <a:lnTo>
                    <a:pt x="1580128" y="1492226"/>
                  </a:lnTo>
                  <a:lnTo>
                    <a:pt x="1593634" y="1480769"/>
                  </a:lnTo>
                  <a:lnTo>
                    <a:pt x="1607139" y="1468701"/>
                  </a:lnTo>
                  <a:lnTo>
                    <a:pt x="1620645" y="1455958"/>
                  </a:lnTo>
                  <a:lnTo>
                    <a:pt x="1634150" y="1442659"/>
                  </a:lnTo>
                  <a:lnTo>
                    <a:pt x="1647655" y="1428801"/>
                  </a:lnTo>
                  <a:lnTo>
                    <a:pt x="1661161" y="1414383"/>
                  </a:lnTo>
                  <a:lnTo>
                    <a:pt x="1674666" y="1399226"/>
                  </a:lnTo>
                  <a:lnTo>
                    <a:pt x="1688171" y="1383490"/>
                  </a:lnTo>
                  <a:lnTo>
                    <a:pt x="1701677" y="1367222"/>
                  </a:lnTo>
                  <a:lnTo>
                    <a:pt x="1715182" y="1350435"/>
                  </a:lnTo>
                  <a:lnTo>
                    <a:pt x="1728688" y="1333095"/>
                  </a:lnTo>
                  <a:lnTo>
                    <a:pt x="1742193" y="1315156"/>
                  </a:lnTo>
                  <a:lnTo>
                    <a:pt x="1755698" y="1296785"/>
                  </a:lnTo>
                  <a:lnTo>
                    <a:pt x="1769204" y="1278009"/>
                  </a:lnTo>
                  <a:lnTo>
                    <a:pt x="1782709" y="1258855"/>
                  </a:lnTo>
                  <a:lnTo>
                    <a:pt x="1796215" y="1239275"/>
                  </a:lnTo>
                  <a:lnTo>
                    <a:pt x="1809720" y="1219382"/>
                  </a:lnTo>
                  <a:lnTo>
                    <a:pt x="1823225" y="1199247"/>
                  </a:lnTo>
                  <a:lnTo>
                    <a:pt x="1836731" y="1178906"/>
                  </a:lnTo>
                  <a:lnTo>
                    <a:pt x="1850236" y="1158386"/>
                  </a:lnTo>
                  <a:lnTo>
                    <a:pt x="1863741" y="1137718"/>
                  </a:lnTo>
                  <a:lnTo>
                    <a:pt x="1877247" y="1116991"/>
                  </a:lnTo>
                  <a:lnTo>
                    <a:pt x="1890752" y="1096240"/>
                  </a:lnTo>
                  <a:lnTo>
                    <a:pt x="1904258" y="1075496"/>
                  </a:lnTo>
                  <a:lnTo>
                    <a:pt x="1917763" y="1054816"/>
                  </a:lnTo>
                  <a:lnTo>
                    <a:pt x="1931268" y="1034252"/>
                  </a:lnTo>
                  <a:lnTo>
                    <a:pt x="1944774" y="1013820"/>
                  </a:lnTo>
                  <a:lnTo>
                    <a:pt x="1958279" y="993545"/>
                  </a:lnTo>
                  <a:lnTo>
                    <a:pt x="1971784" y="973450"/>
                  </a:lnTo>
                  <a:lnTo>
                    <a:pt x="1985290" y="953647"/>
                  </a:lnTo>
                  <a:lnTo>
                    <a:pt x="1998795" y="934080"/>
                  </a:lnTo>
                  <a:lnTo>
                    <a:pt x="2012301" y="914758"/>
                  </a:lnTo>
                  <a:lnTo>
                    <a:pt x="2025806" y="895691"/>
                  </a:lnTo>
                  <a:lnTo>
                    <a:pt x="2039311" y="876934"/>
                  </a:lnTo>
                  <a:lnTo>
                    <a:pt x="2052817" y="858500"/>
                  </a:lnTo>
                  <a:lnTo>
                    <a:pt x="2066322" y="840329"/>
                  </a:lnTo>
                  <a:lnTo>
                    <a:pt x="2079827" y="822418"/>
                  </a:lnTo>
                  <a:lnTo>
                    <a:pt x="2093333" y="804759"/>
                  </a:lnTo>
                  <a:lnTo>
                    <a:pt x="2106838" y="787420"/>
                  </a:lnTo>
                  <a:lnTo>
                    <a:pt x="2120344" y="770307"/>
                  </a:lnTo>
                  <a:lnTo>
                    <a:pt x="2133849" y="753396"/>
                  </a:lnTo>
                  <a:lnTo>
                    <a:pt x="2147354" y="736668"/>
                  </a:lnTo>
                  <a:lnTo>
                    <a:pt x="2160860" y="720126"/>
                  </a:lnTo>
                  <a:lnTo>
                    <a:pt x="2174365" y="703751"/>
                  </a:lnTo>
                  <a:lnTo>
                    <a:pt x="2187870" y="687481"/>
                  </a:lnTo>
                  <a:lnTo>
                    <a:pt x="2201376" y="671296"/>
                  </a:lnTo>
                  <a:lnTo>
                    <a:pt x="2214881" y="655177"/>
                  </a:lnTo>
                  <a:lnTo>
                    <a:pt x="2228387" y="639104"/>
                  </a:lnTo>
                  <a:lnTo>
                    <a:pt x="2241892" y="623038"/>
                  </a:lnTo>
                  <a:lnTo>
                    <a:pt x="2255397" y="606959"/>
                  </a:lnTo>
                  <a:lnTo>
                    <a:pt x="2268903" y="590849"/>
                  </a:lnTo>
                  <a:lnTo>
                    <a:pt x="2282408" y="574688"/>
                  </a:lnTo>
                  <a:lnTo>
                    <a:pt x="2295913" y="558437"/>
                  </a:lnTo>
                  <a:lnTo>
                    <a:pt x="2309419" y="542103"/>
                  </a:lnTo>
                  <a:lnTo>
                    <a:pt x="2322924" y="525678"/>
                  </a:lnTo>
                  <a:lnTo>
                    <a:pt x="2336430" y="509154"/>
                  </a:lnTo>
                  <a:lnTo>
                    <a:pt x="2349935" y="492501"/>
                  </a:lnTo>
                  <a:lnTo>
                    <a:pt x="2363440" y="475727"/>
                  </a:lnTo>
                  <a:lnTo>
                    <a:pt x="2376946" y="458851"/>
                  </a:lnTo>
                  <a:lnTo>
                    <a:pt x="2390451" y="441877"/>
                  </a:lnTo>
                  <a:lnTo>
                    <a:pt x="2403956" y="424808"/>
                  </a:lnTo>
                  <a:lnTo>
                    <a:pt x="2417462" y="407633"/>
                  </a:lnTo>
                  <a:lnTo>
                    <a:pt x="2430967" y="390399"/>
                  </a:lnTo>
                  <a:lnTo>
                    <a:pt x="2444473" y="373120"/>
                  </a:lnTo>
                  <a:lnTo>
                    <a:pt x="2457978" y="355812"/>
                  </a:lnTo>
                  <a:lnTo>
                    <a:pt x="2471483" y="338497"/>
                  </a:lnTo>
                  <a:lnTo>
                    <a:pt x="2484989" y="321213"/>
                  </a:lnTo>
                  <a:lnTo>
                    <a:pt x="2498494" y="303986"/>
                  </a:lnTo>
                  <a:lnTo>
                    <a:pt x="2511999" y="286837"/>
                  </a:lnTo>
                  <a:lnTo>
                    <a:pt x="2525505" y="269792"/>
                  </a:lnTo>
                  <a:lnTo>
                    <a:pt x="2539010" y="252945"/>
                  </a:lnTo>
                  <a:lnTo>
                    <a:pt x="2552516" y="236292"/>
                  </a:lnTo>
                  <a:lnTo>
                    <a:pt x="2566021" y="219859"/>
                  </a:lnTo>
                  <a:lnTo>
                    <a:pt x="2579526" y="203674"/>
                  </a:lnTo>
                  <a:lnTo>
                    <a:pt x="2593032" y="187819"/>
                  </a:lnTo>
                  <a:lnTo>
                    <a:pt x="2606537" y="172379"/>
                  </a:lnTo>
                  <a:lnTo>
                    <a:pt x="2620042" y="157320"/>
                  </a:lnTo>
                  <a:lnTo>
                    <a:pt x="2633548" y="142671"/>
                  </a:lnTo>
                  <a:lnTo>
                    <a:pt x="2647053" y="128464"/>
                  </a:lnTo>
                  <a:lnTo>
                    <a:pt x="2660559" y="114905"/>
                  </a:lnTo>
                  <a:lnTo>
                    <a:pt x="2674064" y="101924"/>
                  </a:lnTo>
                  <a:lnTo>
                    <a:pt x="2687569" y="89518"/>
                  </a:lnTo>
                  <a:lnTo>
                    <a:pt x="2701075" y="77716"/>
                  </a:lnTo>
                  <a:lnTo>
                    <a:pt x="2714580" y="66618"/>
                  </a:lnTo>
                  <a:lnTo>
                    <a:pt x="2728085" y="56402"/>
                  </a:lnTo>
                  <a:lnTo>
                    <a:pt x="2741591" y="46908"/>
                  </a:lnTo>
                  <a:lnTo>
                    <a:pt x="2755096" y="38160"/>
                  </a:lnTo>
                  <a:lnTo>
                    <a:pt x="2768602" y="30181"/>
                  </a:lnTo>
                  <a:lnTo>
                    <a:pt x="2782107" y="23218"/>
                  </a:lnTo>
                  <a:lnTo>
                    <a:pt x="2795612" y="17180"/>
                  </a:lnTo>
                  <a:lnTo>
                    <a:pt x="2809118" y="11985"/>
                  </a:lnTo>
                  <a:lnTo>
                    <a:pt x="2822623" y="7643"/>
                  </a:lnTo>
                  <a:lnTo>
                    <a:pt x="2836128" y="4209"/>
                  </a:lnTo>
                  <a:lnTo>
                    <a:pt x="2849634" y="1939"/>
                  </a:lnTo>
                  <a:lnTo>
                    <a:pt x="2863139" y="538"/>
                  </a:lnTo>
                  <a:lnTo>
                    <a:pt x="2876645" y="0"/>
                  </a:lnTo>
                  <a:lnTo>
                    <a:pt x="2890150" y="315"/>
                  </a:lnTo>
                  <a:lnTo>
                    <a:pt x="2903655" y="1654"/>
                  </a:lnTo>
                  <a:lnTo>
                    <a:pt x="2917161" y="3937"/>
                  </a:lnTo>
                  <a:lnTo>
                    <a:pt x="2930666" y="6997"/>
                  </a:lnTo>
                  <a:lnTo>
                    <a:pt x="2944171" y="10805"/>
                  </a:lnTo>
                  <a:lnTo>
                    <a:pt x="2957677" y="15335"/>
                  </a:lnTo>
                  <a:lnTo>
                    <a:pt x="2971182" y="20782"/>
                  </a:lnTo>
                  <a:lnTo>
                    <a:pt x="2984688" y="26823"/>
                  </a:lnTo>
                  <a:lnTo>
                    <a:pt x="2998193" y="33411"/>
                  </a:lnTo>
                  <a:lnTo>
                    <a:pt x="3011698" y="40500"/>
                  </a:lnTo>
                  <a:lnTo>
                    <a:pt x="3025204" y="48100"/>
                  </a:lnTo>
                  <a:lnTo>
                    <a:pt x="3038709" y="56123"/>
                  </a:lnTo>
                  <a:lnTo>
                    <a:pt x="3052214" y="64416"/>
                  </a:lnTo>
                  <a:lnTo>
                    <a:pt x="3065720" y="72921"/>
                  </a:lnTo>
                  <a:lnTo>
                    <a:pt x="3079225" y="81579"/>
                  </a:lnTo>
                  <a:lnTo>
                    <a:pt x="3092731" y="90316"/>
                  </a:lnTo>
                  <a:lnTo>
                    <a:pt x="3106236" y="99011"/>
                  </a:lnTo>
                  <a:lnTo>
                    <a:pt x="3119741" y="107602"/>
                  </a:lnTo>
                  <a:lnTo>
                    <a:pt x="3133247" y="116031"/>
                  </a:lnTo>
                  <a:lnTo>
                    <a:pt x="3146752" y="124201"/>
                  </a:lnTo>
                  <a:lnTo>
                    <a:pt x="3160257" y="131965"/>
                  </a:lnTo>
                  <a:lnTo>
                    <a:pt x="3173763" y="139335"/>
                  </a:lnTo>
                  <a:lnTo>
                    <a:pt x="3187268" y="146267"/>
                  </a:lnTo>
                  <a:lnTo>
                    <a:pt x="3200774" y="152714"/>
                  </a:lnTo>
                  <a:lnTo>
                    <a:pt x="3214279" y="158460"/>
                  </a:lnTo>
                  <a:lnTo>
                    <a:pt x="3227784" y="163552"/>
                  </a:lnTo>
                  <a:lnTo>
                    <a:pt x="3241290" y="168018"/>
                  </a:lnTo>
                  <a:lnTo>
                    <a:pt x="3254795" y="171836"/>
                  </a:lnTo>
                  <a:lnTo>
                    <a:pt x="3268300" y="174939"/>
                  </a:lnTo>
                  <a:lnTo>
                    <a:pt x="3281806" y="177144"/>
                  </a:lnTo>
                  <a:lnTo>
                    <a:pt x="3295311" y="178668"/>
                  </a:lnTo>
                  <a:lnTo>
                    <a:pt x="3308817" y="179517"/>
                  </a:lnTo>
                  <a:lnTo>
                    <a:pt x="3322322" y="179703"/>
                  </a:lnTo>
                  <a:lnTo>
                    <a:pt x="3335827" y="179092"/>
                  </a:lnTo>
                  <a:lnTo>
                    <a:pt x="3349333" y="177799"/>
                  </a:lnTo>
                  <a:lnTo>
                    <a:pt x="3362838" y="175952"/>
                  </a:lnTo>
                  <a:lnTo>
                    <a:pt x="3376343" y="173590"/>
                  </a:lnTo>
                  <a:lnTo>
                    <a:pt x="3389849" y="170746"/>
                  </a:lnTo>
                  <a:lnTo>
                    <a:pt x="3403354" y="167369"/>
                  </a:lnTo>
                  <a:lnTo>
                    <a:pt x="3416860" y="163691"/>
                  </a:lnTo>
                  <a:lnTo>
                    <a:pt x="3430365" y="159772"/>
                  </a:lnTo>
                  <a:lnTo>
                    <a:pt x="3443870" y="155674"/>
                  </a:lnTo>
                  <a:lnTo>
                    <a:pt x="3457376" y="151465"/>
                  </a:lnTo>
                  <a:lnTo>
                    <a:pt x="3470881" y="147278"/>
                  </a:lnTo>
                  <a:lnTo>
                    <a:pt x="3484387" y="143201"/>
                  </a:lnTo>
                  <a:lnTo>
                    <a:pt x="3497892" y="139303"/>
                  </a:lnTo>
                  <a:lnTo>
                    <a:pt x="3511397" y="135655"/>
                  </a:lnTo>
                  <a:lnTo>
                    <a:pt x="3524903" y="132499"/>
                  </a:lnTo>
                  <a:lnTo>
                    <a:pt x="3538408" y="129823"/>
                  </a:lnTo>
                  <a:lnTo>
                    <a:pt x="3551913" y="127683"/>
                  </a:lnTo>
                  <a:lnTo>
                    <a:pt x="3565419" y="126141"/>
                  </a:lnTo>
                  <a:lnTo>
                    <a:pt x="3578924" y="125365"/>
                  </a:lnTo>
                  <a:lnTo>
                    <a:pt x="3592430" y="125532"/>
                  </a:lnTo>
                  <a:lnTo>
                    <a:pt x="3605935" y="126520"/>
                  </a:lnTo>
                  <a:lnTo>
                    <a:pt x="3619440" y="128370"/>
                  </a:lnTo>
                  <a:lnTo>
                    <a:pt x="3632946" y="131122"/>
                  </a:lnTo>
                  <a:lnTo>
                    <a:pt x="3646451" y="135120"/>
                  </a:lnTo>
                  <a:lnTo>
                    <a:pt x="3659956" y="140175"/>
                  </a:lnTo>
                  <a:lnTo>
                    <a:pt x="3673462" y="146229"/>
                  </a:lnTo>
                  <a:lnTo>
                    <a:pt x="3686967" y="153292"/>
                  </a:lnTo>
                  <a:lnTo>
                    <a:pt x="3700473" y="161468"/>
                  </a:lnTo>
                  <a:lnTo>
                    <a:pt x="3713978" y="170948"/>
                  </a:lnTo>
                  <a:lnTo>
                    <a:pt x="3727483" y="181418"/>
                  </a:lnTo>
                  <a:lnTo>
                    <a:pt x="3740989" y="192859"/>
                  </a:lnTo>
                  <a:lnTo>
                    <a:pt x="3754494" y="205250"/>
                  </a:lnTo>
                  <a:lnTo>
                    <a:pt x="3767999" y="218795"/>
                  </a:lnTo>
                  <a:lnTo>
                    <a:pt x="3781505" y="233302"/>
                  </a:lnTo>
                  <a:lnTo>
                    <a:pt x="3795010" y="248617"/>
                  </a:lnTo>
                  <a:lnTo>
                    <a:pt x="3808516" y="264699"/>
                  </a:lnTo>
                  <a:lnTo>
                    <a:pt x="3822021" y="281536"/>
                  </a:lnTo>
                  <a:lnTo>
                    <a:pt x="3835526" y="299236"/>
                  </a:lnTo>
                  <a:lnTo>
                    <a:pt x="3849032" y="317502"/>
                  </a:lnTo>
                  <a:lnTo>
                    <a:pt x="3862537" y="336284"/>
                  </a:lnTo>
                  <a:lnTo>
                    <a:pt x="3876042" y="355529"/>
                  </a:lnTo>
                  <a:lnTo>
                    <a:pt x="3889548" y="375256"/>
                  </a:lnTo>
                  <a:lnTo>
                    <a:pt x="3903053" y="395350"/>
                  </a:lnTo>
                  <a:lnTo>
                    <a:pt x="3916559" y="415693"/>
                  </a:lnTo>
                  <a:lnTo>
                    <a:pt x="3930064" y="436240"/>
                  </a:lnTo>
                  <a:lnTo>
                    <a:pt x="3943569" y="456943"/>
                  </a:lnTo>
                  <a:lnTo>
                    <a:pt x="3957075" y="477767"/>
                  </a:lnTo>
                  <a:lnTo>
                    <a:pt x="3970580" y="498611"/>
                  </a:lnTo>
                  <a:lnTo>
                    <a:pt x="3984085" y="519443"/>
                  </a:lnTo>
                  <a:lnTo>
                    <a:pt x="3997591" y="540227"/>
                  </a:lnTo>
                  <a:lnTo>
                    <a:pt x="4011096" y="560910"/>
                  </a:lnTo>
                  <a:lnTo>
                    <a:pt x="4024602" y="581435"/>
                  </a:lnTo>
                  <a:lnTo>
                    <a:pt x="4038107" y="601802"/>
                  </a:lnTo>
                  <a:lnTo>
                    <a:pt x="4051612" y="621993"/>
                  </a:lnTo>
                  <a:lnTo>
                    <a:pt x="4065118" y="641991"/>
                  </a:lnTo>
                  <a:lnTo>
                    <a:pt x="4078623" y="661707"/>
                  </a:lnTo>
                  <a:lnTo>
                    <a:pt x="4092128" y="681186"/>
                  </a:lnTo>
                  <a:lnTo>
                    <a:pt x="4105634" y="700436"/>
                  </a:lnTo>
                  <a:lnTo>
                    <a:pt x="4119139" y="719453"/>
                  </a:lnTo>
                  <a:lnTo>
                    <a:pt x="4132645" y="738211"/>
                  </a:lnTo>
                  <a:lnTo>
                    <a:pt x="4146150" y="756676"/>
                  </a:lnTo>
                  <a:lnTo>
                    <a:pt x="4159655" y="774918"/>
                  </a:lnTo>
                  <a:lnTo>
                    <a:pt x="4173161" y="792941"/>
                  </a:lnTo>
                  <a:lnTo>
                    <a:pt x="4186666" y="810754"/>
                  </a:lnTo>
                  <a:lnTo>
                    <a:pt x="4200171" y="828307"/>
                  </a:lnTo>
                  <a:lnTo>
                    <a:pt x="4213677" y="845654"/>
                  </a:lnTo>
                  <a:lnTo>
                    <a:pt x="4227182" y="862822"/>
                  </a:lnTo>
                  <a:lnTo>
                    <a:pt x="4240688" y="879819"/>
                  </a:lnTo>
                  <a:lnTo>
                    <a:pt x="4254193" y="896642"/>
                  </a:lnTo>
                  <a:lnTo>
                    <a:pt x="4267698" y="913264"/>
                  </a:lnTo>
                  <a:lnTo>
                    <a:pt x="4281204" y="929743"/>
                  </a:lnTo>
                  <a:lnTo>
                    <a:pt x="4294709" y="946083"/>
                  </a:lnTo>
                  <a:lnTo>
                    <a:pt x="4308214" y="962287"/>
                  </a:lnTo>
                  <a:lnTo>
                    <a:pt x="4321720" y="978325"/>
                  </a:lnTo>
                  <a:lnTo>
                    <a:pt x="4335225" y="994210"/>
                  </a:lnTo>
                  <a:lnTo>
                    <a:pt x="4348731" y="1009959"/>
                  </a:lnTo>
                  <a:lnTo>
                    <a:pt x="4362236" y="1025569"/>
                  </a:lnTo>
                  <a:lnTo>
                    <a:pt x="4375741" y="1041033"/>
                  </a:lnTo>
                  <a:lnTo>
                    <a:pt x="4389247" y="1056286"/>
                  </a:lnTo>
                  <a:lnTo>
                    <a:pt x="4402752" y="1071374"/>
                  </a:lnTo>
                  <a:lnTo>
                    <a:pt x="4416257" y="1086285"/>
                  </a:lnTo>
                  <a:lnTo>
                    <a:pt x="4429763" y="1101011"/>
                  </a:lnTo>
                  <a:lnTo>
                    <a:pt x="4443268" y="1115500"/>
                  </a:lnTo>
                  <a:lnTo>
                    <a:pt x="4456774" y="1129726"/>
                  </a:lnTo>
                  <a:lnTo>
                    <a:pt x="4470279" y="1143717"/>
                  </a:lnTo>
                  <a:lnTo>
                    <a:pt x="4483784" y="1157461"/>
                  </a:lnTo>
                  <a:lnTo>
                    <a:pt x="4497290" y="1170945"/>
                  </a:lnTo>
                  <a:lnTo>
                    <a:pt x="4510795" y="1184049"/>
                  </a:lnTo>
                  <a:lnTo>
                    <a:pt x="4524300" y="1196848"/>
                  </a:lnTo>
                  <a:lnTo>
                    <a:pt x="4537806" y="1209339"/>
                  </a:lnTo>
                  <a:lnTo>
                    <a:pt x="4551311" y="1221512"/>
                  </a:lnTo>
                  <a:lnTo>
                    <a:pt x="4564817" y="1233312"/>
                  </a:lnTo>
                  <a:lnTo>
                    <a:pt x="4578322" y="1244688"/>
                  </a:lnTo>
                  <a:lnTo>
                    <a:pt x="4591827" y="1255720"/>
                  </a:lnTo>
                  <a:lnTo>
                    <a:pt x="4605333" y="1266403"/>
                  </a:lnTo>
                  <a:lnTo>
                    <a:pt x="4618838" y="1276738"/>
                  </a:lnTo>
                  <a:lnTo>
                    <a:pt x="4632343" y="1286616"/>
                  </a:lnTo>
                  <a:lnTo>
                    <a:pt x="4645849" y="1296123"/>
                  </a:lnTo>
                  <a:lnTo>
                    <a:pt x="4659354" y="1305295"/>
                  </a:lnTo>
                  <a:lnTo>
                    <a:pt x="4672860" y="1314137"/>
                  </a:lnTo>
                  <a:lnTo>
                    <a:pt x="4686365" y="1322632"/>
                  </a:lnTo>
                  <a:lnTo>
                    <a:pt x="4699870" y="1330737"/>
                  </a:lnTo>
                  <a:lnTo>
                    <a:pt x="4713376" y="1338562"/>
                  </a:lnTo>
                  <a:lnTo>
                    <a:pt x="4726881" y="1346123"/>
                  </a:lnTo>
                  <a:lnTo>
                    <a:pt x="4740386" y="1353436"/>
                  </a:lnTo>
                  <a:lnTo>
                    <a:pt x="4753892" y="1360468"/>
                  </a:lnTo>
                  <a:lnTo>
                    <a:pt x="4767397" y="1367284"/>
                  </a:lnTo>
                  <a:lnTo>
                    <a:pt x="4780903" y="1373934"/>
                  </a:lnTo>
                  <a:lnTo>
                    <a:pt x="4794408" y="1380439"/>
                  </a:lnTo>
                  <a:lnTo>
                    <a:pt x="4807913" y="1386816"/>
                  </a:lnTo>
                  <a:lnTo>
                    <a:pt x="4821419" y="1393075"/>
                  </a:lnTo>
                  <a:lnTo>
                    <a:pt x="4834924" y="1399282"/>
                  </a:lnTo>
                  <a:lnTo>
                    <a:pt x="4848429" y="1405456"/>
                  </a:lnTo>
                  <a:lnTo>
                    <a:pt x="4861935" y="1411621"/>
                  </a:lnTo>
                  <a:lnTo>
                    <a:pt x="4875440" y="1417806"/>
                  </a:lnTo>
                  <a:lnTo>
                    <a:pt x="4888946" y="1424050"/>
                  </a:lnTo>
                  <a:lnTo>
                    <a:pt x="4902451" y="1430367"/>
                  </a:lnTo>
                  <a:lnTo>
                    <a:pt x="4915956" y="1436774"/>
                  </a:lnTo>
                  <a:lnTo>
                    <a:pt x="4929462" y="1443288"/>
                  </a:lnTo>
                  <a:lnTo>
                    <a:pt x="4942967" y="1449983"/>
                  </a:lnTo>
                  <a:lnTo>
                    <a:pt x="4956472" y="1456832"/>
                  </a:lnTo>
                  <a:lnTo>
                    <a:pt x="4969978" y="1463843"/>
                  </a:lnTo>
                  <a:lnTo>
                    <a:pt x="4983483" y="1471027"/>
                  </a:lnTo>
                  <a:lnTo>
                    <a:pt x="4996989" y="1478423"/>
                  </a:lnTo>
                  <a:lnTo>
                    <a:pt x="5010494" y="1486056"/>
                  </a:lnTo>
                  <a:lnTo>
                    <a:pt x="5023999" y="1493888"/>
                  </a:lnTo>
                  <a:lnTo>
                    <a:pt x="5037505" y="1501919"/>
                  </a:lnTo>
                  <a:lnTo>
                    <a:pt x="5051010" y="1510152"/>
                  </a:lnTo>
                  <a:lnTo>
                    <a:pt x="5064515" y="1518651"/>
                  </a:lnTo>
                  <a:lnTo>
                    <a:pt x="5078021" y="1527356"/>
                  </a:lnTo>
                  <a:lnTo>
                    <a:pt x="5091526" y="1536250"/>
                  </a:lnTo>
                  <a:lnTo>
                    <a:pt x="5105032" y="1545328"/>
                  </a:lnTo>
                  <a:lnTo>
                    <a:pt x="5118537" y="1554601"/>
                  </a:lnTo>
                  <a:lnTo>
                    <a:pt x="5132042" y="1564080"/>
                  </a:lnTo>
                  <a:lnTo>
                    <a:pt x="5145548" y="1573704"/>
                  </a:lnTo>
                  <a:lnTo>
                    <a:pt x="5159053" y="1583464"/>
                  </a:lnTo>
                  <a:lnTo>
                    <a:pt x="5172559" y="1593347"/>
                  </a:lnTo>
                  <a:lnTo>
                    <a:pt x="5186064" y="1603364"/>
                  </a:lnTo>
                  <a:lnTo>
                    <a:pt x="5199569" y="1613473"/>
                  </a:lnTo>
                  <a:lnTo>
                    <a:pt x="5213075" y="1623648"/>
                  </a:lnTo>
                  <a:lnTo>
                    <a:pt x="5226580" y="1633874"/>
                  </a:lnTo>
                  <a:lnTo>
                    <a:pt x="5240085" y="1644137"/>
                  </a:lnTo>
                  <a:lnTo>
                    <a:pt x="5253591" y="1654415"/>
                  </a:lnTo>
                  <a:lnTo>
                    <a:pt x="5267096" y="1664682"/>
                  </a:lnTo>
                  <a:lnTo>
                    <a:pt x="5280602" y="1674922"/>
                  </a:lnTo>
                  <a:lnTo>
                    <a:pt x="5294107" y="1685120"/>
                  </a:lnTo>
                  <a:lnTo>
                    <a:pt x="5307612" y="1695245"/>
                  </a:lnTo>
                  <a:lnTo>
                    <a:pt x="5321118" y="1705273"/>
                  </a:lnTo>
                  <a:lnTo>
                    <a:pt x="5334623" y="1715202"/>
                  </a:lnTo>
                  <a:lnTo>
                    <a:pt x="5348128" y="1725019"/>
                  </a:lnTo>
                  <a:lnTo>
                    <a:pt x="5361634" y="1734710"/>
                  </a:lnTo>
                  <a:lnTo>
                    <a:pt x="5375139" y="1744206"/>
                  </a:lnTo>
                  <a:lnTo>
                    <a:pt x="5388645" y="1753544"/>
                  </a:lnTo>
                  <a:lnTo>
                    <a:pt x="5402150" y="1762714"/>
                  </a:lnTo>
                  <a:lnTo>
                    <a:pt x="5415655" y="1771708"/>
                  </a:lnTo>
                  <a:lnTo>
                    <a:pt x="5429161" y="1780482"/>
                  </a:lnTo>
                  <a:lnTo>
                    <a:pt x="5442666" y="1789018"/>
                  </a:lnTo>
                  <a:lnTo>
                    <a:pt x="5456171" y="1797349"/>
                  </a:lnTo>
                  <a:lnTo>
                    <a:pt x="5469677" y="1805470"/>
                  </a:lnTo>
                  <a:lnTo>
                    <a:pt x="5483182" y="1813377"/>
                  </a:lnTo>
                  <a:lnTo>
                    <a:pt x="5496688" y="1820985"/>
                  </a:lnTo>
                  <a:lnTo>
                    <a:pt x="5510193" y="1828361"/>
                  </a:lnTo>
                  <a:lnTo>
                    <a:pt x="5523698" y="1835510"/>
                  </a:lnTo>
                  <a:lnTo>
                    <a:pt x="5537204" y="1842431"/>
                  </a:lnTo>
                  <a:lnTo>
                    <a:pt x="5550709" y="1849090"/>
                  </a:lnTo>
                  <a:lnTo>
                    <a:pt x="5564214" y="1855458"/>
                  </a:lnTo>
                  <a:lnTo>
                    <a:pt x="5577720" y="1861595"/>
                  </a:lnTo>
                  <a:lnTo>
                    <a:pt x="5591225" y="1867500"/>
                  </a:lnTo>
                  <a:lnTo>
                    <a:pt x="5604731" y="1873174"/>
                  </a:lnTo>
                  <a:lnTo>
                    <a:pt x="5618236" y="1878545"/>
                  </a:lnTo>
                  <a:lnTo>
                    <a:pt x="5631741" y="1883668"/>
                  </a:lnTo>
                  <a:lnTo>
                    <a:pt x="5645247" y="1888562"/>
                  </a:lnTo>
                  <a:lnTo>
                    <a:pt x="5658752" y="1893229"/>
                  </a:lnTo>
                  <a:lnTo>
                    <a:pt x="5672257" y="1897650"/>
                  </a:lnTo>
                  <a:lnTo>
                    <a:pt x="5685763" y="1901779"/>
                  </a:lnTo>
                  <a:lnTo>
                    <a:pt x="5699268" y="1905687"/>
                  </a:lnTo>
                  <a:lnTo>
                    <a:pt x="5712774" y="1909375"/>
                  </a:lnTo>
                  <a:lnTo>
                    <a:pt x="5726279" y="1912846"/>
                  </a:lnTo>
                  <a:lnTo>
                    <a:pt x="5739784" y="1916046"/>
                  </a:lnTo>
                  <a:lnTo>
                    <a:pt x="5753290" y="1919008"/>
                  </a:lnTo>
                  <a:lnTo>
                    <a:pt x="5766795" y="1921763"/>
                  </a:lnTo>
                  <a:lnTo>
                    <a:pt x="5780300" y="1924314"/>
                  </a:lnTo>
                  <a:lnTo>
                    <a:pt x="5793806" y="1926658"/>
                  </a:lnTo>
                  <a:lnTo>
                    <a:pt x="5807311" y="1928739"/>
                  </a:lnTo>
                  <a:lnTo>
                    <a:pt x="5820817" y="1930633"/>
                  </a:lnTo>
                  <a:lnTo>
                    <a:pt x="5834322" y="1932346"/>
                  </a:lnTo>
                  <a:lnTo>
                    <a:pt x="5847827" y="1933882"/>
                  </a:lnTo>
                  <a:lnTo>
                    <a:pt x="5861333" y="1935213"/>
                  </a:lnTo>
                  <a:lnTo>
                    <a:pt x="5874838" y="1936358"/>
                  </a:lnTo>
                  <a:lnTo>
                    <a:pt x="5888343" y="1937353"/>
                  </a:lnTo>
                  <a:lnTo>
                    <a:pt x="5901849" y="1938206"/>
                  </a:lnTo>
                  <a:lnTo>
                    <a:pt x="5915354" y="1938924"/>
                  </a:lnTo>
                  <a:lnTo>
                    <a:pt x="5928860" y="1939476"/>
                  </a:lnTo>
                  <a:lnTo>
                    <a:pt x="5942365" y="1939919"/>
                  </a:lnTo>
                  <a:lnTo>
                    <a:pt x="5955870" y="1940265"/>
                  </a:lnTo>
                  <a:lnTo>
                    <a:pt x="5969376" y="1940521"/>
                  </a:lnTo>
                  <a:lnTo>
                    <a:pt x="5982881" y="1940689"/>
                  </a:lnTo>
                  <a:lnTo>
                    <a:pt x="5996386" y="1940782"/>
                  </a:lnTo>
                  <a:lnTo>
                    <a:pt x="6009892" y="1940827"/>
                  </a:lnTo>
                  <a:lnTo>
                    <a:pt x="6023397" y="1940834"/>
                  </a:lnTo>
                  <a:lnTo>
                    <a:pt x="6036903" y="1940813"/>
                  </a:lnTo>
                  <a:lnTo>
                    <a:pt x="6050408" y="1940773"/>
                  </a:lnTo>
                  <a:lnTo>
                    <a:pt x="6063913" y="1940735"/>
                  </a:lnTo>
                  <a:lnTo>
                    <a:pt x="6077419" y="1940707"/>
                  </a:lnTo>
                  <a:lnTo>
                    <a:pt x="6090924" y="1940698"/>
                  </a:lnTo>
                  <a:lnTo>
                    <a:pt x="6104429" y="1940721"/>
                  </a:lnTo>
                  <a:lnTo>
                    <a:pt x="6117935" y="1940796"/>
                  </a:lnTo>
                  <a:lnTo>
                    <a:pt x="6131440" y="1940922"/>
                  </a:lnTo>
                  <a:lnTo>
                    <a:pt x="6144946" y="1941103"/>
                  </a:lnTo>
                  <a:lnTo>
                    <a:pt x="6158451" y="1941347"/>
                  </a:lnTo>
                  <a:lnTo>
                    <a:pt x="6171956" y="1941679"/>
                  </a:lnTo>
                  <a:lnTo>
                    <a:pt x="6185462" y="1942094"/>
                  </a:lnTo>
                  <a:lnTo>
                    <a:pt x="6198967" y="1942587"/>
                  </a:lnTo>
                  <a:lnTo>
                    <a:pt x="6212472" y="1943160"/>
                  </a:lnTo>
                  <a:lnTo>
                    <a:pt x="6225978" y="1943820"/>
                  </a:lnTo>
                  <a:lnTo>
                    <a:pt x="6239483" y="1944589"/>
                  </a:lnTo>
                  <a:lnTo>
                    <a:pt x="6252989" y="1945441"/>
                  </a:lnTo>
                  <a:lnTo>
                    <a:pt x="6266494" y="1946373"/>
                  </a:lnTo>
                  <a:lnTo>
                    <a:pt x="6279999" y="1947383"/>
                  </a:lnTo>
                  <a:lnTo>
                    <a:pt x="6293505" y="1948486"/>
                  </a:lnTo>
                  <a:lnTo>
                    <a:pt x="6307010" y="1949669"/>
                  </a:lnTo>
                  <a:lnTo>
                    <a:pt x="6320515" y="1950916"/>
                  </a:lnTo>
                  <a:lnTo>
                    <a:pt x="6334021" y="1952222"/>
                  </a:lnTo>
                  <a:lnTo>
                    <a:pt x="6347526" y="1953583"/>
                  </a:lnTo>
                  <a:lnTo>
                    <a:pt x="6361032" y="1955006"/>
                  </a:lnTo>
                  <a:lnTo>
                    <a:pt x="6374537" y="1956465"/>
                  </a:lnTo>
                  <a:lnTo>
                    <a:pt x="6388042" y="1957954"/>
                  </a:lnTo>
                  <a:lnTo>
                    <a:pt x="6401548" y="1959465"/>
                  </a:lnTo>
                  <a:lnTo>
                    <a:pt x="6415053" y="1960994"/>
                  </a:lnTo>
                  <a:lnTo>
                    <a:pt x="6428558" y="1962527"/>
                  </a:lnTo>
                  <a:lnTo>
                    <a:pt x="6442064" y="1964056"/>
                  </a:lnTo>
                  <a:lnTo>
                    <a:pt x="6455569" y="1965574"/>
                  </a:lnTo>
                  <a:lnTo>
                    <a:pt x="6469075" y="1967075"/>
                  </a:lnTo>
                  <a:lnTo>
                    <a:pt x="6482580" y="1968540"/>
                  </a:lnTo>
                  <a:lnTo>
                    <a:pt x="6496085" y="1969970"/>
                  </a:lnTo>
                  <a:lnTo>
                    <a:pt x="6509591" y="1971359"/>
                  </a:lnTo>
                  <a:lnTo>
                    <a:pt x="6523096" y="1972704"/>
                  </a:lnTo>
                  <a:lnTo>
                    <a:pt x="6536601" y="1973992"/>
                  </a:lnTo>
                  <a:lnTo>
                    <a:pt x="6550107" y="1975211"/>
                  </a:lnTo>
                  <a:lnTo>
                    <a:pt x="6563612" y="1976371"/>
                  </a:lnTo>
                  <a:lnTo>
                    <a:pt x="6577118" y="1977469"/>
                  </a:lnTo>
                  <a:lnTo>
                    <a:pt x="6590623" y="1978504"/>
                  </a:lnTo>
                  <a:lnTo>
                    <a:pt x="6604128" y="1979455"/>
                  </a:lnTo>
                  <a:lnTo>
                    <a:pt x="6617634" y="1980334"/>
                  </a:lnTo>
                  <a:lnTo>
                    <a:pt x="6631139" y="1981148"/>
                  </a:lnTo>
                  <a:lnTo>
                    <a:pt x="6644644" y="1981898"/>
                  </a:lnTo>
                  <a:lnTo>
                    <a:pt x="6658150" y="1982580"/>
                  </a:lnTo>
                  <a:lnTo>
                    <a:pt x="6671655" y="1983182"/>
                  </a:lnTo>
                  <a:lnTo>
                    <a:pt x="6685161" y="1983728"/>
                  </a:lnTo>
                  <a:lnTo>
                    <a:pt x="6698666" y="1984220"/>
                  </a:lnTo>
                  <a:lnTo>
                    <a:pt x="6712171" y="1984661"/>
                  </a:lnTo>
                  <a:lnTo>
                    <a:pt x="6725677" y="1985044"/>
                  </a:lnTo>
                  <a:lnTo>
                    <a:pt x="6739182" y="1985381"/>
                  </a:lnTo>
                  <a:lnTo>
                    <a:pt x="6752687" y="1985682"/>
                  </a:lnTo>
                  <a:lnTo>
                    <a:pt x="6766193" y="1985951"/>
                  </a:lnTo>
                  <a:lnTo>
                    <a:pt x="6779698" y="1986192"/>
                  </a:lnTo>
                  <a:lnTo>
                    <a:pt x="6793204" y="1986404"/>
                  </a:lnTo>
                  <a:lnTo>
                    <a:pt x="6806709" y="1986600"/>
                  </a:lnTo>
                  <a:lnTo>
                    <a:pt x="6820214" y="1986785"/>
                  </a:lnTo>
                  <a:lnTo>
                    <a:pt x="6833720" y="1986963"/>
                  </a:lnTo>
                  <a:lnTo>
                    <a:pt x="6847225" y="1987136"/>
                  </a:lnTo>
                  <a:lnTo>
                    <a:pt x="6860730" y="1987312"/>
                  </a:lnTo>
                  <a:lnTo>
                    <a:pt x="6874236" y="1987494"/>
                  </a:lnTo>
                  <a:lnTo>
                    <a:pt x="6887741" y="1987684"/>
                  </a:lnTo>
                  <a:lnTo>
                    <a:pt x="6901247" y="1987885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21914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80040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3310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714085" y="550391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714085" y="4518545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714085" y="3533172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495125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185269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787356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863183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0" name="tx30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1" name="rc31"/>
            <p:cNvSpPr/>
            <p:nvPr/>
          </p:nvSpPr>
          <p:spPr>
            <a:xfrm>
              <a:off x="3971558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4904926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4250729" y="2248772"/>
              <a:ext cx="56208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&gt;= 30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184097" y="2248772"/>
              <a:ext cx="49094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&lt; 30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019512" y="1923572"/>
              <a:ext cx="56137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BMI &gt;= 30: N = 287, median = -15.9 %   |   BMI &lt; 30: N = 656, median = 6.0 %   |   Mann-Whitney U p = &lt;0.001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019512" y="1676115"/>
              <a:ext cx="2843966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BMI &gt;= 30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2026-09-28T15:19:56Z</dcterms:modified>
  <cp:category/>
</cp:coreProperties>
</file>