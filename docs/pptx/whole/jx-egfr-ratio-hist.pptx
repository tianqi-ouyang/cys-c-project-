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99502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08897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18293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27688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3400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214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896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78391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77139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775887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54200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63595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72990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32774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31522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2901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2776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26513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340266" y="5390402"/>
              <a:ext cx="493739" cy="57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1834005" y="5063725"/>
              <a:ext cx="493739" cy="38432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327744" y="4698615"/>
              <a:ext cx="493739" cy="74943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821484" y="3910747"/>
              <a:ext cx="493739" cy="153730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3315223" y="2392661"/>
              <a:ext cx="493739" cy="30553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3808962" y="2142849"/>
              <a:ext cx="493739" cy="330520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4302701" y="2181282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4796440" y="2661689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5290179" y="3910747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5783918" y="4640966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6277658" y="5006076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6771397" y="5351969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7265136" y="5371185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7758875" y="5428834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340266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1834005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327744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821484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3315223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3808962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302701" y="2181282"/>
              <a:ext cx="493739" cy="326676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796440" y="2661689"/>
              <a:ext cx="493739" cy="278636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5290179" y="3910747"/>
              <a:ext cx="493739" cy="153730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5783918" y="4640966"/>
              <a:ext cx="493739" cy="80708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6277658" y="5006076"/>
              <a:ext cx="493739" cy="44197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6771397" y="5351969"/>
              <a:ext cx="493739" cy="9608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65136" y="5371185"/>
              <a:ext cx="493739" cy="7686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758875" y="5428834"/>
              <a:ext cx="493739" cy="1921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35933" y="44910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6929" y="3584977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6929" y="267892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24151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22898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321646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420394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519142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617890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16638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815385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1.8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9" name="tx69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994649" y="1688767"/>
              <a:ext cx="698126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(CKD-EPI Cr-Cys unindexed /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2026-07-06T16:06:04Z</dcterms:modified>
  <cp:category/>
</cp:coreProperties>
</file>