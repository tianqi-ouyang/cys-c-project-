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94649" y="4995027"/>
              <a:ext cx="7603582" cy="0"/>
            </a:xfrm>
            <a:custGeom>
              <a:avLst/>
              <a:pathLst>
                <a:path w="7603582" h="0">
                  <a:moveTo>
                    <a:pt x="0" y="0"/>
                  </a:moveTo>
                  <a:lnTo>
                    <a:pt x="7603582" y="0"/>
                  </a:lnTo>
                  <a:lnTo>
                    <a:pt x="7603582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94649" y="4088979"/>
              <a:ext cx="7603582" cy="0"/>
            </a:xfrm>
            <a:custGeom>
              <a:avLst/>
              <a:pathLst>
                <a:path w="7603582" h="0">
                  <a:moveTo>
                    <a:pt x="0" y="0"/>
                  </a:moveTo>
                  <a:lnTo>
                    <a:pt x="7603582" y="0"/>
                  </a:lnTo>
                  <a:lnTo>
                    <a:pt x="7603582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94649" y="3182931"/>
              <a:ext cx="7603582" cy="0"/>
            </a:xfrm>
            <a:custGeom>
              <a:avLst/>
              <a:pathLst>
                <a:path w="7603582" h="0">
                  <a:moveTo>
                    <a:pt x="0" y="0"/>
                  </a:moveTo>
                  <a:lnTo>
                    <a:pt x="7603582" y="0"/>
                  </a:lnTo>
                  <a:lnTo>
                    <a:pt x="7603582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94649" y="2276883"/>
              <a:ext cx="7603582" cy="0"/>
            </a:xfrm>
            <a:custGeom>
              <a:avLst/>
              <a:pathLst>
                <a:path w="7603582" h="0">
                  <a:moveTo>
                    <a:pt x="0" y="0"/>
                  </a:moveTo>
                  <a:lnTo>
                    <a:pt x="7603582" y="0"/>
                  </a:lnTo>
                  <a:lnTo>
                    <a:pt x="7603582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834005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821484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3808962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4796440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5783918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6771397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7758875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94649" y="5448051"/>
              <a:ext cx="7603582" cy="0"/>
            </a:xfrm>
            <a:custGeom>
              <a:avLst/>
              <a:pathLst>
                <a:path w="7603582" h="0">
                  <a:moveTo>
                    <a:pt x="0" y="0"/>
                  </a:moveTo>
                  <a:lnTo>
                    <a:pt x="7603582" y="0"/>
                  </a:lnTo>
                  <a:lnTo>
                    <a:pt x="7603582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94649" y="4542003"/>
              <a:ext cx="7603582" cy="0"/>
            </a:xfrm>
            <a:custGeom>
              <a:avLst/>
              <a:pathLst>
                <a:path w="7603582" h="0">
                  <a:moveTo>
                    <a:pt x="0" y="0"/>
                  </a:moveTo>
                  <a:lnTo>
                    <a:pt x="7603582" y="0"/>
                  </a:lnTo>
                  <a:lnTo>
                    <a:pt x="7603582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994649" y="3635955"/>
              <a:ext cx="7603582" cy="0"/>
            </a:xfrm>
            <a:custGeom>
              <a:avLst/>
              <a:pathLst>
                <a:path w="7603582" h="0">
                  <a:moveTo>
                    <a:pt x="0" y="0"/>
                  </a:moveTo>
                  <a:lnTo>
                    <a:pt x="7603582" y="0"/>
                  </a:lnTo>
                  <a:lnTo>
                    <a:pt x="7603582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994649" y="2729907"/>
              <a:ext cx="7603582" cy="0"/>
            </a:xfrm>
            <a:custGeom>
              <a:avLst/>
              <a:pathLst>
                <a:path w="7603582" h="0">
                  <a:moveTo>
                    <a:pt x="0" y="0"/>
                  </a:moveTo>
                  <a:lnTo>
                    <a:pt x="7603582" y="0"/>
                  </a:lnTo>
                  <a:lnTo>
                    <a:pt x="7603582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1340266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2327744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3315223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4302701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5290179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6277658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7265136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8252614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rc27"/>
            <p:cNvSpPr/>
            <p:nvPr/>
          </p:nvSpPr>
          <p:spPr>
            <a:xfrm>
              <a:off x="1340266" y="5390402"/>
              <a:ext cx="493739" cy="57648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8" name="rc28"/>
            <p:cNvSpPr/>
            <p:nvPr/>
          </p:nvSpPr>
          <p:spPr>
            <a:xfrm>
              <a:off x="1834005" y="5063725"/>
              <a:ext cx="493739" cy="384325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9" name="rc29"/>
            <p:cNvSpPr/>
            <p:nvPr/>
          </p:nvSpPr>
          <p:spPr>
            <a:xfrm>
              <a:off x="2327744" y="4698615"/>
              <a:ext cx="493739" cy="749435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0" name="rc30"/>
            <p:cNvSpPr/>
            <p:nvPr/>
          </p:nvSpPr>
          <p:spPr>
            <a:xfrm>
              <a:off x="2821484" y="3910747"/>
              <a:ext cx="493739" cy="1537303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1" name="rc31"/>
            <p:cNvSpPr/>
            <p:nvPr/>
          </p:nvSpPr>
          <p:spPr>
            <a:xfrm>
              <a:off x="3315223" y="2392661"/>
              <a:ext cx="493739" cy="3055389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2" name="rc32"/>
            <p:cNvSpPr/>
            <p:nvPr/>
          </p:nvSpPr>
          <p:spPr>
            <a:xfrm>
              <a:off x="3808962" y="2142849"/>
              <a:ext cx="493739" cy="3305201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3" name="rc33"/>
            <p:cNvSpPr/>
            <p:nvPr/>
          </p:nvSpPr>
          <p:spPr>
            <a:xfrm>
              <a:off x="4302701" y="2181282"/>
              <a:ext cx="493739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4" name="rc34"/>
            <p:cNvSpPr/>
            <p:nvPr/>
          </p:nvSpPr>
          <p:spPr>
            <a:xfrm>
              <a:off x="4796440" y="2661689"/>
              <a:ext cx="493739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5" name="rc35"/>
            <p:cNvSpPr/>
            <p:nvPr/>
          </p:nvSpPr>
          <p:spPr>
            <a:xfrm>
              <a:off x="5290179" y="3910747"/>
              <a:ext cx="493739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6" name="rc36"/>
            <p:cNvSpPr/>
            <p:nvPr/>
          </p:nvSpPr>
          <p:spPr>
            <a:xfrm>
              <a:off x="5783918" y="4640966"/>
              <a:ext cx="493739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7" name="rc37"/>
            <p:cNvSpPr/>
            <p:nvPr/>
          </p:nvSpPr>
          <p:spPr>
            <a:xfrm>
              <a:off x="6277658" y="5006076"/>
              <a:ext cx="493739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8" name="rc38"/>
            <p:cNvSpPr/>
            <p:nvPr/>
          </p:nvSpPr>
          <p:spPr>
            <a:xfrm>
              <a:off x="6771397" y="5351969"/>
              <a:ext cx="493739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9" name="rc39"/>
            <p:cNvSpPr/>
            <p:nvPr/>
          </p:nvSpPr>
          <p:spPr>
            <a:xfrm>
              <a:off x="7265136" y="5371185"/>
              <a:ext cx="493739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0" name="rc40"/>
            <p:cNvSpPr/>
            <p:nvPr/>
          </p:nvSpPr>
          <p:spPr>
            <a:xfrm>
              <a:off x="7758875" y="5428834"/>
              <a:ext cx="493739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1" name="rc41"/>
            <p:cNvSpPr/>
            <p:nvPr/>
          </p:nvSpPr>
          <p:spPr>
            <a:xfrm>
              <a:off x="1340266" y="5448051"/>
              <a:ext cx="493739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2" name="rc42"/>
            <p:cNvSpPr/>
            <p:nvPr/>
          </p:nvSpPr>
          <p:spPr>
            <a:xfrm>
              <a:off x="1834005" y="5448051"/>
              <a:ext cx="493739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3" name="rc43"/>
            <p:cNvSpPr/>
            <p:nvPr/>
          </p:nvSpPr>
          <p:spPr>
            <a:xfrm>
              <a:off x="2327744" y="5448051"/>
              <a:ext cx="493739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4" name="rc44"/>
            <p:cNvSpPr/>
            <p:nvPr/>
          </p:nvSpPr>
          <p:spPr>
            <a:xfrm>
              <a:off x="2821484" y="5448051"/>
              <a:ext cx="493739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5" name="rc45"/>
            <p:cNvSpPr/>
            <p:nvPr/>
          </p:nvSpPr>
          <p:spPr>
            <a:xfrm>
              <a:off x="3315223" y="5448051"/>
              <a:ext cx="493739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6" name="rc46"/>
            <p:cNvSpPr/>
            <p:nvPr/>
          </p:nvSpPr>
          <p:spPr>
            <a:xfrm>
              <a:off x="3808962" y="5448051"/>
              <a:ext cx="493739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7" name="rc47"/>
            <p:cNvSpPr/>
            <p:nvPr/>
          </p:nvSpPr>
          <p:spPr>
            <a:xfrm>
              <a:off x="4302701" y="2181282"/>
              <a:ext cx="493739" cy="3266769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8" name="rc48"/>
            <p:cNvSpPr/>
            <p:nvPr/>
          </p:nvSpPr>
          <p:spPr>
            <a:xfrm>
              <a:off x="4796440" y="2661689"/>
              <a:ext cx="493739" cy="2786361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9" name="rc49"/>
            <p:cNvSpPr/>
            <p:nvPr/>
          </p:nvSpPr>
          <p:spPr>
            <a:xfrm>
              <a:off x="5290179" y="3910747"/>
              <a:ext cx="493739" cy="1537303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0" name="rc50"/>
            <p:cNvSpPr/>
            <p:nvPr/>
          </p:nvSpPr>
          <p:spPr>
            <a:xfrm>
              <a:off x="5783918" y="4640966"/>
              <a:ext cx="493739" cy="807084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1" name="rc51"/>
            <p:cNvSpPr/>
            <p:nvPr/>
          </p:nvSpPr>
          <p:spPr>
            <a:xfrm>
              <a:off x="6277658" y="5006076"/>
              <a:ext cx="493739" cy="441974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2" name="rc52"/>
            <p:cNvSpPr/>
            <p:nvPr/>
          </p:nvSpPr>
          <p:spPr>
            <a:xfrm>
              <a:off x="6771397" y="5351969"/>
              <a:ext cx="493739" cy="96081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3" name="rc53"/>
            <p:cNvSpPr/>
            <p:nvPr/>
          </p:nvSpPr>
          <p:spPr>
            <a:xfrm>
              <a:off x="7265136" y="5371185"/>
              <a:ext cx="493739" cy="76865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4" name="rc54"/>
            <p:cNvSpPr/>
            <p:nvPr/>
          </p:nvSpPr>
          <p:spPr>
            <a:xfrm>
              <a:off x="7758875" y="5428834"/>
              <a:ext cx="493739" cy="19216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5" name="pl55"/>
            <p:cNvSpPr/>
            <p:nvPr/>
          </p:nvSpPr>
          <p:spPr>
            <a:xfrm>
              <a:off x="4302701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D4D4D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56" name="tx56"/>
            <p:cNvSpPr/>
            <p:nvPr/>
          </p:nvSpPr>
          <p:spPr>
            <a:xfrm>
              <a:off x="835933" y="5397073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57" name="tx57"/>
            <p:cNvSpPr/>
            <p:nvPr/>
          </p:nvSpPr>
          <p:spPr>
            <a:xfrm>
              <a:off x="835933" y="4491025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</a:t>
              </a:r>
            </a:p>
          </p:txBody>
        </p:sp>
        <p:sp>
          <p:nvSpPr>
            <p:cNvPr id="58" name="tx58"/>
            <p:cNvSpPr/>
            <p:nvPr/>
          </p:nvSpPr>
          <p:spPr>
            <a:xfrm>
              <a:off x="756929" y="3584977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59" name="tx59"/>
            <p:cNvSpPr/>
            <p:nvPr/>
          </p:nvSpPr>
          <p:spPr>
            <a:xfrm>
              <a:off x="756929" y="2678929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15</a:t>
              </a:r>
            </a:p>
          </p:txBody>
        </p:sp>
        <p:sp>
          <p:nvSpPr>
            <p:cNvPr id="60" name="tx60"/>
            <p:cNvSpPr/>
            <p:nvPr/>
          </p:nvSpPr>
          <p:spPr>
            <a:xfrm>
              <a:off x="1241511" y="569302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0.4</a:t>
              </a:r>
            </a:p>
          </p:txBody>
        </p:sp>
        <p:sp>
          <p:nvSpPr>
            <p:cNvPr id="61" name="tx61"/>
            <p:cNvSpPr/>
            <p:nvPr/>
          </p:nvSpPr>
          <p:spPr>
            <a:xfrm>
              <a:off x="2228989" y="569302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0.6</a:t>
              </a:r>
            </a:p>
          </p:txBody>
        </p:sp>
        <p:sp>
          <p:nvSpPr>
            <p:cNvPr id="62" name="tx62"/>
            <p:cNvSpPr/>
            <p:nvPr/>
          </p:nvSpPr>
          <p:spPr>
            <a:xfrm>
              <a:off x="3216468" y="569302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0.8</a:t>
              </a:r>
            </a:p>
          </p:txBody>
        </p:sp>
        <p:sp>
          <p:nvSpPr>
            <p:cNvPr id="63" name="tx63"/>
            <p:cNvSpPr/>
            <p:nvPr/>
          </p:nvSpPr>
          <p:spPr>
            <a:xfrm>
              <a:off x="4203946" y="569302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64" name="tx64"/>
            <p:cNvSpPr/>
            <p:nvPr/>
          </p:nvSpPr>
          <p:spPr>
            <a:xfrm>
              <a:off x="5191424" y="569302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65" name="tx65"/>
            <p:cNvSpPr/>
            <p:nvPr/>
          </p:nvSpPr>
          <p:spPr>
            <a:xfrm>
              <a:off x="6178902" y="569302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1.4</a:t>
              </a:r>
            </a:p>
          </p:txBody>
        </p:sp>
        <p:sp>
          <p:nvSpPr>
            <p:cNvPr id="66" name="tx66"/>
            <p:cNvSpPr/>
            <p:nvPr/>
          </p:nvSpPr>
          <p:spPr>
            <a:xfrm>
              <a:off x="7166381" y="569302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1.6</a:t>
              </a:r>
            </a:p>
          </p:txBody>
        </p:sp>
        <p:sp>
          <p:nvSpPr>
            <p:cNvPr id="67" name="tx67"/>
            <p:cNvSpPr/>
            <p:nvPr/>
          </p:nvSpPr>
          <p:spPr>
            <a:xfrm>
              <a:off x="8153859" y="569302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1.8</a:t>
              </a:r>
            </a:p>
          </p:txBody>
        </p:sp>
        <p:sp>
          <p:nvSpPr>
            <p:cNvPr id="68" name="tx68"/>
            <p:cNvSpPr/>
            <p:nvPr/>
          </p:nvSpPr>
          <p:spPr>
            <a:xfrm>
              <a:off x="4327216" y="5870717"/>
              <a:ext cx="938448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Ratio</a:t>
              </a:r>
            </a:p>
          </p:txBody>
        </p:sp>
        <p:sp>
          <p:nvSpPr>
            <p:cNvPr id="69" name="tx69"/>
            <p:cNvSpPr/>
            <p:nvPr/>
          </p:nvSpPr>
          <p:spPr>
            <a:xfrm rot="-5400000">
              <a:off x="-304395" y="3731670"/>
              <a:ext cx="1827885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Percent of Patients (%)</a:t>
              </a:r>
            </a:p>
          </p:txBody>
        </p:sp>
        <p:sp>
          <p:nvSpPr>
            <p:cNvPr id="70" name="tx70"/>
            <p:cNvSpPr/>
            <p:nvPr/>
          </p:nvSpPr>
          <p:spPr>
            <a:xfrm>
              <a:off x="994649" y="1688767"/>
              <a:ext cx="6981261" cy="15307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6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6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Distribution of eGFR Ratio (CKD-EPI Cr-Cys unindexed / Cockcroft-Gault)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2026-07-07T08:58:03Z</dcterms:modified>
  <cp:category/>
</cp:coreProperties>
</file>