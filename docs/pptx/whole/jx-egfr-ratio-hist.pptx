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4995027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4088979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318293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94649" y="2276883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3400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2148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80896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7964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78391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677139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775887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94649" y="54480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94649" y="4542003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94649" y="3635955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94649" y="2729907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4026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32774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31522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30270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529017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627765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726513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25261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1340266" y="5390402"/>
              <a:ext cx="493739" cy="57648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1834005" y="5063725"/>
              <a:ext cx="493739" cy="384325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2327744" y="4698615"/>
              <a:ext cx="493739" cy="749435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2821484" y="3910747"/>
              <a:ext cx="493739" cy="1537303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3315223" y="2392661"/>
              <a:ext cx="493739" cy="3055389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3808962" y="2142849"/>
              <a:ext cx="493739" cy="3305201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4302701" y="2181282"/>
              <a:ext cx="493739" cy="3266769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4796440" y="2661689"/>
              <a:ext cx="493739" cy="2786361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5290179" y="3910747"/>
              <a:ext cx="493739" cy="1537303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5783918" y="4640966"/>
              <a:ext cx="493739" cy="807084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6277658" y="5006076"/>
              <a:ext cx="493739" cy="441974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6771397" y="5351969"/>
              <a:ext cx="493739" cy="96081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7265136" y="5371185"/>
              <a:ext cx="493739" cy="76865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7758875" y="5428834"/>
              <a:ext cx="493739" cy="19216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35933" y="44910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6929" y="3584977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6929" y="2678929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1241511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2228989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216468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4203946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5191424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617890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166381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1.6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53859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1.8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4327216" y="5870717"/>
              <a:ext cx="93844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</a:t>
              </a:r>
            </a:p>
          </p:txBody>
        </p:sp>
        <p:sp>
          <p:nvSpPr>
            <p:cNvPr id="54" name="tx54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994649" y="1688767"/>
              <a:ext cx="6981261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Ratio (CKD-EPI Cr-Cys unindexed / Cockcroft-Gault)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2026-06-08T09:50:17Z</dcterms:modified>
  <cp:category/>
</cp:coreProperties>
</file>