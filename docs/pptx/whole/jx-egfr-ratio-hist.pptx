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99502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08897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18293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27688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3400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214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896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8391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7713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75887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54200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63595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72990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277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1522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01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776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6513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340266" y="5390402"/>
              <a:ext cx="493739" cy="57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834005" y="5063725"/>
              <a:ext cx="493739" cy="38432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27744" y="4698615"/>
              <a:ext cx="493739" cy="74943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821484" y="3910747"/>
              <a:ext cx="493739" cy="153730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315223" y="2392661"/>
              <a:ext cx="493739" cy="30553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808962" y="2142849"/>
              <a:ext cx="49373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302701" y="218128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796440" y="266168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290179" y="3910747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83918" y="464096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77658" y="500607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771397" y="535196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265136" y="5371185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758875" y="5428834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40266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834005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2774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82148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315223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808962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302701" y="2181282"/>
              <a:ext cx="493739" cy="326676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96440" y="2661689"/>
              <a:ext cx="493739" cy="2786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90179" y="3910747"/>
              <a:ext cx="493739" cy="153730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783918" y="4640966"/>
              <a:ext cx="493739" cy="8070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77658" y="5006076"/>
              <a:ext cx="493739" cy="4419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771397" y="5351969"/>
              <a:ext cx="493739" cy="9608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65136" y="5371185"/>
              <a:ext cx="493739" cy="76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58875" y="5428834"/>
              <a:ext cx="493739" cy="1921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5933" y="44910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6929" y="358497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6929" y="267892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24151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22898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1646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0394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9142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17890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16638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15385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49" y="1688767"/>
              <a:ext cx="698126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(CKD-EPI Cr-Cys unindexed /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2026-09-28T16:56:12Z</dcterms:modified>
  <cp:category/>
</cp:coreProperties>
</file>