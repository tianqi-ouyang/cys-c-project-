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50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889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829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7688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200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3595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2990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90402"/>
              <a:ext cx="493739" cy="57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63725"/>
              <a:ext cx="493739" cy="38432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98615"/>
              <a:ext cx="493739" cy="74943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910747"/>
              <a:ext cx="493739" cy="153730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392661"/>
              <a:ext cx="493739" cy="30553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18128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6168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3910747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64096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0607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5196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71185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28834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340266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834005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2774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82148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315223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808962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02701" y="2181282"/>
              <a:ext cx="493739" cy="32667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96440" y="2661689"/>
              <a:ext cx="493739" cy="2786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90179" y="3910747"/>
              <a:ext cx="493739" cy="15373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783918" y="4640966"/>
              <a:ext cx="493739" cy="8070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277658" y="5006076"/>
              <a:ext cx="493739" cy="4419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6771397" y="5351969"/>
              <a:ext cx="493739" cy="9608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65136" y="5371185"/>
              <a:ext cx="493739" cy="76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58875" y="5428834"/>
              <a:ext cx="493739" cy="1921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35933" y="44910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6929" y="358497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6929" y="26789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2026-07-18T08:47:43Z</dcterms:modified>
  <cp:category/>
</cp:coreProperties>
</file>