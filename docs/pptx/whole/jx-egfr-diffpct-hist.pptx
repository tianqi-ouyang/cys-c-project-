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1300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4939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85784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3221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5645" y="258567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1697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83818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35938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88059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018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92300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4442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6542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4866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078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52904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5024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714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0926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81196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17588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15645" y="35398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15645" y="290372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22676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563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77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987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61999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411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662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048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2260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74723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626843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67896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31085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78320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3532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264853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369094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1473336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577577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681818" y="5178238"/>
              <a:ext cx="104241" cy="26981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786060" y="4975879"/>
              <a:ext cx="104241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890301" y="5110785"/>
              <a:ext cx="104241" cy="33726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994542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2098784" y="5245691"/>
              <a:ext cx="104241" cy="20235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2203025" y="4908426"/>
              <a:ext cx="104241" cy="53962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2307266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2411508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2515749" y="4503707"/>
              <a:ext cx="104241" cy="9443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619991" y="4706067"/>
              <a:ext cx="104241" cy="7419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724232" y="4301348"/>
              <a:ext cx="104241" cy="114670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2828473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2932715" y="4436254"/>
              <a:ext cx="104241" cy="101179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036956" y="3761723"/>
              <a:ext cx="104241" cy="16863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141197" y="3424458"/>
              <a:ext cx="104241" cy="202359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3245439" y="2547567"/>
              <a:ext cx="104241" cy="29004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3349680" y="3491911"/>
              <a:ext cx="104241" cy="195613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3453921" y="3357005"/>
              <a:ext cx="104241" cy="209104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558163" y="3694270"/>
              <a:ext cx="104241" cy="17537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3662404" y="3559364"/>
              <a:ext cx="104241" cy="18886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3766645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870887" y="3087192"/>
              <a:ext cx="104241" cy="236085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975128" y="3222098"/>
              <a:ext cx="104241" cy="22259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4079369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4183611" y="2142849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4287852" y="315464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4392093" y="322209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4496335" y="382917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600576" y="342445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704817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809059" y="369427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913300" y="281738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5017541" y="355936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5121783" y="362681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5226024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5330265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5434507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5538748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5642990" y="423389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5747231" y="477352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5851472" y="511078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5955714" y="463861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6059955" y="517823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6164196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6268438" y="490842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6372679" y="524569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6476920" y="484097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6581162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6685403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678964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6893886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7206610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7310851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741509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751933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814478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126485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136909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147333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157757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168181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178606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189030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199454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209878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220302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230726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241150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251574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261999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272423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282847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293271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303695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314119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324543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334968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345392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355816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366240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376664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387088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397512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407936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4183611" y="2142849"/>
              <a:ext cx="104241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4287852" y="3154645"/>
              <a:ext cx="104241" cy="229340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4392093" y="3222098"/>
              <a:ext cx="104241" cy="222595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4496335" y="3829176"/>
              <a:ext cx="104241" cy="16188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4600576" y="3424458"/>
              <a:ext cx="104241" cy="202359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4704817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4809059" y="3694270"/>
              <a:ext cx="104241" cy="17537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4913300" y="2817380"/>
              <a:ext cx="104241" cy="263067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5017541" y="3559364"/>
              <a:ext cx="104241" cy="188868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5121783" y="3626817"/>
              <a:ext cx="104241" cy="182123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5226024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5330265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5434507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5538748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5642990" y="4233895"/>
              <a:ext cx="104241" cy="121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5747231" y="4773520"/>
              <a:ext cx="104241" cy="6745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5851472" y="5110785"/>
              <a:ext cx="104241" cy="3372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5955714" y="4638613"/>
              <a:ext cx="104241" cy="8094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6059955" y="5178238"/>
              <a:ext cx="104241" cy="26981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6164196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6268438" y="4908426"/>
              <a:ext cx="104241" cy="53962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6372679" y="5245691"/>
              <a:ext cx="104241" cy="2023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6476920" y="4840973"/>
              <a:ext cx="104241" cy="60707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6581162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6685403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678964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6893886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7206610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7310851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741509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751933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814478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9" name="tx179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756929" y="476099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756929" y="412490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756929" y="34888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756929" y="285274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756929" y="22166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9537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147493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199614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251734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303855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35597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414410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462581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51470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566822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618943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671064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723184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775305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827426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201" name="tx201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2026-09-28T15:18:18Z</dcterms:modified>
  <cp:category/>
</cp:coreProperties>
</file>