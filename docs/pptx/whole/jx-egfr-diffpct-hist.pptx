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5451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744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803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69329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655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857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0597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097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7390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8683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29976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054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256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7458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53386" y="5347893"/>
              <a:ext cx="252022" cy="1001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5408" y="5180964"/>
              <a:ext cx="252022" cy="26708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957431" y="5047420"/>
              <a:ext cx="252022" cy="40063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9454" y="5047420"/>
              <a:ext cx="252022" cy="40063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461477" y="4546632"/>
              <a:ext cx="252022" cy="9014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13500" y="4446474"/>
              <a:ext cx="252022" cy="1001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965522" y="3778757"/>
              <a:ext cx="252022" cy="16692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217545" y="2610251"/>
              <a:ext cx="252022" cy="28377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469568" y="2977496"/>
              <a:ext cx="252022" cy="24705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721591" y="2777181"/>
              <a:ext cx="252022" cy="267087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973614" y="2376550"/>
              <a:ext cx="252022" cy="30715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225636" y="2142849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477659" y="3077653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29682" y="3077653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981705" y="2977496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233727" y="4079230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485750" y="4146001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37773" y="4780333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989796" y="4713561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241819" y="4880491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93841" y="5247735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745864" y="5314507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6997887" y="5414665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249910" y="5347893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501933" y="5414665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753955" y="5448051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8005978" y="5414665"/>
              <a:ext cx="25202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53386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705408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957431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209454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461477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713500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965522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217545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69568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721591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973614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225636" y="2142849"/>
              <a:ext cx="252022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477659" y="3077653"/>
              <a:ext cx="252022" cy="23703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729682" y="3077653"/>
              <a:ext cx="252022" cy="23703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981705" y="2977496"/>
              <a:ext cx="252022" cy="24705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233727" y="4079230"/>
              <a:ext cx="252022" cy="136882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85750" y="4146001"/>
              <a:ext cx="252022" cy="130204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737773" y="4780333"/>
              <a:ext cx="252022" cy="66771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989796" y="4713561"/>
              <a:ext cx="252022" cy="734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41819" y="4880491"/>
              <a:ext cx="252022" cy="5675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6493841" y="5247735"/>
              <a:ext cx="252022" cy="2003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745864" y="5314507"/>
              <a:ext cx="252022" cy="13354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997887" y="5414665"/>
              <a:ext cx="252022" cy="333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249910" y="5347893"/>
              <a:ext cx="252022" cy="1001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7501933" y="5414665"/>
              <a:ext cx="252022" cy="333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7753955" y="5448051"/>
              <a:ext cx="25202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8005978" y="5414665"/>
              <a:ext cx="252022" cy="333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2256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835933" y="46100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835933" y="382292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35933" y="303585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756929" y="224878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60276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418613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668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025875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11315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2026-07-17T12:41:28Z</dcterms:modified>
  <cp:category/>
</cp:coreProperties>
</file>