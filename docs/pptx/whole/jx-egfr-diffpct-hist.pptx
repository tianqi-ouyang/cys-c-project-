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13000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49392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85784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322176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5645" y="258567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31697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83818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35938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88059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4018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92300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4442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96542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4866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00783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52904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5024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7145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09266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544805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481196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17588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15645" y="35398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15645" y="290372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22676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5637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7757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0987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61999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1411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36624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836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70481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2260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74723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626843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67896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731085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78320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835326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1264853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1369094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1473336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1577577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1681818" y="5178238"/>
              <a:ext cx="104241" cy="26981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1786060" y="4975879"/>
              <a:ext cx="104241" cy="47217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1890301" y="5110785"/>
              <a:ext cx="104241" cy="33726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1994542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2098784" y="5245691"/>
              <a:ext cx="104241" cy="20235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2203025" y="4908426"/>
              <a:ext cx="104241" cy="53962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2307266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2411508" y="4638613"/>
              <a:ext cx="104241" cy="8094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2515749" y="4503707"/>
              <a:ext cx="104241" cy="94434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2619991" y="4706067"/>
              <a:ext cx="104241" cy="74198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2724232" y="4301348"/>
              <a:ext cx="104241" cy="114670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2828473" y="4638613"/>
              <a:ext cx="104241" cy="8094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2932715" y="4436254"/>
              <a:ext cx="104241" cy="101179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3036956" y="3761723"/>
              <a:ext cx="104241" cy="168632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3141197" y="3424458"/>
              <a:ext cx="104241" cy="202359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3245439" y="2547567"/>
              <a:ext cx="104241" cy="290048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3349680" y="3491911"/>
              <a:ext cx="104241" cy="195613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3453921" y="3357005"/>
              <a:ext cx="104241" cy="209104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3558163" y="3694270"/>
              <a:ext cx="104241" cy="17537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3662404" y="3559364"/>
              <a:ext cx="104241" cy="188868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3766645" y="2884833"/>
              <a:ext cx="104241" cy="256321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3870887" y="3087192"/>
              <a:ext cx="104241" cy="236085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3975128" y="3222098"/>
              <a:ext cx="104241" cy="222595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4079369" y="2884833"/>
              <a:ext cx="104241" cy="256321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4183611" y="2142849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4287852" y="315464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4392093" y="322209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4496335" y="3829176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4600576" y="342445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4704817" y="376172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4809059" y="369427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4913300" y="281738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5017541" y="355936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5121783" y="362681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5226024" y="457116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5330265" y="376172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5434507" y="457116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5538748" y="470606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5642990" y="423389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5747231" y="477352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5851472" y="511078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5955714" y="463861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6059955" y="517823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6164196" y="470606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6268438" y="4908426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6372679" y="524569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6476920" y="484097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6581162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6685403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6789644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6893886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6998127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7102368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7206610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7310851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7415092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7519334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7623575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7727816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7832058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7936299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8040540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8144782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126485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136909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147333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157757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168181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178606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189030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1994542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209878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220302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230726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241150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251574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261999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2724232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282847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293271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303695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314119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324543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334968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345392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355816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366240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376664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387088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397512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407936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4183611" y="2142849"/>
              <a:ext cx="104241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4287852" y="3154645"/>
              <a:ext cx="104241" cy="229340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4392093" y="3222098"/>
              <a:ext cx="104241" cy="222595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4496335" y="3829176"/>
              <a:ext cx="104241" cy="16188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4600576" y="3424458"/>
              <a:ext cx="104241" cy="202359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4704817" y="3761723"/>
              <a:ext cx="104241" cy="1686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4809059" y="3694270"/>
              <a:ext cx="104241" cy="17537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4913300" y="2817380"/>
              <a:ext cx="104241" cy="263067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5017541" y="3559364"/>
              <a:ext cx="104241" cy="188868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5121783" y="3626817"/>
              <a:ext cx="104241" cy="182123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5226024" y="4571160"/>
              <a:ext cx="104241" cy="87689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5330265" y="3761723"/>
              <a:ext cx="104241" cy="1686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5434507" y="4571160"/>
              <a:ext cx="104241" cy="87689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5538748" y="4706067"/>
              <a:ext cx="104241" cy="7419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5642990" y="4233895"/>
              <a:ext cx="104241" cy="12141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4" name="rc154"/>
            <p:cNvSpPr/>
            <p:nvPr/>
          </p:nvSpPr>
          <p:spPr>
            <a:xfrm>
              <a:off x="5747231" y="4773520"/>
              <a:ext cx="104241" cy="67453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5851472" y="5110785"/>
              <a:ext cx="104241" cy="3372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5955714" y="4638613"/>
              <a:ext cx="104241" cy="8094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6059955" y="5178238"/>
              <a:ext cx="104241" cy="26981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6164196" y="4706067"/>
              <a:ext cx="104241" cy="7419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6268438" y="4908426"/>
              <a:ext cx="104241" cy="53962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6372679" y="5245691"/>
              <a:ext cx="104241" cy="2023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1" name="rc161"/>
            <p:cNvSpPr/>
            <p:nvPr/>
          </p:nvSpPr>
          <p:spPr>
            <a:xfrm>
              <a:off x="6476920" y="4840973"/>
              <a:ext cx="104241" cy="60707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2" name="rc162"/>
            <p:cNvSpPr/>
            <p:nvPr/>
          </p:nvSpPr>
          <p:spPr>
            <a:xfrm>
              <a:off x="6581162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3" name="rc163"/>
            <p:cNvSpPr/>
            <p:nvPr/>
          </p:nvSpPr>
          <p:spPr>
            <a:xfrm>
              <a:off x="6685403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4" name="rc164"/>
            <p:cNvSpPr/>
            <p:nvPr/>
          </p:nvSpPr>
          <p:spPr>
            <a:xfrm>
              <a:off x="6789644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5" name="rc165"/>
            <p:cNvSpPr/>
            <p:nvPr/>
          </p:nvSpPr>
          <p:spPr>
            <a:xfrm>
              <a:off x="6893886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6" name="rc166"/>
            <p:cNvSpPr/>
            <p:nvPr/>
          </p:nvSpPr>
          <p:spPr>
            <a:xfrm>
              <a:off x="699812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7" name="rc167"/>
            <p:cNvSpPr/>
            <p:nvPr/>
          </p:nvSpPr>
          <p:spPr>
            <a:xfrm>
              <a:off x="710236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8" name="rc168"/>
            <p:cNvSpPr/>
            <p:nvPr/>
          </p:nvSpPr>
          <p:spPr>
            <a:xfrm>
              <a:off x="7206610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9" name="rc169"/>
            <p:cNvSpPr/>
            <p:nvPr/>
          </p:nvSpPr>
          <p:spPr>
            <a:xfrm>
              <a:off x="7310851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0" name="rc170"/>
            <p:cNvSpPr/>
            <p:nvPr/>
          </p:nvSpPr>
          <p:spPr>
            <a:xfrm>
              <a:off x="7415092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1" name="rc171"/>
            <p:cNvSpPr/>
            <p:nvPr/>
          </p:nvSpPr>
          <p:spPr>
            <a:xfrm>
              <a:off x="7519334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2" name="rc172"/>
            <p:cNvSpPr/>
            <p:nvPr/>
          </p:nvSpPr>
          <p:spPr>
            <a:xfrm>
              <a:off x="762357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3" name="rc173"/>
            <p:cNvSpPr/>
            <p:nvPr/>
          </p:nvSpPr>
          <p:spPr>
            <a:xfrm>
              <a:off x="772781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4" name="rc174"/>
            <p:cNvSpPr/>
            <p:nvPr/>
          </p:nvSpPr>
          <p:spPr>
            <a:xfrm>
              <a:off x="783205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5" name="rc175"/>
            <p:cNvSpPr/>
            <p:nvPr/>
          </p:nvSpPr>
          <p:spPr>
            <a:xfrm>
              <a:off x="793629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6" name="rc176"/>
            <p:cNvSpPr/>
            <p:nvPr/>
          </p:nvSpPr>
          <p:spPr>
            <a:xfrm>
              <a:off x="804054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7" name="rc177"/>
            <p:cNvSpPr/>
            <p:nvPr/>
          </p:nvSpPr>
          <p:spPr>
            <a:xfrm>
              <a:off x="8144782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41836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79" name="tx179"/>
            <p:cNvSpPr/>
            <p:nvPr/>
          </p:nvSpPr>
          <p:spPr>
            <a:xfrm>
              <a:off x="756929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756929" y="476099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756929" y="4124907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756929" y="34888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756929" y="285274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84" name="tx184"/>
            <p:cNvSpPr/>
            <p:nvPr/>
          </p:nvSpPr>
          <p:spPr>
            <a:xfrm>
              <a:off x="756929" y="221665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85" name="tx185"/>
            <p:cNvSpPr/>
            <p:nvPr/>
          </p:nvSpPr>
          <p:spPr>
            <a:xfrm>
              <a:off x="95372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186" name="tx186"/>
            <p:cNvSpPr/>
            <p:nvPr/>
          </p:nvSpPr>
          <p:spPr>
            <a:xfrm>
              <a:off x="147493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87" name="tx187"/>
            <p:cNvSpPr/>
            <p:nvPr/>
          </p:nvSpPr>
          <p:spPr>
            <a:xfrm>
              <a:off x="199614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188" name="tx188"/>
            <p:cNvSpPr/>
            <p:nvPr/>
          </p:nvSpPr>
          <p:spPr>
            <a:xfrm>
              <a:off x="251734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189" name="tx189"/>
            <p:cNvSpPr/>
            <p:nvPr/>
          </p:nvSpPr>
          <p:spPr>
            <a:xfrm>
              <a:off x="303855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90" name="tx190"/>
            <p:cNvSpPr/>
            <p:nvPr/>
          </p:nvSpPr>
          <p:spPr>
            <a:xfrm>
              <a:off x="35597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191" name="tx191"/>
            <p:cNvSpPr/>
            <p:nvPr/>
          </p:nvSpPr>
          <p:spPr>
            <a:xfrm>
              <a:off x="414410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92" name="tx192"/>
            <p:cNvSpPr/>
            <p:nvPr/>
          </p:nvSpPr>
          <p:spPr>
            <a:xfrm>
              <a:off x="462581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93" name="tx193"/>
            <p:cNvSpPr/>
            <p:nvPr/>
          </p:nvSpPr>
          <p:spPr>
            <a:xfrm>
              <a:off x="514702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94" name="tx194"/>
            <p:cNvSpPr/>
            <p:nvPr/>
          </p:nvSpPr>
          <p:spPr>
            <a:xfrm>
              <a:off x="566822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95" name="tx195"/>
            <p:cNvSpPr/>
            <p:nvPr/>
          </p:nvSpPr>
          <p:spPr>
            <a:xfrm>
              <a:off x="618943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96" name="tx196"/>
            <p:cNvSpPr/>
            <p:nvPr/>
          </p:nvSpPr>
          <p:spPr>
            <a:xfrm>
              <a:off x="671064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97" name="tx197"/>
            <p:cNvSpPr/>
            <p:nvPr/>
          </p:nvSpPr>
          <p:spPr>
            <a:xfrm>
              <a:off x="723184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98" name="tx198"/>
            <p:cNvSpPr/>
            <p:nvPr/>
          </p:nvSpPr>
          <p:spPr>
            <a:xfrm>
              <a:off x="775305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199" name="tx199"/>
            <p:cNvSpPr/>
            <p:nvPr/>
          </p:nvSpPr>
          <p:spPr>
            <a:xfrm>
              <a:off x="827426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00" name="tx200"/>
            <p:cNvSpPr/>
            <p:nvPr/>
          </p:nvSpPr>
          <p:spPr>
            <a:xfrm>
              <a:off x="3927120" y="5870717"/>
              <a:ext cx="16596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201" name="tx201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202" name="tx202"/>
            <p:cNvSpPr/>
            <p:nvPr/>
          </p:nvSpPr>
          <p:spPr>
            <a:xfrm>
              <a:off x="915645" y="1688767"/>
              <a:ext cx="68626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(%): 100 × (CKD-EPI Cr-Cys − CG) / CG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2026-07-22T07:53:07Z</dcterms:modified>
  <cp:category/>
</cp:coreProperties>
</file>