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13000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49392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85784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3221761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645" y="258567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1697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83818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35938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88059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40180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92300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44421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96542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48662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0783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52904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5024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7145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09266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15645" y="5448051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15645" y="481196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15645" y="417588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15645" y="353980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15645" y="290372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15645" y="226763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05637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57757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09878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1999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14119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66240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8361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0481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22602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74723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26843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78964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31085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83205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35326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264853" y="5380597"/>
              <a:ext cx="104241" cy="674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369094" y="5380597"/>
              <a:ext cx="104241" cy="674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473336" y="5380597"/>
              <a:ext cx="104241" cy="674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577577" y="5313144"/>
              <a:ext cx="104241" cy="13490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681818" y="5178238"/>
              <a:ext cx="104241" cy="26981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786060" y="4975879"/>
              <a:ext cx="104241" cy="47217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890301" y="5110785"/>
              <a:ext cx="104241" cy="33726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994542" y="5313144"/>
              <a:ext cx="104241" cy="13490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098784" y="5245691"/>
              <a:ext cx="104241" cy="20235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2203025" y="4908426"/>
              <a:ext cx="104241" cy="53962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307266" y="5313144"/>
              <a:ext cx="104241" cy="13490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2411508" y="4638613"/>
              <a:ext cx="104241" cy="80943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2515749" y="4503707"/>
              <a:ext cx="104241" cy="94434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619991" y="4706067"/>
              <a:ext cx="104241" cy="7419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2724232" y="4301348"/>
              <a:ext cx="104241" cy="114670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2828473" y="4638613"/>
              <a:ext cx="104241" cy="80943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2932715" y="4436254"/>
              <a:ext cx="104241" cy="101179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3036956" y="3761723"/>
              <a:ext cx="104241" cy="168632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3141197" y="3424458"/>
              <a:ext cx="104241" cy="202359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3245439" y="2547567"/>
              <a:ext cx="104241" cy="290048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3349680" y="3491911"/>
              <a:ext cx="104241" cy="195613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3453921" y="3357005"/>
              <a:ext cx="104241" cy="209104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3558163" y="3694270"/>
              <a:ext cx="104241" cy="175378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3662404" y="3559364"/>
              <a:ext cx="104241" cy="188868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3766645" y="2884833"/>
              <a:ext cx="104241" cy="256321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3870887" y="3087192"/>
              <a:ext cx="104241" cy="236085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3975128" y="3222098"/>
              <a:ext cx="104241" cy="222595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4079369" y="2884833"/>
              <a:ext cx="104241" cy="256321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4183611" y="2142849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4287852" y="3154645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4392093" y="3222098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4496335" y="3829176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600576" y="3424458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4704817" y="3761723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4809059" y="3694270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4913300" y="2817380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5017541" y="3559364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5121783" y="362681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5226024" y="4571160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5330265" y="3761723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5434507" y="4571160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5538748" y="470606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5642990" y="4233895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5747231" y="4773520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5851472" y="5110785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5955714" y="4638613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6059955" y="5178238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6164196" y="470606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6268438" y="4908426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6372679" y="524569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6476920" y="4840973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581162" y="5313144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685403" y="538059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6789644" y="5313144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6893886" y="5313144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6998127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7102368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7206610" y="538059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7310851" y="538059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7415092" y="538059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7519334" y="5313144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7623575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7727816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7832058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7936299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8040540" y="5448051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8144782" y="5380597"/>
              <a:ext cx="10424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1264853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1369094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1473336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1577577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1681818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1786060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1890301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994542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2098784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2203025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2307266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2411508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2515749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2619991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2724232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2828473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2932715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3036956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3141197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3245439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3349680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3453921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3558163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3662404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3766645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3870887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3975128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4079369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4183611" y="2142849"/>
              <a:ext cx="104241" cy="330520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4287852" y="3154645"/>
              <a:ext cx="104241" cy="229340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4392093" y="3222098"/>
              <a:ext cx="104241" cy="222595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4496335" y="3829176"/>
              <a:ext cx="104241" cy="161887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4600576" y="3424458"/>
              <a:ext cx="104241" cy="202359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4704817" y="3761723"/>
              <a:ext cx="104241" cy="168632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4809059" y="3694270"/>
              <a:ext cx="104241" cy="175378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4913300" y="2817380"/>
              <a:ext cx="104241" cy="263067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5017541" y="3559364"/>
              <a:ext cx="104241" cy="188868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5121783" y="3626817"/>
              <a:ext cx="104241" cy="182123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5226024" y="4571160"/>
              <a:ext cx="104241" cy="87689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5330265" y="3761723"/>
              <a:ext cx="104241" cy="168632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5434507" y="4571160"/>
              <a:ext cx="104241" cy="87689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5538748" y="4706067"/>
              <a:ext cx="104241" cy="74198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5642990" y="4233895"/>
              <a:ext cx="104241" cy="121415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5747231" y="4773520"/>
              <a:ext cx="104241" cy="67453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5851472" y="5110785"/>
              <a:ext cx="104241" cy="33726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5955714" y="4638613"/>
              <a:ext cx="104241" cy="80943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6059955" y="5178238"/>
              <a:ext cx="104241" cy="26981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6164196" y="4706067"/>
              <a:ext cx="104241" cy="74198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6268438" y="4908426"/>
              <a:ext cx="104241" cy="53962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6372679" y="5245691"/>
              <a:ext cx="104241" cy="20235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6476920" y="4840973"/>
              <a:ext cx="104241" cy="60707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6581162" y="5313144"/>
              <a:ext cx="104241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6685403" y="5380597"/>
              <a:ext cx="104241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6789644" y="5313144"/>
              <a:ext cx="104241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6893886" y="5313144"/>
              <a:ext cx="104241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6998127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7102368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7206610" y="5380597"/>
              <a:ext cx="104241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7310851" y="5380597"/>
              <a:ext cx="104241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7415092" y="5380597"/>
              <a:ext cx="104241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7519334" y="5313144"/>
              <a:ext cx="104241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7623575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7727816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7832058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7936299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8040540" y="5448051"/>
              <a:ext cx="10424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8144782" y="5380597"/>
              <a:ext cx="104241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418361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9" name="tx179"/>
            <p:cNvSpPr/>
            <p:nvPr/>
          </p:nvSpPr>
          <p:spPr>
            <a:xfrm>
              <a:off x="756929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756929" y="476099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756929" y="4124907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756929" y="3488825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756929" y="285274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756929" y="221665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953729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147493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199614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2517349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303855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3559763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4144109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4625813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514702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566822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6189433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671064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723184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7753054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827426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3927120" y="5870717"/>
              <a:ext cx="1659636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201" name="tx201"/>
            <p:cNvSpPr/>
            <p:nvPr/>
          </p:nvSpPr>
          <p:spPr>
            <a:xfrm rot="-5400000">
              <a:off x="-304395" y="3731670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915645" y="1688767"/>
              <a:ext cx="686266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Difference (%): 100 × (CKD-EPI Cr-Cys − CG) / CG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2026-09-28T17:34:02Z</dcterms:modified>
  <cp:category/>
</cp:coreProperties>
</file>