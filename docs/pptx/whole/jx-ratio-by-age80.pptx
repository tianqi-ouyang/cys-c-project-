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51755" y="5195018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51755" y="4489804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51755" y="3784590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51755" y="307937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2302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9989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1747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51755" y="554762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51755" y="4842411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51755" y="4137197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51755" y="3431983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51755" y="2726768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7350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8685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6274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554623" y="3000787"/>
              <a:ext cx="5696715" cy="2546838"/>
            </a:xfrm>
            <a:custGeom>
              <a:avLst/>
              <a:pathLst>
                <a:path w="5696715" h="2546838">
                  <a:moveTo>
                    <a:pt x="0" y="2532599"/>
                  </a:moveTo>
                  <a:lnTo>
                    <a:pt x="11148" y="2531741"/>
                  </a:lnTo>
                  <a:lnTo>
                    <a:pt x="22296" y="2530830"/>
                  </a:lnTo>
                  <a:lnTo>
                    <a:pt x="33444" y="2529882"/>
                  </a:lnTo>
                  <a:lnTo>
                    <a:pt x="44592" y="2528904"/>
                  </a:lnTo>
                  <a:lnTo>
                    <a:pt x="55740" y="2527864"/>
                  </a:lnTo>
                  <a:lnTo>
                    <a:pt x="66889" y="2526789"/>
                  </a:lnTo>
                  <a:lnTo>
                    <a:pt x="78037" y="2525682"/>
                  </a:lnTo>
                  <a:lnTo>
                    <a:pt x="89185" y="2524508"/>
                  </a:lnTo>
                  <a:lnTo>
                    <a:pt x="100333" y="2523301"/>
                  </a:lnTo>
                  <a:lnTo>
                    <a:pt x="111481" y="2522054"/>
                  </a:lnTo>
                  <a:lnTo>
                    <a:pt x="122629" y="2520743"/>
                  </a:lnTo>
                  <a:lnTo>
                    <a:pt x="133778" y="2519398"/>
                  </a:lnTo>
                  <a:lnTo>
                    <a:pt x="144926" y="2518006"/>
                  </a:lnTo>
                  <a:lnTo>
                    <a:pt x="156074" y="2516554"/>
                  </a:lnTo>
                  <a:lnTo>
                    <a:pt x="167222" y="2515067"/>
                  </a:lnTo>
                  <a:lnTo>
                    <a:pt x="178370" y="2513527"/>
                  </a:lnTo>
                  <a:lnTo>
                    <a:pt x="189518" y="2511931"/>
                  </a:lnTo>
                  <a:lnTo>
                    <a:pt x="200667" y="2510300"/>
                  </a:lnTo>
                  <a:lnTo>
                    <a:pt x="211815" y="2508610"/>
                  </a:lnTo>
                  <a:lnTo>
                    <a:pt x="222963" y="2506870"/>
                  </a:lnTo>
                  <a:lnTo>
                    <a:pt x="234111" y="2505095"/>
                  </a:lnTo>
                  <a:lnTo>
                    <a:pt x="245259" y="2503255"/>
                  </a:lnTo>
                  <a:lnTo>
                    <a:pt x="256407" y="2501371"/>
                  </a:lnTo>
                  <a:lnTo>
                    <a:pt x="267556" y="2499453"/>
                  </a:lnTo>
                  <a:lnTo>
                    <a:pt x="278704" y="2497466"/>
                  </a:lnTo>
                  <a:lnTo>
                    <a:pt x="289852" y="2495441"/>
                  </a:lnTo>
                  <a:lnTo>
                    <a:pt x="301000" y="2493381"/>
                  </a:lnTo>
                  <a:lnTo>
                    <a:pt x="312148" y="2491252"/>
                  </a:lnTo>
                  <a:lnTo>
                    <a:pt x="323296" y="2489090"/>
                  </a:lnTo>
                  <a:lnTo>
                    <a:pt x="334445" y="2486888"/>
                  </a:lnTo>
                  <a:lnTo>
                    <a:pt x="345593" y="2484624"/>
                  </a:lnTo>
                  <a:lnTo>
                    <a:pt x="356741" y="2482329"/>
                  </a:lnTo>
                  <a:lnTo>
                    <a:pt x="367889" y="2479991"/>
                  </a:lnTo>
                  <a:lnTo>
                    <a:pt x="379037" y="2477598"/>
                  </a:lnTo>
                  <a:lnTo>
                    <a:pt x="390185" y="2475175"/>
                  </a:lnTo>
                  <a:lnTo>
                    <a:pt x="401334" y="2472704"/>
                  </a:lnTo>
                  <a:lnTo>
                    <a:pt x="412482" y="2470186"/>
                  </a:lnTo>
                  <a:lnTo>
                    <a:pt x="423630" y="2467638"/>
                  </a:lnTo>
                  <a:lnTo>
                    <a:pt x="434778" y="2465039"/>
                  </a:lnTo>
                  <a:lnTo>
                    <a:pt x="445926" y="2462398"/>
                  </a:lnTo>
                  <a:lnTo>
                    <a:pt x="457075" y="2459727"/>
                  </a:lnTo>
                  <a:lnTo>
                    <a:pt x="468223" y="2457002"/>
                  </a:lnTo>
                  <a:lnTo>
                    <a:pt x="479371" y="2454239"/>
                  </a:lnTo>
                  <a:lnTo>
                    <a:pt x="490519" y="2451446"/>
                  </a:lnTo>
                  <a:lnTo>
                    <a:pt x="501667" y="2448591"/>
                  </a:lnTo>
                  <a:lnTo>
                    <a:pt x="512815" y="2445703"/>
                  </a:lnTo>
                  <a:lnTo>
                    <a:pt x="523964" y="2442782"/>
                  </a:lnTo>
                  <a:lnTo>
                    <a:pt x="535112" y="2439795"/>
                  </a:lnTo>
                  <a:lnTo>
                    <a:pt x="546260" y="2436774"/>
                  </a:lnTo>
                  <a:lnTo>
                    <a:pt x="557408" y="2433713"/>
                  </a:lnTo>
                  <a:lnTo>
                    <a:pt x="568556" y="2430585"/>
                  </a:lnTo>
                  <a:lnTo>
                    <a:pt x="579704" y="2427420"/>
                  </a:lnTo>
                  <a:lnTo>
                    <a:pt x="590853" y="2424203"/>
                  </a:lnTo>
                  <a:lnTo>
                    <a:pt x="602001" y="2420917"/>
                  </a:lnTo>
                  <a:lnTo>
                    <a:pt x="613149" y="2417589"/>
                  </a:lnTo>
                  <a:lnTo>
                    <a:pt x="624297" y="2414195"/>
                  </a:lnTo>
                  <a:lnTo>
                    <a:pt x="635445" y="2410726"/>
                  </a:lnTo>
                  <a:lnTo>
                    <a:pt x="646593" y="2407211"/>
                  </a:lnTo>
                  <a:lnTo>
                    <a:pt x="657742" y="2403609"/>
                  </a:lnTo>
                  <a:lnTo>
                    <a:pt x="668890" y="2399929"/>
                  </a:lnTo>
                  <a:lnTo>
                    <a:pt x="680038" y="2396193"/>
                  </a:lnTo>
                  <a:lnTo>
                    <a:pt x="691186" y="2392346"/>
                  </a:lnTo>
                  <a:lnTo>
                    <a:pt x="702334" y="2388416"/>
                  </a:lnTo>
                  <a:lnTo>
                    <a:pt x="713482" y="2384422"/>
                  </a:lnTo>
                  <a:lnTo>
                    <a:pt x="724631" y="2380283"/>
                  </a:lnTo>
                  <a:lnTo>
                    <a:pt x="735779" y="2376060"/>
                  </a:lnTo>
                  <a:lnTo>
                    <a:pt x="746927" y="2371756"/>
                  </a:lnTo>
                  <a:lnTo>
                    <a:pt x="758075" y="2367277"/>
                  </a:lnTo>
                  <a:lnTo>
                    <a:pt x="769223" y="2362709"/>
                  </a:lnTo>
                  <a:lnTo>
                    <a:pt x="780371" y="2358032"/>
                  </a:lnTo>
                  <a:lnTo>
                    <a:pt x="791520" y="2353167"/>
                  </a:lnTo>
                  <a:lnTo>
                    <a:pt x="802668" y="2348199"/>
                  </a:lnTo>
                  <a:lnTo>
                    <a:pt x="813816" y="2343086"/>
                  </a:lnTo>
                  <a:lnTo>
                    <a:pt x="824964" y="2337775"/>
                  </a:lnTo>
                  <a:lnTo>
                    <a:pt x="836112" y="2332347"/>
                  </a:lnTo>
                  <a:lnTo>
                    <a:pt x="847261" y="2326734"/>
                  </a:lnTo>
                  <a:lnTo>
                    <a:pt x="858409" y="2320915"/>
                  </a:lnTo>
                  <a:lnTo>
                    <a:pt x="869557" y="2314966"/>
                  </a:lnTo>
                  <a:lnTo>
                    <a:pt x="880705" y="2308784"/>
                  </a:lnTo>
                  <a:lnTo>
                    <a:pt x="891853" y="2302396"/>
                  </a:lnTo>
                  <a:lnTo>
                    <a:pt x="903001" y="2295863"/>
                  </a:lnTo>
                  <a:lnTo>
                    <a:pt x="914150" y="2289046"/>
                  </a:lnTo>
                  <a:lnTo>
                    <a:pt x="925298" y="2282028"/>
                  </a:lnTo>
                  <a:lnTo>
                    <a:pt x="936446" y="2274852"/>
                  </a:lnTo>
                  <a:lnTo>
                    <a:pt x="947594" y="2267338"/>
                  </a:lnTo>
                  <a:lnTo>
                    <a:pt x="958742" y="2259634"/>
                  </a:lnTo>
                  <a:lnTo>
                    <a:pt x="969890" y="2251748"/>
                  </a:lnTo>
                  <a:lnTo>
                    <a:pt x="981039" y="2243490"/>
                  </a:lnTo>
                  <a:lnTo>
                    <a:pt x="992187" y="2235049"/>
                  </a:lnTo>
                  <a:lnTo>
                    <a:pt x="1003335" y="2226384"/>
                  </a:lnTo>
                  <a:lnTo>
                    <a:pt x="1014483" y="2217356"/>
                  </a:lnTo>
                  <a:lnTo>
                    <a:pt x="1025631" y="2208136"/>
                  </a:lnTo>
                  <a:lnTo>
                    <a:pt x="1036779" y="2198650"/>
                  </a:lnTo>
                  <a:lnTo>
                    <a:pt x="1047928" y="2188817"/>
                  </a:lnTo>
                  <a:lnTo>
                    <a:pt x="1059076" y="2178788"/>
                  </a:lnTo>
                  <a:lnTo>
                    <a:pt x="1070224" y="2168450"/>
                  </a:lnTo>
                  <a:lnTo>
                    <a:pt x="1081372" y="2157791"/>
                  </a:lnTo>
                  <a:lnTo>
                    <a:pt x="1092520" y="2146933"/>
                  </a:lnTo>
                  <a:lnTo>
                    <a:pt x="1103668" y="2135728"/>
                  </a:lnTo>
                  <a:lnTo>
                    <a:pt x="1114817" y="2124235"/>
                  </a:lnTo>
                  <a:lnTo>
                    <a:pt x="1125965" y="2112542"/>
                  </a:lnTo>
                  <a:lnTo>
                    <a:pt x="1137113" y="2100471"/>
                  </a:lnTo>
                  <a:lnTo>
                    <a:pt x="1148261" y="2088149"/>
                  </a:lnTo>
                  <a:lnTo>
                    <a:pt x="1159409" y="2075629"/>
                  </a:lnTo>
                  <a:lnTo>
                    <a:pt x="1170557" y="2062709"/>
                  </a:lnTo>
                  <a:lnTo>
                    <a:pt x="1181706" y="2049578"/>
                  </a:lnTo>
                  <a:lnTo>
                    <a:pt x="1192854" y="2036244"/>
                  </a:lnTo>
                  <a:lnTo>
                    <a:pt x="1204002" y="2022519"/>
                  </a:lnTo>
                  <a:lnTo>
                    <a:pt x="1215150" y="2008613"/>
                  </a:lnTo>
                  <a:lnTo>
                    <a:pt x="1226298" y="1994485"/>
                  </a:lnTo>
                  <a:lnTo>
                    <a:pt x="1237447" y="1980021"/>
                  </a:lnTo>
                  <a:lnTo>
                    <a:pt x="1248595" y="1965389"/>
                  </a:lnTo>
                  <a:lnTo>
                    <a:pt x="1259743" y="1950525"/>
                  </a:lnTo>
                  <a:lnTo>
                    <a:pt x="1270891" y="1935380"/>
                  </a:lnTo>
                  <a:lnTo>
                    <a:pt x="1282039" y="1920082"/>
                  </a:lnTo>
                  <a:lnTo>
                    <a:pt x="1293187" y="1904551"/>
                  </a:lnTo>
                  <a:lnTo>
                    <a:pt x="1304336" y="1888796"/>
                  </a:lnTo>
                  <a:lnTo>
                    <a:pt x="1315484" y="1872904"/>
                  </a:lnTo>
                  <a:lnTo>
                    <a:pt x="1326632" y="1856789"/>
                  </a:lnTo>
                  <a:lnTo>
                    <a:pt x="1337780" y="1840501"/>
                  </a:lnTo>
                  <a:lnTo>
                    <a:pt x="1348928" y="1824098"/>
                  </a:lnTo>
                  <a:lnTo>
                    <a:pt x="1360076" y="1807489"/>
                  </a:lnTo>
                  <a:lnTo>
                    <a:pt x="1371225" y="1790757"/>
                  </a:lnTo>
                  <a:lnTo>
                    <a:pt x="1382373" y="1773929"/>
                  </a:lnTo>
                  <a:lnTo>
                    <a:pt x="1393521" y="1756926"/>
                  </a:lnTo>
                  <a:lnTo>
                    <a:pt x="1404669" y="1739842"/>
                  </a:lnTo>
                  <a:lnTo>
                    <a:pt x="1415817" y="1722680"/>
                  </a:lnTo>
                  <a:lnTo>
                    <a:pt x="1426965" y="1705390"/>
                  </a:lnTo>
                  <a:lnTo>
                    <a:pt x="1438114" y="1688049"/>
                  </a:lnTo>
                  <a:lnTo>
                    <a:pt x="1449262" y="1670649"/>
                  </a:lnTo>
                  <a:lnTo>
                    <a:pt x="1460410" y="1653177"/>
                  </a:lnTo>
                  <a:lnTo>
                    <a:pt x="1471558" y="1635678"/>
                  </a:lnTo>
                  <a:lnTo>
                    <a:pt x="1482706" y="1618144"/>
                  </a:lnTo>
                  <a:lnTo>
                    <a:pt x="1493854" y="1600589"/>
                  </a:lnTo>
                  <a:lnTo>
                    <a:pt x="1505003" y="1583028"/>
                  </a:lnTo>
                  <a:lnTo>
                    <a:pt x="1516151" y="1565467"/>
                  </a:lnTo>
                  <a:lnTo>
                    <a:pt x="1527299" y="1547923"/>
                  </a:lnTo>
                  <a:lnTo>
                    <a:pt x="1538447" y="1530396"/>
                  </a:lnTo>
                  <a:lnTo>
                    <a:pt x="1549595" y="1512909"/>
                  </a:lnTo>
                  <a:lnTo>
                    <a:pt x="1560743" y="1495472"/>
                  </a:lnTo>
                  <a:lnTo>
                    <a:pt x="1571892" y="1478071"/>
                  </a:lnTo>
                  <a:lnTo>
                    <a:pt x="1583040" y="1460757"/>
                  </a:lnTo>
                  <a:lnTo>
                    <a:pt x="1594188" y="1443515"/>
                  </a:lnTo>
                  <a:lnTo>
                    <a:pt x="1605336" y="1426330"/>
                  </a:lnTo>
                  <a:lnTo>
                    <a:pt x="1616484" y="1409283"/>
                  </a:lnTo>
                  <a:lnTo>
                    <a:pt x="1627633" y="1392321"/>
                  </a:lnTo>
                  <a:lnTo>
                    <a:pt x="1638781" y="1375441"/>
                  </a:lnTo>
                  <a:lnTo>
                    <a:pt x="1649929" y="1358744"/>
                  </a:lnTo>
                  <a:lnTo>
                    <a:pt x="1661077" y="1342143"/>
                  </a:lnTo>
                  <a:lnTo>
                    <a:pt x="1672225" y="1325661"/>
                  </a:lnTo>
                  <a:lnTo>
                    <a:pt x="1683373" y="1309384"/>
                  </a:lnTo>
                  <a:lnTo>
                    <a:pt x="1694522" y="1293218"/>
                  </a:lnTo>
                  <a:lnTo>
                    <a:pt x="1705670" y="1277213"/>
                  </a:lnTo>
                  <a:lnTo>
                    <a:pt x="1716818" y="1261425"/>
                  </a:lnTo>
                  <a:lnTo>
                    <a:pt x="1727966" y="1245764"/>
                  </a:lnTo>
                  <a:lnTo>
                    <a:pt x="1739114" y="1230308"/>
                  </a:lnTo>
                  <a:lnTo>
                    <a:pt x="1750262" y="1215073"/>
                  </a:lnTo>
                  <a:lnTo>
                    <a:pt x="1761411" y="1199979"/>
                  </a:lnTo>
                  <a:lnTo>
                    <a:pt x="1772559" y="1185136"/>
                  </a:lnTo>
                  <a:lnTo>
                    <a:pt x="1783707" y="1170510"/>
                  </a:lnTo>
                  <a:lnTo>
                    <a:pt x="1794855" y="1156036"/>
                  </a:lnTo>
                  <a:lnTo>
                    <a:pt x="1806003" y="1141861"/>
                  </a:lnTo>
                  <a:lnTo>
                    <a:pt x="1817151" y="1127891"/>
                  </a:lnTo>
                  <a:lnTo>
                    <a:pt x="1828300" y="1114083"/>
                  </a:lnTo>
                  <a:lnTo>
                    <a:pt x="1839448" y="1100621"/>
                  </a:lnTo>
                  <a:lnTo>
                    <a:pt x="1850596" y="1087344"/>
                  </a:lnTo>
                  <a:lnTo>
                    <a:pt x="1861744" y="1074250"/>
                  </a:lnTo>
                  <a:lnTo>
                    <a:pt x="1872892" y="1061518"/>
                  </a:lnTo>
                  <a:lnTo>
                    <a:pt x="1884040" y="1048961"/>
                  </a:lnTo>
                  <a:lnTo>
                    <a:pt x="1895189" y="1036621"/>
                  </a:lnTo>
                  <a:lnTo>
                    <a:pt x="1906337" y="1024619"/>
                  </a:lnTo>
                  <a:lnTo>
                    <a:pt x="1917485" y="1012794"/>
                  </a:lnTo>
                  <a:lnTo>
                    <a:pt x="1928633" y="1001215"/>
                  </a:lnTo>
                  <a:lnTo>
                    <a:pt x="1939781" y="989944"/>
                  </a:lnTo>
                  <a:lnTo>
                    <a:pt x="1950929" y="978847"/>
                  </a:lnTo>
                  <a:lnTo>
                    <a:pt x="1962078" y="968020"/>
                  </a:lnTo>
                  <a:lnTo>
                    <a:pt x="1973226" y="957463"/>
                  </a:lnTo>
                  <a:lnTo>
                    <a:pt x="1984374" y="947073"/>
                  </a:lnTo>
                  <a:lnTo>
                    <a:pt x="1995522" y="936968"/>
                  </a:lnTo>
                  <a:lnTo>
                    <a:pt x="2006670" y="927089"/>
                  </a:lnTo>
                  <a:lnTo>
                    <a:pt x="2017818" y="917367"/>
                  </a:lnTo>
                  <a:lnTo>
                    <a:pt x="2028967" y="907933"/>
                  </a:lnTo>
                  <a:lnTo>
                    <a:pt x="2040115" y="898678"/>
                  </a:lnTo>
                  <a:lnTo>
                    <a:pt x="2051263" y="889565"/>
                  </a:lnTo>
                  <a:lnTo>
                    <a:pt x="2062411" y="880726"/>
                  </a:lnTo>
                  <a:lnTo>
                    <a:pt x="2073559" y="872020"/>
                  </a:lnTo>
                  <a:lnTo>
                    <a:pt x="2084708" y="863445"/>
                  </a:lnTo>
                  <a:lnTo>
                    <a:pt x="2095856" y="855097"/>
                  </a:lnTo>
                  <a:lnTo>
                    <a:pt x="2107004" y="846846"/>
                  </a:lnTo>
                  <a:lnTo>
                    <a:pt x="2118152" y="838713"/>
                  </a:lnTo>
                  <a:lnTo>
                    <a:pt x="2129300" y="830735"/>
                  </a:lnTo>
                  <a:lnTo>
                    <a:pt x="2140448" y="822826"/>
                  </a:lnTo>
                  <a:lnTo>
                    <a:pt x="2151597" y="815007"/>
                  </a:lnTo>
                  <a:lnTo>
                    <a:pt x="2162745" y="807274"/>
                  </a:lnTo>
                  <a:lnTo>
                    <a:pt x="2173893" y="799578"/>
                  </a:lnTo>
                  <a:lnTo>
                    <a:pt x="2185041" y="791930"/>
                  </a:lnTo>
                  <a:lnTo>
                    <a:pt x="2196189" y="784302"/>
                  </a:lnTo>
                  <a:lnTo>
                    <a:pt x="2207337" y="776679"/>
                  </a:lnTo>
                  <a:lnTo>
                    <a:pt x="2218486" y="769046"/>
                  </a:lnTo>
                  <a:lnTo>
                    <a:pt x="2229634" y="761377"/>
                  </a:lnTo>
                  <a:lnTo>
                    <a:pt x="2240782" y="753678"/>
                  </a:lnTo>
                  <a:lnTo>
                    <a:pt x="2251930" y="745897"/>
                  </a:lnTo>
                  <a:lnTo>
                    <a:pt x="2263078" y="738037"/>
                  </a:lnTo>
                  <a:lnTo>
                    <a:pt x="2274226" y="730113"/>
                  </a:lnTo>
                  <a:lnTo>
                    <a:pt x="2285375" y="722021"/>
                  </a:lnTo>
                  <a:lnTo>
                    <a:pt x="2296523" y="713823"/>
                  </a:lnTo>
                  <a:lnTo>
                    <a:pt x="2307671" y="705518"/>
                  </a:lnTo>
                  <a:lnTo>
                    <a:pt x="2318819" y="696973"/>
                  </a:lnTo>
                  <a:lnTo>
                    <a:pt x="2329967" y="688298"/>
                  </a:lnTo>
                  <a:lnTo>
                    <a:pt x="2341115" y="679460"/>
                  </a:lnTo>
                  <a:lnTo>
                    <a:pt x="2352264" y="670342"/>
                  </a:lnTo>
                  <a:lnTo>
                    <a:pt x="2363412" y="661069"/>
                  </a:lnTo>
                  <a:lnTo>
                    <a:pt x="2374560" y="651572"/>
                  </a:lnTo>
                  <a:lnTo>
                    <a:pt x="2385708" y="641778"/>
                  </a:lnTo>
                  <a:lnTo>
                    <a:pt x="2396856" y="631808"/>
                  </a:lnTo>
                  <a:lnTo>
                    <a:pt x="2408004" y="621556"/>
                  </a:lnTo>
                  <a:lnTo>
                    <a:pt x="2419153" y="611008"/>
                  </a:lnTo>
                  <a:lnTo>
                    <a:pt x="2430301" y="600272"/>
                  </a:lnTo>
                  <a:lnTo>
                    <a:pt x="2441449" y="589203"/>
                  </a:lnTo>
                  <a:lnTo>
                    <a:pt x="2452597" y="577859"/>
                  </a:lnTo>
                  <a:lnTo>
                    <a:pt x="2463745" y="566322"/>
                  </a:lnTo>
                  <a:lnTo>
                    <a:pt x="2474894" y="554415"/>
                  </a:lnTo>
                  <a:lnTo>
                    <a:pt x="2486042" y="542270"/>
                  </a:lnTo>
                  <a:lnTo>
                    <a:pt x="2497190" y="529934"/>
                  </a:lnTo>
                  <a:lnTo>
                    <a:pt x="2508338" y="517213"/>
                  </a:lnTo>
                  <a:lnTo>
                    <a:pt x="2519486" y="504301"/>
                  </a:lnTo>
                  <a:lnTo>
                    <a:pt x="2530634" y="491197"/>
                  </a:lnTo>
                  <a:lnTo>
                    <a:pt x="2541783" y="477747"/>
                  </a:lnTo>
                  <a:lnTo>
                    <a:pt x="2552931" y="464144"/>
                  </a:lnTo>
                  <a:lnTo>
                    <a:pt x="2564079" y="450351"/>
                  </a:lnTo>
                  <a:lnTo>
                    <a:pt x="2575227" y="436297"/>
                  </a:lnTo>
                  <a:lnTo>
                    <a:pt x="2586375" y="422121"/>
                  </a:lnTo>
                  <a:lnTo>
                    <a:pt x="2597523" y="407779"/>
                  </a:lnTo>
                  <a:lnTo>
                    <a:pt x="2608672" y="393270"/>
                  </a:lnTo>
                  <a:lnTo>
                    <a:pt x="2619820" y="378678"/>
                  </a:lnTo>
                  <a:lnTo>
                    <a:pt x="2630968" y="363971"/>
                  </a:lnTo>
                  <a:lnTo>
                    <a:pt x="2642116" y="349190"/>
                  </a:lnTo>
                  <a:lnTo>
                    <a:pt x="2653264" y="334374"/>
                  </a:lnTo>
                  <a:lnTo>
                    <a:pt x="2664412" y="319524"/>
                  </a:lnTo>
                  <a:lnTo>
                    <a:pt x="2675561" y="304687"/>
                  </a:lnTo>
                  <a:lnTo>
                    <a:pt x="2686709" y="289868"/>
                  </a:lnTo>
                  <a:lnTo>
                    <a:pt x="2697857" y="275125"/>
                  </a:lnTo>
                  <a:lnTo>
                    <a:pt x="2709005" y="260472"/>
                  </a:lnTo>
                  <a:lnTo>
                    <a:pt x="2720153" y="245893"/>
                  </a:lnTo>
                  <a:lnTo>
                    <a:pt x="2731301" y="231530"/>
                  </a:lnTo>
                  <a:lnTo>
                    <a:pt x="2742450" y="217316"/>
                  </a:lnTo>
                  <a:lnTo>
                    <a:pt x="2753598" y="203250"/>
                  </a:lnTo>
                  <a:lnTo>
                    <a:pt x="2764746" y="189538"/>
                  </a:lnTo>
                  <a:lnTo>
                    <a:pt x="2775894" y="176027"/>
                  </a:lnTo>
                  <a:lnTo>
                    <a:pt x="2787042" y="162769"/>
                  </a:lnTo>
                  <a:lnTo>
                    <a:pt x="2798190" y="149964"/>
                  </a:lnTo>
                  <a:lnTo>
                    <a:pt x="2809339" y="137418"/>
                  </a:lnTo>
                  <a:lnTo>
                    <a:pt x="2820487" y="125252"/>
                  </a:lnTo>
                  <a:lnTo>
                    <a:pt x="2831635" y="113609"/>
                  </a:lnTo>
                  <a:lnTo>
                    <a:pt x="2842783" y="102282"/>
                  </a:lnTo>
                  <a:lnTo>
                    <a:pt x="2853931" y="91476"/>
                  </a:lnTo>
                  <a:lnTo>
                    <a:pt x="2865080" y="81236"/>
                  </a:lnTo>
                  <a:lnTo>
                    <a:pt x="2876228" y="71363"/>
                  </a:lnTo>
                  <a:lnTo>
                    <a:pt x="2887376" y="62163"/>
                  </a:lnTo>
                  <a:lnTo>
                    <a:pt x="2898524" y="53541"/>
                  </a:lnTo>
                  <a:lnTo>
                    <a:pt x="2909672" y="45333"/>
                  </a:lnTo>
                  <a:lnTo>
                    <a:pt x="2920820" y="37951"/>
                  </a:lnTo>
                  <a:lnTo>
                    <a:pt x="2931969" y="31132"/>
                  </a:lnTo>
                  <a:lnTo>
                    <a:pt x="2943117" y="24766"/>
                  </a:lnTo>
                  <a:lnTo>
                    <a:pt x="2954265" y="19376"/>
                  </a:lnTo>
                  <a:lnTo>
                    <a:pt x="2965413" y="14509"/>
                  </a:lnTo>
                  <a:lnTo>
                    <a:pt x="2976561" y="10167"/>
                  </a:lnTo>
                  <a:lnTo>
                    <a:pt x="2987709" y="6857"/>
                  </a:lnTo>
                  <a:lnTo>
                    <a:pt x="2998858" y="4050"/>
                  </a:lnTo>
                  <a:lnTo>
                    <a:pt x="3010006" y="1876"/>
                  </a:lnTo>
                  <a:lnTo>
                    <a:pt x="3021154" y="681"/>
                  </a:lnTo>
                  <a:lnTo>
                    <a:pt x="3032302" y="0"/>
                  </a:lnTo>
                  <a:lnTo>
                    <a:pt x="3043450" y="49"/>
                  </a:lnTo>
                  <a:lnTo>
                    <a:pt x="3054598" y="1000"/>
                  </a:lnTo>
                  <a:lnTo>
                    <a:pt x="3065747" y="2465"/>
                  </a:lnTo>
                  <a:lnTo>
                    <a:pt x="3076895" y="4745"/>
                  </a:lnTo>
                  <a:lnTo>
                    <a:pt x="3088043" y="7829"/>
                  </a:lnTo>
                  <a:lnTo>
                    <a:pt x="3099191" y="11418"/>
                  </a:lnTo>
                  <a:lnTo>
                    <a:pt x="3110339" y="15887"/>
                  </a:lnTo>
                  <a:lnTo>
                    <a:pt x="3121487" y="21049"/>
                  </a:lnTo>
                  <a:lnTo>
                    <a:pt x="3132636" y="26699"/>
                  </a:lnTo>
                  <a:lnTo>
                    <a:pt x="3143784" y="33268"/>
                  </a:lnTo>
                  <a:lnTo>
                    <a:pt x="3154932" y="40415"/>
                  </a:lnTo>
                  <a:lnTo>
                    <a:pt x="3166080" y="48024"/>
                  </a:lnTo>
                  <a:lnTo>
                    <a:pt x="3177228" y="56566"/>
                  </a:lnTo>
                  <a:lnTo>
                    <a:pt x="3188376" y="65570"/>
                  </a:lnTo>
                  <a:lnTo>
                    <a:pt x="3199525" y="75040"/>
                  </a:lnTo>
                  <a:lnTo>
                    <a:pt x="3210673" y="85357"/>
                  </a:lnTo>
                  <a:lnTo>
                    <a:pt x="3221821" y="96061"/>
                  </a:lnTo>
                  <a:lnTo>
                    <a:pt x="3232969" y="107249"/>
                  </a:lnTo>
                  <a:lnTo>
                    <a:pt x="3244117" y="119130"/>
                  </a:lnTo>
                  <a:lnTo>
                    <a:pt x="3255266" y="131355"/>
                  </a:lnTo>
                  <a:lnTo>
                    <a:pt x="3266414" y="144060"/>
                  </a:lnTo>
                  <a:lnTo>
                    <a:pt x="3277562" y="157312"/>
                  </a:lnTo>
                  <a:lnTo>
                    <a:pt x="3288710" y="170861"/>
                  </a:lnTo>
                  <a:lnTo>
                    <a:pt x="3299858" y="184866"/>
                  </a:lnTo>
                  <a:lnTo>
                    <a:pt x="3311006" y="199283"/>
                  </a:lnTo>
                  <a:lnTo>
                    <a:pt x="3322155" y="213950"/>
                  </a:lnTo>
                  <a:lnTo>
                    <a:pt x="3333303" y="229030"/>
                  </a:lnTo>
                  <a:lnTo>
                    <a:pt x="3344451" y="244403"/>
                  </a:lnTo>
                  <a:lnTo>
                    <a:pt x="3355599" y="259979"/>
                  </a:lnTo>
                  <a:lnTo>
                    <a:pt x="3366747" y="275905"/>
                  </a:lnTo>
                  <a:lnTo>
                    <a:pt x="3377895" y="292027"/>
                  </a:lnTo>
                  <a:lnTo>
                    <a:pt x="3389044" y="308304"/>
                  </a:lnTo>
                  <a:lnTo>
                    <a:pt x="3400192" y="324858"/>
                  </a:lnTo>
                  <a:lnTo>
                    <a:pt x="3411340" y="341528"/>
                  </a:lnTo>
                  <a:lnTo>
                    <a:pt x="3422488" y="358317"/>
                  </a:lnTo>
                  <a:lnTo>
                    <a:pt x="3433636" y="375283"/>
                  </a:lnTo>
                  <a:lnTo>
                    <a:pt x="3444784" y="392314"/>
                  </a:lnTo>
                  <a:lnTo>
                    <a:pt x="3455933" y="409426"/>
                  </a:lnTo>
                  <a:lnTo>
                    <a:pt x="3467081" y="426620"/>
                  </a:lnTo>
                  <a:lnTo>
                    <a:pt x="3478229" y="443843"/>
                  </a:lnTo>
                  <a:lnTo>
                    <a:pt x="3489377" y="461100"/>
                  </a:lnTo>
                  <a:lnTo>
                    <a:pt x="3500525" y="478369"/>
                  </a:lnTo>
                  <a:lnTo>
                    <a:pt x="3511673" y="495634"/>
                  </a:lnTo>
                  <a:lnTo>
                    <a:pt x="3522822" y="512885"/>
                  </a:lnTo>
                  <a:lnTo>
                    <a:pt x="3533970" y="530098"/>
                  </a:lnTo>
                  <a:lnTo>
                    <a:pt x="3545118" y="547281"/>
                  </a:lnTo>
                  <a:lnTo>
                    <a:pt x="3556266" y="564400"/>
                  </a:lnTo>
                  <a:lnTo>
                    <a:pt x="3567414" y="581452"/>
                  </a:lnTo>
                  <a:lnTo>
                    <a:pt x="3578562" y="598455"/>
                  </a:lnTo>
                  <a:lnTo>
                    <a:pt x="3589711" y="615347"/>
                  </a:lnTo>
                  <a:lnTo>
                    <a:pt x="3600859" y="632160"/>
                  </a:lnTo>
                  <a:lnTo>
                    <a:pt x="3612007" y="648907"/>
                  </a:lnTo>
                  <a:lnTo>
                    <a:pt x="3623155" y="665507"/>
                  </a:lnTo>
                  <a:lnTo>
                    <a:pt x="3634303" y="682027"/>
                  </a:lnTo>
                  <a:lnTo>
                    <a:pt x="3645452" y="698466"/>
                  </a:lnTo>
                  <a:lnTo>
                    <a:pt x="3656600" y="714744"/>
                  </a:lnTo>
                  <a:lnTo>
                    <a:pt x="3667748" y="730943"/>
                  </a:lnTo>
                  <a:lnTo>
                    <a:pt x="3678896" y="747044"/>
                  </a:lnTo>
                  <a:lnTo>
                    <a:pt x="3690044" y="762995"/>
                  </a:lnTo>
                  <a:lnTo>
                    <a:pt x="3701192" y="778869"/>
                  </a:lnTo>
                  <a:lnTo>
                    <a:pt x="3712341" y="794633"/>
                  </a:lnTo>
                  <a:lnTo>
                    <a:pt x="3723489" y="810269"/>
                  </a:lnTo>
                  <a:lnTo>
                    <a:pt x="3734637" y="825832"/>
                  </a:lnTo>
                  <a:lnTo>
                    <a:pt x="3745785" y="841284"/>
                  </a:lnTo>
                  <a:lnTo>
                    <a:pt x="3756933" y="856633"/>
                  </a:lnTo>
                  <a:lnTo>
                    <a:pt x="3768081" y="871918"/>
                  </a:lnTo>
                  <a:lnTo>
                    <a:pt x="3779230" y="887098"/>
                  </a:lnTo>
                  <a:lnTo>
                    <a:pt x="3790378" y="902203"/>
                  </a:lnTo>
                  <a:lnTo>
                    <a:pt x="3801526" y="917256"/>
                  </a:lnTo>
                  <a:lnTo>
                    <a:pt x="3812674" y="932218"/>
                  </a:lnTo>
                  <a:lnTo>
                    <a:pt x="3823822" y="947132"/>
                  </a:lnTo>
                  <a:lnTo>
                    <a:pt x="3834970" y="962006"/>
                  </a:lnTo>
                  <a:lnTo>
                    <a:pt x="3846119" y="976813"/>
                  </a:lnTo>
                  <a:lnTo>
                    <a:pt x="3857267" y="991594"/>
                  </a:lnTo>
                  <a:lnTo>
                    <a:pt x="3868415" y="1006348"/>
                  </a:lnTo>
                  <a:lnTo>
                    <a:pt x="3879563" y="1021067"/>
                  </a:lnTo>
                  <a:lnTo>
                    <a:pt x="3890711" y="1035776"/>
                  </a:lnTo>
                  <a:lnTo>
                    <a:pt x="3901859" y="1050473"/>
                  </a:lnTo>
                  <a:lnTo>
                    <a:pt x="3913008" y="1065165"/>
                  </a:lnTo>
                  <a:lnTo>
                    <a:pt x="3924156" y="1079860"/>
                  </a:lnTo>
                  <a:lnTo>
                    <a:pt x="3935304" y="1094560"/>
                  </a:lnTo>
                  <a:lnTo>
                    <a:pt x="3946452" y="1109279"/>
                  </a:lnTo>
                  <a:lnTo>
                    <a:pt x="3957600" y="1124012"/>
                  </a:lnTo>
                  <a:lnTo>
                    <a:pt x="3968748" y="1138771"/>
                  </a:lnTo>
                  <a:lnTo>
                    <a:pt x="3979897" y="1153562"/>
                  </a:lnTo>
                  <a:lnTo>
                    <a:pt x="3991045" y="1168377"/>
                  </a:lnTo>
                  <a:lnTo>
                    <a:pt x="4002193" y="1183236"/>
                  </a:lnTo>
                  <a:lnTo>
                    <a:pt x="4013341" y="1198135"/>
                  </a:lnTo>
                  <a:lnTo>
                    <a:pt x="4024489" y="1213063"/>
                  </a:lnTo>
                  <a:lnTo>
                    <a:pt x="4035637" y="1228051"/>
                  </a:lnTo>
                  <a:lnTo>
                    <a:pt x="4046786" y="1243080"/>
                  </a:lnTo>
                  <a:lnTo>
                    <a:pt x="4057934" y="1258141"/>
                  </a:lnTo>
                  <a:lnTo>
                    <a:pt x="4069082" y="1273273"/>
                  </a:lnTo>
                  <a:lnTo>
                    <a:pt x="4080230" y="1288439"/>
                  </a:lnTo>
                  <a:lnTo>
                    <a:pt x="4091378" y="1303641"/>
                  </a:lnTo>
                  <a:lnTo>
                    <a:pt x="4102527" y="1318910"/>
                  </a:lnTo>
                  <a:lnTo>
                    <a:pt x="4113675" y="1334208"/>
                  </a:lnTo>
                  <a:lnTo>
                    <a:pt x="4124823" y="1349543"/>
                  </a:lnTo>
                  <a:lnTo>
                    <a:pt x="4135971" y="1364930"/>
                  </a:lnTo>
                  <a:lnTo>
                    <a:pt x="4147119" y="1380339"/>
                  </a:lnTo>
                  <a:lnTo>
                    <a:pt x="4158267" y="1395782"/>
                  </a:lnTo>
                  <a:lnTo>
                    <a:pt x="4169416" y="1411256"/>
                  </a:lnTo>
                  <a:lnTo>
                    <a:pt x="4180564" y="1426744"/>
                  </a:lnTo>
                  <a:lnTo>
                    <a:pt x="4191712" y="1442253"/>
                  </a:lnTo>
                  <a:lnTo>
                    <a:pt x="4202860" y="1457773"/>
                  </a:lnTo>
                  <a:lnTo>
                    <a:pt x="4214008" y="1473296"/>
                  </a:lnTo>
                  <a:lnTo>
                    <a:pt x="4225156" y="1488820"/>
                  </a:lnTo>
                  <a:lnTo>
                    <a:pt x="4236305" y="1504333"/>
                  </a:lnTo>
                  <a:lnTo>
                    <a:pt x="4247453" y="1519837"/>
                  </a:lnTo>
                  <a:lnTo>
                    <a:pt x="4258601" y="1535313"/>
                  </a:lnTo>
                  <a:lnTo>
                    <a:pt x="4269749" y="1550761"/>
                  </a:lnTo>
                  <a:lnTo>
                    <a:pt x="4280897" y="1566185"/>
                  </a:lnTo>
                  <a:lnTo>
                    <a:pt x="4292045" y="1581545"/>
                  </a:lnTo>
                  <a:lnTo>
                    <a:pt x="4303194" y="1596863"/>
                  </a:lnTo>
                  <a:lnTo>
                    <a:pt x="4314342" y="1612137"/>
                  </a:lnTo>
                  <a:lnTo>
                    <a:pt x="4325490" y="1627313"/>
                  </a:lnTo>
                  <a:lnTo>
                    <a:pt x="4336638" y="1642434"/>
                  </a:lnTo>
                  <a:lnTo>
                    <a:pt x="4347786" y="1657483"/>
                  </a:lnTo>
                  <a:lnTo>
                    <a:pt x="4358934" y="1672410"/>
                  </a:lnTo>
                  <a:lnTo>
                    <a:pt x="4370083" y="1687267"/>
                  </a:lnTo>
                  <a:lnTo>
                    <a:pt x="4381231" y="1702019"/>
                  </a:lnTo>
                  <a:lnTo>
                    <a:pt x="4392379" y="1716631"/>
                  </a:lnTo>
                  <a:lnTo>
                    <a:pt x="4403527" y="1731159"/>
                  </a:lnTo>
                  <a:lnTo>
                    <a:pt x="4414675" y="1745544"/>
                  </a:lnTo>
                  <a:lnTo>
                    <a:pt x="4425823" y="1759780"/>
                  </a:lnTo>
                  <a:lnTo>
                    <a:pt x="4436972" y="1773918"/>
                  </a:lnTo>
                  <a:lnTo>
                    <a:pt x="4448120" y="1787874"/>
                  </a:lnTo>
                  <a:lnTo>
                    <a:pt x="4459268" y="1801677"/>
                  </a:lnTo>
                  <a:lnTo>
                    <a:pt x="4470416" y="1815370"/>
                  </a:lnTo>
                  <a:lnTo>
                    <a:pt x="4481564" y="1828840"/>
                  </a:lnTo>
                  <a:lnTo>
                    <a:pt x="4492713" y="1842161"/>
                  </a:lnTo>
                  <a:lnTo>
                    <a:pt x="4503861" y="1855362"/>
                  </a:lnTo>
                  <a:lnTo>
                    <a:pt x="4515009" y="1868298"/>
                  </a:lnTo>
                  <a:lnTo>
                    <a:pt x="4526157" y="1881096"/>
                  </a:lnTo>
                  <a:lnTo>
                    <a:pt x="4537305" y="1893751"/>
                  </a:lnTo>
                  <a:lnTo>
                    <a:pt x="4548453" y="1906129"/>
                  </a:lnTo>
                  <a:lnTo>
                    <a:pt x="4559602" y="1918371"/>
                  </a:lnTo>
                  <a:lnTo>
                    <a:pt x="4570750" y="1930438"/>
                  </a:lnTo>
                  <a:lnTo>
                    <a:pt x="4581898" y="1942240"/>
                  </a:lnTo>
                  <a:lnTo>
                    <a:pt x="4593046" y="1953901"/>
                  </a:lnTo>
                  <a:lnTo>
                    <a:pt x="4604194" y="1965357"/>
                  </a:lnTo>
                  <a:lnTo>
                    <a:pt x="4615342" y="1976564"/>
                  </a:lnTo>
                  <a:lnTo>
                    <a:pt x="4626491" y="1987627"/>
                  </a:lnTo>
                  <a:lnTo>
                    <a:pt x="4637639" y="1998458"/>
                  </a:lnTo>
                  <a:lnTo>
                    <a:pt x="4648787" y="2009061"/>
                  </a:lnTo>
                  <a:lnTo>
                    <a:pt x="4659935" y="2019518"/>
                  </a:lnTo>
                  <a:lnTo>
                    <a:pt x="4671083" y="2029717"/>
                  </a:lnTo>
                  <a:lnTo>
                    <a:pt x="4682231" y="2039712"/>
                  </a:lnTo>
                  <a:lnTo>
                    <a:pt x="4693380" y="2049562"/>
                  </a:lnTo>
                  <a:lnTo>
                    <a:pt x="4704528" y="2059131"/>
                  </a:lnTo>
                  <a:lnTo>
                    <a:pt x="4715676" y="2068523"/>
                  </a:lnTo>
                  <a:lnTo>
                    <a:pt x="4726824" y="2077771"/>
                  </a:lnTo>
                  <a:lnTo>
                    <a:pt x="4737972" y="2086718"/>
                  </a:lnTo>
                  <a:lnTo>
                    <a:pt x="4749120" y="2095516"/>
                  </a:lnTo>
                  <a:lnTo>
                    <a:pt x="4760269" y="2104157"/>
                  </a:lnTo>
                  <a:lnTo>
                    <a:pt x="4771417" y="2112512"/>
                  </a:lnTo>
                  <a:lnTo>
                    <a:pt x="4782565" y="2120729"/>
                  </a:lnTo>
                  <a:lnTo>
                    <a:pt x="4793713" y="2128771"/>
                  </a:lnTo>
                  <a:lnTo>
                    <a:pt x="4804861" y="2136559"/>
                  </a:lnTo>
                  <a:lnTo>
                    <a:pt x="4816009" y="2144213"/>
                  </a:lnTo>
                  <a:lnTo>
                    <a:pt x="4827158" y="2151677"/>
                  </a:lnTo>
                  <a:lnTo>
                    <a:pt x="4838306" y="2158917"/>
                  </a:lnTo>
                  <a:lnTo>
                    <a:pt x="4849454" y="2166030"/>
                  </a:lnTo>
                  <a:lnTo>
                    <a:pt x="4860602" y="2172938"/>
                  </a:lnTo>
                  <a:lnTo>
                    <a:pt x="4871750" y="2179653"/>
                  </a:lnTo>
                  <a:lnTo>
                    <a:pt x="4882899" y="2186246"/>
                  </a:lnTo>
                  <a:lnTo>
                    <a:pt x="4894047" y="2192624"/>
                  </a:lnTo>
                  <a:lnTo>
                    <a:pt x="4905195" y="2198838"/>
                  </a:lnTo>
                  <a:lnTo>
                    <a:pt x="4916343" y="2204936"/>
                  </a:lnTo>
                  <a:lnTo>
                    <a:pt x="4927491" y="2210810"/>
                  </a:lnTo>
                  <a:lnTo>
                    <a:pt x="4938639" y="2216548"/>
                  </a:lnTo>
                  <a:lnTo>
                    <a:pt x="4949788" y="2222175"/>
                  </a:lnTo>
                  <a:lnTo>
                    <a:pt x="4960936" y="2227573"/>
                  </a:lnTo>
                  <a:lnTo>
                    <a:pt x="4972084" y="2232860"/>
                  </a:lnTo>
                  <a:lnTo>
                    <a:pt x="4983232" y="2238030"/>
                  </a:lnTo>
                  <a:lnTo>
                    <a:pt x="4994380" y="2242991"/>
                  </a:lnTo>
                  <a:lnTo>
                    <a:pt x="5005528" y="2247853"/>
                  </a:lnTo>
                  <a:lnTo>
                    <a:pt x="5016677" y="2252589"/>
                  </a:lnTo>
                  <a:lnTo>
                    <a:pt x="5027825" y="2257144"/>
                  </a:lnTo>
                  <a:lnTo>
                    <a:pt x="5038973" y="2261607"/>
                  </a:lnTo>
                  <a:lnTo>
                    <a:pt x="5050121" y="2265936"/>
                  </a:lnTo>
                  <a:lnTo>
                    <a:pt x="5061269" y="2270111"/>
                  </a:lnTo>
                  <a:lnTo>
                    <a:pt x="5072417" y="2274200"/>
                  </a:lnTo>
                  <a:lnTo>
                    <a:pt x="5083566" y="2278150"/>
                  </a:lnTo>
                  <a:lnTo>
                    <a:pt x="5094714" y="2281971"/>
                  </a:lnTo>
                  <a:lnTo>
                    <a:pt x="5105862" y="2285712"/>
                  </a:lnTo>
                  <a:lnTo>
                    <a:pt x="5117010" y="2289310"/>
                  </a:lnTo>
                  <a:lnTo>
                    <a:pt x="5128158" y="2292804"/>
                  </a:lnTo>
                  <a:lnTo>
                    <a:pt x="5139306" y="2296221"/>
                  </a:lnTo>
                  <a:lnTo>
                    <a:pt x="5150455" y="2299497"/>
                  </a:lnTo>
                  <a:lnTo>
                    <a:pt x="5161603" y="2302687"/>
                  </a:lnTo>
                  <a:lnTo>
                    <a:pt x="5172751" y="2305808"/>
                  </a:lnTo>
                  <a:lnTo>
                    <a:pt x="5183899" y="2308788"/>
                  </a:lnTo>
                  <a:lnTo>
                    <a:pt x="5195047" y="2311701"/>
                  </a:lnTo>
                  <a:lnTo>
                    <a:pt x="5206195" y="2314544"/>
                  </a:lnTo>
                  <a:lnTo>
                    <a:pt x="5217344" y="2317263"/>
                  </a:lnTo>
                  <a:lnTo>
                    <a:pt x="5228492" y="2319926"/>
                  </a:lnTo>
                  <a:lnTo>
                    <a:pt x="5239640" y="2322516"/>
                  </a:lnTo>
                  <a:lnTo>
                    <a:pt x="5250788" y="2325005"/>
                  </a:lnTo>
                  <a:lnTo>
                    <a:pt x="5261936" y="2327443"/>
                  </a:lnTo>
                  <a:lnTo>
                    <a:pt x="5273085" y="2329809"/>
                  </a:lnTo>
                  <a:lnTo>
                    <a:pt x="5284233" y="2332095"/>
                  </a:lnTo>
                  <a:lnTo>
                    <a:pt x="5295381" y="2334336"/>
                  </a:lnTo>
                  <a:lnTo>
                    <a:pt x="5306529" y="2336507"/>
                  </a:lnTo>
                  <a:lnTo>
                    <a:pt x="5317677" y="2338616"/>
                  </a:lnTo>
                  <a:lnTo>
                    <a:pt x="5328825" y="2340687"/>
                  </a:lnTo>
                  <a:lnTo>
                    <a:pt x="5339974" y="2342693"/>
                  </a:lnTo>
                  <a:lnTo>
                    <a:pt x="5351122" y="2344654"/>
                  </a:lnTo>
                  <a:lnTo>
                    <a:pt x="5362270" y="2346582"/>
                  </a:lnTo>
                  <a:lnTo>
                    <a:pt x="5373418" y="2348453"/>
                  </a:lnTo>
                  <a:lnTo>
                    <a:pt x="5384566" y="2350293"/>
                  </a:lnTo>
                  <a:lnTo>
                    <a:pt x="5395714" y="2352107"/>
                  </a:lnTo>
                  <a:lnTo>
                    <a:pt x="5406863" y="2353873"/>
                  </a:lnTo>
                  <a:lnTo>
                    <a:pt x="5418011" y="2355620"/>
                  </a:lnTo>
                  <a:lnTo>
                    <a:pt x="5429159" y="2357345"/>
                  </a:lnTo>
                  <a:lnTo>
                    <a:pt x="5440307" y="2359038"/>
                  </a:lnTo>
                  <a:lnTo>
                    <a:pt x="5451455" y="2360719"/>
                  </a:lnTo>
                  <a:lnTo>
                    <a:pt x="5462603" y="2362384"/>
                  </a:lnTo>
                  <a:lnTo>
                    <a:pt x="5473752" y="2364032"/>
                  </a:lnTo>
                  <a:lnTo>
                    <a:pt x="5484900" y="2365674"/>
                  </a:lnTo>
                  <a:lnTo>
                    <a:pt x="5496048" y="2367307"/>
                  </a:lnTo>
                  <a:lnTo>
                    <a:pt x="5507196" y="2368936"/>
                  </a:lnTo>
                  <a:lnTo>
                    <a:pt x="5518344" y="2370563"/>
                  </a:lnTo>
                  <a:lnTo>
                    <a:pt x="5529492" y="2372192"/>
                  </a:lnTo>
                  <a:lnTo>
                    <a:pt x="5540641" y="2373825"/>
                  </a:lnTo>
                  <a:lnTo>
                    <a:pt x="5551789" y="2375462"/>
                  </a:lnTo>
                  <a:lnTo>
                    <a:pt x="5562937" y="2377110"/>
                  </a:lnTo>
                  <a:lnTo>
                    <a:pt x="5574085" y="2378770"/>
                  </a:lnTo>
                  <a:lnTo>
                    <a:pt x="5585233" y="2380439"/>
                  </a:lnTo>
                  <a:lnTo>
                    <a:pt x="5596381" y="2382129"/>
                  </a:lnTo>
                  <a:lnTo>
                    <a:pt x="5607530" y="2383834"/>
                  </a:lnTo>
                  <a:lnTo>
                    <a:pt x="5618678" y="2385553"/>
                  </a:lnTo>
                  <a:lnTo>
                    <a:pt x="5629826" y="2387303"/>
                  </a:lnTo>
                  <a:lnTo>
                    <a:pt x="5640974" y="2389070"/>
                  </a:lnTo>
                  <a:lnTo>
                    <a:pt x="5652122" y="2390855"/>
                  </a:lnTo>
                  <a:lnTo>
                    <a:pt x="5663270" y="2392678"/>
                  </a:lnTo>
                  <a:lnTo>
                    <a:pt x="5674419" y="2394519"/>
                  </a:lnTo>
                  <a:lnTo>
                    <a:pt x="5685567" y="2396384"/>
                  </a:lnTo>
                  <a:lnTo>
                    <a:pt x="5696715" y="2398288"/>
                  </a:lnTo>
                  <a:lnTo>
                    <a:pt x="5696715" y="2546838"/>
                  </a:lnTo>
                  <a:lnTo>
                    <a:pt x="5685567" y="2546838"/>
                  </a:lnTo>
                  <a:lnTo>
                    <a:pt x="5674419" y="2546838"/>
                  </a:lnTo>
                  <a:lnTo>
                    <a:pt x="5663270" y="2546838"/>
                  </a:lnTo>
                  <a:lnTo>
                    <a:pt x="5652122" y="2546838"/>
                  </a:lnTo>
                  <a:lnTo>
                    <a:pt x="5640974" y="2546838"/>
                  </a:lnTo>
                  <a:lnTo>
                    <a:pt x="5629826" y="2546838"/>
                  </a:lnTo>
                  <a:lnTo>
                    <a:pt x="5618678" y="2546838"/>
                  </a:lnTo>
                  <a:lnTo>
                    <a:pt x="5607530" y="2546838"/>
                  </a:lnTo>
                  <a:lnTo>
                    <a:pt x="5596381" y="2546838"/>
                  </a:lnTo>
                  <a:lnTo>
                    <a:pt x="5585233" y="2546838"/>
                  </a:lnTo>
                  <a:lnTo>
                    <a:pt x="5574085" y="2546838"/>
                  </a:lnTo>
                  <a:lnTo>
                    <a:pt x="5562937" y="2546838"/>
                  </a:lnTo>
                  <a:lnTo>
                    <a:pt x="5551789" y="2546838"/>
                  </a:lnTo>
                  <a:lnTo>
                    <a:pt x="5540641" y="2546838"/>
                  </a:lnTo>
                  <a:lnTo>
                    <a:pt x="5529492" y="2546838"/>
                  </a:lnTo>
                  <a:lnTo>
                    <a:pt x="5518344" y="2546838"/>
                  </a:lnTo>
                  <a:lnTo>
                    <a:pt x="5507196" y="2546838"/>
                  </a:lnTo>
                  <a:lnTo>
                    <a:pt x="5496048" y="2546838"/>
                  </a:lnTo>
                  <a:lnTo>
                    <a:pt x="5484900" y="2546838"/>
                  </a:lnTo>
                  <a:lnTo>
                    <a:pt x="5473752" y="2546838"/>
                  </a:lnTo>
                  <a:lnTo>
                    <a:pt x="5462603" y="2546838"/>
                  </a:lnTo>
                  <a:lnTo>
                    <a:pt x="5451455" y="2546838"/>
                  </a:lnTo>
                  <a:lnTo>
                    <a:pt x="5440307" y="2546838"/>
                  </a:lnTo>
                  <a:lnTo>
                    <a:pt x="5429159" y="2546838"/>
                  </a:lnTo>
                  <a:lnTo>
                    <a:pt x="5418011" y="2546838"/>
                  </a:lnTo>
                  <a:lnTo>
                    <a:pt x="5406863" y="2546838"/>
                  </a:lnTo>
                  <a:lnTo>
                    <a:pt x="5395714" y="2546838"/>
                  </a:lnTo>
                  <a:lnTo>
                    <a:pt x="5384566" y="2546838"/>
                  </a:lnTo>
                  <a:lnTo>
                    <a:pt x="5373418" y="2546838"/>
                  </a:lnTo>
                  <a:lnTo>
                    <a:pt x="5362270" y="2546838"/>
                  </a:lnTo>
                  <a:lnTo>
                    <a:pt x="5351122" y="2546838"/>
                  </a:lnTo>
                  <a:lnTo>
                    <a:pt x="5339974" y="2546838"/>
                  </a:lnTo>
                  <a:lnTo>
                    <a:pt x="5328825" y="2546838"/>
                  </a:lnTo>
                  <a:lnTo>
                    <a:pt x="5317677" y="2546838"/>
                  </a:lnTo>
                  <a:lnTo>
                    <a:pt x="5306529" y="2546838"/>
                  </a:lnTo>
                  <a:lnTo>
                    <a:pt x="5295381" y="2546838"/>
                  </a:lnTo>
                  <a:lnTo>
                    <a:pt x="5284233" y="2546838"/>
                  </a:lnTo>
                  <a:lnTo>
                    <a:pt x="5273085" y="2546838"/>
                  </a:lnTo>
                  <a:lnTo>
                    <a:pt x="5261936" y="2546838"/>
                  </a:lnTo>
                  <a:lnTo>
                    <a:pt x="5250788" y="2546838"/>
                  </a:lnTo>
                  <a:lnTo>
                    <a:pt x="5239640" y="2546838"/>
                  </a:lnTo>
                  <a:lnTo>
                    <a:pt x="5228492" y="2546838"/>
                  </a:lnTo>
                  <a:lnTo>
                    <a:pt x="5217344" y="2546838"/>
                  </a:lnTo>
                  <a:lnTo>
                    <a:pt x="5206195" y="2546838"/>
                  </a:lnTo>
                  <a:lnTo>
                    <a:pt x="5195047" y="2546838"/>
                  </a:lnTo>
                  <a:lnTo>
                    <a:pt x="5183899" y="2546838"/>
                  </a:lnTo>
                  <a:lnTo>
                    <a:pt x="5172751" y="2546838"/>
                  </a:lnTo>
                  <a:lnTo>
                    <a:pt x="5161603" y="2546838"/>
                  </a:lnTo>
                  <a:lnTo>
                    <a:pt x="5150455" y="2546838"/>
                  </a:lnTo>
                  <a:lnTo>
                    <a:pt x="5139306" y="2546838"/>
                  </a:lnTo>
                  <a:lnTo>
                    <a:pt x="5128158" y="2546838"/>
                  </a:lnTo>
                  <a:lnTo>
                    <a:pt x="5117010" y="2546838"/>
                  </a:lnTo>
                  <a:lnTo>
                    <a:pt x="5105862" y="2546838"/>
                  </a:lnTo>
                  <a:lnTo>
                    <a:pt x="5094714" y="2546838"/>
                  </a:lnTo>
                  <a:lnTo>
                    <a:pt x="5083566" y="2546838"/>
                  </a:lnTo>
                  <a:lnTo>
                    <a:pt x="5072417" y="2546838"/>
                  </a:lnTo>
                  <a:lnTo>
                    <a:pt x="5061269" y="2546838"/>
                  </a:lnTo>
                  <a:lnTo>
                    <a:pt x="5050121" y="2546838"/>
                  </a:lnTo>
                  <a:lnTo>
                    <a:pt x="5038973" y="2546838"/>
                  </a:lnTo>
                  <a:lnTo>
                    <a:pt x="5027825" y="2546838"/>
                  </a:lnTo>
                  <a:lnTo>
                    <a:pt x="5016677" y="2546838"/>
                  </a:lnTo>
                  <a:lnTo>
                    <a:pt x="5005528" y="2546838"/>
                  </a:lnTo>
                  <a:lnTo>
                    <a:pt x="4994380" y="2546838"/>
                  </a:lnTo>
                  <a:lnTo>
                    <a:pt x="4983232" y="2546838"/>
                  </a:lnTo>
                  <a:lnTo>
                    <a:pt x="4972084" y="2546838"/>
                  </a:lnTo>
                  <a:lnTo>
                    <a:pt x="4960936" y="2546838"/>
                  </a:lnTo>
                  <a:lnTo>
                    <a:pt x="4949788" y="2546838"/>
                  </a:lnTo>
                  <a:lnTo>
                    <a:pt x="4938639" y="2546838"/>
                  </a:lnTo>
                  <a:lnTo>
                    <a:pt x="4927491" y="2546838"/>
                  </a:lnTo>
                  <a:lnTo>
                    <a:pt x="4916343" y="2546838"/>
                  </a:lnTo>
                  <a:lnTo>
                    <a:pt x="4905195" y="2546838"/>
                  </a:lnTo>
                  <a:lnTo>
                    <a:pt x="4894047" y="2546838"/>
                  </a:lnTo>
                  <a:lnTo>
                    <a:pt x="4882899" y="2546838"/>
                  </a:lnTo>
                  <a:lnTo>
                    <a:pt x="4871750" y="2546838"/>
                  </a:lnTo>
                  <a:lnTo>
                    <a:pt x="4860602" y="2546838"/>
                  </a:lnTo>
                  <a:lnTo>
                    <a:pt x="4849454" y="2546838"/>
                  </a:lnTo>
                  <a:lnTo>
                    <a:pt x="4838306" y="2546838"/>
                  </a:lnTo>
                  <a:lnTo>
                    <a:pt x="4827158" y="2546838"/>
                  </a:lnTo>
                  <a:lnTo>
                    <a:pt x="4816009" y="2546838"/>
                  </a:lnTo>
                  <a:lnTo>
                    <a:pt x="4804861" y="2546838"/>
                  </a:lnTo>
                  <a:lnTo>
                    <a:pt x="4793713" y="2546838"/>
                  </a:lnTo>
                  <a:lnTo>
                    <a:pt x="4782565" y="2546838"/>
                  </a:lnTo>
                  <a:lnTo>
                    <a:pt x="4771417" y="2546838"/>
                  </a:lnTo>
                  <a:lnTo>
                    <a:pt x="4760269" y="2546838"/>
                  </a:lnTo>
                  <a:lnTo>
                    <a:pt x="4749120" y="2546838"/>
                  </a:lnTo>
                  <a:lnTo>
                    <a:pt x="4737972" y="2546838"/>
                  </a:lnTo>
                  <a:lnTo>
                    <a:pt x="4726824" y="2546838"/>
                  </a:lnTo>
                  <a:lnTo>
                    <a:pt x="4715676" y="2546838"/>
                  </a:lnTo>
                  <a:lnTo>
                    <a:pt x="4704528" y="2546838"/>
                  </a:lnTo>
                  <a:lnTo>
                    <a:pt x="4693380" y="2546838"/>
                  </a:lnTo>
                  <a:lnTo>
                    <a:pt x="4682231" y="2546838"/>
                  </a:lnTo>
                  <a:lnTo>
                    <a:pt x="4671083" y="2546838"/>
                  </a:lnTo>
                  <a:lnTo>
                    <a:pt x="4659935" y="2546838"/>
                  </a:lnTo>
                  <a:lnTo>
                    <a:pt x="4648787" y="2546838"/>
                  </a:lnTo>
                  <a:lnTo>
                    <a:pt x="4637639" y="2546838"/>
                  </a:lnTo>
                  <a:lnTo>
                    <a:pt x="4626491" y="2546838"/>
                  </a:lnTo>
                  <a:lnTo>
                    <a:pt x="4615342" y="2546838"/>
                  </a:lnTo>
                  <a:lnTo>
                    <a:pt x="4604194" y="2546838"/>
                  </a:lnTo>
                  <a:lnTo>
                    <a:pt x="4593046" y="2546838"/>
                  </a:lnTo>
                  <a:lnTo>
                    <a:pt x="4581898" y="2546838"/>
                  </a:lnTo>
                  <a:lnTo>
                    <a:pt x="4570750" y="2546838"/>
                  </a:lnTo>
                  <a:lnTo>
                    <a:pt x="4559602" y="2546838"/>
                  </a:lnTo>
                  <a:lnTo>
                    <a:pt x="4548453" y="2546838"/>
                  </a:lnTo>
                  <a:lnTo>
                    <a:pt x="4537305" y="2546838"/>
                  </a:lnTo>
                  <a:lnTo>
                    <a:pt x="4526157" y="2546838"/>
                  </a:lnTo>
                  <a:lnTo>
                    <a:pt x="4515009" y="2546838"/>
                  </a:lnTo>
                  <a:lnTo>
                    <a:pt x="4503861" y="2546838"/>
                  </a:lnTo>
                  <a:lnTo>
                    <a:pt x="4492713" y="2546838"/>
                  </a:lnTo>
                  <a:lnTo>
                    <a:pt x="4481564" y="2546838"/>
                  </a:lnTo>
                  <a:lnTo>
                    <a:pt x="4470416" y="2546838"/>
                  </a:lnTo>
                  <a:lnTo>
                    <a:pt x="4459268" y="2546838"/>
                  </a:lnTo>
                  <a:lnTo>
                    <a:pt x="4448120" y="2546838"/>
                  </a:lnTo>
                  <a:lnTo>
                    <a:pt x="4436972" y="2546838"/>
                  </a:lnTo>
                  <a:lnTo>
                    <a:pt x="4425823" y="2546838"/>
                  </a:lnTo>
                  <a:lnTo>
                    <a:pt x="4414675" y="2546838"/>
                  </a:lnTo>
                  <a:lnTo>
                    <a:pt x="4403527" y="2546838"/>
                  </a:lnTo>
                  <a:lnTo>
                    <a:pt x="4392379" y="2546838"/>
                  </a:lnTo>
                  <a:lnTo>
                    <a:pt x="4381231" y="2546838"/>
                  </a:lnTo>
                  <a:lnTo>
                    <a:pt x="4370083" y="2546838"/>
                  </a:lnTo>
                  <a:lnTo>
                    <a:pt x="4358934" y="2546838"/>
                  </a:lnTo>
                  <a:lnTo>
                    <a:pt x="4347786" y="2546838"/>
                  </a:lnTo>
                  <a:lnTo>
                    <a:pt x="4336638" y="2546838"/>
                  </a:lnTo>
                  <a:lnTo>
                    <a:pt x="4325490" y="2546838"/>
                  </a:lnTo>
                  <a:lnTo>
                    <a:pt x="4314342" y="2546838"/>
                  </a:lnTo>
                  <a:lnTo>
                    <a:pt x="4303194" y="2546838"/>
                  </a:lnTo>
                  <a:lnTo>
                    <a:pt x="4292045" y="2546838"/>
                  </a:lnTo>
                  <a:lnTo>
                    <a:pt x="4280897" y="2546838"/>
                  </a:lnTo>
                  <a:lnTo>
                    <a:pt x="4269749" y="2546838"/>
                  </a:lnTo>
                  <a:lnTo>
                    <a:pt x="4258601" y="2546838"/>
                  </a:lnTo>
                  <a:lnTo>
                    <a:pt x="4247453" y="2546838"/>
                  </a:lnTo>
                  <a:lnTo>
                    <a:pt x="4236305" y="2546838"/>
                  </a:lnTo>
                  <a:lnTo>
                    <a:pt x="4225156" y="2546838"/>
                  </a:lnTo>
                  <a:lnTo>
                    <a:pt x="4214008" y="2546838"/>
                  </a:lnTo>
                  <a:lnTo>
                    <a:pt x="4202860" y="2546838"/>
                  </a:lnTo>
                  <a:lnTo>
                    <a:pt x="4191712" y="2546838"/>
                  </a:lnTo>
                  <a:lnTo>
                    <a:pt x="4180564" y="2546838"/>
                  </a:lnTo>
                  <a:lnTo>
                    <a:pt x="4169416" y="2546838"/>
                  </a:lnTo>
                  <a:lnTo>
                    <a:pt x="4158267" y="2546838"/>
                  </a:lnTo>
                  <a:lnTo>
                    <a:pt x="4147119" y="2546838"/>
                  </a:lnTo>
                  <a:lnTo>
                    <a:pt x="4135971" y="2546838"/>
                  </a:lnTo>
                  <a:lnTo>
                    <a:pt x="4124823" y="2546838"/>
                  </a:lnTo>
                  <a:lnTo>
                    <a:pt x="4113675" y="2546838"/>
                  </a:lnTo>
                  <a:lnTo>
                    <a:pt x="4102527" y="2546838"/>
                  </a:lnTo>
                  <a:lnTo>
                    <a:pt x="4091378" y="2546838"/>
                  </a:lnTo>
                  <a:lnTo>
                    <a:pt x="4080230" y="2546838"/>
                  </a:lnTo>
                  <a:lnTo>
                    <a:pt x="4069082" y="2546838"/>
                  </a:lnTo>
                  <a:lnTo>
                    <a:pt x="4057934" y="2546838"/>
                  </a:lnTo>
                  <a:lnTo>
                    <a:pt x="4046786" y="2546838"/>
                  </a:lnTo>
                  <a:lnTo>
                    <a:pt x="4035637" y="2546838"/>
                  </a:lnTo>
                  <a:lnTo>
                    <a:pt x="4024489" y="2546838"/>
                  </a:lnTo>
                  <a:lnTo>
                    <a:pt x="4013341" y="2546838"/>
                  </a:lnTo>
                  <a:lnTo>
                    <a:pt x="4002193" y="2546838"/>
                  </a:lnTo>
                  <a:lnTo>
                    <a:pt x="3991045" y="2546838"/>
                  </a:lnTo>
                  <a:lnTo>
                    <a:pt x="3979897" y="2546838"/>
                  </a:lnTo>
                  <a:lnTo>
                    <a:pt x="3968748" y="2546838"/>
                  </a:lnTo>
                  <a:lnTo>
                    <a:pt x="3957600" y="2546838"/>
                  </a:lnTo>
                  <a:lnTo>
                    <a:pt x="3946452" y="2546838"/>
                  </a:lnTo>
                  <a:lnTo>
                    <a:pt x="3935304" y="2546838"/>
                  </a:lnTo>
                  <a:lnTo>
                    <a:pt x="3924156" y="2546838"/>
                  </a:lnTo>
                  <a:lnTo>
                    <a:pt x="3913008" y="2546838"/>
                  </a:lnTo>
                  <a:lnTo>
                    <a:pt x="3901859" y="2546838"/>
                  </a:lnTo>
                  <a:lnTo>
                    <a:pt x="3890711" y="2546838"/>
                  </a:lnTo>
                  <a:lnTo>
                    <a:pt x="3879563" y="2546838"/>
                  </a:lnTo>
                  <a:lnTo>
                    <a:pt x="3868415" y="2546838"/>
                  </a:lnTo>
                  <a:lnTo>
                    <a:pt x="3857267" y="2546838"/>
                  </a:lnTo>
                  <a:lnTo>
                    <a:pt x="3846119" y="2546838"/>
                  </a:lnTo>
                  <a:lnTo>
                    <a:pt x="3834970" y="2546838"/>
                  </a:lnTo>
                  <a:lnTo>
                    <a:pt x="3823822" y="2546838"/>
                  </a:lnTo>
                  <a:lnTo>
                    <a:pt x="3812674" y="2546838"/>
                  </a:lnTo>
                  <a:lnTo>
                    <a:pt x="3801526" y="2546838"/>
                  </a:lnTo>
                  <a:lnTo>
                    <a:pt x="3790378" y="2546838"/>
                  </a:lnTo>
                  <a:lnTo>
                    <a:pt x="3779230" y="2546838"/>
                  </a:lnTo>
                  <a:lnTo>
                    <a:pt x="3768081" y="2546838"/>
                  </a:lnTo>
                  <a:lnTo>
                    <a:pt x="3756933" y="2546838"/>
                  </a:lnTo>
                  <a:lnTo>
                    <a:pt x="3745785" y="2546838"/>
                  </a:lnTo>
                  <a:lnTo>
                    <a:pt x="3734637" y="2546838"/>
                  </a:lnTo>
                  <a:lnTo>
                    <a:pt x="3723489" y="2546838"/>
                  </a:lnTo>
                  <a:lnTo>
                    <a:pt x="3712341" y="2546838"/>
                  </a:lnTo>
                  <a:lnTo>
                    <a:pt x="3701192" y="2546838"/>
                  </a:lnTo>
                  <a:lnTo>
                    <a:pt x="3690044" y="2546838"/>
                  </a:lnTo>
                  <a:lnTo>
                    <a:pt x="3678896" y="2546838"/>
                  </a:lnTo>
                  <a:lnTo>
                    <a:pt x="3667748" y="2546838"/>
                  </a:lnTo>
                  <a:lnTo>
                    <a:pt x="3656600" y="2546838"/>
                  </a:lnTo>
                  <a:lnTo>
                    <a:pt x="3645452" y="2546838"/>
                  </a:lnTo>
                  <a:lnTo>
                    <a:pt x="3634303" y="2546838"/>
                  </a:lnTo>
                  <a:lnTo>
                    <a:pt x="3623155" y="2546838"/>
                  </a:lnTo>
                  <a:lnTo>
                    <a:pt x="3612007" y="2546838"/>
                  </a:lnTo>
                  <a:lnTo>
                    <a:pt x="3600859" y="2546838"/>
                  </a:lnTo>
                  <a:lnTo>
                    <a:pt x="3589711" y="2546838"/>
                  </a:lnTo>
                  <a:lnTo>
                    <a:pt x="3578562" y="2546838"/>
                  </a:lnTo>
                  <a:lnTo>
                    <a:pt x="3567414" y="2546838"/>
                  </a:lnTo>
                  <a:lnTo>
                    <a:pt x="3556266" y="2546838"/>
                  </a:lnTo>
                  <a:lnTo>
                    <a:pt x="3545118" y="2546838"/>
                  </a:lnTo>
                  <a:lnTo>
                    <a:pt x="3533970" y="2546838"/>
                  </a:lnTo>
                  <a:lnTo>
                    <a:pt x="3522822" y="2546838"/>
                  </a:lnTo>
                  <a:lnTo>
                    <a:pt x="3511673" y="2546838"/>
                  </a:lnTo>
                  <a:lnTo>
                    <a:pt x="3500525" y="2546838"/>
                  </a:lnTo>
                  <a:lnTo>
                    <a:pt x="3489377" y="2546838"/>
                  </a:lnTo>
                  <a:lnTo>
                    <a:pt x="3478229" y="2546838"/>
                  </a:lnTo>
                  <a:lnTo>
                    <a:pt x="3467081" y="2546838"/>
                  </a:lnTo>
                  <a:lnTo>
                    <a:pt x="3455933" y="2546838"/>
                  </a:lnTo>
                  <a:lnTo>
                    <a:pt x="3444784" y="2546838"/>
                  </a:lnTo>
                  <a:lnTo>
                    <a:pt x="3433636" y="2546838"/>
                  </a:lnTo>
                  <a:lnTo>
                    <a:pt x="3422488" y="2546838"/>
                  </a:lnTo>
                  <a:lnTo>
                    <a:pt x="3411340" y="2546838"/>
                  </a:lnTo>
                  <a:lnTo>
                    <a:pt x="3400192" y="2546838"/>
                  </a:lnTo>
                  <a:lnTo>
                    <a:pt x="3389044" y="2546838"/>
                  </a:lnTo>
                  <a:lnTo>
                    <a:pt x="3377895" y="2546838"/>
                  </a:lnTo>
                  <a:lnTo>
                    <a:pt x="3366747" y="2546838"/>
                  </a:lnTo>
                  <a:lnTo>
                    <a:pt x="3355599" y="2546838"/>
                  </a:lnTo>
                  <a:lnTo>
                    <a:pt x="3344451" y="2546838"/>
                  </a:lnTo>
                  <a:lnTo>
                    <a:pt x="3333303" y="2546838"/>
                  </a:lnTo>
                  <a:lnTo>
                    <a:pt x="3322155" y="2546838"/>
                  </a:lnTo>
                  <a:lnTo>
                    <a:pt x="3311006" y="2546838"/>
                  </a:lnTo>
                  <a:lnTo>
                    <a:pt x="3299858" y="2546838"/>
                  </a:lnTo>
                  <a:lnTo>
                    <a:pt x="3288710" y="2546838"/>
                  </a:lnTo>
                  <a:lnTo>
                    <a:pt x="3277562" y="2546838"/>
                  </a:lnTo>
                  <a:lnTo>
                    <a:pt x="3266414" y="2546838"/>
                  </a:lnTo>
                  <a:lnTo>
                    <a:pt x="3255266" y="2546838"/>
                  </a:lnTo>
                  <a:lnTo>
                    <a:pt x="3244117" y="2546838"/>
                  </a:lnTo>
                  <a:lnTo>
                    <a:pt x="3232969" y="2546838"/>
                  </a:lnTo>
                  <a:lnTo>
                    <a:pt x="3221821" y="2546838"/>
                  </a:lnTo>
                  <a:lnTo>
                    <a:pt x="3210673" y="2546838"/>
                  </a:lnTo>
                  <a:lnTo>
                    <a:pt x="3199525" y="2546838"/>
                  </a:lnTo>
                  <a:lnTo>
                    <a:pt x="3188376" y="2546838"/>
                  </a:lnTo>
                  <a:lnTo>
                    <a:pt x="3177228" y="2546838"/>
                  </a:lnTo>
                  <a:lnTo>
                    <a:pt x="3166080" y="2546838"/>
                  </a:lnTo>
                  <a:lnTo>
                    <a:pt x="3154932" y="2546838"/>
                  </a:lnTo>
                  <a:lnTo>
                    <a:pt x="3143784" y="2546838"/>
                  </a:lnTo>
                  <a:lnTo>
                    <a:pt x="3132636" y="2546838"/>
                  </a:lnTo>
                  <a:lnTo>
                    <a:pt x="3121487" y="2546838"/>
                  </a:lnTo>
                  <a:lnTo>
                    <a:pt x="3110339" y="2546838"/>
                  </a:lnTo>
                  <a:lnTo>
                    <a:pt x="3099191" y="2546838"/>
                  </a:lnTo>
                  <a:lnTo>
                    <a:pt x="3088043" y="2546838"/>
                  </a:lnTo>
                  <a:lnTo>
                    <a:pt x="3076895" y="2546838"/>
                  </a:lnTo>
                  <a:lnTo>
                    <a:pt x="3065747" y="2546838"/>
                  </a:lnTo>
                  <a:lnTo>
                    <a:pt x="3054598" y="2546838"/>
                  </a:lnTo>
                  <a:lnTo>
                    <a:pt x="3043450" y="2546838"/>
                  </a:lnTo>
                  <a:lnTo>
                    <a:pt x="3032302" y="2546838"/>
                  </a:lnTo>
                  <a:lnTo>
                    <a:pt x="3021154" y="2546838"/>
                  </a:lnTo>
                  <a:lnTo>
                    <a:pt x="3010006" y="2546838"/>
                  </a:lnTo>
                  <a:lnTo>
                    <a:pt x="2998858" y="2546838"/>
                  </a:lnTo>
                  <a:lnTo>
                    <a:pt x="2987709" y="2546838"/>
                  </a:lnTo>
                  <a:lnTo>
                    <a:pt x="2976561" y="2546838"/>
                  </a:lnTo>
                  <a:lnTo>
                    <a:pt x="2965413" y="2546838"/>
                  </a:lnTo>
                  <a:lnTo>
                    <a:pt x="2954265" y="2546838"/>
                  </a:lnTo>
                  <a:lnTo>
                    <a:pt x="2943117" y="2546838"/>
                  </a:lnTo>
                  <a:lnTo>
                    <a:pt x="2931969" y="2546838"/>
                  </a:lnTo>
                  <a:lnTo>
                    <a:pt x="2920820" y="2546838"/>
                  </a:lnTo>
                  <a:lnTo>
                    <a:pt x="2909672" y="2546838"/>
                  </a:lnTo>
                  <a:lnTo>
                    <a:pt x="2898524" y="2546838"/>
                  </a:lnTo>
                  <a:lnTo>
                    <a:pt x="2887376" y="2546838"/>
                  </a:lnTo>
                  <a:lnTo>
                    <a:pt x="2876228" y="2546838"/>
                  </a:lnTo>
                  <a:lnTo>
                    <a:pt x="2865080" y="2546838"/>
                  </a:lnTo>
                  <a:lnTo>
                    <a:pt x="2853931" y="2546838"/>
                  </a:lnTo>
                  <a:lnTo>
                    <a:pt x="2842783" y="2546838"/>
                  </a:lnTo>
                  <a:lnTo>
                    <a:pt x="2831635" y="2546838"/>
                  </a:lnTo>
                  <a:lnTo>
                    <a:pt x="2820487" y="2546838"/>
                  </a:lnTo>
                  <a:lnTo>
                    <a:pt x="2809339" y="2546838"/>
                  </a:lnTo>
                  <a:lnTo>
                    <a:pt x="2798190" y="2546838"/>
                  </a:lnTo>
                  <a:lnTo>
                    <a:pt x="2787042" y="2546838"/>
                  </a:lnTo>
                  <a:lnTo>
                    <a:pt x="2775894" y="2546838"/>
                  </a:lnTo>
                  <a:lnTo>
                    <a:pt x="2764746" y="2546838"/>
                  </a:lnTo>
                  <a:lnTo>
                    <a:pt x="2753598" y="2546838"/>
                  </a:lnTo>
                  <a:lnTo>
                    <a:pt x="2742450" y="2546838"/>
                  </a:lnTo>
                  <a:lnTo>
                    <a:pt x="2731301" y="2546838"/>
                  </a:lnTo>
                  <a:lnTo>
                    <a:pt x="2720153" y="2546838"/>
                  </a:lnTo>
                  <a:lnTo>
                    <a:pt x="2709005" y="2546838"/>
                  </a:lnTo>
                  <a:lnTo>
                    <a:pt x="2697857" y="2546838"/>
                  </a:lnTo>
                  <a:lnTo>
                    <a:pt x="2686709" y="2546838"/>
                  </a:lnTo>
                  <a:lnTo>
                    <a:pt x="2675561" y="2546838"/>
                  </a:lnTo>
                  <a:lnTo>
                    <a:pt x="2664412" y="2546838"/>
                  </a:lnTo>
                  <a:lnTo>
                    <a:pt x="2653264" y="2546838"/>
                  </a:lnTo>
                  <a:lnTo>
                    <a:pt x="2642116" y="2546838"/>
                  </a:lnTo>
                  <a:lnTo>
                    <a:pt x="2630968" y="2546838"/>
                  </a:lnTo>
                  <a:lnTo>
                    <a:pt x="2619820" y="2546838"/>
                  </a:lnTo>
                  <a:lnTo>
                    <a:pt x="2608672" y="2546838"/>
                  </a:lnTo>
                  <a:lnTo>
                    <a:pt x="2597523" y="2546838"/>
                  </a:lnTo>
                  <a:lnTo>
                    <a:pt x="2586375" y="2546838"/>
                  </a:lnTo>
                  <a:lnTo>
                    <a:pt x="2575227" y="2546838"/>
                  </a:lnTo>
                  <a:lnTo>
                    <a:pt x="2564079" y="2546838"/>
                  </a:lnTo>
                  <a:lnTo>
                    <a:pt x="2552931" y="2546838"/>
                  </a:lnTo>
                  <a:lnTo>
                    <a:pt x="2541783" y="2546838"/>
                  </a:lnTo>
                  <a:lnTo>
                    <a:pt x="2530634" y="2546838"/>
                  </a:lnTo>
                  <a:lnTo>
                    <a:pt x="2519486" y="2546838"/>
                  </a:lnTo>
                  <a:lnTo>
                    <a:pt x="2508338" y="2546838"/>
                  </a:lnTo>
                  <a:lnTo>
                    <a:pt x="2497190" y="2546838"/>
                  </a:lnTo>
                  <a:lnTo>
                    <a:pt x="2486042" y="2546838"/>
                  </a:lnTo>
                  <a:lnTo>
                    <a:pt x="2474894" y="2546838"/>
                  </a:lnTo>
                  <a:lnTo>
                    <a:pt x="2463745" y="2546838"/>
                  </a:lnTo>
                  <a:lnTo>
                    <a:pt x="2452597" y="2546838"/>
                  </a:lnTo>
                  <a:lnTo>
                    <a:pt x="2441449" y="2546838"/>
                  </a:lnTo>
                  <a:lnTo>
                    <a:pt x="2430301" y="2546838"/>
                  </a:lnTo>
                  <a:lnTo>
                    <a:pt x="2419153" y="2546838"/>
                  </a:lnTo>
                  <a:lnTo>
                    <a:pt x="2408004" y="2546838"/>
                  </a:lnTo>
                  <a:lnTo>
                    <a:pt x="2396856" y="2546838"/>
                  </a:lnTo>
                  <a:lnTo>
                    <a:pt x="2385708" y="2546838"/>
                  </a:lnTo>
                  <a:lnTo>
                    <a:pt x="2374560" y="2546838"/>
                  </a:lnTo>
                  <a:lnTo>
                    <a:pt x="2363412" y="2546838"/>
                  </a:lnTo>
                  <a:lnTo>
                    <a:pt x="2352264" y="2546838"/>
                  </a:lnTo>
                  <a:lnTo>
                    <a:pt x="2341115" y="2546838"/>
                  </a:lnTo>
                  <a:lnTo>
                    <a:pt x="2329967" y="2546838"/>
                  </a:lnTo>
                  <a:lnTo>
                    <a:pt x="2318819" y="2546838"/>
                  </a:lnTo>
                  <a:lnTo>
                    <a:pt x="2307671" y="2546838"/>
                  </a:lnTo>
                  <a:lnTo>
                    <a:pt x="2296523" y="2546838"/>
                  </a:lnTo>
                  <a:lnTo>
                    <a:pt x="2285375" y="2546838"/>
                  </a:lnTo>
                  <a:lnTo>
                    <a:pt x="2274226" y="2546838"/>
                  </a:lnTo>
                  <a:lnTo>
                    <a:pt x="2263078" y="2546838"/>
                  </a:lnTo>
                  <a:lnTo>
                    <a:pt x="2251930" y="2546838"/>
                  </a:lnTo>
                  <a:lnTo>
                    <a:pt x="2240782" y="2546838"/>
                  </a:lnTo>
                  <a:lnTo>
                    <a:pt x="2229634" y="2546838"/>
                  </a:lnTo>
                  <a:lnTo>
                    <a:pt x="2218486" y="2546838"/>
                  </a:lnTo>
                  <a:lnTo>
                    <a:pt x="2207337" y="2546838"/>
                  </a:lnTo>
                  <a:lnTo>
                    <a:pt x="2196189" y="2546838"/>
                  </a:lnTo>
                  <a:lnTo>
                    <a:pt x="2185041" y="2546838"/>
                  </a:lnTo>
                  <a:lnTo>
                    <a:pt x="2173893" y="2546838"/>
                  </a:lnTo>
                  <a:lnTo>
                    <a:pt x="2162745" y="2546838"/>
                  </a:lnTo>
                  <a:lnTo>
                    <a:pt x="2151597" y="2546838"/>
                  </a:lnTo>
                  <a:lnTo>
                    <a:pt x="2140448" y="2546838"/>
                  </a:lnTo>
                  <a:lnTo>
                    <a:pt x="2129300" y="2546838"/>
                  </a:lnTo>
                  <a:lnTo>
                    <a:pt x="2118152" y="2546838"/>
                  </a:lnTo>
                  <a:lnTo>
                    <a:pt x="2107004" y="2546838"/>
                  </a:lnTo>
                  <a:lnTo>
                    <a:pt x="2095856" y="2546838"/>
                  </a:lnTo>
                  <a:lnTo>
                    <a:pt x="2084708" y="2546838"/>
                  </a:lnTo>
                  <a:lnTo>
                    <a:pt x="2073559" y="2546838"/>
                  </a:lnTo>
                  <a:lnTo>
                    <a:pt x="2062411" y="2546838"/>
                  </a:lnTo>
                  <a:lnTo>
                    <a:pt x="2051263" y="2546838"/>
                  </a:lnTo>
                  <a:lnTo>
                    <a:pt x="2040115" y="2546838"/>
                  </a:lnTo>
                  <a:lnTo>
                    <a:pt x="2028967" y="2546838"/>
                  </a:lnTo>
                  <a:lnTo>
                    <a:pt x="2017818" y="2546838"/>
                  </a:lnTo>
                  <a:lnTo>
                    <a:pt x="2006670" y="2546838"/>
                  </a:lnTo>
                  <a:lnTo>
                    <a:pt x="1995522" y="2546838"/>
                  </a:lnTo>
                  <a:lnTo>
                    <a:pt x="1984374" y="2546838"/>
                  </a:lnTo>
                  <a:lnTo>
                    <a:pt x="1973226" y="2546838"/>
                  </a:lnTo>
                  <a:lnTo>
                    <a:pt x="1962078" y="2546838"/>
                  </a:lnTo>
                  <a:lnTo>
                    <a:pt x="1950929" y="2546838"/>
                  </a:lnTo>
                  <a:lnTo>
                    <a:pt x="1939781" y="2546838"/>
                  </a:lnTo>
                  <a:lnTo>
                    <a:pt x="1928633" y="2546838"/>
                  </a:lnTo>
                  <a:lnTo>
                    <a:pt x="1917485" y="2546838"/>
                  </a:lnTo>
                  <a:lnTo>
                    <a:pt x="1906337" y="2546838"/>
                  </a:lnTo>
                  <a:lnTo>
                    <a:pt x="1895189" y="2546838"/>
                  </a:lnTo>
                  <a:lnTo>
                    <a:pt x="1884040" y="2546838"/>
                  </a:lnTo>
                  <a:lnTo>
                    <a:pt x="1872892" y="2546838"/>
                  </a:lnTo>
                  <a:lnTo>
                    <a:pt x="1861744" y="2546838"/>
                  </a:lnTo>
                  <a:lnTo>
                    <a:pt x="1850596" y="2546838"/>
                  </a:lnTo>
                  <a:lnTo>
                    <a:pt x="1839448" y="2546838"/>
                  </a:lnTo>
                  <a:lnTo>
                    <a:pt x="1828300" y="2546838"/>
                  </a:lnTo>
                  <a:lnTo>
                    <a:pt x="1817151" y="2546838"/>
                  </a:lnTo>
                  <a:lnTo>
                    <a:pt x="1806003" y="2546838"/>
                  </a:lnTo>
                  <a:lnTo>
                    <a:pt x="1794855" y="2546838"/>
                  </a:lnTo>
                  <a:lnTo>
                    <a:pt x="1783707" y="2546838"/>
                  </a:lnTo>
                  <a:lnTo>
                    <a:pt x="1772559" y="2546838"/>
                  </a:lnTo>
                  <a:lnTo>
                    <a:pt x="1761411" y="2546838"/>
                  </a:lnTo>
                  <a:lnTo>
                    <a:pt x="1750262" y="2546838"/>
                  </a:lnTo>
                  <a:lnTo>
                    <a:pt x="1739114" y="2546838"/>
                  </a:lnTo>
                  <a:lnTo>
                    <a:pt x="1727966" y="2546838"/>
                  </a:lnTo>
                  <a:lnTo>
                    <a:pt x="1716818" y="2546838"/>
                  </a:lnTo>
                  <a:lnTo>
                    <a:pt x="1705670" y="2546838"/>
                  </a:lnTo>
                  <a:lnTo>
                    <a:pt x="1694522" y="2546838"/>
                  </a:lnTo>
                  <a:lnTo>
                    <a:pt x="1683373" y="2546838"/>
                  </a:lnTo>
                  <a:lnTo>
                    <a:pt x="1672225" y="2546838"/>
                  </a:lnTo>
                  <a:lnTo>
                    <a:pt x="1661077" y="2546838"/>
                  </a:lnTo>
                  <a:lnTo>
                    <a:pt x="1649929" y="2546838"/>
                  </a:lnTo>
                  <a:lnTo>
                    <a:pt x="1638781" y="2546838"/>
                  </a:lnTo>
                  <a:lnTo>
                    <a:pt x="1627633" y="2546838"/>
                  </a:lnTo>
                  <a:lnTo>
                    <a:pt x="1616484" y="2546838"/>
                  </a:lnTo>
                  <a:lnTo>
                    <a:pt x="1605336" y="2546838"/>
                  </a:lnTo>
                  <a:lnTo>
                    <a:pt x="1594188" y="2546838"/>
                  </a:lnTo>
                  <a:lnTo>
                    <a:pt x="1583040" y="2546838"/>
                  </a:lnTo>
                  <a:lnTo>
                    <a:pt x="1571892" y="2546838"/>
                  </a:lnTo>
                  <a:lnTo>
                    <a:pt x="1560743" y="2546838"/>
                  </a:lnTo>
                  <a:lnTo>
                    <a:pt x="1549595" y="2546838"/>
                  </a:lnTo>
                  <a:lnTo>
                    <a:pt x="1538447" y="2546838"/>
                  </a:lnTo>
                  <a:lnTo>
                    <a:pt x="1527299" y="2546838"/>
                  </a:lnTo>
                  <a:lnTo>
                    <a:pt x="1516151" y="2546838"/>
                  </a:lnTo>
                  <a:lnTo>
                    <a:pt x="1505003" y="2546838"/>
                  </a:lnTo>
                  <a:lnTo>
                    <a:pt x="1493854" y="2546838"/>
                  </a:lnTo>
                  <a:lnTo>
                    <a:pt x="1482706" y="2546838"/>
                  </a:lnTo>
                  <a:lnTo>
                    <a:pt x="1471558" y="2546838"/>
                  </a:lnTo>
                  <a:lnTo>
                    <a:pt x="1460410" y="2546838"/>
                  </a:lnTo>
                  <a:lnTo>
                    <a:pt x="1449262" y="2546838"/>
                  </a:lnTo>
                  <a:lnTo>
                    <a:pt x="1438114" y="2546838"/>
                  </a:lnTo>
                  <a:lnTo>
                    <a:pt x="1426965" y="2546838"/>
                  </a:lnTo>
                  <a:lnTo>
                    <a:pt x="1415817" y="2546838"/>
                  </a:lnTo>
                  <a:lnTo>
                    <a:pt x="1404669" y="2546838"/>
                  </a:lnTo>
                  <a:lnTo>
                    <a:pt x="1393521" y="2546838"/>
                  </a:lnTo>
                  <a:lnTo>
                    <a:pt x="1382373" y="2546838"/>
                  </a:lnTo>
                  <a:lnTo>
                    <a:pt x="1371225" y="2546838"/>
                  </a:lnTo>
                  <a:lnTo>
                    <a:pt x="1360076" y="2546838"/>
                  </a:lnTo>
                  <a:lnTo>
                    <a:pt x="1348928" y="2546838"/>
                  </a:lnTo>
                  <a:lnTo>
                    <a:pt x="1337780" y="2546838"/>
                  </a:lnTo>
                  <a:lnTo>
                    <a:pt x="1326632" y="2546838"/>
                  </a:lnTo>
                  <a:lnTo>
                    <a:pt x="1315484" y="2546838"/>
                  </a:lnTo>
                  <a:lnTo>
                    <a:pt x="1304336" y="2546838"/>
                  </a:lnTo>
                  <a:lnTo>
                    <a:pt x="1293187" y="2546838"/>
                  </a:lnTo>
                  <a:lnTo>
                    <a:pt x="1282039" y="2546838"/>
                  </a:lnTo>
                  <a:lnTo>
                    <a:pt x="1270891" y="2546838"/>
                  </a:lnTo>
                  <a:lnTo>
                    <a:pt x="1259743" y="2546838"/>
                  </a:lnTo>
                  <a:lnTo>
                    <a:pt x="1248595" y="2546838"/>
                  </a:lnTo>
                  <a:lnTo>
                    <a:pt x="1237447" y="2546838"/>
                  </a:lnTo>
                  <a:lnTo>
                    <a:pt x="1226298" y="2546838"/>
                  </a:lnTo>
                  <a:lnTo>
                    <a:pt x="1215150" y="2546838"/>
                  </a:lnTo>
                  <a:lnTo>
                    <a:pt x="1204002" y="2546838"/>
                  </a:lnTo>
                  <a:lnTo>
                    <a:pt x="1192854" y="2546838"/>
                  </a:lnTo>
                  <a:lnTo>
                    <a:pt x="1181706" y="2546838"/>
                  </a:lnTo>
                  <a:lnTo>
                    <a:pt x="1170557" y="2546838"/>
                  </a:lnTo>
                  <a:lnTo>
                    <a:pt x="1159409" y="2546838"/>
                  </a:lnTo>
                  <a:lnTo>
                    <a:pt x="1148261" y="2546838"/>
                  </a:lnTo>
                  <a:lnTo>
                    <a:pt x="1137113" y="2546838"/>
                  </a:lnTo>
                  <a:lnTo>
                    <a:pt x="1125965" y="2546838"/>
                  </a:lnTo>
                  <a:lnTo>
                    <a:pt x="1114817" y="2546838"/>
                  </a:lnTo>
                  <a:lnTo>
                    <a:pt x="1103668" y="2546838"/>
                  </a:lnTo>
                  <a:lnTo>
                    <a:pt x="1092520" y="2546838"/>
                  </a:lnTo>
                  <a:lnTo>
                    <a:pt x="1081372" y="2546838"/>
                  </a:lnTo>
                  <a:lnTo>
                    <a:pt x="1070224" y="2546838"/>
                  </a:lnTo>
                  <a:lnTo>
                    <a:pt x="1059076" y="2546838"/>
                  </a:lnTo>
                  <a:lnTo>
                    <a:pt x="1047928" y="2546838"/>
                  </a:lnTo>
                  <a:lnTo>
                    <a:pt x="1036779" y="2546838"/>
                  </a:lnTo>
                  <a:lnTo>
                    <a:pt x="1025631" y="2546838"/>
                  </a:lnTo>
                  <a:lnTo>
                    <a:pt x="1014483" y="2546838"/>
                  </a:lnTo>
                  <a:lnTo>
                    <a:pt x="1003335" y="2546838"/>
                  </a:lnTo>
                  <a:lnTo>
                    <a:pt x="992187" y="2546838"/>
                  </a:lnTo>
                  <a:lnTo>
                    <a:pt x="981039" y="2546838"/>
                  </a:lnTo>
                  <a:lnTo>
                    <a:pt x="969890" y="2546838"/>
                  </a:lnTo>
                  <a:lnTo>
                    <a:pt x="958742" y="2546838"/>
                  </a:lnTo>
                  <a:lnTo>
                    <a:pt x="947594" y="2546838"/>
                  </a:lnTo>
                  <a:lnTo>
                    <a:pt x="936446" y="2546838"/>
                  </a:lnTo>
                  <a:lnTo>
                    <a:pt x="925298" y="2546838"/>
                  </a:lnTo>
                  <a:lnTo>
                    <a:pt x="914150" y="2546838"/>
                  </a:lnTo>
                  <a:lnTo>
                    <a:pt x="903001" y="2546838"/>
                  </a:lnTo>
                  <a:lnTo>
                    <a:pt x="891853" y="2546838"/>
                  </a:lnTo>
                  <a:lnTo>
                    <a:pt x="880705" y="2546838"/>
                  </a:lnTo>
                  <a:lnTo>
                    <a:pt x="869557" y="2546838"/>
                  </a:lnTo>
                  <a:lnTo>
                    <a:pt x="858409" y="2546838"/>
                  </a:lnTo>
                  <a:lnTo>
                    <a:pt x="847261" y="2546838"/>
                  </a:lnTo>
                  <a:lnTo>
                    <a:pt x="836112" y="2546838"/>
                  </a:lnTo>
                  <a:lnTo>
                    <a:pt x="824964" y="2546838"/>
                  </a:lnTo>
                  <a:lnTo>
                    <a:pt x="813816" y="2546838"/>
                  </a:lnTo>
                  <a:lnTo>
                    <a:pt x="802668" y="2546838"/>
                  </a:lnTo>
                  <a:lnTo>
                    <a:pt x="791520" y="2546838"/>
                  </a:lnTo>
                  <a:lnTo>
                    <a:pt x="780371" y="2546838"/>
                  </a:lnTo>
                  <a:lnTo>
                    <a:pt x="769223" y="2546838"/>
                  </a:lnTo>
                  <a:lnTo>
                    <a:pt x="758075" y="2546838"/>
                  </a:lnTo>
                  <a:lnTo>
                    <a:pt x="746927" y="2546838"/>
                  </a:lnTo>
                  <a:lnTo>
                    <a:pt x="735779" y="2546838"/>
                  </a:lnTo>
                  <a:lnTo>
                    <a:pt x="724631" y="2546838"/>
                  </a:lnTo>
                  <a:lnTo>
                    <a:pt x="713482" y="2546838"/>
                  </a:lnTo>
                  <a:lnTo>
                    <a:pt x="702334" y="2546838"/>
                  </a:lnTo>
                  <a:lnTo>
                    <a:pt x="691186" y="2546838"/>
                  </a:lnTo>
                  <a:lnTo>
                    <a:pt x="680038" y="2546838"/>
                  </a:lnTo>
                  <a:lnTo>
                    <a:pt x="668890" y="2546838"/>
                  </a:lnTo>
                  <a:lnTo>
                    <a:pt x="657742" y="2546838"/>
                  </a:lnTo>
                  <a:lnTo>
                    <a:pt x="646593" y="2546838"/>
                  </a:lnTo>
                  <a:lnTo>
                    <a:pt x="635445" y="2546838"/>
                  </a:lnTo>
                  <a:lnTo>
                    <a:pt x="624297" y="2546838"/>
                  </a:lnTo>
                  <a:lnTo>
                    <a:pt x="613149" y="2546838"/>
                  </a:lnTo>
                  <a:lnTo>
                    <a:pt x="602001" y="2546838"/>
                  </a:lnTo>
                  <a:lnTo>
                    <a:pt x="590853" y="2546838"/>
                  </a:lnTo>
                  <a:lnTo>
                    <a:pt x="579704" y="2546838"/>
                  </a:lnTo>
                  <a:lnTo>
                    <a:pt x="568556" y="2546838"/>
                  </a:lnTo>
                  <a:lnTo>
                    <a:pt x="557408" y="2546838"/>
                  </a:lnTo>
                  <a:lnTo>
                    <a:pt x="546260" y="2546838"/>
                  </a:lnTo>
                  <a:lnTo>
                    <a:pt x="535112" y="2546838"/>
                  </a:lnTo>
                  <a:lnTo>
                    <a:pt x="523964" y="2546838"/>
                  </a:lnTo>
                  <a:lnTo>
                    <a:pt x="512815" y="2546838"/>
                  </a:lnTo>
                  <a:lnTo>
                    <a:pt x="501667" y="2546838"/>
                  </a:lnTo>
                  <a:lnTo>
                    <a:pt x="490519" y="2546838"/>
                  </a:lnTo>
                  <a:lnTo>
                    <a:pt x="479371" y="2546838"/>
                  </a:lnTo>
                  <a:lnTo>
                    <a:pt x="468223" y="2546838"/>
                  </a:lnTo>
                  <a:lnTo>
                    <a:pt x="457075" y="2546838"/>
                  </a:lnTo>
                  <a:lnTo>
                    <a:pt x="445926" y="2546838"/>
                  </a:lnTo>
                  <a:lnTo>
                    <a:pt x="434778" y="2546838"/>
                  </a:lnTo>
                  <a:lnTo>
                    <a:pt x="423630" y="2546838"/>
                  </a:lnTo>
                  <a:lnTo>
                    <a:pt x="412482" y="2546838"/>
                  </a:lnTo>
                  <a:lnTo>
                    <a:pt x="401334" y="2546838"/>
                  </a:lnTo>
                  <a:lnTo>
                    <a:pt x="390185" y="2546838"/>
                  </a:lnTo>
                  <a:lnTo>
                    <a:pt x="379037" y="2546838"/>
                  </a:lnTo>
                  <a:lnTo>
                    <a:pt x="367889" y="2546838"/>
                  </a:lnTo>
                  <a:lnTo>
                    <a:pt x="356741" y="2546838"/>
                  </a:lnTo>
                  <a:lnTo>
                    <a:pt x="345593" y="2546838"/>
                  </a:lnTo>
                  <a:lnTo>
                    <a:pt x="334445" y="2546838"/>
                  </a:lnTo>
                  <a:lnTo>
                    <a:pt x="323296" y="2546838"/>
                  </a:lnTo>
                  <a:lnTo>
                    <a:pt x="312148" y="2546838"/>
                  </a:lnTo>
                  <a:lnTo>
                    <a:pt x="301000" y="2546838"/>
                  </a:lnTo>
                  <a:lnTo>
                    <a:pt x="289852" y="2546838"/>
                  </a:lnTo>
                  <a:lnTo>
                    <a:pt x="278704" y="2546838"/>
                  </a:lnTo>
                  <a:lnTo>
                    <a:pt x="267556" y="2546838"/>
                  </a:lnTo>
                  <a:lnTo>
                    <a:pt x="256407" y="2546838"/>
                  </a:lnTo>
                  <a:lnTo>
                    <a:pt x="245259" y="2546838"/>
                  </a:lnTo>
                  <a:lnTo>
                    <a:pt x="234111" y="2546838"/>
                  </a:lnTo>
                  <a:lnTo>
                    <a:pt x="222963" y="2546838"/>
                  </a:lnTo>
                  <a:lnTo>
                    <a:pt x="211815" y="2546838"/>
                  </a:lnTo>
                  <a:lnTo>
                    <a:pt x="200667" y="2546838"/>
                  </a:lnTo>
                  <a:lnTo>
                    <a:pt x="189518" y="2546838"/>
                  </a:lnTo>
                  <a:lnTo>
                    <a:pt x="178370" y="2546838"/>
                  </a:lnTo>
                  <a:lnTo>
                    <a:pt x="167222" y="2546838"/>
                  </a:lnTo>
                  <a:lnTo>
                    <a:pt x="156074" y="2546838"/>
                  </a:lnTo>
                  <a:lnTo>
                    <a:pt x="144926" y="2546838"/>
                  </a:lnTo>
                  <a:lnTo>
                    <a:pt x="133778" y="2546838"/>
                  </a:lnTo>
                  <a:lnTo>
                    <a:pt x="122629" y="2546838"/>
                  </a:lnTo>
                  <a:lnTo>
                    <a:pt x="111481" y="2546838"/>
                  </a:lnTo>
                  <a:lnTo>
                    <a:pt x="100333" y="2546838"/>
                  </a:lnTo>
                  <a:lnTo>
                    <a:pt x="89185" y="2546838"/>
                  </a:lnTo>
                  <a:lnTo>
                    <a:pt x="78037" y="2546838"/>
                  </a:lnTo>
                  <a:lnTo>
                    <a:pt x="66889" y="2546838"/>
                  </a:lnTo>
                  <a:lnTo>
                    <a:pt x="55740" y="2546838"/>
                  </a:lnTo>
                  <a:lnTo>
                    <a:pt x="44592" y="2546838"/>
                  </a:lnTo>
                  <a:lnTo>
                    <a:pt x="33444" y="2546838"/>
                  </a:lnTo>
                  <a:lnTo>
                    <a:pt x="22296" y="2546838"/>
                  </a:lnTo>
                  <a:lnTo>
                    <a:pt x="11148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54623" y="3000787"/>
              <a:ext cx="5696715" cy="2532599"/>
            </a:xfrm>
            <a:custGeom>
              <a:avLst/>
              <a:pathLst>
                <a:path w="5696715" h="2532599">
                  <a:moveTo>
                    <a:pt x="0" y="2532599"/>
                  </a:moveTo>
                  <a:lnTo>
                    <a:pt x="11148" y="2531741"/>
                  </a:lnTo>
                  <a:lnTo>
                    <a:pt x="22296" y="2530830"/>
                  </a:lnTo>
                  <a:lnTo>
                    <a:pt x="33444" y="2529882"/>
                  </a:lnTo>
                  <a:lnTo>
                    <a:pt x="44592" y="2528904"/>
                  </a:lnTo>
                  <a:lnTo>
                    <a:pt x="55740" y="2527864"/>
                  </a:lnTo>
                  <a:lnTo>
                    <a:pt x="66889" y="2526789"/>
                  </a:lnTo>
                  <a:lnTo>
                    <a:pt x="78037" y="2525682"/>
                  </a:lnTo>
                  <a:lnTo>
                    <a:pt x="89185" y="2524508"/>
                  </a:lnTo>
                  <a:lnTo>
                    <a:pt x="100333" y="2523301"/>
                  </a:lnTo>
                  <a:lnTo>
                    <a:pt x="111481" y="2522054"/>
                  </a:lnTo>
                  <a:lnTo>
                    <a:pt x="122629" y="2520743"/>
                  </a:lnTo>
                  <a:lnTo>
                    <a:pt x="133778" y="2519398"/>
                  </a:lnTo>
                  <a:lnTo>
                    <a:pt x="144926" y="2518006"/>
                  </a:lnTo>
                  <a:lnTo>
                    <a:pt x="156074" y="2516554"/>
                  </a:lnTo>
                  <a:lnTo>
                    <a:pt x="167222" y="2515067"/>
                  </a:lnTo>
                  <a:lnTo>
                    <a:pt x="178370" y="2513527"/>
                  </a:lnTo>
                  <a:lnTo>
                    <a:pt x="189518" y="2511931"/>
                  </a:lnTo>
                  <a:lnTo>
                    <a:pt x="200667" y="2510300"/>
                  </a:lnTo>
                  <a:lnTo>
                    <a:pt x="211815" y="2508610"/>
                  </a:lnTo>
                  <a:lnTo>
                    <a:pt x="222963" y="2506870"/>
                  </a:lnTo>
                  <a:lnTo>
                    <a:pt x="234111" y="2505095"/>
                  </a:lnTo>
                  <a:lnTo>
                    <a:pt x="245259" y="2503255"/>
                  </a:lnTo>
                  <a:lnTo>
                    <a:pt x="256407" y="2501371"/>
                  </a:lnTo>
                  <a:lnTo>
                    <a:pt x="267556" y="2499453"/>
                  </a:lnTo>
                  <a:lnTo>
                    <a:pt x="278704" y="2497466"/>
                  </a:lnTo>
                  <a:lnTo>
                    <a:pt x="289852" y="2495441"/>
                  </a:lnTo>
                  <a:lnTo>
                    <a:pt x="301000" y="2493381"/>
                  </a:lnTo>
                  <a:lnTo>
                    <a:pt x="312148" y="2491252"/>
                  </a:lnTo>
                  <a:lnTo>
                    <a:pt x="323296" y="2489090"/>
                  </a:lnTo>
                  <a:lnTo>
                    <a:pt x="334445" y="2486888"/>
                  </a:lnTo>
                  <a:lnTo>
                    <a:pt x="345593" y="2484624"/>
                  </a:lnTo>
                  <a:lnTo>
                    <a:pt x="356741" y="2482329"/>
                  </a:lnTo>
                  <a:lnTo>
                    <a:pt x="367889" y="2479991"/>
                  </a:lnTo>
                  <a:lnTo>
                    <a:pt x="379037" y="2477598"/>
                  </a:lnTo>
                  <a:lnTo>
                    <a:pt x="390185" y="2475175"/>
                  </a:lnTo>
                  <a:lnTo>
                    <a:pt x="401334" y="2472704"/>
                  </a:lnTo>
                  <a:lnTo>
                    <a:pt x="412482" y="2470186"/>
                  </a:lnTo>
                  <a:lnTo>
                    <a:pt x="423630" y="2467638"/>
                  </a:lnTo>
                  <a:lnTo>
                    <a:pt x="434778" y="2465039"/>
                  </a:lnTo>
                  <a:lnTo>
                    <a:pt x="445926" y="2462398"/>
                  </a:lnTo>
                  <a:lnTo>
                    <a:pt x="457075" y="2459727"/>
                  </a:lnTo>
                  <a:lnTo>
                    <a:pt x="468223" y="2457002"/>
                  </a:lnTo>
                  <a:lnTo>
                    <a:pt x="479371" y="2454239"/>
                  </a:lnTo>
                  <a:lnTo>
                    <a:pt x="490519" y="2451446"/>
                  </a:lnTo>
                  <a:lnTo>
                    <a:pt x="501667" y="2448591"/>
                  </a:lnTo>
                  <a:lnTo>
                    <a:pt x="512815" y="2445703"/>
                  </a:lnTo>
                  <a:lnTo>
                    <a:pt x="523964" y="2442782"/>
                  </a:lnTo>
                  <a:lnTo>
                    <a:pt x="535112" y="2439795"/>
                  </a:lnTo>
                  <a:lnTo>
                    <a:pt x="546260" y="2436774"/>
                  </a:lnTo>
                  <a:lnTo>
                    <a:pt x="557408" y="2433713"/>
                  </a:lnTo>
                  <a:lnTo>
                    <a:pt x="568556" y="2430585"/>
                  </a:lnTo>
                  <a:lnTo>
                    <a:pt x="579704" y="2427420"/>
                  </a:lnTo>
                  <a:lnTo>
                    <a:pt x="590853" y="2424203"/>
                  </a:lnTo>
                  <a:lnTo>
                    <a:pt x="602001" y="2420917"/>
                  </a:lnTo>
                  <a:lnTo>
                    <a:pt x="613149" y="2417589"/>
                  </a:lnTo>
                  <a:lnTo>
                    <a:pt x="624297" y="2414195"/>
                  </a:lnTo>
                  <a:lnTo>
                    <a:pt x="635445" y="2410726"/>
                  </a:lnTo>
                  <a:lnTo>
                    <a:pt x="646593" y="2407211"/>
                  </a:lnTo>
                  <a:lnTo>
                    <a:pt x="657742" y="2403609"/>
                  </a:lnTo>
                  <a:lnTo>
                    <a:pt x="668890" y="2399929"/>
                  </a:lnTo>
                  <a:lnTo>
                    <a:pt x="680038" y="2396193"/>
                  </a:lnTo>
                  <a:lnTo>
                    <a:pt x="691186" y="2392346"/>
                  </a:lnTo>
                  <a:lnTo>
                    <a:pt x="702334" y="2388416"/>
                  </a:lnTo>
                  <a:lnTo>
                    <a:pt x="713482" y="2384422"/>
                  </a:lnTo>
                  <a:lnTo>
                    <a:pt x="724631" y="2380283"/>
                  </a:lnTo>
                  <a:lnTo>
                    <a:pt x="735779" y="2376060"/>
                  </a:lnTo>
                  <a:lnTo>
                    <a:pt x="746927" y="2371756"/>
                  </a:lnTo>
                  <a:lnTo>
                    <a:pt x="758075" y="2367277"/>
                  </a:lnTo>
                  <a:lnTo>
                    <a:pt x="769223" y="2362709"/>
                  </a:lnTo>
                  <a:lnTo>
                    <a:pt x="780371" y="2358032"/>
                  </a:lnTo>
                  <a:lnTo>
                    <a:pt x="791520" y="2353167"/>
                  </a:lnTo>
                  <a:lnTo>
                    <a:pt x="802668" y="2348199"/>
                  </a:lnTo>
                  <a:lnTo>
                    <a:pt x="813816" y="2343086"/>
                  </a:lnTo>
                  <a:lnTo>
                    <a:pt x="824964" y="2337775"/>
                  </a:lnTo>
                  <a:lnTo>
                    <a:pt x="836112" y="2332347"/>
                  </a:lnTo>
                  <a:lnTo>
                    <a:pt x="847261" y="2326734"/>
                  </a:lnTo>
                  <a:lnTo>
                    <a:pt x="858409" y="2320915"/>
                  </a:lnTo>
                  <a:lnTo>
                    <a:pt x="869557" y="2314966"/>
                  </a:lnTo>
                  <a:lnTo>
                    <a:pt x="880705" y="2308784"/>
                  </a:lnTo>
                  <a:lnTo>
                    <a:pt x="891853" y="2302396"/>
                  </a:lnTo>
                  <a:lnTo>
                    <a:pt x="903001" y="2295863"/>
                  </a:lnTo>
                  <a:lnTo>
                    <a:pt x="914150" y="2289046"/>
                  </a:lnTo>
                  <a:lnTo>
                    <a:pt x="925298" y="2282028"/>
                  </a:lnTo>
                  <a:lnTo>
                    <a:pt x="936446" y="2274852"/>
                  </a:lnTo>
                  <a:lnTo>
                    <a:pt x="947594" y="2267338"/>
                  </a:lnTo>
                  <a:lnTo>
                    <a:pt x="958742" y="2259634"/>
                  </a:lnTo>
                  <a:lnTo>
                    <a:pt x="969890" y="2251748"/>
                  </a:lnTo>
                  <a:lnTo>
                    <a:pt x="981039" y="2243490"/>
                  </a:lnTo>
                  <a:lnTo>
                    <a:pt x="992187" y="2235049"/>
                  </a:lnTo>
                  <a:lnTo>
                    <a:pt x="1003335" y="2226384"/>
                  </a:lnTo>
                  <a:lnTo>
                    <a:pt x="1014483" y="2217356"/>
                  </a:lnTo>
                  <a:lnTo>
                    <a:pt x="1025631" y="2208136"/>
                  </a:lnTo>
                  <a:lnTo>
                    <a:pt x="1036779" y="2198650"/>
                  </a:lnTo>
                  <a:lnTo>
                    <a:pt x="1047928" y="2188817"/>
                  </a:lnTo>
                  <a:lnTo>
                    <a:pt x="1059076" y="2178788"/>
                  </a:lnTo>
                  <a:lnTo>
                    <a:pt x="1070224" y="2168450"/>
                  </a:lnTo>
                  <a:lnTo>
                    <a:pt x="1081372" y="2157791"/>
                  </a:lnTo>
                  <a:lnTo>
                    <a:pt x="1092520" y="2146933"/>
                  </a:lnTo>
                  <a:lnTo>
                    <a:pt x="1103668" y="2135728"/>
                  </a:lnTo>
                  <a:lnTo>
                    <a:pt x="1114817" y="2124235"/>
                  </a:lnTo>
                  <a:lnTo>
                    <a:pt x="1125965" y="2112542"/>
                  </a:lnTo>
                  <a:lnTo>
                    <a:pt x="1137113" y="2100471"/>
                  </a:lnTo>
                  <a:lnTo>
                    <a:pt x="1148261" y="2088149"/>
                  </a:lnTo>
                  <a:lnTo>
                    <a:pt x="1159409" y="2075629"/>
                  </a:lnTo>
                  <a:lnTo>
                    <a:pt x="1170557" y="2062709"/>
                  </a:lnTo>
                  <a:lnTo>
                    <a:pt x="1181706" y="2049578"/>
                  </a:lnTo>
                  <a:lnTo>
                    <a:pt x="1192854" y="2036244"/>
                  </a:lnTo>
                  <a:lnTo>
                    <a:pt x="1204002" y="2022519"/>
                  </a:lnTo>
                  <a:lnTo>
                    <a:pt x="1215150" y="2008613"/>
                  </a:lnTo>
                  <a:lnTo>
                    <a:pt x="1226298" y="1994485"/>
                  </a:lnTo>
                  <a:lnTo>
                    <a:pt x="1237447" y="1980021"/>
                  </a:lnTo>
                  <a:lnTo>
                    <a:pt x="1248595" y="1965389"/>
                  </a:lnTo>
                  <a:lnTo>
                    <a:pt x="1259743" y="1950525"/>
                  </a:lnTo>
                  <a:lnTo>
                    <a:pt x="1270891" y="1935380"/>
                  </a:lnTo>
                  <a:lnTo>
                    <a:pt x="1282039" y="1920082"/>
                  </a:lnTo>
                  <a:lnTo>
                    <a:pt x="1293187" y="1904551"/>
                  </a:lnTo>
                  <a:lnTo>
                    <a:pt x="1304336" y="1888796"/>
                  </a:lnTo>
                  <a:lnTo>
                    <a:pt x="1315484" y="1872904"/>
                  </a:lnTo>
                  <a:lnTo>
                    <a:pt x="1326632" y="1856789"/>
                  </a:lnTo>
                  <a:lnTo>
                    <a:pt x="1337780" y="1840501"/>
                  </a:lnTo>
                  <a:lnTo>
                    <a:pt x="1348928" y="1824098"/>
                  </a:lnTo>
                  <a:lnTo>
                    <a:pt x="1360076" y="1807489"/>
                  </a:lnTo>
                  <a:lnTo>
                    <a:pt x="1371225" y="1790757"/>
                  </a:lnTo>
                  <a:lnTo>
                    <a:pt x="1382373" y="1773929"/>
                  </a:lnTo>
                  <a:lnTo>
                    <a:pt x="1393521" y="1756926"/>
                  </a:lnTo>
                  <a:lnTo>
                    <a:pt x="1404669" y="1739842"/>
                  </a:lnTo>
                  <a:lnTo>
                    <a:pt x="1415817" y="1722680"/>
                  </a:lnTo>
                  <a:lnTo>
                    <a:pt x="1426965" y="1705390"/>
                  </a:lnTo>
                  <a:lnTo>
                    <a:pt x="1438114" y="1688049"/>
                  </a:lnTo>
                  <a:lnTo>
                    <a:pt x="1449262" y="1670649"/>
                  </a:lnTo>
                  <a:lnTo>
                    <a:pt x="1460410" y="1653177"/>
                  </a:lnTo>
                  <a:lnTo>
                    <a:pt x="1471558" y="1635678"/>
                  </a:lnTo>
                  <a:lnTo>
                    <a:pt x="1482706" y="1618144"/>
                  </a:lnTo>
                  <a:lnTo>
                    <a:pt x="1493854" y="1600589"/>
                  </a:lnTo>
                  <a:lnTo>
                    <a:pt x="1505003" y="1583028"/>
                  </a:lnTo>
                  <a:lnTo>
                    <a:pt x="1516151" y="1565467"/>
                  </a:lnTo>
                  <a:lnTo>
                    <a:pt x="1527299" y="1547923"/>
                  </a:lnTo>
                  <a:lnTo>
                    <a:pt x="1538447" y="1530396"/>
                  </a:lnTo>
                  <a:lnTo>
                    <a:pt x="1549595" y="1512909"/>
                  </a:lnTo>
                  <a:lnTo>
                    <a:pt x="1560743" y="1495472"/>
                  </a:lnTo>
                  <a:lnTo>
                    <a:pt x="1571892" y="1478071"/>
                  </a:lnTo>
                  <a:lnTo>
                    <a:pt x="1583040" y="1460757"/>
                  </a:lnTo>
                  <a:lnTo>
                    <a:pt x="1594188" y="1443515"/>
                  </a:lnTo>
                  <a:lnTo>
                    <a:pt x="1605336" y="1426330"/>
                  </a:lnTo>
                  <a:lnTo>
                    <a:pt x="1616484" y="1409283"/>
                  </a:lnTo>
                  <a:lnTo>
                    <a:pt x="1627633" y="1392321"/>
                  </a:lnTo>
                  <a:lnTo>
                    <a:pt x="1638781" y="1375441"/>
                  </a:lnTo>
                  <a:lnTo>
                    <a:pt x="1649929" y="1358744"/>
                  </a:lnTo>
                  <a:lnTo>
                    <a:pt x="1661077" y="1342143"/>
                  </a:lnTo>
                  <a:lnTo>
                    <a:pt x="1672225" y="1325661"/>
                  </a:lnTo>
                  <a:lnTo>
                    <a:pt x="1683373" y="1309384"/>
                  </a:lnTo>
                  <a:lnTo>
                    <a:pt x="1694522" y="1293218"/>
                  </a:lnTo>
                  <a:lnTo>
                    <a:pt x="1705670" y="1277213"/>
                  </a:lnTo>
                  <a:lnTo>
                    <a:pt x="1716818" y="1261425"/>
                  </a:lnTo>
                  <a:lnTo>
                    <a:pt x="1727966" y="1245764"/>
                  </a:lnTo>
                  <a:lnTo>
                    <a:pt x="1739114" y="1230308"/>
                  </a:lnTo>
                  <a:lnTo>
                    <a:pt x="1750262" y="1215073"/>
                  </a:lnTo>
                  <a:lnTo>
                    <a:pt x="1761411" y="1199979"/>
                  </a:lnTo>
                  <a:lnTo>
                    <a:pt x="1772559" y="1185136"/>
                  </a:lnTo>
                  <a:lnTo>
                    <a:pt x="1783707" y="1170510"/>
                  </a:lnTo>
                  <a:lnTo>
                    <a:pt x="1794855" y="1156036"/>
                  </a:lnTo>
                  <a:lnTo>
                    <a:pt x="1806003" y="1141861"/>
                  </a:lnTo>
                  <a:lnTo>
                    <a:pt x="1817151" y="1127891"/>
                  </a:lnTo>
                  <a:lnTo>
                    <a:pt x="1828300" y="1114083"/>
                  </a:lnTo>
                  <a:lnTo>
                    <a:pt x="1839448" y="1100621"/>
                  </a:lnTo>
                  <a:lnTo>
                    <a:pt x="1850596" y="1087344"/>
                  </a:lnTo>
                  <a:lnTo>
                    <a:pt x="1861744" y="1074250"/>
                  </a:lnTo>
                  <a:lnTo>
                    <a:pt x="1872892" y="1061518"/>
                  </a:lnTo>
                  <a:lnTo>
                    <a:pt x="1884040" y="1048961"/>
                  </a:lnTo>
                  <a:lnTo>
                    <a:pt x="1895189" y="1036621"/>
                  </a:lnTo>
                  <a:lnTo>
                    <a:pt x="1906337" y="1024619"/>
                  </a:lnTo>
                  <a:lnTo>
                    <a:pt x="1917485" y="1012794"/>
                  </a:lnTo>
                  <a:lnTo>
                    <a:pt x="1928633" y="1001215"/>
                  </a:lnTo>
                  <a:lnTo>
                    <a:pt x="1939781" y="989944"/>
                  </a:lnTo>
                  <a:lnTo>
                    <a:pt x="1950929" y="978847"/>
                  </a:lnTo>
                  <a:lnTo>
                    <a:pt x="1962078" y="968020"/>
                  </a:lnTo>
                  <a:lnTo>
                    <a:pt x="1973226" y="957463"/>
                  </a:lnTo>
                  <a:lnTo>
                    <a:pt x="1984374" y="947073"/>
                  </a:lnTo>
                  <a:lnTo>
                    <a:pt x="1995522" y="936968"/>
                  </a:lnTo>
                  <a:lnTo>
                    <a:pt x="2006670" y="927089"/>
                  </a:lnTo>
                  <a:lnTo>
                    <a:pt x="2017818" y="917367"/>
                  </a:lnTo>
                  <a:lnTo>
                    <a:pt x="2028967" y="907933"/>
                  </a:lnTo>
                  <a:lnTo>
                    <a:pt x="2040115" y="898678"/>
                  </a:lnTo>
                  <a:lnTo>
                    <a:pt x="2051263" y="889565"/>
                  </a:lnTo>
                  <a:lnTo>
                    <a:pt x="2062411" y="880726"/>
                  </a:lnTo>
                  <a:lnTo>
                    <a:pt x="2073559" y="872020"/>
                  </a:lnTo>
                  <a:lnTo>
                    <a:pt x="2084708" y="863445"/>
                  </a:lnTo>
                  <a:lnTo>
                    <a:pt x="2095856" y="855097"/>
                  </a:lnTo>
                  <a:lnTo>
                    <a:pt x="2107004" y="846846"/>
                  </a:lnTo>
                  <a:lnTo>
                    <a:pt x="2118152" y="838713"/>
                  </a:lnTo>
                  <a:lnTo>
                    <a:pt x="2129300" y="830735"/>
                  </a:lnTo>
                  <a:lnTo>
                    <a:pt x="2140448" y="822826"/>
                  </a:lnTo>
                  <a:lnTo>
                    <a:pt x="2151597" y="815007"/>
                  </a:lnTo>
                  <a:lnTo>
                    <a:pt x="2162745" y="807274"/>
                  </a:lnTo>
                  <a:lnTo>
                    <a:pt x="2173893" y="799578"/>
                  </a:lnTo>
                  <a:lnTo>
                    <a:pt x="2185041" y="791930"/>
                  </a:lnTo>
                  <a:lnTo>
                    <a:pt x="2196189" y="784302"/>
                  </a:lnTo>
                  <a:lnTo>
                    <a:pt x="2207337" y="776679"/>
                  </a:lnTo>
                  <a:lnTo>
                    <a:pt x="2218486" y="769046"/>
                  </a:lnTo>
                  <a:lnTo>
                    <a:pt x="2229634" y="761377"/>
                  </a:lnTo>
                  <a:lnTo>
                    <a:pt x="2240782" y="753678"/>
                  </a:lnTo>
                  <a:lnTo>
                    <a:pt x="2251930" y="745897"/>
                  </a:lnTo>
                  <a:lnTo>
                    <a:pt x="2263078" y="738037"/>
                  </a:lnTo>
                  <a:lnTo>
                    <a:pt x="2274226" y="730113"/>
                  </a:lnTo>
                  <a:lnTo>
                    <a:pt x="2285375" y="722021"/>
                  </a:lnTo>
                  <a:lnTo>
                    <a:pt x="2296523" y="713823"/>
                  </a:lnTo>
                  <a:lnTo>
                    <a:pt x="2307671" y="705518"/>
                  </a:lnTo>
                  <a:lnTo>
                    <a:pt x="2318819" y="696973"/>
                  </a:lnTo>
                  <a:lnTo>
                    <a:pt x="2329967" y="688298"/>
                  </a:lnTo>
                  <a:lnTo>
                    <a:pt x="2341115" y="679460"/>
                  </a:lnTo>
                  <a:lnTo>
                    <a:pt x="2352264" y="670342"/>
                  </a:lnTo>
                  <a:lnTo>
                    <a:pt x="2363412" y="661069"/>
                  </a:lnTo>
                  <a:lnTo>
                    <a:pt x="2374560" y="651572"/>
                  </a:lnTo>
                  <a:lnTo>
                    <a:pt x="2385708" y="641778"/>
                  </a:lnTo>
                  <a:lnTo>
                    <a:pt x="2396856" y="631808"/>
                  </a:lnTo>
                  <a:lnTo>
                    <a:pt x="2408004" y="621556"/>
                  </a:lnTo>
                  <a:lnTo>
                    <a:pt x="2419153" y="611008"/>
                  </a:lnTo>
                  <a:lnTo>
                    <a:pt x="2430301" y="600272"/>
                  </a:lnTo>
                  <a:lnTo>
                    <a:pt x="2441449" y="589203"/>
                  </a:lnTo>
                  <a:lnTo>
                    <a:pt x="2452597" y="577859"/>
                  </a:lnTo>
                  <a:lnTo>
                    <a:pt x="2463745" y="566322"/>
                  </a:lnTo>
                  <a:lnTo>
                    <a:pt x="2474894" y="554415"/>
                  </a:lnTo>
                  <a:lnTo>
                    <a:pt x="2486042" y="542270"/>
                  </a:lnTo>
                  <a:lnTo>
                    <a:pt x="2497190" y="529934"/>
                  </a:lnTo>
                  <a:lnTo>
                    <a:pt x="2508338" y="517213"/>
                  </a:lnTo>
                  <a:lnTo>
                    <a:pt x="2519486" y="504301"/>
                  </a:lnTo>
                  <a:lnTo>
                    <a:pt x="2530634" y="491197"/>
                  </a:lnTo>
                  <a:lnTo>
                    <a:pt x="2541783" y="477747"/>
                  </a:lnTo>
                  <a:lnTo>
                    <a:pt x="2552931" y="464144"/>
                  </a:lnTo>
                  <a:lnTo>
                    <a:pt x="2564079" y="450351"/>
                  </a:lnTo>
                  <a:lnTo>
                    <a:pt x="2575227" y="436297"/>
                  </a:lnTo>
                  <a:lnTo>
                    <a:pt x="2586375" y="422121"/>
                  </a:lnTo>
                  <a:lnTo>
                    <a:pt x="2597523" y="407779"/>
                  </a:lnTo>
                  <a:lnTo>
                    <a:pt x="2608672" y="393270"/>
                  </a:lnTo>
                  <a:lnTo>
                    <a:pt x="2619820" y="378678"/>
                  </a:lnTo>
                  <a:lnTo>
                    <a:pt x="2630968" y="363971"/>
                  </a:lnTo>
                  <a:lnTo>
                    <a:pt x="2642116" y="349190"/>
                  </a:lnTo>
                  <a:lnTo>
                    <a:pt x="2653264" y="334374"/>
                  </a:lnTo>
                  <a:lnTo>
                    <a:pt x="2664412" y="319524"/>
                  </a:lnTo>
                  <a:lnTo>
                    <a:pt x="2675561" y="304687"/>
                  </a:lnTo>
                  <a:lnTo>
                    <a:pt x="2686709" y="289868"/>
                  </a:lnTo>
                  <a:lnTo>
                    <a:pt x="2697857" y="275125"/>
                  </a:lnTo>
                  <a:lnTo>
                    <a:pt x="2709005" y="260472"/>
                  </a:lnTo>
                  <a:lnTo>
                    <a:pt x="2720153" y="245893"/>
                  </a:lnTo>
                  <a:lnTo>
                    <a:pt x="2731301" y="231530"/>
                  </a:lnTo>
                  <a:lnTo>
                    <a:pt x="2742450" y="217316"/>
                  </a:lnTo>
                  <a:lnTo>
                    <a:pt x="2753598" y="203250"/>
                  </a:lnTo>
                  <a:lnTo>
                    <a:pt x="2764746" y="189538"/>
                  </a:lnTo>
                  <a:lnTo>
                    <a:pt x="2775894" y="176027"/>
                  </a:lnTo>
                  <a:lnTo>
                    <a:pt x="2787042" y="162769"/>
                  </a:lnTo>
                  <a:lnTo>
                    <a:pt x="2798190" y="149964"/>
                  </a:lnTo>
                  <a:lnTo>
                    <a:pt x="2809339" y="137418"/>
                  </a:lnTo>
                  <a:lnTo>
                    <a:pt x="2820487" y="125252"/>
                  </a:lnTo>
                  <a:lnTo>
                    <a:pt x="2831635" y="113609"/>
                  </a:lnTo>
                  <a:lnTo>
                    <a:pt x="2842783" y="102282"/>
                  </a:lnTo>
                  <a:lnTo>
                    <a:pt x="2853931" y="91476"/>
                  </a:lnTo>
                  <a:lnTo>
                    <a:pt x="2865080" y="81236"/>
                  </a:lnTo>
                  <a:lnTo>
                    <a:pt x="2876228" y="71363"/>
                  </a:lnTo>
                  <a:lnTo>
                    <a:pt x="2887376" y="62163"/>
                  </a:lnTo>
                  <a:lnTo>
                    <a:pt x="2898524" y="53541"/>
                  </a:lnTo>
                  <a:lnTo>
                    <a:pt x="2909672" y="45333"/>
                  </a:lnTo>
                  <a:lnTo>
                    <a:pt x="2920820" y="37951"/>
                  </a:lnTo>
                  <a:lnTo>
                    <a:pt x="2931969" y="31132"/>
                  </a:lnTo>
                  <a:lnTo>
                    <a:pt x="2943117" y="24766"/>
                  </a:lnTo>
                  <a:lnTo>
                    <a:pt x="2954265" y="19376"/>
                  </a:lnTo>
                  <a:lnTo>
                    <a:pt x="2965413" y="14509"/>
                  </a:lnTo>
                  <a:lnTo>
                    <a:pt x="2976561" y="10167"/>
                  </a:lnTo>
                  <a:lnTo>
                    <a:pt x="2987709" y="6857"/>
                  </a:lnTo>
                  <a:lnTo>
                    <a:pt x="2998858" y="4050"/>
                  </a:lnTo>
                  <a:lnTo>
                    <a:pt x="3010006" y="1876"/>
                  </a:lnTo>
                  <a:lnTo>
                    <a:pt x="3021154" y="681"/>
                  </a:lnTo>
                  <a:lnTo>
                    <a:pt x="3032302" y="0"/>
                  </a:lnTo>
                  <a:lnTo>
                    <a:pt x="3043450" y="49"/>
                  </a:lnTo>
                  <a:lnTo>
                    <a:pt x="3054598" y="1000"/>
                  </a:lnTo>
                  <a:lnTo>
                    <a:pt x="3065747" y="2465"/>
                  </a:lnTo>
                  <a:lnTo>
                    <a:pt x="3076895" y="4745"/>
                  </a:lnTo>
                  <a:lnTo>
                    <a:pt x="3088043" y="7829"/>
                  </a:lnTo>
                  <a:lnTo>
                    <a:pt x="3099191" y="11418"/>
                  </a:lnTo>
                  <a:lnTo>
                    <a:pt x="3110339" y="15887"/>
                  </a:lnTo>
                  <a:lnTo>
                    <a:pt x="3121487" y="21049"/>
                  </a:lnTo>
                  <a:lnTo>
                    <a:pt x="3132636" y="26699"/>
                  </a:lnTo>
                  <a:lnTo>
                    <a:pt x="3143784" y="33268"/>
                  </a:lnTo>
                  <a:lnTo>
                    <a:pt x="3154932" y="40415"/>
                  </a:lnTo>
                  <a:lnTo>
                    <a:pt x="3166080" y="48024"/>
                  </a:lnTo>
                  <a:lnTo>
                    <a:pt x="3177228" y="56566"/>
                  </a:lnTo>
                  <a:lnTo>
                    <a:pt x="3188376" y="65570"/>
                  </a:lnTo>
                  <a:lnTo>
                    <a:pt x="3199525" y="75040"/>
                  </a:lnTo>
                  <a:lnTo>
                    <a:pt x="3210673" y="85357"/>
                  </a:lnTo>
                  <a:lnTo>
                    <a:pt x="3221821" y="96061"/>
                  </a:lnTo>
                  <a:lnTo>
                    <a:pt x="3232969" y="107249"/>
                  </a:lnTo>
                  <a:lnTo>
                    <a:pt x="3244117" y="119130"/>
                  </a:lnTo>
                  <a:lnTo>
                    <a:pt x="3255266" y="131355"/>
                  </a:lnTo>
                  <a:lnTo>
                    <a:pt x="3266414" y="144060"/>
                  </a:lnTo>
                  <a:lnTo>
                    <a:pt x="3277562" y="157312"/>
                  </a:lnTo>
                  <a:lnTo>
                    <a:pt x="3288710" y="170861"/>
                  </a:lnTo>
                  <a:lnTo>
                    <a:pt x="3299858" y="184866"/>
                  </a:lnTo>
                  <a:lnTo>
                    <a:pt x="3311006" y="199283"/>
                  </a:lnTo>
                  <a:lnTo>
                    <a:pt x="3322155" y="213950"/>
                  </a:lnTo>
                  <a:lnTo>
                    <a:pt x="3333303" y="229030"/>
                  </a:lnTo>
                  <a:lnTo>
                    <a:pt x="3344451" y="244403"/>
                  </a:lnTo>
                  <a:lnTo>
                    <a:pt x="3355599" y="259979"/>
                  </a:lnTo>
                  <a:lnTo>
                    <a:pt x="3366747" y="275905"/>
                  </a:lnTo>
                  <a:lnTo>
                    <a:pt x="3377895" y="292027"/>
                  </a:lnTo>
                  <a:lnTo>
                    <a:pt x="3389044" y="308304"/>
                  </a:lnTo>
                  <a:lnTo>
                    <a:pt x="3400192" y="324858"/>
                  </a:lnTo>
                  <a:lnTo>
                    <a:pt x="3411340" y="341528"/>
                  </a:lnTo>
                  <a:lnTo>
                    <a:pt x="3422488" y="358317"/>
                  </a:lnTo>
                  <a:lnTo>
                    <a:pt x="3433636" y="375283"/>
                  </a:lnTo>
                  <a:lnTo>
                    <a:pt x="3444784" y="392314"/>
                  </a:lnTo>
                  <a:lnTo>
                    <a:pt x="3455933" y="409426"/>
                  </a:lnTo>
                  <a:lnTo>
                    <a:pt x="3467081" y="426620"/>
                  </a:lnTo>
                  <a:lnTo>
                    <a:pt x="3478229" y="443843"/>
                  </a:lnTo>
                  <a:lnTo>
                    <a:pt x="3489377" y="461100"/>
                  </a:lnTo>
                  <a:lnTo>
                    <a:pt x="3500525" y="478369"/>
                  </a:lnTo>
                  <a:lnTo>
                    <a:pt x="3511673" y="495634"/>
                  </a:lnTo>
                  <a:lnTo>
                    <a:pt x="3522822" y="512885"/>
                  </a:lnTo>
                  <a:lnTo>
                    <a:pt x="3533970" y="530098"/>
                  </a:lnTo>
                  <a:lnTo>
                    <a:pt x="3545118" y="547281"/>
                  </a:lnTo>
                  <a:lnTo>
                    <a:pt x="3556266" y="564400"/>
                  </a:lnTo>
                  <a:lnTo>
                    <a:pt x="3567414" y="581452"/>
                  </a:lnTo>
                  <a:lnTo>
                    <a:pt x="3578562" y="598455"/>
                  </a:lnTo>
                  <a:lnTo>
                    <a:pt x="3589711" y="615347"/>
                  </a:lnTo>
                  <a:lnTo>
                    <a:pt x="3600859" y="632160"/>
                  </a:lnTo>
                  <a:lnTo>
                    <a:pt x="3612007" y="648907"/>
                  </a:lnTo>
                  <a:lnTo>
                    <a:pt x="3623155" y="665507"/>
                  </a:lnTo>
                  <a:lnTo>
                    <a:pt x="3634303" y="682027"/>
                  </a:lnTo>
                  <a:lnTo>
                    <a:pt x="3645452" y="698466"/>
                  </a:lnTo>
                  <a:lnTo>
                    <a:pt x="3656600" y="714744"/>
                  </a:lnTo>
                  <a:lnTo>
                    <a:pt x="3667748" y="730943"/>
                  </a:lnTo>
                  <a:lnTo>
                    <a:pt x="3678896" y="747044"/>
                  </a:lnTo>
                  <a:lnTo>
                    <a:pt x="3690044" y="762995"/>
                  </a:lnTo>
                  <a:lnTo>
                    <a:pt x="3701192" y="778869"/>
                  </a:lnTo>
                  <a:lnTo>
                    <a:pt x="3712341" y="794633"/>
                  </a:lnTo>
                  <a:lnTo>
                    <a:pt x="3723489" y="810269"/>
                  </a:lnTo>
                  <a:lnTo>
                    <a:pt x="3734637" y="825832"/>
                  </a:lnTo>
                  <a:lnTo>
                    <a:pt x="3745785" y="841284"/>
                  </a:lnTo>
                  <a:lnTo>
                    <a:pt x="3756933" y="856633"/>
                  </a:lnTo>
                  <a:lnTo>
                    <a:pt x="3768081" y="871918"/>
                  </a:lnTo>
                  <a:lnTo>
                    <a:pt x="3779230" y="887098"/>
                  </a:lnTo>
                  <a:lnTo>
                    <a:pt x="3790378" y="902203"/>
                  </a:lnTo>
                  <a:lnTo>
                    <a:pt x="3801526" y="917256"/>
                  </a:lnTo>
                  <a:lnTo>
                    <a:pt x="3812674" y="932218"/>
                  </a:lnTo>
                  <a:lnTo>
                    <a:pt x="3823822" y="947132"/>
                  </a:lnTo>
                  <a:lnTo>
                    <a:pt x="3834970" y="962006"/>
                  </a:lnTo>
                  <a:lnTo>
                    <a:pt x="3846119" y="976813"/>
                  </a:lnTo>
                  <a:lnTo>
                    <a:pt x="3857267" y="991594"/>
                  </a:lnTo>
                  <a:lnTo>
                    <a:pt x="3868415" y="1006348"/>
                  </a:lnTo>
                  <a:lnTo>
                    <a:pt x="3879563" y="1021067"/>
                  </a:lnTo>
                  <a:lnTo>
                    <a:pt x="3890711" y="1035776"/>
                  </a:lnTo>
                  <a:lnTo>
                    <a:pt x="3901859" y="1050473"/>
                  </a:lnTo>
                  <a:lnTo>
                    <a:pt x="3913008" y="1065165"/>
                  </a:lnTo>
                  <a:lnTo>
                    <a:pt x="3924156" y="1079860"/>
                  </a:lnTo>
                  <a:lnTo>
                    <a:pt x="3935304" y="1094560"/>
                  </a:lnTo>
                  <a:lnTo>
                    <a:pt x="3946452" y="1109279"/>
                  </a:lnTo>
                  <a:lnTo>
                    <a:pt x="3957600" y="1124012"/>
                  </a:lnTo>
                  <a:lnTo>
                    <a:pt x="3968748" y="1138771"/>
                  </a:lnTo>
                  <a:lnTo>
                    <a:pt x="3979897" y="1153562"/>
                  </a:lnTo>
                  <a:lnTo>
                    <a:pt x="3991045" y="1168377"/>
                  </a:lnTo>
                  <a:lnTo>
                    <a:pt x="4002193" y="1183236"/>
                  </a:lnTo>
                  <a:lnTo>
                    <a:pt x="4013341" y="1198135"/>
                  </a:lnTo>
                  <a:lnTo>
                    <a:pt x="4024489" y="1213063"/>
                  </a:lnTo>
                  <a:lnTo>
                    <a:pt x="4035637" y="1228051"/>
                  </a:lnTo>
                  <a:lnTo>
                    <a:pt x="4046786" y="1243080"/>
                  </a:lnTo>
                  <a:lnTo>
                    <a:pt x="4057934" y="1258141"/>
                  </a:lnTo>
                  <a:lnTo>
                    <a:pt x="4069082" y="1273273"/>
                  </a:lnTo>
                  <a:lnTo>
                    <a:pt x="4080230" y="1288439"/>
                  </a:lnTo>
                  <a:lnTo>
                    <a:pt x="4091378" y="1303641"/>
                  </a:lnTo>
                  <a:lnTo>
                    <a:pt x="4102527" y="1318910"/>
                  </a:lnTo>
                  <a:lnTo>
                    <a:pt x="4113675" y="1334208"/>
                  </a:lnTo>
                  <a:lnTo>
                    <a:pt x="4124823" y="1349543"/>
                  </a:lnTo>
                  <a:lnTo>
                    <a:pt x="4135971" y="1364930"/>
                  </a:lnTo>
                  <a:lnTo>
                    <a:pt x="4147119" y="1380339"/>
                  </a:lnTo>
                  <a:lnTo>
                    <a:pt x="4158267" y="1395782"/>
                  </a:lnTo>
                  <a:lnTo>
                    <a:pt x="4169416" y="1411256"/>
                  </a:lnTo>
                  <a:lnTo>
                    <a:pt x="4180564" y="1426744"/>
                  </a:lnTo>
                  <a:lnTo>
                    <a:pt x="4191712" y="1442253"/>
                  </a:lnTo>
                  <a:lnTo>
                    <a:pt x="4202860" y="1457773"/>
                  </a:lnTo>
                  <a:lnTo>
                    <a:pt x="4214008" y="1473296"/>
                  </a:lnTo>
                  <a:lnTo>
                    <a:pt x="4225156" y="1488820"/>
                  </a:lnTo>
                  <a:lnTo>
                    <a:pt x="4236305" y="1504333"/>
                  </a:lnTo>
                  <a:lnTo>
                    <a:pt x="4247453" y="1519837"/>
                  </a:lnTo>
                  <a:lnTo>
                    <a:pt x="4258601" y="1535313"/>
                  </a:lnTo>
                  <a:lnTo>
                    <a:pt x="4269749" y="1550761"/>
                  </a:lnTo>
                  <a:lnTo>
                    <a:pt x="4280897" y="1566185"/>
                  </a:lnTo>
                  <a:lnTo>
                    <a:pt x="4292045" y="1581545"/>
                  </a:lnTo>
                  <a:lnTo>
                    <a:pt x="4303194" y="1596863"/>
                  </a:lnTo>
                  <a:lnTo>
                    <a:pt x="4314342" y="1612137"/>
                  </a:lnTo>
                  <a:lnTo>
                    <a:pt x="4325490" y="1627313"/>
                  </a:lnTo>
                  <a:lnTo>
                    <a:pt x="4336638" y="1642434"/>
                  </a:lnTo>
                  <a:lnTo>
                    <a:pt x="4347786" y="1657483"/>
                  </a:lnTo>
                  <a:lnTo>
                    <a:pt x="4358934" y="1672410"/>
                  </a:lnTo>
                  <a:lnTo>
                    <a:pt x="4370083" y="1687267"/>
                  </a:lnTo>
                  <a:lnTo>
                    <a:pt x="4381231" y="1702019"/>
                  </a:lnTo>
                  <a:lnTo>
                    <a:pt x="4392379" y="1716631"/>
                  </a:lnTo>
                  <a:lnTo>
                    <a:pt x="4403527" y="1731159"/>
                  </a:lnTo>
                  <a:lnTo>
                    <a:pt x="4414675" y="1745544"/>
                  </a:lnTo>
                  <a:lnTo>
                    <a:pt x="4425823" y="1759780"/>
                  </a:lnTo>
                  <a:lnTo>
                    <a:pt x="4436972" y="1773918"/>
                  </a:lnTo>
                  <a:lnTo>
                    <a:pt x="4448120" y="1787874"/>
                  </a:lnTo>
                  <a:lnTo>
                    <a:pt x="4459268" y="1801677"/>
                  </a:lnTo>
                  <a:lnTo>
                    <a:pt x="4470416" y="1815370"/>
                  </a:lnTo>
                  <a:lnTo>
                    <a:pt x="4481564" y="1828840"/>
                  </a:lnTo>
                  <a:lnTo>
                    <a:pt x="4492713" y="1842161"/>
                  </a:lnTo>
                  <a:lnTo>
                    <a:pt x="4503861" y="1855362"/>
                  </a:lnTo>
                  <a:lnTo>
                    <a:pt x="4515009" y="1868298"/>
                  </a:lnTo>
                  <a:lnTo>
                    <a:pt x="4526157" y="1881096"/>
                  </a:lnTo>
                  <a:lnTo>
                    <a:pt x="4537305" y="1893751"/>
                  </a:lnTo>
                  <a:lnTo>
                    <a:pt x="4548453" y="1906129"/>
                  </a:lnTo>
                  <a:lnTo>
                    <a:pt x="4559602" y="1918371"/>
                  </a:lnTo>
                  <a:lnTo>
                    <a:pt x="4570750" y="1930438"/>
                  </a:lnTo>
                  <a:lnTo>
                    <a:pt x="4581898" y="1942240"/>
                  </a:lnTo>
                  <a:lnTo>
                    <a:pt x="4593046" y="1953901"/>
                  </a:lnTo>
                  <a:lnTo>
                    <a:pt x="4604194" y="1965357"/>
                  </a:lnTo>
                  <a:lnTo>
                    <a:pt x="4615342" y="1976564"/>
                  </a:lnTo>
                  <a:lnTo>
                    <a:pt x="4626491" y="1987627"/>
                  </a:lnTo>
                  <a:lnTo>
                    <a:pt x="4637639" y="1998458"/>
                  </a:lnTo>
                  <a:lnTo>
                    <a:pt x="4648787" y="2009061"/>
                  </a:lnTo>
                  <a:lnTo>
                    <a:pt x="4659935" y="2019518"/>
                  </a:lnTo>
                  <a:lnTo>
                    <a:pt x="4671083" y="2029717"/>
                  </a:lnTo>
                  <a:lnTo>
                    <a:pt x="4682231" y="2039712"/>
                  </a:lnTo>
                  <a:lnTo>
                    <a:pt x="4693380" y="2049562"/>
                  </a:lnTo>
                  <a:lnTo>
                    <a:pt x="4704528" y="2059131"/>
                  </a:lnTo>
                  <a:lnTo>
                    <a:pt x="4715676" y="2068523"/>
                  </a:lnTo>
                  <a:lnTo>
                    <a:pt x="4726824" y="2077771"/>
                  </a:lnTo>
                  <a:lnTo>
                    <a:pt x="4737972" y="2086718"/>
                  </a:lnTo>
                  <a:lnTo>
                    <a:pt x="4749120" y="2095516"/>
                  </a:lnTo>
                  <a:lnTo>
                    <a:pt x="4760269" y="2104157"/>
                  </a:lnTo>
                  <a:lnTo>
                    <a:pt x="4771417" y="2112512"/>
                  </a:lnTo>
                  <a:lnTo>
                    <a:pt x="4782565" y="2120729"/>
                  </a:lnTo>
                  <a:lnTo>
                    <a:pt x="4793713" y="2128771"/>
                  </a:lnTo>
                  <a:lnTo>
                    <a:pt x="4804861" y="2136559"/>
                  </a:lnTo>
                  <a:lnTo>
                    <a:pt x="4816009" y="2144213"/>
                  </a:lnTo>
                  <a:lnTo>
                    <a:pt x="4827158" y="2151677"/>
                  </a:lnTo>
                  <a:lnTo>
                    <a:pt x="4838306" y="2158917"/>
                  </a:lnTo>
                  <a:lnTo>
                    <a:pt x="4849454" y="2166030"/>
                  </a:lnTo>
                  <a:lnTo>
                    <a:pt x="4860602" y="2172938"/>
                  </a:lnTo>
                  <a:lnTo>
                    <a:pt x="4871750" y="2179653"/>
                  </a:lnTo>
                  <a:lnTo>
                    <a:pt x="4882899" y="2186246"/>
                  </a:lnTo>
                  <a:lnTo>
                    <a:pt x="4894047" y="2192624"/>
                  </a:lnTo>
                  <a:lnTo>
                    <a:pt x="4905195" y="2198838"/>
                  </a:lnTo>
                  <a:lnTo>
                    <a:pt x="4916343" y="2204936"/>
                  </a:lnTo>
                  <a:lnTo>
                    <a:pt x="4927491" y="2210810"/>
                  </a:lnTo>
                  <a:lnTo>
                    <a:pt x="4938639" y="2216548"/>
                  </a:lnTo>
                  <a:lnTo>
                    <a:pt x="4949788" y="2222175"/>
                  </a:lnTo>
                  <a:lnTo>
                    <a:pt x="4960936" y="2227573"/>
                  </a:lnTo>
                  <a:lnTo>
                    <a:pt x="4972084" y="2232860"/>
                  </a:lnTo>
                  <a:lnTo>
                    <a:pt x="4983232" y="2238030"/>
                  </a:lnTo>
                  <a:lnTo>
                    <a:pt x="4994380" y="2242991"/>
                  </a:lnTo>
                  <a:lnTo>
                    <a:pt x="5005528" y="2247853"/>
                  </a:lnTo>
                  <a:lnTo>
                    <a:pt x="5016677" y="2252589"/>
                  </a:lnTo>
                  <a:lnTo>
                    <a:pt x="5027825" y="2257144"/>
                  </a:lnTo>
                  <a:lnTo>
                    <a:pt x="5038973" y="2261607"/>
                  </a:lnTo>
                  <a:lnTo>
                    <a:pt x="5050121" y="2265936"/>
                  </a:lnTo>
                  <a:lnTo>
                    <a:pt x="5061269" y="2270111"/>
                  </a:lnTo>
                  <a:lnTo>
                    <a:pt x="5072417" y="2274200"/>
                  </a:lnTo>
                  <a:lnTo>
                    <a:pt x="5083566" y="2278150"/>
                  </a:lnTo>
                  <a:lnTo>
                    <a:pt x="5094714" y="2281971"/>
                  </a:lnTo>
                  <a:lnTo>
                    <a:pt x="5105862" y="2285712"/>
                  </a:lnTo>
                  <a:lnTo>
                    <a:pt x="5117010" y="2289310"/>
                  </a:lnTo>
                  <a:lnTo>
                    <a:pt x="5128158" y="2292804"/>
                  </a:lnTo>
                  <a:lnTo>
                    <a:pt x="5139306" y="2296221"/>
                  </a:lnTo>
                  <a:lnTo>
                    <a:pt x="5150455" y="2299497"/>
                  </a:lnTo>
                  <a:lnTo>
                    <a:pt x="5161603" y="2302687"/>
                  </a:lnTo>
                  <a:lnTo>
                    <a:pt x="5172751" y="2305808"/>
                  </a:lnTo>
                  <a:lnTo>
                    <a:pt x="5183899" y="2308788"/>
                  </a:lnTo>
                  <a:lnTo>
                    <a:pt x="5195047" y="2311701"/>
                  </a:lnTo>
                  <a:lnTo>
                    <a:pt x="5206195" y="2314544"/>
                  </a:lnTo>
                  <a:lnTo>
                    <a:pt x="5217344" y="2317263"/>
                  </a:lnTo>
                  <a:lnTo>
                    <a:pt x="5228492" y="2319926"/>
                  </a:lnTo>
                  <a:lnTo>
                    <a:pt x="5239640" y="2322516"/>
                  </a:lnTo>
                  <a:lnTo>
                    <a:pt x="5250788" y="2325005"/>
                  </a:lnTo>
                  <a:lnTo>
                    <a:pt x="5261936" y="2327443"/>
                  </a:lnTo>
                  <a:lnTo>
                    <a:pt x="5273085" y="2329809"/>
                  </a:lnTo>
                  <a:lnTo>
                    <a:pt x="5284233" y="2332095"/>
                  </a:lnTo>
                  <a:lnTo>
                    <a:pt x="5295381" y="2334336"/>
                  </a:lnTo>
                  <a:lnTo>
                    <a:pt x="5306529" y="2336507"/>
                  </a:lnTo>
                  <a:lnTo>
                    <a:pt x="5317677" y="2338616"/>
                  </a:lnTo>
                  <a:lnTo>
                    <a:pt x="5328825" y="2340687"/>
                  </a:lnTo>
                  <a:lnTo>
                    <a:pt x="5339974" y="2342693"/>
                  </a:lnTo>
                  <a:lnTo>
                    <a:pt x="5351122" y="2344654"/>
                  </a:lnTo>
                  <a:lnTo>
                    <a:pt x="5362270" y="2346582"/>
                  </a:lnTo>
                  <a:lnTo>
                    <a:pt x="5373418" y="2348453"/>
                  </a:lnTo>
                  <a:lnTo>
                    <a:pt x="5384566" y="2350293"/>
                  </a:lnTo>
                  <a:lnTo>
                    <a:pt x="5395714" y="2352107"/>
                  </a:lnTo>
                  <a:lnTo>
                    <a:pt x="5406863" y="2353873"/>
                  </a:lnTo>
                  <a:lnTo>
                    <a:pt x="5418011" y="2355620"/>
                  </a:lnTo>
                  <a:lnTo>
                    <a:pt x="5429159" y="2357345"/>
                  </a:lnTo>
                  <a:lnTo>
                    <a:pt x="5440307" y="2359038"/>
                  </a:lnTo>
                  <a:lnTo>
                    <a:pt x="5451455" y="2360719"/>
                  </a:lnTo>
                  <a:lnTo>
                    <a:pt x="5462603" y="2362384"/>
                  </a:lnTo>
                  <a:lnTo>
                    <a:pt x="5473752" y="2364032"/>
                  </a:lnTo>
                  <a:lnTo>
                    <a:pt x="5484900" y="2365674"/>
                  </a:lnTo>
                  <a:lnTo>
                    <a:pt x="5496048" y="2367307"/>
                  </a:lnTo>
                  <a:lnTo>
                    <a:pt x="5507196" y="2368936"/>
                  </a:lnTo>
                  <a:lnTo>
                    <a:pt x="5518344" y="2370563"/>
                  </a:lnTo>
                  <a:lnTo>
                    <a:pt x="5529492" y="2372192"/>
                  </a:lnTo>
                  <a:lnTo>
                    <a:pt x="5540641" y="2373825"/>
                  </a:lnTo>
                  <a:lnTo>
                    <a:pt x="5551789" y="2375462"/>
                  </a:lnTo>
                  <a:lnTo>
                    <a:pt x="5562937" y="2377110"/>
                  </a:lnTo>
                  <a:lnTo>
                    <a:pt x="5574085" y="2378770"/>
                  </a:lnTo>
                  <a:lnTo>
                    <a:pt x="5585233" y="2380439"/>
                  </a:lnTo>
                  <a:lnTo>
                    <a:pt x="5596381" y="2382129"/>
                  </a:lnTo>
                  <a:lnTo>
                    <a:pt x="5607530" y="2383834"/>
                  </a:lnTo>
                  <a:lnTo>
                    <a:pt x="5618678" y="2385553"/>
                  </a:lnTo>
                  <a:lnTo>
                    <a:pt x="5629826" y="2387303"/>
                  </a:lnTo>
                  <a:lnTo>
                    <a:pt x="5640974" y="2389070"/>
                  </a:lnTo>
                  <a:lnTo>
                    <a:pt x="5652122" y="2390855"/>
                  </a:lnTo>
                  <a:lnTo>
                    <a:pt x="5663270" y="2392678"/>
                  </a:lnTo>
                  <a:lnTo>
                    <a:pt x="5674419" y="2394519"/>
                  </a:lnTo>
                  <a:lnTo>
                    <a:pt x="5685567" y="2396384"/>
                  </a:lnTo>
                  <a:lnTo>
                    <a:pt x="5696715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554623" y="2768891"/>
              <a:ext cx="5696715" cy="2778734"/>
            </a:xfrm>
            <a:custGeom>
              <a:avLst/>
              <a:pathLst>
                <a:path w="5696715" h="2778734">
                  <a:moveTo>
                    <a:pt x="0" y="2694334"/>
                  </a:moveTo>
                  <a:lnTo>
                    <a:pt x="11148" y="2689561"/>
                  </a:lnTo>
                  <a:lnTo>
                    <a:pt x="22296" y="2684589"/>
                  </a:lnTo>
                  <a:lnTo>
                    <a:pt x="33444" y="2679452"/>
                  </a:lnTo>
                  <a:lnTo>
                    <a:pt x="44592" y="2674150"/>
                  </a:lnTo>
                  <a:lnTo>
                    <a:pt x="55740" y="2668683"/>
                  </a:lnTo>
                  <a:lnTo>
                    <a:pt x="66889" y="2662989"/>
                  </a:lnTo>
                  <a:lnTo>
                    <a:pt x="78037" y="2657137"/>
                  </a:lnTo>
                  <a:lnTo>
                    <a:pt x="89185" y="2651131"/>
                  </a:lnTo>
                  <a:lnTo>
                    <a:pt x="100333" y="2644974"/>
                  </a:lnTo>
                  <a:lnTo>
                    <a:pt x="111481" y="2638641"/>
                  </a:lnTo>
                  <a:lnTo>
                    <a:pt x="122629" y="2632149"/>
                  </a:lnTo>
                  <a:lnTo>
                    <a:pt x="133778" y="2625532"/>
                  </a:lnTo>
                  <a:lnTo>
                    <a:pt x="144926" y="2618799"/>
                  </a:lnTo>
                  <a:lnTo>
                    <a:pt x="156074" y="2611955"/>
                  </a:lnTo>
                  <a:lnTo>
                    <a:pt x="167222" y="2604986"/>
                  </a:lnTo>
                  <a:lnTo>
                    <a:pt x="178370" y="2597943"/>
                  </a:lnTo>
                  <a:lnTo>
                    <a:pt x="189518" y="2590839"/>
                  </a:lnTo>
                  <a:lnTo>
                    <a:pt x="200667" y="2583687"/>
                  </a:lnTo>
                  <a:lnTo>
                    <a:pt x="211815" y="2576496"/>
                  </a:lnTo>
                  <a:lnTo>
                    <a:pt x="222963" y="2569296"/>
                  </a:lnTo>
                  <a:lnTo>
                    <a:pt x="234111" y="2562106"/>
                  </a:lnTo>
                  <a:lnTo>
                    <a:pt x="245259" y="2554942"/>
                  </a:lnTo>
                  <a:lnTo>
                    <a:pt x="256407" y="2547819"/>
                  </a:lnTo>
                  <a:lnTo>
                    <a:pt x="267556" y="2540782"/>
                  </a:lnTo>
                  <a:lnTo>
                    <a:pt x="278704" y="2533832"/>
                  </a:lnTo>
                  <a:lnTo>
                    <a:pt x="289852" y="2526981"/>
                  </a:lnTo>
                  <a:lnTo>
                    <a:pt x="301000" y="2520243"/>
                  </a:lnTo>
                  <a:lnTo>
                    <a:pt x="312148" y="2513667"/>
                  </a:lnTo>
                  <a:lnTo>
                    <a:pt x="323296" y="2507259"/>
                  </a:lnTo>
                  <a:lnTo>
                    <a:pt x="334445" y="2501010"/>
                  </a:lnTo>
                  <a:lnTo>
                    <a:pt x="345593" y="2494926"/>
                  </a:lnTo>
                  <a:lnTo>
                    <a:pt x="356741" y="2489028"/>
                  </a:lnTo>
                  <a:lnTo>
                    <a:pt x="367889" y="2483371"/>
                  </a:lnTo>
                  <a:lnTo>
                    <a:pt x="379037" y="2477898"/>
                  </a:lnTo>
                  <a:lnTo>
                    <a:pt x="390185" y="2472609"/>
                  </a:lnTo>
                  <a:lnTo>
                    <a:pt x="401334" y="2467502"/>
                  </a:lnTo>
                  <a:lnTo>
                    <a:pt x="412482" y="2462623"/>
                  </a:lnTo>
                  <a:lnTo>
                    <a:pt x="423630" y="2457930"/>
                  </a:lnTo>
                  <a:lnTo>
                    <a:pt x="434778" y="2453392"/>
                  </a:lnTo>
                  <a:lnTo>
                    <a:pt x="445926" y="2448998"/>
                  </a:lnTo>
                  <a:lnTo>
                    <a:pt x="457075" y="2444746"/>
                  </a:lnTo>
                  <a:lnTo>
                    <a:pt x="468223" y="2440633"/>
                  </a:lnTo>
                  <a:lnTo>
                    <a:pt x="479371" y="2436598"/>
                  </a:lnTo>
                  <a:lnTo>
                    <a:pt x="490519" y="2432623"/>
                  </a:lnTo>
                  <a:lnTo>
                    <a:pt x="501667" y="2428686"/>
                  </a:lnTo>
                  <a:lnTo>
                    <a:pt x="512815" y="2424758"/>
                  </a:lnTo>
                  <a:lnTo>
                    <a:pt x="523964" y="2420794"/>
                  </a:lnTo>
                  <a:lnTo>
                    <a:pt x="535112" y="2416768"/>
                  </a:lnTo>
                  <a:lnTo>
                    <a:pt x="546260" y="2412656"/>
                  </a:lnTo>
                  <a:lnTo>
                    <a:pt x="557408" y="2408413"/>
                  </a:lnTo>
                  <a:lnTo>
                    <a:pt x="568556" y="2403962"/>
                  </a:lnTo>
                  <a:lnTo>
                    <a:pt x="579704" y="2399312"/>
                  </a:lnTo>
                  <a:lnTo>
                    <a:pt x="590853" y="2394436"/>
                  </a:lnTo>
                  <a:lnTo>
                    <a:pt x="602001" y="2389309"/>
                  </a:lnTo>
                  <a:lnTo>
                    <a:pt x="613149" y="2383800"/>
                  </a:lnTo>
                  <a:lnTo>
                    <a:pt x="624297" y="2377936"/>
                  </a:lnTo>
                  <a:lnTo>
                    <a:pt x="635445" y="2371719"/>
                  </a:lnTo>
                  <a:lnTo>
                    <a:pt x="646593" y="2365128"/>
                  </a:lnTo>
                  <a:lnTo>
                    <a:pt x="657742" y="2358086"/>
                  </a:lnTo>
                  <a:lnTo>
                    <a:pt x="668890" y="2350501"/>
                  </a:lnTo>
                  <a:lnTo>
                    <a:pt x="680038" y="2342467"/>
                  </a:lnTo>
                  <a:lnTo>
                    <a:pt x="691186" y="2333972"/>
                  </a:lnTo>
                  <a:lnTo>
                    <a:pt x="702334" y="2325003"/>
                  </a:lnTo>
                  <a:lnTo>
                    <a:pt x="713482" y="2315379"/>
                  </a:lnTo>
                  <a:lnTo>
                    <a:pt x="724631" y="2305228"/>
                  </a:lnTo>
                  <a:lnTo>
                    <a:pt x="735779" y="2294578"/>
                  </a:lnTo>
                  <a:lnTo>
                    <a:pt x="746927" y="2283427"/>
                  </a:lnTo>
                  <a:lnTo>
                    <a:pt x="758075" y="2271698"/>
                  </a:lnTo>
                  <a:lnTo>
                    <a:pt x="769223" y="2259350"/>
                  </a:lnTo>
                  <a:lnTo>
                    <a:pt x="780371" y="2246518"/>
                  </a:lnTo>
                  <a:lnTo>
                    <a:pt x="791520" y="2233208"/>
                  </a:lnTo>
                  <a:lnTo>
                    <a:pt x="802668" y="2219431"/>
                  </a:lnTo>
                  <a:lnTo>
                    <a:pt x="813816" y="2205040"/>
                  </a:lnTo>
                  <a:lnTo>
                    <a:pt x="824964" y="2190208"/>
                  </a:lnTo>
                  <a:lnTo>
                    <a:pt x="836112" y="2174967"/>
                  </a:lnTo>
                  <a:lnTo>
                    <a:pt x="847261" y="2159334"/>
                  </a:lnTo>
                  <a:lnTo>
                    <a:pt x="858409" y="2143264"/>
                  </a:lnTo>
                  <a:lnTo>
                    <a:pt x="869557" y="2126776"/>
                  </a:lnTo>
                  <a:lnTo>
                    <a:pt x="880705" y="2109974"/>
                  </a:lnTo>
                  <a:lnTo>
                    <a:pt x="891853" y="2092875"/>
                  </a:lnTo>
                  <a:lnTo>
                    <a:pt x="903001" y="2075497"/>
                  </a:lnTo>
                  <a:lnTo>
                    <a:pt x="914150" y="2057776"/>
                  </a:lnTo>
                  <a:lnTo>
                    <a:pt x="925298" y="2039831"/>
                  </a:lnTo>
                  <a:lnTo>
                    <a:pt x="936446" y="2021683"/>
                  </a:lnTo>
                  <a:lnTo>
                    <a:pt x="947594" y="2003348"/>
                  </a:lnTo>
                  <a:lnTo>
                    <a:pt x="958742" y="1984809"/>
                  </a:lnTo>
                  <a:lnTo>
                    <a:pt x="969890" y="1966089"/>
                  </a:lnTo>
                  <a:lnTo>
                    <a:pt x="981039" y="1947232"/>
                  </a:lnTo>
                  <a:lnTo>
                    <a:pt x="992187" y="1928244"/>
                  </a:lnTo>
                  <a:lnTo>
                    <a:pt x="1003335" y="1909132"/>
                  </a:lnTo>
                  <a:lnTo>
                    <a:pt x="1014483" y="1889854"/>
                  </a:lnTo>
                  <a:lnTo>
                    <a:pt x="1025631" y="1870457"/>
                  </a:lnTo>
                  <a:lnTo>
                    <a:pt x="1036779" y="1850939"/>
                  </a:lnTo>
                  <a:lnTo>
                    <a:pt x="1047928" y="1831295"/>
                  </a:lnTo>
                  <a:lnTo>
                    <a:pt x="1059076" y="1811486"/>
                  </a:lnTo>
                  <a:lnTo>
                    <a:pt x="1070224" y="1791499"/>
                  </a:lnTo>
                  <a:lnTo>
                    <a:pt x="1081372" y="1771345"/>
                  </a:lnTo>
                  <a:lnTo>
                    <a:pt x="1092520" y="1751010"/>
                  </a:lnTo>
                  <a:lnTo>
                    <a:pt x="1103668" y="1730474"/>
                  </a:lnTo>
                  <a:lnTo>
                    <a:pt x="1114817" y="1709627"/>
                  </a:lnTo>
                  <a:lnTo>
                    <a:pt x="1125965" y="1688526"/>
                  </a:lnTo>
                  <a:lnTo>
                    <a:pt x="1137113" y="1667149"/>
                  </a:lnTo>
                  <a:lnTo>
                    <a:pt x="1148261" y="1645478"/>
                  </a:lnTo>
                  <a:lnTo>
                    <a:pt x="1159409" y="1623407"/>
                  </a:lnTo>
                  <a:lnTo>
                    <a:pt x="1170557" y="1600922"/>
                  </a:lnTo>
                  <a:lnTo>
                    <a:pt x="1181706" y="1578057"/>
                  </a:lnTo>
                  <a:lnTo>
                    <a:pt x="1192854" y="1554794"/>
                  </a:lnTo>
                  <a:lnTo>
                    <a:pt x="1204002" y="1531095"/>
                  </a:lnTo>
                  <a:lnTo>
                    <a:pt x="1215150" y="1506799"/>
                  </a:lnTo>
                  <a:lnTo>
                    <a:pt x="1226298" y="1482045"/>
                  </a:lnTo>
                  <a:lnTo>
                    <a:pt x="1237447" y="1456824"/>
                  </a:lnTo>
                  <a:lnTo>
                    <a:pt x="1248595" y="1431130"/>
                  </a:lnTo>
                  <a:lnTo>
                    <a:pt x="1259743" y="1404833"/>
                  </a:lnTo>
                  <a:lnTo>
                    <a:pt x="1270891" y="1377994"/>
                  </a:lnTo>
                  <a:lnTo>
                    <a:pt x="1282039" y="1350688"/>
                  </a:lnTo>
                  <a:lnTo>
                    <a:pt x="1293187" y="1322925"/>
                  </a:lnTo>
                  <a:lnTo>
                    <a:pt x="1304336" y="1294690"/>
                  </a:lnTo>
                  <a:lnTo>
                    <a:pt x="1315484" y="1265905"/>
                  </a:lnTo>
                  <a:lnTo>
                    <a:pt x="1326632" y="1236747"/>
                  </a:lnTo>
                  <a:lnTo>
                    <a:pt x="1337780" y="1207245"/>
                  </a:lnTo>
                  <a:lnTo>
                    <a:pt x="1348928" y="1177430"/>
                  </a:lnTo>
                  <a:lnTo>
                    <a:pt x="1360076" y="1147280"/>
                  </a:lnTo>
                  <a:lnTo>
                    <a:pt x="1371225" y="1116915"/>
                  </a:lnTo>
                  <a:lnTo>
                    <a:pt x="1382373" y="1086411"/>
                  </a:lnTo>
                  <a:lnTo>
                    <a:pt x="1393521" y="1055817"/>
                  </a:lnTo>
                  <a:lnTo>
                    <a:pt x="1404669" y="1025186"/>
                  </a:lnTo>
                  <a:lnTo>
                    <a:pt x="1415817" y="994626"/>
                  </a:lnTo>
                  <a:lnTo>
                    <a:pt x="1426965" y="964205"/>
                  </a:lnTo>
                  <a:lnTo>
                    <a:pt x="1438114" y="933979"/>
                  </a:lnTo>
                  <a:lnTo>
                    <a:pt x="1449262" y="904005"/>
                  </a:lnTo>
                  <a:lnTo>
                    <a:pt x="1460410" y="874472"/>
                  </a:lnTo>
                  <a:lnTo>
                    <a:pt x="1471558" y="845414"/>
                  </a:lnTo>
                  <a:lnTo>
                    <a:pt x="1482706" y="816855"/>
                  </a:lnTo>
                  <a:lnTo>
                    <a:pt x="1493854" y="788848"/>
                  </a:lnTo>
                  <a:lnTo>
                    <a:pt x="1505003" y="761525"/>
                  </a:lnTo>
                  <a:lnTo>
                    <a:pt x="1516151" y="735104"/>
                  </a:lnTo>
                  <a:lnTo>
                    <a:pt x="1527299" y="709449"/>
                  </a:lnTo>
                  <a:lnTo>
                    <a:pt x="1538447" y="684600"/>
                  </a:lnTo>
                  <a:lnTo>
                    <a:pt x="1549595" y="660598"/>
                  </a:lnTo>
                  <a:lnTo>
                    <a:pt x="1560743" y="637790"/>
                  </a:lnTo>
                  <a:lnTo>
                    <a:pt x="1571892" y="616002"/>
                  </a:lnTo>
                  <a:lnTo>
                    <a:pt x="1583040" y="595186"/>
                  </a:lnTo>
                  <a:lnTo>
                    <a:pt x="1594188" y="575359"/>
                  </a:lnTo>
                  <a:lnTo>
                    <a:pt x="1605336" y="556674"/>
                  </a:lnTo>
                  <a:lnTo>
                    <a:pt x="1616484" y="539281"/>
                  </a:lnTo>
                  <a:lnTo>
                    <a:pt x="1627633" y="522905"/>
                  </a:lnTo>
                  <a:lnTo>
                    <a:pt x="1638781" y="507539"/>
                  </a:lnTo>
                  <a:lnTo>
                    <a:pt x="1649929" y="493175"/>
                  </a:lnTo>
                  <a:lnTo>
                    <a:pt x="1661077" y="480129"/>
                  </a:lnTo>
                  <a:lnTo>
                    <a:pt x="1672225" y="468076"/>
                  </a:lnTo>
                  <a:lnTo>
                    <a:pt x="1683373" y="456934"/>
                  </a:lnTo>
                  <a:lnTo>
                    <a:pt x="1694522" y="446671"/>
                  </a:lnTo>
                  <a:lnTo>
                    <a:pt x="1705670" y="437375"/>
                  </a:lnTo>
                  <a:lnTo>
                    <a:pt x="1716818" y="429041"/>
                  </a:lnTo>
                  <a:lnTo>
                    <a:pt x="1727966" y="421416"/>
                  </a:lnTo>
                  <a:lnTo>
                    <a:pt x="1739114" y="414455"/>
                  </a:lnTo>
                  <a:lnTo>
                    <a:pt x="1750262" y="408110"/>
                  </a:lnTo>
                  <a:lnTo>
                    <a:pt x="1761411" y="402498"/>
                  </a:lnTo>
                  <a:lnTo>
                    <a:pt x="1772559" y="397349"/>
                  </a:lnTo>
                  <a:lnTo>
                    <a:pt x="1783707" y="392593"/>
                  </a:lnTo>
                  <a:lnTo>
                    <a:pt x="1794855" y="388175"/>
                  </a:lnTo>
                  <a:lnTo>
                    <a:pt x="1806003" y="384076"/>
                  </a:lnTo>
                  <a:lnTo>
                    <a:pt x="1817151" y="380197"/>
                  </a:lnTo>
                  <a:lnTo>
                    <a:pt x="1828300" y="376428"/>
                  </a:lnTo>
                  <a:lnTo>
                    <a:pt x="1839448" y="372716"/>
                  </a:lnTo>
                  <a:lnTo>
                    <a:pt x="1850596" y="369013"/>
                  </a:lnTo>
                  <a:lnTo>
                    <a:pt x="1861744" y="365212"/>
                  </a:lnTo>
                  <a:lnTo>
                    <a:pt x="1872892" y="361263"/>
                  </a:lnTo>
                  <a:lnTo>
                    <a:pt x="1884040" y="357127"/>
                  </a:lnTo>
                  <a:lnTo>
                    <a:pt x="1895189" y="352763"/>
                  </a:lnTo>
                  <a:lnTo>
                    <a:pt x="1906337" y="348067"/>
                  </a:lnTo>
                  <a:lnTo>
                    <a:pt x="1917485" y="342971"/>
                  </a:lnTo>
                  <a:lnTo>
                    <a:pt x="1928633" y="337505"/>
                  </a:lnTo>
                  <a:lnTo>
                    <a:pt x="1939781" y="331644"/>
                  </a:lnTo>
                  <a:lnTo>
                    <a:pt x="1950929" y="325362"/>
                  </a:lnTo>
                  <a:lnTo>
                    <a:pt x="1962078" y="318455"/>
                  </a:lnTo>
                  <a:lnTo>
                    <a:pt x="1973226" y="311079"/>
                  </a:lnTo>
                  <a:lnTo>
                    <a:pt x="1984374" y="303227"/>
                  </a:lnTo>
                  <a:lnTo>
                    <a:pt x="1995522" y="294894"/>
                  </a:lnTo>
                  <a:lnTo>
                    <a:pt x="2006670" y="285973"/>
                  </a:lnTo>
                  <a:lnTo>
                    <a:pt x="2017818" y="276489"/>
                  </a:lnTo>
                  <a:lnTo>
                    <a:pt x="2028967" y="266544"/>
                  </a:lnTo>
                  <a:lnTo>
                    <a:pt x="2040115" y="256152"/>
                  </a:lnTo>
                  <a:lnTo>
                    <a:pt x="2051263" y="245317"/>
                  </a:lnTo>
                  <a:lnTo>
                    <a:pt x="2062411" y="233940"/>
                  </a:lnTo>
                  <a:lnTo>
                    <a:pt x="2073559" y="222215"/>
                  </a:lnTo>
                  <a:lnTo>
                    <a:pt x="2084708" y="210173"/>
                  </a:lnTo>
                  <a:lnTo>
                    <a:pt x="2095856" y="197849"/>
                  </a:lnTo>
                  <a:lnTo>
                    <a:pt x="2107004" y="185241"/>
                  </a:lnTo>
                  <a:lnTo>
                    <a:pt x="2118152" y="172452"/>
                  </a:lnTo>
                  <a:lnTo>
                    <a:pt x="2129300" y="159567"/>
                  </a:lnTo>
                  <a:lnTo>
                    <a:pt x="2140448" y="146636"/>
                  </a:lnTo>
                  <a:lnTo>
                    <a:pt x="2151597" y="133716"/>
                  </a:lnTo>
                  <a:lnTo>
                    <a:pt x="2162745" y="120936"/>
                  </a:lnTo>
                  <a:lnTo>
                    <a:pt x="2173893" y="108352"/>
                  </a:lnTo>
                  <a:lnTo>
                    <a:pt x="2185041" y="96024"/>
                  </a:lnTo>
                  <a:lnTo>
                    <a:pt x="2196189" y="84012"/>
                  </a:lnTo>
                  <a:lnTo>
                    <a:pt x="2207337" y="72514"/>
                  </a:lnTo>
                  <a:lnTo>
                    <a:pt x="2218486" y="61599"/>
                  </a:lnTo>
                  <a:lnTo>
                    <a:pt x="2229634" y="51272"/>
                  </a:lnTo>
                  <a:lnTo>
                    <a:pt x="2240782" y="41595"/>
                  </a:lnTo>
                  <a:lnTo>
                    <a:pt x="2251930" y="32687"/>
                  </a:lnTo>
                  <a:lnTo>
                    <a:pt x="2263078" y="24866"/>
                  </a:lnTo>
                  <a:lnTo>
                    <a:pt x="2274226" y="17947"/>
                  </a:lnTo>
                  <a:lnTo>
                    <a:pt x="2285375" y="11983"/>
                  </a:lnTo>
                  <a:lnTo>
                    <a:pt x="2296523" y="7022"/>
                  </a:lnTo>
                  <a:lnTo>
                    <a:pt x="2307671" y="3440"/>
                  </a:lnTo>
                  <a:lnTo>
                    <a:pt x="2318819" y="1131"/>
                  </a:lnTo>
                  <a:lnTo>
                    <a:pt x="2329967" y="0"/>
                  </a:lnTo>
                  <a:lnTo>
                    <a:pt x="2341115" y="75"/>
                  </a:lnTo>
                  <a:lnTo>
                    <a:pt x="2352264" y="1502"/>
                  </a:lnTo>
                  <a:lnTo>
                    <a:pt x="2363412" y="4585"/>
                  </a:lnTo>
                  <a:lnTo>
                    <a:pt x="2374560" y="8944"/>
                  </a:lnTo>
                  <a:lnTo>
                    <a:pt x="2385708" y="14579"/>
                  </a:lnTo>
                  <a:lnTo>
                    <a:pt x="2396856" y="21488"/>
                  </a:lnTo>
                  <a:lnTo>
                    <a:pt x="2408004" y="30042"/>
                  </a:lnTo>
                  <a:lnTo>
                    <a:pt x="2419153" y="39942"/>
                  </a:lnTo>
                  <a:lnTo>
                    <a:pt x="2430301" y="51035"/>
                  </a:lnTo>
                  <a:lnTo>
                    <a:pt x="2441449" y="63290"/>
                  </a:lnTo>
                  <a:lnTo>
                    <a:pt x="2452597" y="76791"/>
                  </a:lnTo>
                  <a:lnTo>
                    <a:pt x="2463745" y="91635"/>
                  </a:lnTo>
                  <a:lnTo>
                    <a:pt x="2474894" y="107445"/>
                  </a:lnTo>
                  <a:lnTo>
                    <a:pt x="2486042" y="124163"/>
                  </a:lnTo>
                  <a:lnTo>
                    <a:pt x="2497190" y="141729"/>
                  </a:lnTo>
                  <a:lnTo>
                    <a:pt x="2508338" y="160292"/>
                  </a:lnTo>
                  <a:lnTo>
                    <a:pt x="2519486" y="179539"/>
                  </a:lnTo>
                  <a:lnTo>
                    <a:pt x="2530634" y="199340"/>
                  </a:lnTo>
                  <a:lnTo>
                    <a:pt x="2541783" y="219623"/>
                  </a:lnTo>
                  <a:lnTo>
                    <a:pt x="2552931" y="240351"/>
                  </a:lnTo>
                  <a:lnTo>
                    <a:pt x="2564079" y="261416"/>
                  </a:lnTo>
                  <a:lnTo>
                    <a:pt x="2575227" y="282639"/>
                  </a:lnTo>
                  <a:lnTo>
                    <a:pt x="2586375" y="303948"/>
                  </a:lnTo>
                  <a:lnTo>
                    <a:pt x="2597523" y="325270"/>
                  </a:lnTo>
                  <a:lnTo>
                    <a:pt x="2608672" y="346458"/>
                  </a:lnTo>
                  <a:lnTo>
                    <a:pt x="2619820" y="367425"/>
                  </a:lnTo>
                  <a:lnTo>
                    <a:pt x="2630968" y="388114"/>
                  </a:lnTo>
                  <a:lnTo>
                    <a:pt x="2642116" y="408467"/>
                  </a:lnTo>
                  <a:lnTo>
                    <a:pt x="2653264" y="428348"/>
                  </a:lnTo>
                  <a:lnTo>
                    <a:pt x="2664412" y="447618"/>
                  </a:lnTo>
                  <a:lnTo>
                    <a:pt x="2675561" y="466339"/>
                  </a:lnTo>
                  <a:lnTo>
                    <a:pt x="2686709" y="484472"/>
                  </a:lnTo>
                  <a:lnTo>
                    <a:pt x="2697857" y="501985"/>
                  </a:lnTo>
                  <a:lnTo>
                    <a:pt x="2709005" y="518588"/>
                  </a:lnTo>
                  <a:lnTo>
                    <a:pt x="2720153" y="534476"/>
                  </a:lnTo>
                  <a:lnTo>
                    <a:pt x="2731301" y="549660"/>
                  </a:lnTo>
                  <a:lnTo>
                    <a:pt x="2742450" y="564136"/>
                  </a:lnTo>
                  <a:lnTo>
                    <a:pt x="2753598" y="577774"/>
                  </a:lnTo>
                  <a:lnTo>
                    <a:pt x="2764746" y="590560"/>
                  </a:lnTo>
                  <a:lnTo>
                    <a:pt x="2775894" y="602671"/>
                  </a:lnTo>
                  <a:lnTo>
                    <a:pt x="2787042" y="614130"/>
                  </a:lnTo>
                  <a:lnTo>
                    <a:pt x="2798190" y="624959"/>
                  </a:lnTo>
                  <a:lnTo>
                    <a:pt x="2809339" y="634984"/>
                  </a:lnTo>
                  <a:lnTo>
                    <a:pt x="2820487" y="644490"/>
                  </a:lnTo>
                  <a:lnTo>
                    <a:pt x="2831635" y="653525"/>
                  </a:lnTo>
                  <a:lnTo>
                    <a:pt x="2842783" y="662135"/>
                  </a:lnTo>
                  <a:lnTo>
                    <a:pt x="2853931" y="670312"/>
                  </a:lnTo>
                  <a:lnTo>
                    <a:pt x="2865080" y="678160"/>
                  </a:lnTo>
                  <a:lnTo>
                    <a:pt x="2876228" y="685810"/>
                  </a:lnTo>
                  <a:lnTo>
                    <a:pt x="2887376" y="693318"/>
                  </a:lnTo>
                  <a:lnTo>
                    <a:pt x="2898524" y="700740"/>
                  </a:lnTo>
                  <a:lnTo>
                    <a:pt x="2909672" y="708180"/>
                  </a:lnTo>
                  <a:lnTo>
                    <a:pt x="2920820" y="715728"/>
                  </a:lnTo>
                  <a:lnTo>
                    <a:pt x="2931969" y="723440"/>
                  </a:lnTo>
                  <a:lnTo>
                    <a:pt x="2943117" y="731372"/>
                  </a:lnTo>
                  <a:lnTo>
                    <a:pt x="2954265" y="739664"/>
                  </a:lnTo>
                  <a:lnTo>
                    <a:pt x="2965413" y="748403"/>
                  </a:lnTo>
                  <a:lnTo>
                    <a:pt x="2976561" y="757579"/>
                  </a:lnTo>
                  <a:lnTo>
                    <a:pt x="2987709" y="767237"/>
                  </a:lnTo>
                  <a:lnTo>
                    <a:pt x="2998858" y="777436"/>
                  </a:lnTo>
                  <a:lnTo>
                    <a:pt x="3010006" y="788435"/>
                  </a:lnTo>
                  <a:lnTo>
                    <a:pt x="3021154" y="800064"/>
                  </a:lnTo>
                  <a:lnTo>
                    <a:pt x="3032302" y="812345"/>
                  </a:lnTo>
                  <a:lnTo>
                    <a:pt x="3043450" y="825298"/>
                  </a:lnTo>
                  <a:lnTo>
                    <a:pt x="3054598" y="839116"/>
                  </a:lnTo>
                  <a:lnTo>
                    <a:pt x="3065747" y="853752"/>
                  </a:lnTo>
                  <a:lnTo>
                    <a:pt x="3076895" y="869097"/>
                  </a:lnTo>
                  <a:lnTo>
                    <a:pt x="3088043" y="885146"/>
                  </a:lnTo>
                  <a:lnTo>
                    <a:pt x="3099191" y="901930"/>
                  </a:lnTo>
                  <a:lnTo>
                    <a:pt x="3110339" y="919629"/>
                  </a:lnTo>
                  <a:lnTo>
                    <a:pt x="3121487" y="937974"/>
                  </a:lnTo>
                  <a:lnTo>
                    <a:pt x="3132636" y="956943"/>
                  </a:lnTo>
                  <a:lnTo>
                    <a:pt x="3143784" y="976511"/>
                  </a:lnTo>
                  <a:lnTo>
                    <a:pt x="3154932" y="996783"/>
                  </a:lnTo>
                  <a:lnTo>
                    <a:pt x="3166080" y="1017625"/>
                  </a:lnTo>
                  <a:lnTo>
                    <a:pt x="3177228" y="1038925"/>
                  </a:lnTo>
                  <a:lnTo>
                    <a:pt x="3188376" y="1060644"/>
                  </a:lnTo>
                  <a:lnTo>
                    <a:pt x="3199525" y="1082767"/>
                  </a:lnTo>
                  <a:lnTo>
                    <a:pt x="3210673" y="1105303"/>
                  </a:lnTo>
                  <a:lnTo>
                    <a:pt x="3221821" y="1128086"/>
                  </a:lnTo>
                  <a:lnTo>
                    <a:pt x="3232969" y="1151076"/>
                  </a:lnTo>
                  <a:lnTo>
                    <a:pt x="3244117" y="1174234"/>
                  </a:lnTo>
                  <a:lnTo>
                    <a:pt x="3255266" y="1197534"/>
                  </a:lnTo>
                  <a:lnTo>
                    <a:pt x="3266414" y="1220886"/>
                  </a:lnTo>
                  <a:lnTo>
                    <a:pt x="3277562" y="1244245"/>
                  </a:lnTo>
                  <a:lnTo>
                    <a:pt x="3288710" y="1267576"/>
                  </a:lnTo>
                  <a:lnTo>
                    <a:pt x="3299858" y="1290837"/>
                  </a:lnTo>
                  <a:lnTo>
                    <a:pt x="3311006" y="1313952"/>
                  </a:lnTo>
                  <a:lnTo>
                    <a:pt x="3322155" y="1336917"/>
                  </a:lnTo>
                  <a:lnTo>
                    <a:pt x="3333303" y="1359711"/>
                  </a:lnTo>
                  <a:lnTo>
                    <a:pt x="3344451" y="1382313"/>
                  </a:lnTo>
                  <a:lnTo>
                    <a:pt x="3355599" y="1404631"/>
                  </a:lnTo>
                  <a:lnTo>
                    <a:pt x="3366747" y="1426687"/>
                  </a:lnTo>
                  <a:lnTo>
                    <a:pt x="3377895" y="1448492"/>
                  </a:lnTo>
                  <a:lnTo>
                    <a:pt x="3389044" y="1470039"/>
                  </a:lnTo>
                  <a:lnTo>
                    <a:pt x="3400192" y="1491290"/>
                  </a:lnTo>
                  <a:lnTo>
                    <a:pt x="3411340" y="1512194"/>
                  </a:lnTo>
                  <a:lnTo>
                    <a:pt x="3422488" y="1532829"/>
                  </a:lnTo>
                  <a:lnTo>
                    <a:pt x="3433636" y="1553198"/>
                  </a:lnTo>
                  <a:lnTo>
                    <a:pt x="3444784" y="1573302"/>
                  </a:lnTo>
                  <a:lnTo>
                    <a:pt x="3455933" y="1593065"/>
                  </a:lnTo>
                  <a:lnTo>
                    <a:pt x="3467081" y="1612563"/>
                  </a:lnTo>
                  <a:lnTo>
                    <a:pt x="3478229" y="1631823"/>
                  </a:lnTo>
                  <a:lnTo>
                    <a:pt x="3489377" y="1650852"/>
                  </a:lnTo>
                  <a:lnTo>
                    <a:pt x="3500525" y="1669629"/>
                  </a:lnTo>
                  <a:lnTo>
                    <a:pt x="3511673" y="1688141"/>
                  </a:lnTo>
                  <a:lnTo>
                    <a:pt x="3522822" y="1706454"/>
                  </a:lnTo>
                  <a:lnTo>
                    <a:pt x="3533970" y="1724575"/>
                  </a:lnTo>
                  <a:lnTo>
                    <a:pt x="3545118" y="1742511"/>
                  </a:lnTo>
                  <a:lnTo>
                    <a:pt x="3556266" y="1760205"/>
                  </a:lnTo>
                  <a:lnTo>
                    <a:pt x="3567414" y="1777720"/>
                  </a:lnTo>
                  <a:lnTo>
                    <a:pt x="3578562" y="1795064"/>
                  </a:lnTo>
                  <a:lnTo>
                    <a:pt x="3589711" y="1812240"/>
                  </a:lnTo>
                  <a:lnTo>
                    <a:pt x="3600859" y="1829221"/>
                  </a:lnTo>
                  <a:lnTo>
                    <a:pt x="3612007" y="1845990"/>
                  </a:lnTo>
                  <a:lnTo>
                    <a:pt x="3623155" y="1862582"/>
                  </a:lnTo>
                  <a:lnTo>
                    <a:pt x="3634303" y="1878994"/>
                  </a:lnTo>
                  <a:lnTo>
                    <a:pt x="3645452" y="1895219"/>
                  </a:lnTo>
                  <a:lnTo>
                    <a:pt x="3656600" y="1911173"/>
                  </a:lnTo>
                  <a:lnTo>
                    <a:pt x="3667748" y="1926909"/>
                  </a:lnTo>
                  <a:lnTo>
                    <a:pt x="3678896" y="1942424"/>
                  </a:lnTo>
                  <a:lnTo>
                    <a:pt x="3690044" y="1957707"/>
                  </a:lnTo>
                  <a:lnTo>
                    <a:pt x="3701192" y="1972701"/>
                  </a:lnTo>
                  <a:lnTo>
                    <a:pt x="3712341" y="1987375"/>
                  </a:lnTo>
                  <a:lnTo>
                    <a:pt x="3723489" y="2001770"/>
                  </a:lnTo>
                  <a:lnTo>
                    <a:pt x="3734637" y="2015878"/>
                  </a:lnTo>
                  <a:lnTo>
                    <a:pt x="3745785" y="2029688"/>
                  </a:lnTo>
                  <a:lnTo>
                    <a:pt x="3756933" y="2043058"/>
                  </a:lnTo>
                  <a:lnTo>
                    <a:pt x="3768081" y="2056095"/>
                  </a:lnTo>
                  <a:lnTo>
                    <a:pt x="3779230" y="2068795"/>
                  </a:lnTo>
                  <a:lnTo>
                    <a:pt x="3790378" y="2081150"/>
                  </a:lnTo>
                  <a:lnTo>
                    <a:pt x="3801526" y="2093081"/>
                  </a:lnTo>
                  <a:lnTo>
                    <a:pt x="3812674" y="2104581"/>
                  </a:lnTo>
                  <a:lnTo>
                    <a:pt x="3823822" y="2115718"/>
                  </a:lnTo>
                  <a:lnTo>
                    <a:pt x="3834970" y="2126494"/>
                  </a:lnTo>
                  <a:lnTo>
                    <a:pt x="3846119" y="2136902"/>
                  </a:lnTo>
                  <a:lnTo>
                    <a:pt x="3857267" y="2146813"/>
                  </a:lnTo>
                  <a:lnTo>
                    <a:pt x="3868415" y="2156373"/>
                  </a:lnTo>
                  <a:lnTo>
                    <a:pt x="3879563" y="2165590"/>
                  </a:lnTo>
                  <a:lnTo>
                    <a:pt x="3890711" y="2174471"/>
                  </a:lnTo>
                  <a:lnTo>
                    <a:pt x="3901859" y="2182957"/>
                  </a:lnTo>
                  <a:lnTo>
                    <a:pt x="3913008" y="2191084"/>
                  </a:lnTo>
                  <a:lnTo>
                    <a:pt x="3924156" y="2198925"/>
                  </a:lnTo>
                  <a:lnTo>
                    <a:pt x="3935304" y="2206493"/>
                  </a:lnTo>
                  <a:lnTo>
                    <a:pt x="3946452" y="2213794"/>
                  </a:lnTo>
                  <a:lnTo>
                    <a:pt x="3957600" y="2220780"/>
                  </a:lnTo>
                  <a:lnTo>
                    <a:pt x="3968748" y="2227564"/>
                  </a:lnTo>
                  <a:lnTo>
                    <a:pt x="3979897" y="2234163"/>
                  </a:lnTo>
                  <a:lnTo>
                    <a:pt x="3991045" y="2240595"/>
                  </a:lnTo>
                  <a:lnTo>
                    <a:pt x="4002193" y="2246853"/>
                  </a:lnTo>
                  <a:lnTo>
                    <a:pt x="4013341" y="2252985"/>
                  </a:lnTo>
                  <a:lnTo>
                    <a:pt x="4024489" y="2259032"/>
                  </a:lnTo>
                  <a:lnTo>
                    <a:pt x="4035637" y="2265012"/>
                  </a:lnTo>
                  <a:lnTo>
                    <a:pt x="4046786" y="2270943"/>
                  </a:lnTo>
                  <a:lnTo>
                    <a:pt x="4057934" y="2276851"/>
                  </a:lnTo>
                  <a:lnTo>
                    <a:pt x="4069082" y="2282768"/>
                  </a:lnTo>
                  <a:lnTo>
                    <a:pt x="4080230" y="2288712"/>
                  </a:lnTo>
                  <a:lnTo>
                    <a:pt x="4091378" y="2294696"/>
                  </a:lnTo>
                  <a:lnTo>
                    <a:pt x="4102527" y="2300760"/>
                  </a:lnTo>
                  <a:lnTo>
                    <a:pt x="4113675" y="2306920"/>
                  </a:lnTo>
                  <a:lnTo>
                    <a:pt x="4124823" y="2313179"/>
                  </a:lnTo>
                  <a:lnTo>
                    <a:pt x="4135971" y="2319548"/>
                  </a:lnTo>
                  <a:lnTo>
                    <a:pt x="4147119" y="2326048"/>
                  </a:lnTo>
                  <a:lnTo>
                    <a:pt x="4158267" y="2332727"/>
                  </a:lnTo>
                  <a:lnTo>
                    <a:pt x="4169416" y="2339552"/>
                  </a:lnTo>
                  <a:lnTo>
                    <a:pt x="4180564" y="2346527"/>
                  </a:lnTo>
                  <a:lnTo>
                    <a:pt x="4191712" y="2353657"/>
                  </a:lnTo>
                  <a:lnTo>
                    <a:pt x="4202860" y="2360994"/>
                  </a:lnTo>
                  <a:lnTo>
                    <a:pt x="4214008" y="2368511"/>
                  </a:lnTo>
                  <a:lnTo>
                    <a:pt x="4225156" y="2376190"/>
                  </a:lnTo>
                  <a:lnTo>
                    <a:pt x="4236305" y="2384028"/>
                  </a:lnTo>
                  <a:lnTo>
                    <a:pt x="4247453" y="2392041"/>
                  </a:lnTo>
                  <a:lnTo>
                    <a:pt x="4258601" y="2400251"/>
                  </a:lnTo>
                  <a:lnTo>
                    <a:pt x="4269749" y="2408604"/>
                  </a:lnTo>
                  <a:lnTo>
                    <a:pt x="4280897" y="2417095"/>
                  </a:lnTo>
                  <a:lnTo>
                    <a:pt x="4292045" y="2425717"/>
                  </a:lnTo>
                  <a:lnTo>
                    <a:pt x="4303194" y="2434493"/>
                  </a:lnTo>
                  <a:lnTo>
                    <a:pt x="4314342" y="2443382"/>
                  </a:lnTo>
                  <a:lnTo>
                    <a:pt x="4325490" y="2452362"/>
                  </a:lnTo>
                  <a:lnTo>
                    <a:pt x="4336638" y="2461423"/>
                  </a:lnTo>
                  <a:lnTo>
                    <a:pt x="4347786" y="2470558"/>
                  </a:lnTo>
                  <a:lnTo>
                    <a:pt x="4358934" y="2479754"/>
                  </a:lnTo>
                  <a:lnTo>
                    <a:pt x="4370083" y="2488979"/>
                  </a:lnTo>
                  <a:lnTo>
                    <a:pt x="4381231" y="2498219"/>
                  </a:lnTo>
                  <a:lnTo>
                    <a:pt x="4392379" y="2507462"/>
                  </a:lnTo>
                  <a:lnTo>
                    <a:pt x="4403527" y="2516681"/>
                  </a:lnTo>
                  <a:lnTo>
                    <a:pt x="4414675" y="2525858"/>
                  </a:lnTo>
                  <a:lnTo>
                    <a:pt x="4425823" y="2534979"/>
                  </a:lnTo>
                  <a:lnTo>
                    <a:pt x="4436972" y="2544032"/>
                  </a:lnTo>
                  <a:lnTo>
                    <a:pt x="4448120" y="2552989"/>
                  </a:lnTo>
                  <a:lnTo>
                    <a:pt x="4459268" y="2561812"/>
                  </a:lnTo>
                  <a:lnTo>
                    <a:pt x="4470416" y="2570511"/>
                  </a:lnTo>
                  <a:lnTo>
                    <a:pt x="4481564" y="2579075"/>
                  </a:lnTo>
                  <a:lnTo>
                    <a:pt x="4492713" y="2587492"/>
                  </a:lnTo>
                  <a:lnTo>
                    <a:pt x="4503861" y="2595687"/>
                  </a:lnTo>
                  <a:lnTo>
                    <a:pt x="4515009" y="2603692"/>
                  </a:lnTo>
                  <a:lnTo>
                    <a:pt x="4526157" y="2611505"/>
                  </a:lnTo>
                  <a:lnTo>
                    <a:pt x="4537305" y="2619118"/>
                  </a:lnTo>
                  <a:lnTo>
                    <a:pt x="4548453" y="2626486"/>
                  </a:lnTo>
                  <a:lnTo>
                    <a:pt x="4559602" y="2633579"/>
                  </a:lnTo>
                  <a:lnTo>
                    <a:pt x="4570750" y="2640440"/>
                  </a:lnTo>
                  <a:lnTo>
                    <a:pt x="4581898" y="2647064"/>
                  </a:lnTo>
                  <a:lnTo>
                    <a:pt x="4593046" y="2653447"/>
                  </a:lnTo>
                  <a:lnTo>
                    <a:pt x="4604194" y="2659488"/>
                  </a:lnTo>
                  <a:lnTo>
                    <a:pt x="4615342" y="2665269"/>
                  </a:lnTo>
                  <a:lnTo>
                    <a:pt x="4626491" y="2670795"/>
                  </a:lnTo>
                  <a:lnTo>
                    <a:pt x="4637639" y="2676064"/>
                  </a:lnTo>
                  <a:lnTo>
                    <a:pt x="4648787" y="2681028"/>
                  </a:lnTo>
                  <a:lnTo>
                    <a:pt x="4659935" y="2685678"/>
                  </a:lnTo>
                  <a:lnTo>
                    <a:pt x="4671083" y="2690072"/>
                  </a:lnTo>
                  <a:lnTo>
                    <a:pt x="4682231" y="2694211"/>
                  </a:lnTo>
                  <a:lnTo>
                    <a:pt x="4693380" y="2698099"/>
                  </a:lnTo>
                  <a:lnTo>
                    <a:pt x="4704528" y="2701640"/>
                  </a:lnTo>
                  <a:lnTo>
                    <a:pt x="4715676" y="2704939"/>
                  </a:lnTo>
                  <a:lnTo>
                    <a:pt x="4726824" y="2708000"/>
                  </a:lnTo>
                  <a:lnTo>
                    <a:pt x="4737972" y="2710830"/>
                  </a:lnTo>
                  <a:lnTo>
                    <a:pt x="4749120" y="2713388"/>
                  </a:lnTo>
                  <a:lnTo>
                    <a:pt x="4760269" y="2715689"/>
                  </a:lnTo>
                  <a:lnTo>
                    <a:pt x="4771417" y="2717782"/>
                  </a:lnTo>
                  <a:lnTo>
                    <a:pt x="4782565" y="2719676"/>
                  </a:lnTo>
                  <a:lnTo>
                    <a:pt x="4793713" y="2721373"/>
                  </a:lnTo>
                  <a:lnTo>
                    <a:pt x="4804861" y="2722820"/>
                  </a:lnTo>
                  <a:lnTo>
                    <a:pt x="4816009" y="2724100"/>
                  </a:lnTo>
                  <a:lnTo>
                    <a:pt x="4827158" y="2725220"/>
                  </a:lnTo>
                  <a:lnTo>
                    <a:pt x="4838306" y="2726190"/>
                  </a:lnTo>
                  <a:lnTo>
                    <a:pt x="4849454" y="2726988"/>
                  </a:lnTo>
                  <a:lnTo>
                    <a:pt x="4860602" y="2727639"/>
                  </a:lnTo>
                  <a:lnTo>
                    <a:pt x="4871750" y="2728176"/>
                  </a:lnTo>
                  <a:lnTo>
                    <a:pt x="4882899" y="2728609"/>
                  </a:lnTo>
                  <a:lnTo>
                    <a:pt x="4894047" y="2728943"/>
                  </a:lnTo>
                  <a:lnTo>
                    <a:pt x="4905195" y="2729167"/>
                  </a:lnTo>
                  <a:lnTo>
                    <a:pt x="4916343" y="2729323"/>
                  </a:lnTo>
                  <a:lnTo>
                    <a:pt x="4927491" y="2729422"/>
                  </a:lnTo>
                  <a:lnTo>
                    <a:pt x="4938639" y="2729471"/>
                  </a:lnTo>
                  <a:lnTo>
                    <a:pt x="4949788" y="2729473"/>
                  </a:lnTo>
                  <a:lnTo>
                    <a:pt x="4960936" y="2729446"/>
                  </a:lnTo>
                  <a:lnTo>
                    <a:pt x="4972084" y="2729404"/>
                  </a:lnTo>
                  <a:lnTo>
                    <a:pt x="4983232" y="2729354"/>
                  </a:lnTo>
                  <a:lnTo>
                    <a:pt x="4994380" y="2729304"/>
                  </a:lnTo>
                  <a:lnTo>
                    <a:pt x="5005528" y="2729268"/>
                  </a:lnTo>
                  <a:lnTo>
                    <a:pt x="5016677" y="2729253"/>
                  </a:lnTo>
                  <a:lnTo>
                    <a:pt x="5027825" y="2729264"/>
                  </a:lnTo>
                  <a:lnTo>
                    <a:pt x="5038973" y="2729306"/>
                  </a:lnTo>
                  <a:lnTo>
                    <a:pt x="5050121" y="2729397"/>
                  </a:lnTo>
                  <a:lnTo>
                    <a:pt x="5061269" y="2729539"/>
                  </a:lnTo>
                  <a:lnTo>
                    <a:pt x="5072417" y="2729731"/>
                  </a:lnTo>
                  <a:lnTo>
                    <a:pt x="5083566" y="2729976"/>
                  </a:lnTo>
                  <a:lnTo>
                    <a:pt x="5094714" y="2730281"/>
                  </a:lnTo>
                  <a:lnTo>
                    <a:pt x="5105862" y="2730665"/>
                  </a:lnTo>
                  <a:lnTo>
                    <a:pt x="5117010" y="2731111"/>
                  </a:lnTo>
                  <a:lnTo>
                    <a:pt x="5128158" y="2731620"/>
                  </a:lnTo>
                  <a:lnTo>
                    <a:pt x="5139306" y="2732192"/>
                  </a:lnTo>
                  <a:lnTo>
                    <a:pt x="5150455" y="2732847"/>
                  </a:lnTo>
                  <a:lnTo>
                    <a:pt x="5161603" y="2733572"/>
                  </a:lnTo>
                  <a:lnTo>
                    <a:pt x="5172751" y="2734358"/>
                  </a:lnTo>
                  <a:lnTo>
                    <a:pt x="5183899" y="2735205"/>
                  </a:lnTo>
                  <a:lnTo>
                    <a:pt x="5195047" y="2736116"/>
                  </a:lnTo>
                  <a:lnTo>
                    <a:pt x="5206195" y="2737099"/>
                  </a:lnTo>
                  <a:lnTo>
                    <a:pt x="5217344" y="2738134"/>
                  </a:lnTo>
                  <a:lnTo>
                    <a:pt x="5228492" y="2739216"/>
                  </a:lnTo>
                  <a:lnTo>
                    <a:pt x="5239640" y="2740345"/>
                  </a:lnTo>
                  <a:lnTo>
                    <a:pt x="5250788" y="2741526"/>
                  </a:lnTo>
                  <a:lnTo>
                    <a:pt x="5261936" y="2742746"/>
                  </a:lnTo>
                  <a:lnTo>
                    <a:pt x="5273085" y="2743996"/>
                  </a:lnTo>
                  <a:lnTo>
                    <a:pt x="5284233" y="2745272"/>
                  </a:lnTo>
                  <a:lnTo>
                    <a:pt x="5295381" y="2746573"/>
                  </a:lnTo>
                  <a:lnTo>
                    <a:pt x="5306529" y="2747894"/>
                  </a:lnTo>
                  <a:lnTo>
                    <a:pt x="5317677" y="2749224"/>
                  </a:lnTo>
                  <a:lnTo>
                    <a:pt x="5328825" y="2750560"/>
                  </a:lnTo>
                  <a:lnTo>
                    <a:pt x="5339974" y="2751898"/>
                  </a:lnTo>
                  <a:lnTo>
                    <a:pt x="5351122" y="2753230"/>
                  </a:lnTo>
                  <a:lnTo>
                    <a:pt x="5362270" y="2754551"/>
                  </a:lnTo>
                  <a:lnTo>
                    <a:pt x="5373418" y="2755858"/>
                  </a:lnTo>
                  <a:lnTo>
                    <a:pt x="5384566" y="2757148"/>
                  </a:lnTo>
                  <a:lnTo>
                    <a:pt x="5395714" y="2758413"/>
                  </a:lnTo>
                  <a:lnTo>
                    <a:pt x="5406863" y="2759645"/>
                  </a:lnTo>
                  <a:lnTo>
                    <a:pt x="5418011" y="2760848"/>
                  </a:lnTo>
                  <a:lnTo>
                    <a:pt x="5429159" y="2762019"/>
                  </a:lnTo>
                  <a:lnTo>
                    <a:pt x="5440307" y="2763156"/>
                  </a:lnTo>
                  <a:lnTo>
                    <a:pt x="5451455" y="2764242"/>
                  </a:lnTo>
                  <a:lnTo>
                    <a:pt x="5462603" y="2765287"/>
                  </a:lnTo>
                  <a:lnTo>
                    <a:pt x="5473752" y="2766291"/>
                  </a:lnTo>
                  <a:lnTo>
                    <a:pt x="5484900" y="2767253"/>
                  </a:lnTo>
                  <a:lnTo>
                    <a:pt x="5496048" y="2768165"/>
                  </a:lnTo>
                  <a:lnTo>
                    <a:pt x="5507196" y="2769024"/>
                  </a:lnTo>
                  <a:lnTo>
                    <a:pt x="5518344" y="2769838"/>
                  </a:lnTo>
                  <a:lnTo>
                    <a:pt x="5529492" y="2770610"/>
                  </a:lnTo>
                  <a:lnTo>
                    <a:pt x="5540641" y="2771338"/>
                  </a:lnTo>
                  <a:lnTo>
                    <a:pt x="5551789" y="2772007"/>
                  </a:lnTo>
                  <a:lnTo>
                    <a:pt x="5562937" y="2772634"/>
                  </a:lnTo>
                  <a:lnTo>
                    <a:pt x="5574085" y="2773220"/>
                  </a:lnTo>
                  <a:lnTo>
                    <a:pt x="5585233" y="2773766"/>
                  </a:lnTo>
                  <a:lnTo>
                    <a:pt x="5596381" y="2774268"/>
                  </a:lnTo>
                  <a:lnTo>
                    <a:pt x="5607530" y="2774725"/>
                  </a:lnTo>
                  <a:lnTo>
                    <a:pt x="5618678" y="2775147"/>
                  </a:lnTo>
                  <a:lnTo>
                    <a:pt x="5629826" y="2775537"/>
                  </a:lnTo>
                  <a:lnTo>
                    <a:pt x="5640974" y="2775894"/>
                  </a:lnTo>
                  <a:lnTo>
                    <a:pt x="5652122" y="2776211"/>
                  </a:lnTo>
                  <a:lnTo>
                    <a:pt x="5663270" y="2776500"/>
                  </a:lnTo>
                  <a:lnTo>
                    <a:pt x="5674419" y="2776764"/>
                  </a:lnTo>
                  <a:lnTo>
                    <a:pt x="5685567" y="2777003"/>
                  </a:lnTo>
                  <a:lnTo>
                    <a:pt x="5696715" y="2777215"/>
                  </a:lnTo>
                  <a:lnTo>
                    <a:pt x="5696715" y="2778734"/>
                  </a:lnTo>
                  <a:lnTo>
                    <a:pt x="5685567" y="2778734"/>
                  </a:lnTo>
                  <a:lnTo>
                    <a:pt x="5674419" y="2778734"/>
                  </a:lnTo>
                  <a:lnTo>
                    <a:pt x="5663270" y="2778734"/>
                  </a:lnTo>
                  <a:lnTo>
                    <a:pt x="5652122" y="2778734"/>
                  </a:lnTo>
                  <a:lnTo>
                    <a:pt x="5640974" y="2778734"/>
                  </a:lnTo>
                  <a:lnTo>
                    <a:pt x="5629826" y="2778734"/>
                  </a:lnTo>
                  <a:lnTo>
                    <a:pt x="5618678" y="2778734"/>
                  </a:lnTo>
                  <a:lnTo>
                    <a:pt x="5607530" y="2778734"/>
                  </a:lnTo>
                  <a:lnTo>
                    <a:pt x="5596381" y="2778734"/>
                  </a:lnTo>
                  <a:lnTo>
                    <a:pt x="5585233" y="2778734"/>
                  </a:lnTo>
                  <a:lnTo>
                    <a:pt x="5574085" y="2778734"/>
                  </a:lnTo>
                  <a:lnTo>
                    <a:pt x="5562937" y="2778734"/>
                  </a:lnTo>
                  <a:lnTo>
                    <a:pt x="5551789" y="2778734"/>
                  </a:lnTo>
                  <a:lnTo>
                    <a:pt x="5540641" y="2778734"/>
                  </a:lnTo>
                  <a:lnTo>
                    <a:pt x="5529492" y="2778734"/>
                  </a:lnTo>
                  <a:lnTo>
                    <a:pt x="5518344" y="2778734"/>
                  </a:lnTo>
                  <a:lnTo>
                    <a:pt x="5507196" y="2778734"/>
                  </a:lnTo>
                  <a:lnTo>
                    <a:pt x="5496048" y="2778734"/>
                  </a:lnTo>
                  <a:lnTo>
                    <a:pt x="5484900" y="2778734"/>
                  </a:lnTo>
                  <a:lnTo>
                    <a:pt x="5473752" y="2778734"/>
                  </a:lnTo>
                  <a:lnTo>
                    <a:pt x="5462603" y="2778734"/>
                  </a:lnTo>
                  <a:lnTo>
                    <a:pt x="5451455" y="2778734"/>
                  </a:lnTo>
                  <a:lnTo>
                    <a:pt x="5440307" y="2778734"/>
                  </a:lnTo>
                  <a:lnTo>
                    <a:pt x="5429159" y="2778734"/>
                  </a:lnTo>
                  <a:lnTo>
                    <a:pt x="5418011" y="2778734"/>
                  </a:lnTo>
                  <a:lnTo>
                    <a:pt x="5406863" y="2778734"/>
                  </a:lnTo>
                  <a:lnTo>
                    <a:pt x="5395714" y="2778734"/>
                  </a:lnTo>
                  <a:lnTo>
                    <a:pt x="5384566" y="2778734"/>
                  </a:lnTo>
                  <a:lnTo>
                    <a:pt x="5373418" y="2778734"/>
                  </a:lnTo>
                  <a:lnTo>
                    <a:pt x="5362270" y="2778734"/>
                  </a:lnTo>
                  <a:lnTo>
                    <a:pt x="5351122" y="2778734"/>
                  </a:lnTo>
                  <a:lnTo>
                    <a:pt x="5339974" y="2778734"/>
                  </a:lnTo>
                  <a:lnTo>
                    <a:pt x="5328825" y="2778734"/>
                  </a:lnTo>
                  <a:lnTo>
                    <a:pt x="5317677" y="2778734"/>
                  </a:lnTo>
                  <a:lnTo>
                    <a:pt x="5306529" y="2778734"/>
                  </a:lnTo>
                  <a:lnTo>
                    <a:pt x="5295381" y="2778734"/>
                  </a:lnTo>
                  <a:lnTo>
                    <a:pt x="5284233" y="2778734"/>
                  </a:lnTo>
                  <a:lnTo>
                    <a:pt x="5273085" y="2778734"/>
                  </a:lnTo>
                  <a:lnTo>
                    <a:pt x="5261936" y="2778734"/>
                  </a:lnTo>
                  <a:lnTo>
                    <a:pt x="5250788" y="2778734"/>
                  </a:lnTo>
                  <a:lnTo>
                    <a:pt x="5239640" y="2778734"/>
                  </a:lnTo>
                  <a:lnTo>
                    <a:pt x="5228492" y="2778734"/>
                  </a:lnTo>
                  <a:lnTo>
                    <a:pt x="5217344" y="2778734"/>
                  </a:lnTo>
                  <a:lnTo>
                    <a:pt x="5206195" y="2778734"/>
                  </a:lnTo>
                  <a:lnTo>
                    <a:pt x="5195047" y="2778734"/>
                  </a:lnTo>
                  <a:lnTo>
                    <a:pt x="5183899" y="2778734"/>
                  </a:lnTo>
                  <a:lnTo>
                    <a:pt x="5172751" y="2778734"/>
                  </a:lnTo>
                  <a:lnTo>
                    <a:pt x="5161603" y="2778734"/>
                  </a:lnTo>
                  <a:lnTo>
                    <a:pt x="5150455" y="2778734"/>
                  </a:lnTo>
                  <a:lnTo>
                    <a:pt x="5139306" y="2778734"/>
                  </a:lnTo>
                  <a:lnTo>
                    <a:pt x="5128158" y="2778734"/>
                  </a:lnTo>
                  <a:lnTo>
                    <a:pt x="5117010" y="2778734"/>
                  </a:lnTo>
                  <a:lnTo>
                    <a:pt x="5105862" y="2778734"/>
                  </a:lnTo>
                  <a:lnTo>
                    <a:pt x="5094714" y="2778734"/>
                  </a:lnTo>
                  <a:lnTo>
                    <a:pt x="5083566" y="2778734"/>
                  </a:lnTo>
                  <a:lnTo>
                    <a:pt x="5072417" y="2778734"/>
                  </a:lnTo>
                  <a:lnTo>
                    <a:pt x="5061269" y="2778734"/>
                  </a:lnTo>
                  <a:lnTo>
                    <a:pt x="5050121" y="2778734"/>
                  </a:lnTo>
                  <a:lnTo>
                    <a:pt x="5038973" y="2778734"/>
                  </a:lnTo>
                  <a:lnTo>
                    <a:pt x="5027825" y="2778734"/>
                  </a:lnTo>
                  <a:lnTo>
                    <a:pt x="5016677" y="2778734"/>
                  </a:lnTo>
                  <a:lnTo>
                    <a:pt x="5005528" y="2778734"/>
                  </a:lnTo>
                  <a:lnTo>
                    <a:pt x="4994380" y="2778734"/>
                  </a:lnTo>
                  <a:lnTo>
                    <a:pt x="4983232" y="2778734"/>
                  </a:lnTo>
                  <a:lnTo>
                    <a:pt x="4972084" y="2778734"/>
                  </a:lnTo>
                  <a:lnTo>
                    <a:pt x="4960936" y="2778734"/>
                  </a:lnTo>
                  <a:lnTo>
                    <a:pt x="4949788" y="2778734"/>
                  </a:lnTo>
                  <a:lnTo>
                    <a:pt x="4938639" y="2778734"/>
                  </a:lnTo>
                  <a:lnTo>
                    <a:pt x="4927491" y="2778734"/>
                  </a:lnTo>
                  <a:lnTo>
                    <a:pt x="4916343" y="2778734"/>
                  </a:lnTo>
                  <a:lnTo>
                    <a:pt x="4905195" y="2778734"/>
                  </a:lnTo>
                  <a:lnTo>
                    <a:pt x="4894047" y="2778734"/>
                  </a:lnTo>
                  <a:lnTo>
                    <a:pt x="4882899" y="2778734"/>
                  </a:lnTo>
                  <a:lnTo>
                    <a:pt x="4871750" y="2778734"/>
                  </a:lnTo>
                  <a:lnTo>
                    <a:pt x="4860602" y="2778734"/>
                  </a:lnTo>
                  <a:lnTo>
                    <a:pt x="4849454" y="2778734"/>
                  </a:lnTo>
                  <a:lnTo>
                    <a:pt x="4838306" y="2778734"/>
                  </a:lnTo>
                  <a:lnTo>
                    <a:pt x="4827158" y="2778734"/>
                  </a:lnTo>
                  <a:lnTo>
                    <a:pt x="4816009" y="2778734"/>
                  </a:lnTo>
                  <a:lnTo>
                    <a:pt x="4804861" y="2778734"/>
                  </a:lnTo>
                  <a:lnTo>
                    <a:pt x="4793713" y="2778734"/>
                  </a:lnTo>
                  <a:lnTo>
                    <a:pt x="4782565" y="2778734"/>
                  </a:lnTo>
                  <a:lnTo>
                    <a:pt x="4771417" y="2778734"/>
                  </a:lnTo>
                  <a:lnTo>
                    <a:pt x="4760269" y="2778734"/>
                  </a:lnTo>
                  <a:lnTo>
                    <a:pt x="4749120" y="2778734"/>
                  </a:lnTo>
                  <a:lnTo>
                    <a:pt x="4737972" y="2778734"/>
                  </a:lnTo>
                  <a:lnTo>
                    <a:pt x="4726824" y="2778734"/>
                  </a:lnTo>
                  <a:lnTo>
                    <a:pt x="4715676" y="2778734"/>
                  </a:lnTo>
                  <a:lnTo>
                    <a:pt x="4704528" y="2778734"/>
                  </a:lnTo>
                  <a:lnTo>
                    <a:pt x="4693380" y="2778734"/>
                  </a:lnTo>
                  <a:lnTo>
                    <a:pt x="4682231" y="2778734"/>
                  </a:lnTo>
                  <a:lnTo>
                    <a:pt x="4671083" y="2778734"/>
                  </a:lnTo>
                  <a:lnTo>
                    <a:pt x="4659935" y="2778734"/>
                  </a:lnTo>
                  <a:lnTo>
                    <a:pt x="4648787" y="2778734"/>
                  </a:lnTo>
                  <a:lnTo>
                    <a:pt x="4637639" y="2778734"/>
                  </a:lnTo>
                  <a:lnTo>
                    <a:pt x="4626491" y="2778734"/>
                  </a:lnTo>
                  <a:lnTo>
                    <a:pt x="4615342" y="2778734"/>
                  </a:lnTo>
                  <a:lnTo>
                    <a:pt x="4604194" y="2778734"/>
                  </a:lnTo>
                  <a:lnTo>
                    <a:pt x="4593046" y="2778734"/>
                  </a:lnTo>
                  <a:lnTo>
                    <a:pt x="4581898" y="2778734"/>
                  </a:lnTo>
                  <a:lnTo>
                    <a:pt x="4570750" y="2778734"/>
                  </a:lnTo>
                  <a:lnTo>
                    <a:pt x="4559602" y="2778734"/>
                  </a:lnTo>
                  <a:lnTo>
                    <a:pt x="4548453" y="2778734"/>
                  </a:lnTo>
                  <a:lnTo>
                    <a:pt x="4537305" y="2778734"/>
                  </a:lnTo>
                  <a:lnTo>
                    <a:pt x="4526157" y="2778734"/>
                  </a:lnTo>
                  <a:lnTo>
                    <a:pt x="4515009" y="2778734"/>
                  </a:lnTo>
                  <a:lnTo>
                    <a:pt x="4503861" y="2778734"/>
                  </a:lnTo>
                  <a:lnTo>
                    <a:pt x="4492713" y="2778734"/>
                  </a:lnTo>
                  <a:lnTo>
                    <a:pt x="4481564" y="2778734"/>
                  </a:lnTo>
                  <a:lnTo>
                    <a:pt x="4470416" y="2778734"/>
                  </a:lnTo>
                  <a:lnTo>
                    <a:pt x="4459268" y="2778734"/>
                  </a:lnTo>
                  <a:lnTo>
                    <a:pt x="4448120" y="2778734"/>
                  </a:lnTo>
                  <a:lnTo>
                    <a:pt x="4436972" y="2778734"/>
                  </a:lnTo>
                  <a:lnTo>
                    <a:pt x="4425823" y="2778734"/>
                  </a:lnTo>
                  <a:lnTo>
                    <a:pt x="4414675" y="2778734"/>
                  </a:lnTo>
                  <a:lnTo>
                    <a:pt x="4403527" y="2778734"/>
                  </a:lnTo>
                  <a:lnTo>
                    <a:pt x="4392379" y="2778734"/>
                  </a:lnTo>
                  <a:lnTo>
                    <a:pt x="4381231" y="2778734"/>
                  </a:lnTo>
                  <a:lnTo>
                    <a:pt x="4370083" y="2778734"/>
                  </a:lnTo>
                  <a:lnTo>
                    <a:pt x="4358934" y="2778734"/>
                  </a:lnTo>
                  <a:lnTo>
                    <a:pt x="4347786" y="2778734"/>
                  </a:lnTo>
                  <a:lnTo>
                    <a:pt x="4336638" y="2778734"/>
                  </a:lnTo>
                  <a:lnTo>
                    <a:pt x="4325490" y="2778734"/>
                  </a:lnTo>
                  <a:lnTo>
                    <a:pt x="4314342" y="2778734"/>
                  </a:lnTo>
                  <a:lnTo>
                    <a:pt x="4303194" y="2778734"/>
                  </a:lnTo>
                  <a:lnTo>
                    <a:pt x="4292045" y="2778734"/>
                  </a:lnTo>
                  <a:lnTo>
                    <a:pt x="4280897" y="2778734"/>
                  </a:lnTo>
                  <a:lnTo>
                    <a:pt x="4269749" y="2778734"/>
                  </a:lnTo>
                  <a:lnTo>
                    <a:pt x="4258601" y="2778734"/>
                  </a:lnTo>
                  <a:lnTo>
                    <a:pt x="4247453" y="2778734"/>
                  </a:lnTo>
                  <a:lnTo>
                    <a:pt x="4236305" y="2778734"/>
                  </a:lnTo>
                  <a:lnTo>
                    <a:pt x="4225156" y="2778734"/>
                  </a:lnTo>
                  <a:lnTo>
                    <a:pt x="4214008" y="2778734"/>
                  </a:lnTo>
                  <a:lnTo>
                    <a:pt x="4202860" y="2778734"/>
                  </a:lnTo>
                  <a:lnTo>
                    <a:pt x="4191712" y="2778734"/>
                  </a:lnTo>
                  <a:lnTo>
                    <a:pt x="4180564" y="2778734"/>
                  </a:lnTo>
                  <a:lnTo>
                    <a:pt x="4169416" y="2778734"/>
                  </a:lnTo>
                  <a:lnTo>
                    <a:pt x="4158267" y="2778734"/>
                  </a:lnTo>
                  <a:lnTo>
                    <a:pt x="4147119" y="2778734"/>
                  </a:lnTo>
                  <a:lnTo>
                    <a:pt x="4135971" y="2778734"/>
                  </a:lnTo>
                  <a:lnTo>
                    <a:pt x="4124823" y="2778734"/>
                  </a:lnTo>
                  <a:lnTo>
                    <a:pt x="4113675" y="2778734"/>
                  </a:lnTo>
                  <a:lnTo>
                    <a:pt x="4102527" y="2778734"/>
                  </a:lnTo>
                  <a:lnTo>
                    <a:pt x="4091378" y="2778734"/>
                  </a:lnTo>
                  <a:lnTo>
                    <a:pt x="4080230" y="2778734"/>
                  </a:lnTo>
                  <a:lnTo>
                    <a:pt x="4069082" y="2778734"/>
                  </a:lnTo>
                  <a:lnTo>
                    <a:pt x="4057934" y="2778734"/>
                  </a:lnTo>
                  <a:lnTo>
                    <a:pt x="4046786" y="2778734"/>
                  </a:lnTo>
                  <a:lnTo>
                    <a:pt x="4035637" y="2778734"/>
                  </a:lnTo>
                  <a:lnTo>
                    <a:pt x="4024489" y="2778734"/>
                  </a:lnTo>
                  <a:lnTo>
                    <a:pt x="4013341" y="2778734"/>
                  </a:lnTo>
                  <a:lnTo>
                    <a:pt x="4002193" y="2778734"/>
                  </a:lnTo>
                  <a:lnTo>
                    <a:pt x="3991045" y="2778734"/>
                  </a:lnTo>
                  <a:lnTo>
                    <a:pt x="3979897" y="2778734"/>
                  </a:lnTo>
                  <a:lnTo>
                    <a:pt x="3968748" y="2778734"/>
                  </a:lnTo>
                  <a:lnTo>
                    <a:pt x="3957600" y="2778734"/>
                  </a:lnTo>
                  <a:lnTo>
                    <a:pt x="3946452" y="2778734"/>
                  </a:lnTo>
                  <a:lnTo>
                    <a:pt x="3935304" y="2778734"/>
                  </a:lnTo>
                  <a:lnTo>
                    <a:pt x="3924156" y="2778734"/>
                  </a:lnTo>
                  <a:lnTo>
                    <a:pt x="3913008" y="2778734"/>
                  </a:lnTo>
                  <a:lnTo>
                    <a:pt x="3901859" y="2778734"/>
                  </a:lnTo>
                  <a:lnTo>
                    <a:pt x="3890711" y="2778734"/>
                  </a:lnTo>
                  <a:lnTo>
                    <a:pt x="3879563" y="2778734"/>
                  </a:lnTo>
                  <a:lnTo>
                    <a:pt x="3868415" y="2778734"/>
                  </a:lnTo>
                  <a:lnTo>
                    <a:pt x="3857267" y="2778734"/>
                  </a:lnTo>
                  <a:lnTo>
                    <a:pt x="3846119" y="2778734"/>
                  </a:lnTo>
                  <a:lnTo>
                    <a:pt x="3834970" y="2778734"/>
                  </a:lnTo>
                  <a:lnTo>
                    <a:pt x="3823822" y="2778734"/>
                  </a:lnTo>
                  <a:lnTo>
                    <a:pt x="3812674" y="2778734"/>
                  </a:lnTo>
                  <a:lnTo>
                    <a:pt x="3801526" y="2778734"/>
                  </a:lnTo>
                  <a:lnTo>
                    <a:pt x="3790378" y="2778734"/>
                  </a:lnTo>
                  <a:lnTo>
                    <a:pt x="3779230" y="2778734"/>
                  </a:lnTo>
                  <a:lnTo>
                    <a:pt x="3768081" y="2778734"/>
                  </a:lnTo>
                  <a:lnTo>
                    <a:pt x="3756933" y="2778734"/>
                  </a:lnTo>
                  <a:lnTo>
                    <a:pt x="3745785" y="2778734"/>
                  </a:lnTo>
                  <a:lnTo>
                    <a:pt x="3734637" y="2778734"/>
                  </a:lnTo>
                  <a:lnTo>
                    <a:pt x="3723489" y="2778734"/>
                  </a:lnTo>
                  <a:lnTo>
                    <a:pt x="3712341" y="2778734"/>
                  </a:lnTo>
                  <a:lnTo>
                    <a:pt x="3701192" y="2778734"/>
                  </a:lnTo>
                  <a:lnTo>
                    <a:pt x="3690044" y="2778734"/>
                  </a:lnTo>
                  <a:lnTo>
                    <a:pt x="3678896" y="2778734"/>
                  </a:lnTo>
                  <a:lnTo>
                    <a:pt x="3667748" y="2778734"/>
                  </a:lnTo>
                  <a:lnTo>
                    <a:pt x="3656600" y="2778734"/>
                  </a:lnTo>
                  <a:lnTo>
                    <a:pt x="3645452" y="2778734"/>
                  </a:lnTo>
                  <a:lnTo>
                    <a:pt x="3634303" y="2778734"/>
                  </a:lnTo>
                  <a:lnTo>
                    <a:pt x="3623155" y="2778734"/>
                  </a:lnTo>
                  <a:lnTo>
                    <a:pt x="3612007" y="2778734"/>
                  </a:lnTo>
                  <a:lnTo>
                    <a:pt x="3600859" y="2778734"/>
                  </a:lnTo>
                  <a:lnTo>
                    <a:pt x="3589711" y="2778734"/>
                  </a:lnTo>
                  <a:lnTo>
                    <a:pt x="3578562" y="2778734"/>
                  </a:lnTo>
                  <a:lnTo>
                    <a:pt x="3567414" y="2778734"/>
                  </a:lnTo>
                  <a:lnTo>
                    <a:pt x="3556266" y="2778734"/>
                  </a:lnTo>
                  <a:lnTo>
                    <a:pt x="3545118" y="2778734"/>
                  </a:lnTo>
                  <a:lnTo>
                    <a:pt x="3533970" y="2778734"/>
                  </a:lnTo>
                  <a:lnTo>
                    <a:pt x="3522822" y="2778734"/>
                  </a:lnTo>
                  <a:lnTo>
                    <a:pt x="3511673" y="2778734"/>
                  </a:lnTo>
                  <a:lnTo>
                    <a:pt x="3500525" y="2778734"/>
                  </a:lnTo>
                  <a:lnTo>
                    <a:pt x="3489377" y="2778734"/>
                  </a:lnTo>
                  <a:lnTo>
                    <a:pt x="3478229" y="2778734"/>
                  </a:lnTo>
                  <a:lnTo>
                    <a:pt x="3467081" y="2778734"/>
                  </a:lnTo>
                  <a:lnTo>
                    <a:pt x="3455933" y="2778734"/>
                  </a:lnTo>
                  <a:lnTo>
                    <a:pt x="3444784" y="2778734"/>
                  </a:lnTo>
                  <a:lnTo>
                    <a:pt x="3433636" y="2778734"/>
                  </a:lnTo>
                  <a:lnTo>
                    <a:pt x="3422488" y="2778734"/>
                  </a:lnTo>
                  <a:lnTo>
                    <a:pt x="3411340" y="2778734"/>
                  </a:lnTo>
                  <a:lnTo>
                    <a:pt x="3400192" y="2778734"/>
                  </a:lnTo>
                  <a:lnTo>
                    <a:pt x="3389044" y="2778734"/>
                  </a:lnTo>
                  <a:lnTo>
                    <a:pt x="3377895" y="2778734"/>
                  </a:lnTo>
                  <a:lnTo>
                    <a:pt x="3366747" y="2778734"/>
                  </a:lnTo>
                  <a:lnTo>
                    <a:pt x="3355599" y="2778734"/>
                  </a:lnTo>
                  <a:lnTo>
                    <a:pt x="3344451" y="2778734"/>
                  </a:lnTo>
                  <a:lnTo>
                    <a:pt x="3333303" y="2778734"/>
                  </a:lnTo>
                  <a:lnTo>
                    <a:pt x="3322155" y="2778734"/>
                  </a:lnTo>
                  <a:lnTo>
                    <a:pt x="3311006" y="2778734"/>
                  </a:lnTo>
                  <a:lnTo>
                    <a:pt x="3299858" y="2778734"/>
                  </a:lnTo>
                  <a:lnTo>
                    <a:pt x="3288710" y="2778734"/>
                  </a:lnTo>
                  <a:lnTo>
                    <a:pt x="3277562" y="2778734"/>
                  </a:lnTo>
                  <a:lnTo>
                    <a:pt x="3266414" y="2778734"/>
                  </a:lnTo>
                  <a:lnTo>
                    <a:pt x="3255266" y="2778734"/>
                  </a:lnTo>
                  <a:lnTo>
                    <a:pt x="3244117" y="2778734"/>
                  </a:lnTo>
                  <a:lnTo>
                    <a:pt x="3232969" y="2778734"/>
                  </a:lnTo>
                  <a:lnTo>
                    <a:pt x="3221821" y="2778734"/>
                  </a:lnTo>
                  <a:lnTo>
                    <a:pt x="3210673" y="2778734"/>
                  </a:lnTo>
                  <a:lnTo>
                    <a:pt x="3199525" y="2778734"/>
                  </a:lnTo>
                  <a:lnTo>
                    <a:pt x="3188376" y="2778734"/>
                  </a:lnTo>
                  <a:lnTo>
                    <a:pt x="3177228" y="2778734"/>
                  </a:lnTo>
                  <a:lnTo>
                    <a:pt x="3166080" y="2778734"/>
                  </a:lnTo>
                  <a:lnTo>
                    <a:pt x="3154932" y="2778734"/>
                  </a:lnTo>
                  <a:lnTo>
                    <a:pt x="3143784" y="2778734"/>
                  </a:lnTo>
                  <a:lnTo>
                    <a:pt x="3132636" y="2778734"/>
                  </a:lnTo>
                  <a:lnTo>
                    <a:pt x="3121487" y="2778734"/>
                  </a:lnTo>
                  <a:lnTo>
                    <a:pt x="3110339" y="2778734"/>
                  </a:lnTo>
                  <a:lnTo>
                    <a:pt x="3099191" y="2778734"/>
                  </a:lnTo>
                  <a:lnTo>
                    <a:pt x="3088043" y="2778734"/>
                  </a:lnTo>
                  <a:lnTo>
                    <a:pt x="3076895" y="2778734"/>
                  </a:lnTo>
                  <a:lnTo>
                    <a:pt x="3065747" y="2778734"/>
                  </a:lnTo>
                  <a:lnTo>
                    <a:pt x="3054598" y="2778734"/>
                  </a:lnTo>
                  <a:lnTo>
                    <a:pt x="3043450" y="2778734"/>
                  </a:lnTo>
                  <a:lnTo>
                    <a:pt x="3032302" y="2778734"/>
                  </a:lnTo>
                  <a:lnTo>
                    <a:pt x="3021154" y="2778734"/>
                  </a:lnTo>
                  <a:lnTo>
                    <a:pt x="3010006" y="2778734"/>
                  </a:lnTo>
                  <a:lnTo>
                    <a:pt x="2998858" y="2778734"/>
                  </a:lnTo>
                  <a:lnTo>
                    <a:pt x="2987709" y="2778734"/>
                  </a:lnTo>
                  <a:lnTo>
                    <a:pt x="2976561" y="2778734"/>
                  </a:lnTo>
                  <a:lnTo>
                    <a:pt x="2965413" y="2778734"/>
                  </a:lnTo>
                  <a:lnTo>
                    <a:pt x="2954265" y="2778734"/>
                  </a:lnTo>
                  <a:lnTo>
                    <a:pt x="2943117" y="2778734"/>
                  </a:lnTo>
                  <a:lnTo>
                    <a:pt x="2931969" y="2778734"/>
                  </a:lnTo>
                  <a:lnTo>
                    <a:pt x="2920820" y="2778734"/>
                  </a:lnTo>
                  <a:lnTo>
                    <a:pt x="2909672" y="2778734"/>
                  </a:lnTo>
                  <a:lnTo>
                    <a:pt x="2898524" y="2778734"/>
                  </a:lnTo>
                  <a:lnTo>
                    <a:pt x="2887376" y="2778734"/>
                  </a:lnTo>
                  <a:lnTo>
                    <a:pt x="2876228" y="2778734"/>
                  </a:lnTo>
                  <a:lnTo>
                    <a:pt x="2865080" y="2778734"/>
                  </a:lnTo>
                  <a:lnTo>
                    <a:pt x="2853931" y="2778734"/>
                  </a:lnTo>
                  <a:lnTo>
                    <a:pt x="2842783" y="2778734"/>
                  </a:lnTo>
                  <a:lnTo>
                    <a:pt x="2831635" y="2778734"/>
                  </a:lnTo>
                  <a:lnTo>
                    <a:pt x="2820487" y="2778734"/>
                  </a:lnTo>
                  <a:lnTo>
                    <a:pt x="2809339" y="2778734"/>
                  </a:lnTo>
                  <a:lnTo>
                    <a:pt x="2798190" y="2778734"/>
                  </a:lnTo>
                  <a:lnTo>
                    <a:pt x="2787042" y="2778734"/>
                  </a:lnTo>
                  <a:lnTo>
                    <a:pt x="2775894" y="2778734"/>
                  </a:lnTo>
                  <a:lnTo>
                    <a:pt x="2764746" y="2778734"/>
                  </a:lnTo>
                  <a:lnTo>
                    <a:pt x="2753598" y="2778734"/>
                  </a:lnTo>
                  <a:lnTo>
                    <a:pt x="2742450" y="2778734"/>
                  </a:lnTo>
                  <a:lnTo>
                    <a:pt x="2731301" y="2778734"/>
                  </a:lnTo>
                  <a:lnTo>
                    <a:pt x="2720153" y="2778734"/>
                  </a:lnTo>
                  <a:lnTo>
                    <a:pt x="2709005" y="2778734"/>
                  </a:lnTo>
                  <a:lnTo>
                    <a:pt x="2697857" y="2778734"/>
                  </a:lnTo>
                  <a:lnTo>
                    <a:pt x="2686709" y="2778734"/>
                  </a:lnTo>
                  <a:lnTo>
                    <a:pt x="2675561" y="2778734"/>
                  </a:lnTo>
                  <a:lnTo>
                    <a:pt x="2664412" y="2778734"/>
                  </a:lnTo>
                  <a:lnTo>
                    <a:pt x="2653264" y="2778734"/>
                  </a:lnTo>
                  <a:lnTo>
                    <a:pt x="2642116" y="2778734"/>
                  </a:lnTo>
                  <a:lnTo>
                    <a:pt x="2630968" y="2778734"/>
                  </a:lnTo>
                  <a:lnTo>
                    <a:pt x="2619820" y="2778734"/>
                  </a:lnTo>
                  <a:lnTo>
                    <a:pt x="2608672" y="2778734"/>
                  </a:lnTo>
                  <a:lnTo>
                    <a:pt x="2597523" y="2778734"/>
                  </a:lnTo>
                  <a:lnTo>
                    <a:pt x="2586375" y="2778734"/>
                  </a:lnTo>
                  <a:lnTo>
                    <a:pt x="2575227" y="2778734"/>
                  </a:lnTo>
                  <a:lnTo>
                    <a:pt x="2564079" y="2778734"/>
                  </a:lnTo>
                  <a:lnTo>
                    <a:pt x="2552931" y="2778734"/>
                  </a:lnTo>
                  <a:lnTo>
                    <a:pt x="2541783" y="2778734"/>
                  </a:lnTo>
                  <a:lnTo>
                    <a:pt x="2530634" y="2778734"/>
                  </a:lnTo>
                  <a:lnTo>
                    <a:pt x="2519486" y="2778734"/>
                  </a:lnTo>
                  <a:lnTo>
                    <a:pt x="2508338" y="2778734"/>
                  </a:lnTo>
                  <a:lnTo>
                    <a:pt x="2497190" y="2778734"/>
                  </a:lnTo>
                  <a:lnTo>
                    <a:pt x="2486042" y="2778734"/>
                  </a:lnTo>
                  <a:lnTo>
                    <a:pt x="2474894" y="2778734"/>
                  </a:lnTo>
                  <a:lnTo>
                    <a:pt x="2463745" y="2778734"/>
                  </a:lnTo>
                  <a:lnTo>
                    <a:pt x="2452597" y="2778734"/>
                  </a:lnTo>
                  <a:lnTo>
                    <a:pt x="2441449" y="2778734"/>
                  </a:lnTo>
                  <a:lnTo>
                    <a:pt x="2430301" y="2778734"/>
                  </a:lnTo>
                  <a:lnTo>
                    <a:pt x="2419153" y="2778734"/>
                  </a:lnTo>
                  <a:lnTo>
                    <a:pt x="2408004" y="2778734"/>
                  </a:lnTo>
                  <a:lnTo>
                    <a:pt x="2396856" y="2778734"/>
                  </a:lnTo>
                  <a:lnTo>
                    <a:pt x="2385708" y="2778734"/>
                  </a:lnTo>
                  <a:lnTo>
                    <a:pt x="2374560" y="2778734"/>
                  </a:lnTo>
                  <a:lnTo>
                    <a:pt x="2363412" y="2778734"/>
                  </a:lnTo>
                  <a:lnTo>
                    <a:pt x="2352264" y="2778734"/>
                  </a:lnTo>
                  <a:lnTo>
                    <a:pt x="2341115" y="2778734"/>
                  </a:lnTo>
                  <a:lnTo>
                    <a:pt x="2329967" y="2778734"/>
                  </a:lnTo>
                  <a:lnTo>
                    <a:pt x="2318819" y="2778734"/>
                  </a:lnTo>
                  <a:lnTo>
                    <a:pt x="2307671" y="2778734"/>
                  </a:lnTo>
                  <a:lnTo>
                    <a:pt x="2296523" y="2778734"/>
                  </a:lnTo>
                  <a:lnTo>
                    <a:pt x="2285375" y="2778734"/>
                  </a:lnTo>
                  <a:lnTo>
                    <a:pt x="2274226" y="2778734"/>
                  </a:lnTo>
                  <a:lnTo>
                    <a:pt x="2263078" y="2778734"/>
                  </a:lnTo>
                  <a:lnTo>
                    <a:pt x="2251930" y="2778734"/>
                  </a:lnTo>
                  <a:lnTo>
                    <a:pt x="2240782" y="2778734"/>
                  </a:lnTo>
                  <a:lnTo>
                    <a:pt x="2229634" y="2778734"/>
                  </a:lnTo>
                  <a:lnTo>
                    <a:pt x="2218486" y="2778734"/>
                  </a:lnTo>
                  <a:lnTo>
                    <a:pt x="2207337" y="2778734"/>
                  </a:lnTo>
                  <a:lnTo>
                    <a:pt x="2196189" y="2778734"/>
                  </a:lnTo>
                  <a:lnTo>
                    <a:pt x="2185041" y="2778734"/>
                  </a:lnTo>
                  <a:lnTo>
                    <a:pt x="2173893" y="2778734"/>
                  </a:lnTo>
                  <a:lnTo>
                    <a:pt x="2162745" y="2778734"/>
                  </a:lnTo>
                  <a:lnTo>
                    <a:pt x="2151597" y="2778734"/>
                  </a:lnTo>
                  <a:lnTo>
                    <a:pt x="2140448" y="2778734"/>
                  </a:lnTo>
                  <a:lnTo>
                    <a:pt x="2129300" y="2778734"/>
                  </a:lnTo>
                  <a:lnTo>
                    <a:pt x="2118152" y="2778734"/>
                  </a:lnTo>
                  <a:lnTo>
                    <a:pt x="2107004" y="2778734"/>
                  </a:lnTo>
                  <a:lnTo>
                    <a:pt x="2095856" y="2778734"/>
                  </a:lnTo>
                  <a:lnTo>
                    <a:pt x="2084708" y="2778734"/>
                  </a:lnTo>
                  <a:lnTo>
                    <a:pt x="2073559" y="2778734"/>
                  </a:lnTo>
                  <a:lnTo>
                    <a:pt x="2062411" y="2778734"/>
                  </a:lnTo>
                  <a:lnTo>
                    <a:pt x="2051263" y="2778734"/>
                  </a:lnTo>
                  <a:lnTo>
                    <a:pt x="2040115" y="2778734"/>
                  </a:lnTo>
                  <a:lnTo>
                    <a:pt x="2028967" y="2778734"/>
                  </a:lnTo>
                  <a:lnTo>
                    <a:pt x="2017818" y="2778734"/>
                  </a:lnTo>
                  <a:lnTo>
                    <a:pt x="2006670" y="2778734"/>
                  </a:lnTo>
                  <a:lnTo>
                    <a:pt x="1995522" y="2778734"/>
                  </a:lnTo>
                  <a:lnTo>
                    <a:pt x="1984374" y="2778734"/>
                  </a:lnTo>
                  <a:lnTo>
                    <a:pt x="1973226" y="2778734"/>
                  </a:lnTo>
                  <a:lnTo>
                    <a:pt x="1962078" y="2778734"/>
                  </a:lnTo>
                  <a:lnTo>
                    <a:pt x="1950929" y="2778734"/>
                  </a:lnTo>
                  <a:lnTo>
                    <a:pt x="1939781" y="2778734"/>
                  </a:lnTo>
                  <a:lnTo>
                    <a:pt x="1928633" y="2778734"/>
                  </a:lnTo>
                  <a:lnTo>
                    <a:pt x="1917485" y="2778734"/>
                  </a:lnTo>
                  <a:lnTo>
                    <a:pt x="1906337" y="2778734"/>
                  </a:lnTo>
                  <a:lnTo>
                    <a:pt x="1895189" y="2778734"/>
                  </a:lnTo>
                  <a:lnTo>
                    <a:pt x="1884040" y="2778734"/>
                  </a:lnTo>
                  <a:lnTo>
                    <a:pt x="1872892" y="2778734"/>
                  </a:lnTo>
                  <a:lnTo>
                    <a:pt x="1861744" y="2778734"/>
                  </a:lnTo>
                  <a:lnTo>
                    <a:pt x="1850596" y="2778734"/>
                  </a:lnTo>
                  <a:lnTo>
                    <a:pt x="1839448" y="2778734"/>
                  </a:lnTo>
                  <a:lnTo>
                    <a:pt x="1828300" y="2778734"/>
                  </a:lnTo>
                  <a:lnTo>
                    <a:pt x="1817151" y="2778734"/>
                  </a:lnTo>
                  <a:lnTo>
                    <a:pt x="1806003" y="2778734"/>
                  </a:lnTo>
                  <a:lnTo>
                    <a:pt x="1794855" y="2778734"/>
                  </a:lnTo>
                  <a:lnTo>
                    <a:pt x="1783707" y="2778734"/>
                  </a:lnTo>
                  <a:lnTo>
                    <a:pt x="1772559" y="2778734"/>
                  </a:lnTo>
                  <a:lnTo>
                    <a:pt x="1761411" y="2778734"/>
                  </a:lnTo>
                  <a:lnTo>
                    <a:pt x="1750262" y="2778734"/>
                  </a:lnTo>
                  <a:lnTo>
                    <a:pt x="1739114" y="2778734"/>
                  </a:lnTo>
                  <a:lnTo>
                    <a:pt x="1727966" y="2778734"/>
                  </a:lnTo>
                  <a:lnTo>
                    <a:pt x="1716818" y="2778734"/>
                  </a:lnTo>
                  <a:lnTo>
                    <a:pt x="1705670" y="2778734"/>
                  </a:lnTo>
                  <a:lnTo>
                    <a:pt x="1694522" y="2778734"/>
                  </a:lnTo>
                  <a:lnTo>
                    <a:pt x="1683373" y="2778734"/>
                  </a:lnTo>
                  <a:lnTo>
                    <a:pt x="1672225" y="2778734"/>
                  </a:lnTo>
                  <a:lnTo>
                    <a:pt x="1661077" y="2778734"/>
                  </a:lnTo>
                  <a:lnTo>
                    <a:pt x="1649929" y="2778734"/>
                  </a:lnTo>
                  <a:lnTo>
                    <a:pt x="1638781" y="2778734"/>
                  </a:lnTo>
                  <a:lnTo>
                    <a:pt x="1627633" y="2778734"/>
                  </a:lnTo>
                  <a:lnTo>
                    <a:pt x="1616484" y="2778734"/>
                  </a:lnTo>
                  <a:lnTo>
                    <a:pt x="1605336" y="2778734"/>
                  </a:lnTo>
                  <a:lnTo>
                    <a:pt x="1594188" y="2778734"/>
                  </a:lnTo>
                  <a:lnTo>
                    <a:pt x="1583040" y="2778734"/>
                  </a:lnTo>
                  <a:lnTo>
                    <a:pt x="1571892" y="2778734"/>
                  </a:lnTo>
                  <a:lnTo>
                    <a:pt x="1560743" y="2778734"/>
                  </a:lnTo>
                  <a:lnTo>
                    <a:pt x="1549595" y="2778734"/>
                  </a:lnTo>
                  <a:lnTo>
                    <a:pt x="1538447" y="2778734"/>
                  </a:lnTo>
                  <a:lnTo>
                    <a:pt x="1527299" y="2778734"/>
                  </a:lnTo>
                  <a:lnTo>
                    <a:pt x="1516151" y="2778734"/>
                  </a:lnTo>
                  <a:lnTo>
                    <a:pt x="1505003" y="2778734"/>
                  </a:lnTo>
                  <a:lnTo>
                    <a:pt x="1493854" y="2778734"/>
                  </a:lnTo>
                  <a:lnTo>
                    <a:pt x="1482706" y="2778734"/>
                  </a:lnTo>
                  <a:lnTo>
                    <a:pt x="1471558" y="2778734"/>
                  </a:lnTo>
                  <a:lnTo>
                    <a:pt x="1460410" y="2778734"/>
                  </a:lnTo>
                  <a:lnTo>
                    <a:pt x="1449262" y="2778734"/>
                  </a:lnTo>
                  <a:lnTo>
                    <a:pt x="1438114" y="2778734"/>
                  </a:lnTo>
                  <a:lnTo>
                    <a:pt x="1426965" y="2778734"/>
                  </a:lnTo>
                  <a:lnTo>
                    <a:pt x="1415817" y="2778734"/>
                  </a:lnTo>
                  <a:lnTo>
                    <a:pt x="1404669" y="2778734"/>
                  </a:lnTo>
                  <a:lnTo>
                    <a:pt x="1393521" y="2778734"/>
                  </a:lnTo>
                  <a:lnTo>
                    <a:pt x="1382373" y="2778734"/>
                  </a:lnTo>
                  <a:lnTo>
                    <a:pt x="1371225" y="2778734"/>
                  </a:lnTo>
                  <a:lnTo>
                    <a:pt x="1360076" y="2778734"/>
                  </a:lnTo>
                  <a:lnTo>
                    <a:pt x="1348928" y="2778734"/>
                  </a:lnTo>
                  <a:lnTo>
                    <a:pt x="1337780" y="2778734"/>
                  </a:lnTo>
                  <a:lnTo>
                    <a:pt x="1326632" y="2778734"/>
                  </a:lnTo>
                  <a:lnTo>
                    <a:pt x="1315484" y="2778734"/>
                  </a:lnTo>
                  <a:lnTo>
                    <a:pt x="1304336" y="2778734"/>
                  </a:lnTo>
                  <a:lnTo>
                    <a:pt x="1293187" y="2778734"/>
                  </a:lnTo>
                  <a:lnTo>
                    <a:pt x="1282039" y="2778734"/>
                  </a:lnTo>
                  <a:lnTo>
                    <a:pt x="1270891" y="2778734"/>
                  </a:lnTo>
                  <a:lnTo>
                    <a:pt x="1259743" y="2778734"/>
                  </a:lnTo>
                  <a:lnTo>
                    <a:pt x="1248595" y="2778734"/>
                  </a:lnTo>
                  <a:lnTo>
                    <a:pt x="1237447" y="2778734"/>
                  </a:lnTo>
                  <a:lnTo>
                    <a:pt x="1226298" y="2778734"/>
                  </a:lnTo>
                  <a:lnTo>
                    <a:pt x="1215150" y="2778734"/>
                  </a:lnTo>
                  <a:lnTo>
                    <a:pt x="1204002" y="2778734"/>
                  </a:lnTo>
                  <a:lnTo>
                    <a:pt x="1192854" y="2778734"/>
                  </a:lnTo>
                  <a:lnTo>
                    <a:pt x="1181706" y="2778734"/>
                  </a:lnTo>
                  <a:lnTo>
                    <a:pt x="1170557" y="2778734"/>
                  </a:lnTo>
                  <a:lnTo>
                    <a:pt x="1159409" y="2778734"/>
                  </a:lnTo>
                  <a:lnTo>
                    <a:pt x="1148261" y="2778734"/>
                  </a:lnTo>
                  <a:lnTo>
                    <a:pt x="1137113" y="2778734"/>
                  </a:lnTo>
                  <a:lnTo>
                    <a:pt x="1125965" y="2778734"/>
                  </a:lnTo>
                  <a:lnTo>
                    <a:pt x="1114817" y="2778734"/>
                  </a:lnTo>
                  <a:lnTo>
                    <a:pt x="1103668" y="2778734"/>
                  </a:lnTo>
                  <a:lnTo>
                    <a:pt x="1092520" y="2778734"/>
                  </a:lnTo>
                  <a:lnTo>
                    <a:pt x="1081372" y="2778734"/>
                  </a:lnTo>
                  <a:lnTo>
                    <a:pt x="1070224" y="2778734"/>
                  </a:lnTo>
                  <a:lnTo>
                    <a:pt x="1059076" y="2778734"/>
                  </a:lnTo>
                  <a:lnTo>
                    <a:pt x="1047928" y="2778734"/>
                  </a:lnTo>
                  <a:lnTo>
                    <a:pt x="1036779" y="2778734"/>
                  </a:lnTo>
                  <a:lnTo>
                    <a:pt x="1025631" y="2778734"/>
                  </a:lnTo>
                  <a:lnTo>
                    <a:pt x="1014483" y="2778734"/>
                  </a:lnTo>
                  <a:lnTo>
                    <a:pt x="1003335" y="2778734"/>
                  </a:lnTo>
                  <a:lnTo>
                    <a:pt x="992187" y="2778734"/>
                  </a:lnTo>
                  <a:lnTo>
                    <a:pt x="981039" y="2778734"/>
                  </a:lnTo>
                  <a:lnTo>
                    <a:pt x="969890" y="2778734"/>
                  </a:lnTo>
                  <a:lnTo>
                    <a:pt x="958742" y="2778734"/>
                  </a:lnTo>
                  <a:lnTo>
                    <a:pt x="947594" y="2778734"/>
                  </a:lnTo>
                  <a:lnTo>
                    <a:pt x="936446" y="2778734"/>
                  </a:lnTo>
                  <a:lnTo>
                    <a:pt x="925298" y="2778734"/>
                  </a:lnTo>
                  <a:lnTo>
                    <a:pt x="914150" y="2778734"/>
                  </a:lnTo>
                  <a:lnTo>
                    <a:pt x="903001" y="2778734"/>
                  </a:lnTo>
                  <a:lnTo>
                    <a:pt x="891853" y="2778734"/>
                  </a:lnTo>
                  <a:lnTo>
                    <a:pt x="880705" y="2778734"/>
                  </a:lnTo>
                  <a:lnTo>
                    <a:pt x="869557" y="2778734"/>
                  </a:lnTo>
                  <a:lnTo>
                    <a:pt x="858409" y="2778734"/>
                  </a:lnTo>
                  <a:lnTo>
                    <a:pt x="847261" y="2778734"/>
                  </a:lnTo>
                  <a:lnTo>
                    <a:pt x="836112" y="2778734"/>
                  </a:lnTo>
                  <a:lnTo>
                    <a:pt x="824964" y="2778734"/>
                  </a:lnTo>
                  <a:lnTo>
                    <a:pt x="813816" y="2778734"/>
                  </a:lnTo>
                  <a:lnTo>
                    <a:pt x="802668" y="2778734"/>
                  </a:lnTo>
                  <a:lnTo>
                    <a:pt x="791520" y="2778734"/>
                  </a:lnTo>
                  <a:lnTo>
                    <a:pt x="780371" y="2778734"/>
                  </a:lnTo>
                  <a:lnTo>
                    <a:pt x="769223" y="2778734"/>
                  </a:lnTo>
                  <a:lnTo>
                    <a:pt x="758075" y="2778734"/>
                  </a:lnTo>
                  <a:lnTo>
                    <a:pt x="746927" y="2778734"/>
                  </a:lnTo>
                  <a:lnTo>
                    <a:pt x="735779" y="2778734"/>
                  </a:lnTo>
                  <a:lnTo>
                    <a:pt x="724631" y="2778734"/>
                  </a:lnTo>
                  <a:lnTo>
                    <a:pt x="713482" y="2778734"/>
                  </a:lnTo>
                  <a:lnTo>
                    <a:pt x="702334" y="2778734"/>
                  </a:lnTo>
                  <a:lnTo>
                    <a:pt x="691186" y="2778734"/>
                  </a:lnTo>
                  <a:lnTo>
                    <a:pt x="680038" y="2778734"/>
                  </a:lnTo>
                  <a:lnTo>
                    <a:pt x="668890" y="2778734"/>
                  </a:lnTo>
                  <a:lnTo>
                    <a:pt x="657742" y="2778734"/>
                  </a:lnTo>
                  <a:lnTo>
                    <a:pt x="646593" y="2778734"/>
                  </a:lnTo>
                  <a:lnTo>
                    <a:pt x="635445" y="2778734"/>
                  </a:lnTo>
                  <a:lnTo>
                    <a:pt x="624297" y="2778734"/>
                  </a:lnTo>
                  <a:lnTo>
                    <a:pt x="613149" y="2778734"/>
                  </a:lnTo>
                  <a:lnTo>
                    <a:pt x="602001" y="2778734"/>
                  </a:lnTo>
                  <a:lnTo>
                    <a:pt x="590853" y="2778734"/>
                  </a:lnTo>
                  <a:lnTo>
                    <a:pt x="579704" y="2778734"/>
                  </a:lnTo>
                  <a:lnTo>
                    <a:pt x="568556" y="2778734"/>
                  </a:lnTo>
                  <a:lnTo>
                    <a:pt x="557408" y="2778734"/>
                  </a:lnTo>
                  <a:lnTo>
                    <a:pt x="546260" y="2778734"/>
                  </a:lnTo>
                  <a:lnTo>
                    <a:pt x="535112" y="2778734"/>
                  </a:lnTo>
                  <a:lnTo>
                    <a:pt x="523964" y="2778734"/>
                  </a:lnTo>
                  <a:lnTo>
                    <a:pt x="512815" y="2778734"/>
                  </a:lnTo>
                  <a:lnTo>
                    <a:pt x="501667" y="2778734"/>
                  </a:lnTo>
                  <a:lnTo>
                    <a:pt x="490519" y="2778734"/>
                  </a:lnTo>
                  <a:lnTo>
                    <a:pt x="479371" y="2778734"/>
                  </a:lnTo>
                  <a:lnTo>
                    <a:pt x="468223" y="2778734"/>
                  </a:lnTo>
                  <a:lnTo>
                    <a:pt x="457075" y="2778734"/>
                  </a:lnTo>
                  <a:lnTo>
                    <a:pt x="445926" y="2778734"/>
                  </a:lnTo>
                  <a:lnTo>
                    <a:pt x="434778" y="2778734"/>
                  </a:lnTo>
                  <a:lnTo>
                    <a:pt x="423630" y="2778734"/>
                  </a:lnTo>
                  <a:lnTo>
                    <a:pt x="412482" y="2778734"/>
                  </a:lnTo>
                  <a:lnTo>
                    <a:pt x="401334" y="2778734"/>
                  </a:lnTo>
                  <a:lnTo>
                    <a:pt x="390185" y="2778734"/>
                  </a:lnTo>
                  <a:lnTo>
                    <a:pt x="379037" y="2778734"/>
                  </a:lnTo>
                  <a:lnTo>
                    <a:pt x="367889" y="2778734"/>
                  </a:lnTo>
                  <a:lnTo>
                    <a:pt x="356741" y="2778734"/>
                  </a:lnTo>
                  <a:lnTo>
                    <a:pt x="345593" y="2778734"/>
                  </a:lnTo>
                  <a:lnTo>
                    <a:pt x="334445" y="2778734"/>
                  </a:lnTo>
                  <a:lnTo>
                    <a:pt x="323296" y="2778734"/>
                  </a:lnTo>
                  <a:lnTo>
                    <a:pt x="312148" y="2778734"/>
                  </a:lnTo>
                  <a:lnTo>
                    <a:pt x="301000" y="2778734"/>
                  </a:lnTo>
                  <a:lnTo>
                    <a:pt x="289852" y="2778734"/>
                  </a:lnTo>
                  <a:lnTo>
                    <a:pt x="278704" y="2778734"/>
                  </a:lnTo>
                  <a:lnTo>
                    <a:pt x="267556" y="2778734"/>
                  </a:lnTo>
                  <a:lnTo>
                    <a:pt x="256407" y="2778734"/>
                  </a:lnTo>
                  <a:lnTo>
                    <a:pt x="245259" y="2778734"/>
                  </a:lnTo>
                  <a:lnTo>
                    <a:pt x="234111" y="2778734"/>
                  </a:lnTo>
                  <a:lnTo>
                    <a:pt x="222963" y="2778734"/>
                  </a:lnTo>
                  <a:lnTo>
                    <a:pt x="211815" y="2778734"/>
                  </a:lnTo>
                  <a:lnTo>
                    <a:pt x="200667" y="2778734"/>
                  </a:lnTo>
                  <a:lnTo>
                    <a:pt x="189518" y="2778734"/>
                  </a:lnTo>
                  <a:lnTo>
                    <a:pt x="178370" y="2778734"/>
                  </a:lnTo>
                  <a:lnTo>
                    <a:pt x="167222" y="2778734"/>
                  </a:lnTo>
                  <a:lnTo>
                    <a:pt x="156074" y="2778734"/>
                  </a:lnTo>
                  <a:lnTo>
                    <a:pt x="144926" y="2778734"/>
                  </a:lnTo>
                  <a:lnTo>
                    <a:pt x="133778" y="2778734"/>
                  </a:lnTo>
                  <a:lnTo>
                    <a:pt x="122629" y="2778734"/>
                  </a:lnTo>
                  <a:lnTo>
                    <a:pt x="111481" y="2778734"/>
                  </a:lnTo>
                  <a:lnTo>
                    <a:pt x="100333" y="2778734"/>
                  </a:lnTo>
                  <a:lnTo>
                    <a:pt x="89185" y="2778734"/>
                  </a:lnTo>
                  <a:lnTo>
                    <a:pt x="78037" y="2778734"/>
                  </a:lnTo>
                  <a:lnTo>
                    <a:pt x="66889" y="2778734"/>
                  </a:lnTo>
                  <a:lnTo>
                    <a:pt x="55740" y="2778734"/>
                  </a:lnTo>
                  <a:lnTo>
                    <a:pt x="44592" y="2778734"/>
                  </a:lnTo>
                  <a:lnTo>
                    <a:pt x="33444" y="2778734"/>
                  </a:lnTo>
                  <a:lnTo>
                    <a:pt x="22296" y="2778734"/>
                  </a:lnTo>
                  <a:lnTo>
                    <a:pt x="11148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54623" y="2768891"/>
              <a:ext cx="5696715" cy="2777215"/>
            </a:xfrm>
            <a:custGeom>
              <a:avLst/>
              <a:pathLst>
                <a:path w="5696715" h="2777215">
                  <a:moveTo>
                    <a:pt x="0" y="2694334"/>
                  </a:moveTo>
                  <a:lnTo>
                    <a:pt x="11148" y="2689561"/>
                  </a:lnTo>
                  <a:lnTo>
                    <a:pt x="22296" y="2684589"/>
                  </a:lnTo>
                  <a:lnTo>
                    <a:pt x="33444" y="2679452"/>
                  </a:lnTo>
                  <a:lnTo>
                    <a:pt x="44592" y="2674150"/>
                  </a:lnTo>
                  <a:lnTo>
                    <a:pt x="55740" y="2668683"/>
                  </a:lnTo>
                  <a:lnTo>
                    <a:pt x="66889" y="2662989"/>
                  </a:lnTo>
                  <a:lnTo>
                    <a:pt x="78037" y="2657137"/>
                  </a:lnTo>
                  <a:lnTo>
                    <a:pt x="89185" y="2651131"/>
                  </a:lnTo>
                  <a:lnTo>
                    <a:pt x="100333" y="2644974"/>
                  </a:lnTo>
                  <a:lnTo>
                    <a:pt x="111481" y="2638641"/>
                  </a:lnTo>
                  <a:lnTo>
                    <a:pt x="122629" y="2632149"/>
                  </a:lnTo>
                  <a:lnTo>
                    <a:pt x="133778" y="2625532"/>
                  </a:lnTo>
                  <a:lnTo>
                    <a:pt x="144926" y="2618799"/>
                  </a:lnTo>
                  <a:lnTo>
                    <a:pt x="156074" y="2611955"/>
                  </a:lnTo>
                  <a:lnTo>
                    <a:pt x="167222" y="2604986"/>
                  </a:lnTo>
                  <a:lnTo>
                    <a:pt x="178370" y="2597943"/>
                  </a:lnTo>
                  <a:lnTo>
                    <a:pt x="189518" y="2590839"/>
                  </a:lnTo>
                  <a:lnTo>
                    <a:pt x="200667" y="2583687"/>
                  </a:lnTo>
                  <a:lnTo>
                    <a:pt x="211815" y="2576496"/>
                  </a:lnTo>
                  <a:lnTo>
                    <a:pt x="222963" y="2569296"/>
                  </a:lnTo>
                  <a:lnTo>
                    <a:pt x="234111" y="2562106"/>
                  </a:lnTo>
                  <a:lnTo>
                    <a:pt x="245259" y="2554942"/>
                  </a:lnTo>
                  <a:lnTo>
                    <a:pt x="256407" y="2547819"/>
                  </a:lnTo>
                  <a:lnTo>
                    <a:pt x="267556" y="2540782"/>
                  </a:lnTo>
                  <a:lnTo>
                    <a:pt x="278704" y="2533832"/>
                  </a:lnTo>
                  <a:lnTo>
                    <a:pt x="289852" y="2526981"/>
                  </a:lnTo>
                  <a:lnTo>
                    <a:pt x="301000" y="2520243"/>
                  </a:lnTo>
                  <a:lnTo>
                    <a:pt x="312148" y="2513667"/>
                  </a:lnTo>
                  <a:lnTo>
                    <a:pt x="323296" y="2507259"/>
                  </a:lnTo>
                  <a:lnTo>
                    <a:pt x="334445" y="2501010"/>
                  </a:lnTo>
                  <a:lnTo>
                    <a:pt x="345593" y="2494926"/>
                  </a:lnTo>
                  <a:lnTo>
                    <a:pt x="356741" y="2489028"/>
                  </a:lnTo>
                  <a:lnTo>
                    <a:pt x="367889" y="2483371"/>
                  </a:lnTo>
                  <a:lnTo>
                    <a:pt x="379037" y="2477898"/>
                  </a:lnTo>
                  <a:lnTo>
                    <a:pt x="390185" y="2472609"/>
                  </a:lnTo>
                  <a:lnTo>
                    <a:pt x="401334" y="2467502"/>
                  </a:lnTo>
                  <a:lnTo>
                    <a:pt x="412482" y="2462623"/>
                  </a:lnTo>
                  <a:lnTo>
                    <a:pt x="423630" y="2457930"/>
                  </a:lnTo>
                  <a:lnTo>
                    <a:pt x="434778" y="2453392"/>
                  </a:lnTo>
                  <a:lnTo>
                    <a:pt x="445926" y="2448998"/>
                  </a:lnTo>
                  <a:lnTo>
                    <a:pt x="457075" y="2444746"/>
                  </a:lnTo>
                  <a:lnTo>
                    <a:pt x="468223" y="2440633"/>
                  </a:lnTo>
                  <a:lnTo>
                    <a:pt x="479371" y="2436598"/>
                  </a:lnTo>
                  <a:lnTo>
                    <a:pt x="490519" y="2432623"/>
                  </a:lnTo>
                  <a:lnTo>
                    <a:pt x="501667" y="2428686"/>
                  </a:lnTo>
                  <a:lnTo>
                    <a:pt x="512815" y="2424758"/>
                  </a:lnTo>
                  <a:lnTo>
                    <a:pt x="523964" y="2420794"/>
                  </a:lnTo>
                  <a:lnTo>
                    <a:pt x="535112" y="2416768"/>
                  </a:lnTo>
                  <a:lnTo>
                    <a:pt x="546260" y="2412656"/>
                  </a:lnTo>
                  <a:lnTo>
                    <a:pt x="557408" y="2408413"/>
                  </a:lnTo>
                  <a:lnTo>
                    <a:pt x="568556" y="2403962"/>
                  </a:lnTo>
                  <a:lnTo>
                    <a:pt x="579704" y="2399312"/>
                  </a:lnTo>
                  <a:lnTo>
                    <a:pt x="590853" y="2394436"/>
                  </a:lnTo>
                  <a:lnTo>
                    <a:pt x="602001" y="2389309"/>
                  </a:lnTo>
                  <a:lnTo>
                    <a:pt x="613149" y="2383800"/>
                  </a:lnTo>
                  <a:lnTo>
                    <a:pt x="624297" y="2377936"/>
                  </a:lnTo>
                  <a:lnTo>
                    <a:pt x="635445" y="2371719"/>
                  </a:lnTo>
                  <a:lnTo>
                    <a:pt x="646593" y="2365128"/>
                  </a:lnTo>
                  <a:lnTo>
                    <a:pt x="657742" y="2358086"/>
                  </a:lnTo>
                  <a:lnTo>
                    <a:pt x="668890" y="2350501"/>
                  </a:lnTo>
                  <a:lnTo>
                    <a:pt x="680038" y="2342467"/>
                  </a:lnTo>
                  <a:lnTo>
                    <a:pt x="691186" y="2333972"/>
                  </a:lnTo>
                  <a:lnTo>
                    <a:pt x="702334" y="2325003"/>
                  </a:lnTo>
                  <a:lnTo>
                    <a:pt x="713482" y="2315379"/>
                  </a:lnTo>
                  <a:lnTo>
                    <a:pt x="724631" y="2305228"/>
                  </a:lnTo>
                  <a:lnTo>
                    <a:pt x="735779" y="2294578"/>
                  </a:lnTo>
                  <a:lnTo>
                    <a:pt x="746927" y="2283427"/>
                  </a:lnTo>
                  <a:lnTo>
                    <a:pt x="758075" y="2271698"/>
                  </a:lnTo>
                  <a:lnTo>
                    <a:pt x="769223" y="2259350"/>
                  </a:lnTo>
                  <a:lnTo>
                    <a:pt x="780371" y="2246518"/>
                  </a:lnTo>
                  <a:lnTo>
                    <a:pt x="791520" y="2233208"/>
                  </a:lnTo>
                  <a:lnTo>
                    <a:pt x="802668" y="2219431"/>
                  </a:lnTo>
                  <a:lnTo>
                    <a:pt x="813816" y="2205040"/>
                  </a:lnTo>
                  <a:lnTo>
                    <a:pt x="824964" y="2190208"/>
                  </a:lnTo>
                  <a:lnTo>
                    <a:pt x="836112" y="2174967"/>
                  </a:lnTo>
                  <a:lnTo>
                    <a:pt x="847261" y="2159334"/>
                  </a:lnTo>
                  <a:lnTo>
                    <a:pt x="858409" y="2143264"/>
                  </a:lnTo>
                  <a:lnTo>
                    <a:pt x="869557" y="2126776"/>
                  </a:lnTo>
                  <a:lnTo>
                    <a:pt x="880705" y="2109974"/>
                  </a:lnTo>
                  <a:lnTo>
                    <a:pt x="891853" y="2092875"/>
                  </a:lnTo>
                  <a:lnTo>
                    <a:pt x="903001" y="2075497"/>
                  </a:lnTo>
                  <a:lnTo>
                    <a:pt x="914150" y="2057776"/>
                  </a:lnTo>
                  <a:lnTo>
                    <a:pt x="925298" y="2039831"/>
                  </a:lnTo>
                  <a:lnTo>
                    <a:pt x="936446" y="2021683"/>
                  </a:lnTo>
                  <a:lnTo>
                    <a:pt x="947594" y="2003348"/>
                  </a:lnTo>
                  <a:lnTo>
                    <a:pt x="958742" y="1984809"/>
                  </a:lnTo>
                  <a:lnTo>
                    <a:pt x="969890" y="1966089"/>
                  </a:lnTo>
                  <a:lnTo>
                    <a:pt x="981039" y="1947232"/>
                  </a:lnTo>
                  <a:lnTo>
                    <a:pt x="992187" y="1928244"/>
                  </a:lnTo>
                  <a:lnTo>
                    <a:pt x="1003335" y="1909132"/>
                  </a:lnTo>
                  <a:lnTo>
                    <a:pt x="1014483" y="1889854"/>
                  </a:lnTo>
                  <a:lnTo>
                    <a:pt x="1025631" y="1870457"/>
                  </a:lnTo>
                  <a:lnTo>
                    <a:pt x="1036779" y="1850939"/>
                  </a:lnTo>
                  <a:lnTo>
                    <a:pt x="1047928" y="1831295"/>
                  </a:lnTo>
                  <a:lnTo>
                    <a:pt x="1059076" y="1811486"/>
                  </a:lnTo>
                  <a:lnTo>
                    <a:pt x="1070224" y="1791499"/>
                  </a:lnTo>
                  <a:lnTo>
                    <a:pt x="1081372" y="1771345"/>
                  </a:lnTo>
                  <a:lnTo>
                    <a:pt x="1092520" y="1751010"/>
                  </a:lnTo>
                  <a:lnTo>
                    <a:pt x="1103668" y="1730474"/>
                  </a:lnTo>
                  <a:lnTo>
                    <a:pt x="1114817" y="1709627"/>
                  </a:lnTo>
                  <a:lnTo>
                    <a:pt x="1125965" y="1688526"/>
                  </a:lnTo>
                  <a:lnTo>
                    <a:pt x="1137113" y="1667149"/>
                  </a:lnTo>
                  <a:lnTo>
                    <a:pt x="1148261" y="1645478"/>
                  </a:lnTo>
                  <a:lnTo>
                    <a:pt x="1159409" y="1623407"/>
                  </a:lnTo>
                  <a:lnTo>
                    <a:pt x="1170557" y="1600922"/>
                  </a:lnTo>
                  <a:lnTo>
                    <a:pt x="1181706" y="1578057"/>
                  </a:lnTo>
                  <a:lnTo>
                    <a:pt x="1192854" y="1554794"/>
                  </a:lnTo>
                  <a:lnTo>
                    <a:pt x="1204002" y="1531095"/>
                  </a:lnTo>
                  <a:lnTo>
                    <a:pt x="1215150" y="1506799"/>
                  </a:lnTo>
                  <a:lnTo>
                    <a:pt x="1226298" y="1482045"/>
                  </a:lnTo>
                  <a:lnTo>
                    <a:pt x="1237447" y="1456824"/>
                  </a:lnTo>
                  <a:lnTo>
                    <a:pt x="1248595" y="1431130"/>
                  </a:lnTo>
                  <a:lnTo>
                    <a:pt x="1259743" y="1404833"/>
                  </a:lnTo>
                  <a:lnTo>
                    <a:pt x="1270891" y="1377994"/>
                  </a:lnTo>
                  <a:lnTo>
                    <a:pt x="1282039" y="1350688"/>
                  </a:lnTo>
                  <a:lnTo>
                    <a:pt x="1293187" y="1322925"/>
                  </a:lnTo>
                  <a:lnTo>
                    <a:pt x="1304336" y="1294690"/>
                  </a:lnTo>
                  <a:lnTo>
                    <a:pt x="1315484" y="1265905"/>
                  </a:lnTo>
                  <a:lnTo>
                    <a:pt x="1326632" y="1236747"/>
                  </a:lnTo>
                  <a:lnTo>
                    <a:pt x="1337780" y="1207245"/>
                  </a:lnTo>
                  <a:lnTo>
                    <a:pt x="1348928" y="1177430"/>
                  </a:lnTo>
                  <a:lnTo>
                    <a:pt x="1360076" y="1147280"/>
                  </a:lnTo>
                  <a:lnTo>
                    <a:pt x="1371225" y="1116915"/>
                  </a:lnTo>
                  <a:lnTo>
                    <a:pt x="1382373" y="1086411"/>
                  </a:lnTo>
                  <a:lnTo>
                    <a:pt x="1393521" y="1055817"/>
                  </a:lnTo>
                  <a:lnTo>
                    <a:pt x="1404669" y="1025186"/>
                  </a:lnTo>
                  <a:lnTo>
                    <a:pt x="1415817" y="994626"/>
                  </a:lnTo>
                  <a:lnTo>
                    <a:pt x="1426965" y="964205"/>
                  </a:lnTo>
                  <a:lnTo>
                    <a:pt x="1438114" y="933979"/>
                  </a:lnTo>
                  <a:lnTo>
                    <a:pt x="1449262" y="904005"/>
                  </a:lnTo>
                  <a:lnTo>
                    <a:pt x="1460410" y="874472"/>
                  </a:lnTo>
                  <a:lnTo>
                    <a:pt x="1471558" y="845414"/>
                  </a:lnTo>
                  <a:lnTo>
                    <a:pt x="1482706" y="816855"/>
                  </a:lnTo>
                  <a:lnTo>
                    <a:pt x="1493854" y="788848"/>
                  </a:lnTo>
                  <a:lnTo>
                    <a:pt x="1505003" y="761525"/>
                  </a:lnTo>
                  <a:lnTo>
                    <a:pt x="1516151" y="735104"/>
                  </a:lnTo>
                  <a:lnTo>
                    <a:pt x="1527299" y="709449"/>
                  </a:lnTo>
                  <a:lnTo>
                    <a:pt x="1538447" y="684600"/>
                  </a:lnTo>
                  <a:lnTo>
                    <a:pt x="1549595" y="660598"/>
                  </a:lnTo>
                  <a:lnTo>
                    <a:pt x="1560743" y="637790"/>
                  </a:lnTo>
                  <a:lnTo>
                    <a:pt x="1571892" y="616002"/>
                  </a:lnTo>
                  <a:lnTo>
                    <a:pt x="1583040" y="595186"/>
                  </a:lnTo>
                  <a:lnTo>
                    <a:pt x="1594188" y="575359"/>
                  </a:lnTo>
                  <a:lnTo>
                    <a:pt x="1605336" y="556674"/>
                  </a:lnTo>
                  <a:lnTo>
                    <a:pt x="1616484" y="539281"/>
                  </a:lnTo>
                  <a:lnTo>
                    <a:pt x="1627633" y="522905"/>
                  </a:lnTo>
                  <a:lnTo>
                    <a:pt x="1638781" y="507539"/>
                  </a:lnTo>
                  <a:lnTo>
                    <a:pt x="1649929" y="493175"/>
                  </a:lnTo>
                  <a:lnTo>
                    <a:pt x="1661077" y="480129"/>
                  </a:lnTo>
                  <a:lnTo>
                    <a:pt x="1672225" y="468076"/>
                  </a:lnTo>
                  <a:lnTo>
                    <a:pt x="1683373" y="456934"/>
                  </a:lnTo>
                  <a:lnTo>
                    <a:pt x="1694522" y="446671"/>
                  </a:lnTo>
                  <a:lnTo>
                    <a:pt x="1705670" y="437375"/>
                  </a:lnTo>
                  <a:lnTo>
                    <a:pt x="1716818" y="429041"/>
                  </a:lnTo>
                  <a:lnTo>
                    <a:pt x="1727966" y="421416"/>
                  </a:lnTo>
                  <a:lnTo>
                    <a:pt x="1739114" y="414455"/>
                  </a:lnTo>
                  <a:lnTo>
                    <a:pt x="1750262" y="408110"/>
                  </a:lnTo>
                  <a:lnTo>
                    <a:pt x="1761411" y="402498"/>
                  </a:lnTo>
                  <a:lnTo>
                    <a:pt x="1772559" y="397349"/>
                  </a:lnTo>
                  <a:lnTo>
                    <a:pt x="1783707" y="392593"/>
                  </a:lnTo>
                  <a:lnTo>
                    <a:pt x="1794855" y="388175"/>
                  </a:lnTo>
                  <a:lnTo>
                    <a:pt x="1806003" y="384076"/>
                  </a:lnTo>
                  <a:lnTo>
                    <a:pt x="1817151" y="380197"/>
                  </a:lnTo>
                  <a:lnTo>
                    <a:pt x="1828300" y="376428"/>
                  </a:lnTo>
                  <a:lnTo>
                    <a:pt x="1839448" y="372716"/>
                  </a:lnTo>
                  <a:lnTo>
                    <a:pt x="1850596" y="369013"/>
                  </a:lnTo>
                  <a:lnTo>
                    <a:pt x="1861744" y="365212"/>
                  </a:lnTo>
                  <a:lnTo>
                    <a:pt x="1872892" y="361263"/>
                  </a:lnTo>
                  <a:lnTo>
                    <a:pt x="1884040" y="357127"/>
                  </a:lnTo>
                  <a:lnTo>
                    <a:pt x="1895189" y="352763"/>
                  </a:lnTo>
                  <a:lnTo>
                    <a:pt x="1906337" y="348067"/>
                  </a:lnTo>
                  <a:lnTo>
                    <a:pt x="1917485" y="342971"/>
                  </a:lnTo>
                  <a:lnTo>
                    <a:pt x="1928633" y="337505"/>
                  </a:lnTo>
                  <a:lnTo>
                    <a:pt x="1939781" y="331644"/>
                  </a:lnTo>
                  <a:lnTo>
                    <a:pt x="1950929" y="325362"/>
                  </a:lnTo>
                  <a:lnTo>
                    <a:pt x="1962078" y="318455"/>
                  </a:lnTo>
                  <a:lnTo>
                    <a:pt x="1973226" y="311079"/>
                  </a:lnTo>
                  <a:lnTo>
                    <a:pt x="1984374" y="303227"/>
                  </a:lnTo>
                  <a:lnTo>
                    <a:pt x="1995522" y="294894"/>
                  </a:lnTo>
                  <a:lnTo>
                    <a:pt x="2006670" y="285973"/>
                  </a:lnTo>
                  <a:lnTo>
                    <a:pt x="2017818" y="276489"/>
                  </a:lnTo>
                  <a:lnTo>
                    <a:pt x="2028967" y="266544"/>
                  </a:lnTo>
                  <a:lnTo>
                    <a:pt x="2040115" y="256152"/>
                  </a:lnTo>
                  <a:lnTo>
                    <a:pt x="2051263" y="245317"/>
                  </a:lnTo>
                  <a:lnTo>
                    <a:pt x="2062411" y="233940"/>
                  </a:lnTo>
                  <a:lnTo>
                    <a:pt x="2073559" y="222215"/>
                  </a:lnTo>
                  <a:lnTo>
                    <a:pt x="2084708" y="210173"/>
                  </a:lnTo>
                  <a:lnTo>
                    <a:pt x="2095856" y="197849"/>
                  </a:lnTo>
                  <a:lnTo>
                    <a:pt x="2107004" y="185241"/>
                  </a:lnTo>
                  <a:lnTo>
                    <a:pt x="2118152" y="172452"/>
                  </a:lnTo>
                  <a:lnTo>
                    <a:pt x="2129300" y="159567"/>
                  </a:lnTo>
                  <a:lnTo>
                    <a:pt x="2140448" y="146636"/>
                  </a:lnTo>
                  <a:lnTo>
                    <a:pt x="2151597" y="133716"/>
                  </a:lnTo>
                  <a:lnTo>
                    <a:pt x="2162745" y="120936"/>
                  </a:lnTo>
                  <a:lnTo>
                    <a:pt x="2173893" y="108352"/>
                  </a:lnTo>
                  <a:lnTo>
                    <a:pt x="2185041" y="96024"/>
                  </a:lnTo>
                  <a:lnTo>
                    <a:pt x="2196189" y="84012"/>
                  </a:lnTo>
                  <a:lnTo>
                    <a:pt x="2207337" y="72514"/>
                  </a:lnTo>
                  <a:lnTo>
                    <a:pt x="2218486" y="61599"/>
                  </a:lnTo>
                  <a:lnTo>
                    <a:pt x="2229634" y="51272"/>
                  </a:lnTo>
                  <a:lnTo>
                    <a:pt x="2240782" y="41595"/>
                  </a:lnTo>
                  <a:lnTo>
                    <a:pt x="2251930" y="32687"/>
                  </a:lnTo>
                  <a:lnTo>
                    <a:pt x="2263078" y="24866"/>
                  </a:lnTo>
                  <a:lnTo>
                    <a:pt x="2274226" y="17947"/>
                  </a:lnTo>
                  <a:lnTo>
                    <a:pt x="2285375" y="11983"/>
                  </a:lnTo>
                  <a:lnTo>
                    <a:pt x="2296523" y="7022"/>
                  </a:lnTo>
                  <a:lnTo>
                    <a:pt x="2307671" y="3440"/>
                  </a:lnTo>
                  <a:lnTo>
                    <a:pt x="2318819" y="1131"/>
                  </a:lnTo>
                  <a:lnTo>
                    <a:pt x="2329967" y="0"/>
                  </a:lnTo>
                  <a:lnTo>
                    <a:pt x="2341115" y="75"/>
                  </a:lnTo>
                  <a:lnTo>
                    <a:pt x="2352264" y="1502"/>
                  </a:lnTo>
                  <a:lnTo>
                    <a:pt x="2363412" y="4585"/>
                  </a:lnTo>
                  <a:lnTo>
                    <a:pt x="2374560" y="8944"/>
                  </a:lnTo>
                  <a:lnTo>
                    <a:pt x="2385708" y="14579"/>
                  </a:lnTo>
                  <a:lnTo>
                    <a:pt x="2396856" y="21488"/>
                  </a:lnTo>
                  <a:lnTo>
                    <a:pt x="2408004" y="30042"/>
                  </a:lnTo>
                  <a:lnTo>
                    <a:pt x="2419153" y="39942"/>
                  </a:lnTo>
                  <a:lnTo>
                    <a:pt x="2430301" y="51035"/>
                  </a:lnTo>
                  <a:lnTo>
                    <a:pt x="2441449" y="63290"/>
                  </a:lnTo>
                  <a:lnTo>
                    <a:pt x="2452597" y="76791"/>
                  </a:lnTo>
                  <a:lnTo>
                    <a:pt x="2463745" y="91635"/>
                  </a:lnTo>
                  <a:lnTo>
                    <a:pt x="2474894" y="107445"/>
                  </a:lnTo>
                  <a:lnTo>
                    <a:pt x="2486042" y="124163"/>
                  </a:lnTo>
                  <a:lnTo>
                    <a:pt x="2497190" y="141729"/>
                  </a:lnTo>
                  <a:lnTo>
                    <a:pt x="2508338" y="160292"/>
                  </a:lnTo>
                  <a:lnTo>
                    <a:pt x="2519486" y="179539"/>
                  </a:lnTo>
                  <a:lnTo>
                    <a:pt x="2530634" y="199340"/>
                  </a:lnTo>
                  <a:lnTo>
                    <a:pt x="2541783" y="219623"/>
                  </a:lnTo>
                  <a:lnTo>
                    <a:pt x="2552931" y="240351"/>
                  </a:lnTo>
                  <a:lnTo>
                    <a:pt x="2564079" y="261416"/>
                  </a:lnTo>
                  <a:lnTo>
                    <a:pt x="2575227" y="282639"/>
                  </a:lnTo>
                  <a:lnTo>
                    <a:pt x="2586375" y="303948"/>
                  </a:lnTo>
                  <a:lnTo>
                    <a:pt x="2597523" y="325270"/>
                  </a:lnTo>
                  <a:lnTo>
                    <a:pt x="2608672" y="346458"/>
                  </a:lnTo>
                  <a:lnTo>
                    <a:pt x="2619820" y="367425"/>
                  </a:lnTo>
                  <a:lnTo>
                    <a:pt x="2630968" y="388114"/>
                  </a:lnTo>
                  <a:lnTo>
                    <a:pt x="2642116" y="408467"/>
                  </a:lnTo>
                  <a:lnTo>
                    <a:pt x="2653264" y="428348"/>
                  </a:lnTo>
                  <a:lnTo>
                    <a:pt x="2664412" y="447618"/>
                  </a:lnTo>
                  <a:lnTo>
                    <a:pt x="2675561" y="466339"/>
                  </a:lnTo>
                  <a:lnTo>
                    <a:pt x="2686709" y="484472"/>
                  </a:lnTo>
                  <a:lnTo>
                    <a:pt x="2697857" y="501985"/>
                  </a:lnTo>
                  <a:lnTo>
                    <a:pt x="2709005" y="518588"/>
                  </a:lnTo>
                  <a:lnTo>
                    <a:pt x="2720153" y="534476"/>
                  </a:lnTo>
                  <a:lnTo>
                    <a:pt x="2731301" y="549660"/>
                  </a:lnTo>
                  <a:lnTo>
                    <a:pt x="2742450" y="564136"/>
                  </a:lnTo>
                  <a:lnTo>
                    <a:pt x="2753598" y="577774"/>
                  </a:lnTo>
                  <a:lnTo>
                    <a:pt x="2764746" y="590560"/>
                  </a:lnTo>
                  <a:lnTo>
                    <a:pt x="2775894" y="602671"/>
                  </a:lnTo>
                  <a:lnTo>
                    <a:pt x="2787042" y="614130"/>
                  </a:lnTo>
                  <a:lnTo>
                    <a:pt x="2798190" y="624959"/>
                  </a:lnTo>
                  <a:lnTo>
                    <a:pt x="2809339" y="634984"/>
                  </a:lnTo>
                  <a:lnTo>
                    <a:pt x="2820487" y="644490"/>
                  </a:lnTo>
                  <a:lnTo>
                    <a:pt x="2831635" y="653525"/>
                  </a:lnTo>
                  <a:lnTo>
                    <a:pt x="2842783" y="662135"/>
                  </a:lnTo>
                  <a:lnTo>
                    <a:pt x="2853931" y="670312"/>
                  </a:lnTo>
                  <a:lnTo>
                    <a:pt x="2865080" y="678160"/>
                  </a:lnTo>
                  <a:lnTo>
                    <a:pt x="2876228" y="685810"/>
                  </a:lnTo>
                  <a:lnTo>
                    <a:pt x="2887376" y="693318"/>
                  </a:lnTo>
                  <a:lnTo>
                    <a:pt x="2898524" y="700740"/>
                  </a:lnTo>
                  <a:lnTo>
                    <a:pt x="2909672" y="708180"/>
                  </a:lnTo>
                  <a:lnTo>
                    <a:pt x="2920820" y="715728"/>
                  </a:lnTo>
                  <a:lnTo>
                    <a:pt x="2931969" y="723440"/>
                  </a:lnTo>
                  <a:lnTo>
                    <a:pt x="2943117" y="731372"/>
                  </a:lnTo>
                  <a:lnTo>
                    <a:pt x="2954265" y="739664"/>
                  </a:lnTo>
                  <a:lnTo>
                    <a:pt x="2965413" y="748403"/>
                  </a:lnTo>
                  <a:lnTo>
                    <a:pt x="2976561" y="757579"/>
                  </a:lnTo>
                  <a:lnTo>
                    <a:pt x="2987709" y="767237"/>
                  </a:lnTo>
                  <a:lnTo>
                    <a:pt x="2998858" y="777436"/>
                  </a:lnTo>
                  <a:lnTo>
                    <a:pt x="3010006" y="788435"/>
                  </a:lnTo>
                  <a:lnTo>
                    <a:pt x="3021154" y="800064"/>
                  </a:lnTo>
                  <a:lnTo>
                    <a:pt x="3032302" y="812345"/>
                  </a:lnTo>
                  <a:lnTo>
                    <a:pt x="3043450" y="825298"/>
                  </a:lnTo>
                  <a:lnTo>
                    <a:pt x="3054598" y="839116"/>
                  </a:lnTo>
                  <a:lnTo>
                    <a:pt x="3065747" y="853752"/>
                  </a:lnTo>
                  <a:lnTo>
                    <a:pt x="3076895" y="869097"/>
                  </a:lnTo>
                  <a:lnTo>
                    <a:pt x="3088043" y="885146"/>
                  </a:lnTo>
                  <a:lnTo>
                    <a:pt x="3099191" y="901930"/>
                  </a:lnTo>
                  <a:lnTo>
                    <a:pt x="3110339" y="919629"/>
                  </a:lnTo>
                  <a:lnTo>
                    <a:pt x="3121487" y="937974"/>
                  </a:lnTo>
                  <a:lnTo>
                    <a:pt x="3132636" y="956943"/>
                  </a:lnTo>
                  <a:lnTo>
                    <a:pt x="3143784" y="976511"/>
                  </a:lnTo>
                  <a:lnTo>
                    <a:pt x="3154932" y="996783"/>
                  </a:lnTo>
                  <a:lnTo>
                    <a:pt x="3166080" y="1017625"/>
                  </a:lnTo>
                  <a:lnTo>
                    <a:pt x="3177228" y="1038925"/>
                  </a:lnTo>
                  <a:lnTo>
                    <a:pt x="3188376" y="1060644"/>
                  </a:lnTo>
                  <a:lnTo>
                    <a:pt x="3199525" y="1082767"/>
                  </a:lnTo>
                  <a:lnTo>
                    <a:pt x="3210673" y="1105303"/>
                  </a:lnTo>
                  <a:lnTo>
                    <a:pt x="3221821" y="1128086"/>
                  </a:lnTo>
                  <a:lnTo>
                    <a:pt x="3232969" y="1151076"/>
                  </a:lnTo>
                  <a:lnTo>
                    <a:pt x="3244117" y="1174234"/>
                  </a:lnTo>
                  <a:lnTo>
                    <a:pt x="3255266" y="1197534"/>
                  </a:lnTo>
                  <a:lnTo>
                    <a:pt x="3266414" y="1220886"/>
                  </a:lnTo>
                  <a:lnTo>
                    <a:pt x="3277562" y="1244245"/>
                  </a:lnTo>
                  <a:lnTo>
                    <a:pt x="3288710" y="1267576"/>
                  </a:lnTo>
                  <a:lnTo>
                    <a:pt x="3299858" y="1290837"/>
                  </a:lnTo>
                  <a:lnTo>
                    <a:pt x="3311006" y="1313952"/>
                  </a:lnTo>
                  <a:lnTo>
                    <a:pt x="3322155" y="1336917"/>
                  </a:lnTo>
                  <a:lnTo>
                    <a:pt x="3333303" y="1359711"/>
                  </a:lnTo>
                  <a:lnTo>
                    <a:pt x="3344451" y="1382313"/>
                  </a:lnTo>
                  <a:lnTo>
                    <a:pt x="3355599" y="1404631"/>
                  </a:lnTo>
                  <a:lnTo>
                    <a:pt x="3366747" y="1426687"/>
                  </a:lnTo>
                  <a:lnTo>
                    <a:pt x="3377895" y="1448492"/>
                  </a:lnTo>
                  <a:lnTo>
                    <a:pt x="3389044" y="1470039"/>
                  </a:lnTo>
                  <a:lnTo>
                    <a:pt x="3400192" y="1491290"/>
                  </a:lnTo>
                  <a:lnTo>
                    <a:pt x="3411340" y="1512194"/>
                  </a:lnTo>
                  <a:lnTo>
                    <a:pt x="3422488" y="1532829"/>
                  </a:lnTo>
                  <a:lnTo>
                    <a:pt x="3433636" y="1553198"/>
                  </a:lnTo>
                  <a:lnTo>
                    <a:pt x="3444784" y="1573302"/>
                  </a:lnTo>
                  <a:lnTo>
                    <a:pt x="3455933" y="1593065"/>
                  </a:lnTo>
                  <a:lnTo>
                    <a:pt x="3467081" y="1612563"/>
                  </a:lnTo>
                  <a:lnTo>
                    <a:pt x="3478229" y="1631823"/>
                  </a:lnTo>
                  <a:lnTo>
                    <a:pt x="3489377" y="1650852"/>
                  </a:lnTo>
                  <a:lnTo>
                    <a:pt x="3500525" y="1669629"/>
                  </a:lnTo>
                  <a:lnTo>
                    <a:pt x="3511673" y="1688141"/>
                  </a:lnTo>
                  <a:lnTo>
                    <a:pt x="3522822" y="1706454"/>
                  </a:lnTo>
                  <a:lnTo>
                    <a:pt x="3533970" y="1724575"/>
                  </a:lnTo>
                  <a:lnTo>
                    <a:pt x="3545118" y="1742511"/>
                  </a:lnTo>
                  <a:lnTo>
                    <a:pt x="3556266" y="1760205"/>
                  </a:lnTo>
                  <a:lnTo>
                    <a:pt x="3567414" y="1777720"/>
                  </a:lnTo>
                  <a:lnTo>
                    <a:pt x="3578562" y="1795064"/>
                  </a:lnTo>
                  <a:lnTo>
                    <a:pt x="3589711" y="1812240"/>
                  </a:lnTo>
                  <a:lnTo>
                    <a:pt x="3600859" y="1829221"/>
                  </a:lnTo>
                  <a:lnTo>
                    <a:pt x="3612007" y="1845990"/>
                  </a:lnTo>
                  <a:lnTo>
                    <a:pt x="3623155" y="1862582"/>
                  </a:lnTo>
                  <a:lnTo>
                    <a:pt x="3634303" y="1878994"/>
                  </a:lnTo>
                  <a:lnTo>
                    <a:pt x="3645452" y="1895219"/>
                  </a:lnTo>
                  <a:lnTo>
                    <a:pt x="3656600" y="1911173"/>
                  </a:lnTo>
                  <a:lnTo>
                    <a:pt x="3667748" y="1926909"/>
                  </a:lnTo>
                  <a:lnTo>
                    <a:pt x="3678896" y="1942424"/>
                  </a:lnTo>
                  <a:lnTo>
                    <a:pt x="3690044" y="1957707"/>
                  </a:lnTo>
                  <a:lnTo>
                    <a:pt x="3701192" y="1972701"/>
                  </a:lnTo>
                  <a:lnTo>
                    <a:pt x="3712341" y="1987375"/>
                  </a:lnTo>
                  <a:lnTo>
                    <a:pt x="3723489" y="2001770"/>
                  </a:lnTo>
                  <a:lnTo>
                    <a:pt x="3734637" y="2015878"/>
                  </a:lnTo>
                  <a:lnTo>
                    <a:pt x="3745785" y="2029688"/>
                  </a:lnTo>
                  <a:lnTo>
                    <a:pt x="3756933" y="2043058"/>
                  </a:lnTo>
                  <a:lnTo>
                    <a:pt x="3768081" y="2056095"/>
                  </a:lnTo>
                  <a:lnTo>
                    <a:pt x="3779230" y="2068795"/>
                  </a:lnTo>
                  <a:lnTo>
                    <a:pt x="3790378" y="2081150"/>
                  </a:lnTo>
                  <a:lnTo>
                    <a:pt x="3801526" y="2093081"/>
                  </a:lnTo>
                  <a:lnTo>
                    <a:pt x="3812674" y="2104581"/>
                  </a:lnTo>
                  <a:lnTo>
                    <a:pt x="3823822" y="2115718"/>
                  </a:lnTo>
                  <a:lnTo>
                    <a:pt x="3834970" y="2126494"/>
                  </a:lnTo>
                  <a:lnTo>
                    <a:pt x="3846119" y="2136902"/>
                  </a:lnTo>
                  <a:lnTo>
                    <a:pt x="3857267" y="2146813"/>
                  </a:lnTo>
                  <a:lnTo>
                    <a:pt x="3868415" y="2156373"/>
                  </a:lnTo>
                  <a:lnTo>
                    <a:pt x="3879563" y="2165590"/>
                  </a:lnTo>
                  <a:lnTo>
                    <a:pt x="3890711" y="2174471"/>
                  </a:lnTo>
                  <a:lnTo>
                    <a:pt x="3901859" y="2182957"/>
                  </a:lnTo>
                  <a:lnTo>
                    <a:pt x="3913008" y="2191084"/>
                  </a:lnTo>
                  <a:lnTo>
                    <a:pt x="3924156" y="2198925"/>
                  </a:lnTo>
                  <a:lnTo>
                    <a:pt x="3935304" y="2206493"/>
                  </a:lnTo>
                  <a:lnTo>
                    <a:pt x="3946452" y="2213794"/>
                  </a:lnTo>
                  <a:lnTo>
                    <a:pt x="3957600" y="2220780"/>
                  </a:lnTo>
                  <a:lnTo>
                    <a:pt x="3968748" y="2227564"/>
                  </a:lnTo>
                  <a:lnTo>
                    <a:pt x="3979897" y="2234163"/>
                  </a:lnTo>
                  <a:lnTo>
                    <a:pt x="3991045" y="2240595"/>
                  </a:lnTo>
                  <a:lnTo>
                    <a:pt x="4002193" y="2246853"/>
                  </a:lnTo>
                  <a:lnTo>
                    <a:pt x="4013341" y="2252985"/>
                  </a:lnTo>
                  <a:lnTo>
                    <a:pt x="4024489" y="2259032"/>
                  </a:lnTo>
                  <a:lnTo>
                    <a:pt x="4035637" y="2265012"/>
                  </a:lnTo>
                  <a:lnTo>
                    <a:pt x="4046786" y="2270943"/>
                  </a:lnTo>
                  <a:lnTo>
                    <a:pt x="4057934" y="2276851"/>
                  </a:lnTo>
                  <a:lnTo>
                    <a:pt x="4069082" y="2282768"/>
                  </a:lnTo>
                  <a:lnTo>
                    <a:pt x="4080230" y="2288712"/>
                  </a:lnTo>
                  <a:lnTo>
                    <a:pt x="4091378" y="2294696"/>
                  </a:lnTo>
                  <a:lnTo>
                    <a:pt x="4102527" y="2300760"/>
                  </a:lnTo>
                  <a:lnTo>
                    <a:pt x="4113675" y="2306920"/>
                  </a:lnTo>
                  <a:lnTo>
                    <a:pt x="4124823" y="2313179"/>
                  </a:lnTo>
                  <a:lnTo>
                    <a:pt x="4135971" y="2319548"/>
                  </a:lnTo>
                  <a:lnTo>
                    <a:pt x="4147119" y="2326048"/>
                  </a:lnTo>
                  <a:lnTo>
                    <a:pt x="4158267" y="2332727"/>
                  </a:lnTo>
                  <a:lnTo>
                    <a:pt x="4169416" y="2339552"/>
                  </a:lnTo>
                  <a:lnTo>
                    <a:pt x="4180564" y="2346527"/>
                  </a:lnTo>
                  <a:lnTo>
                    <a:pt x="4191712" y="2353657"/>
                  </a:lnTo>
                  <a:lnTo>
                    <a:pt x="4202860" y="2360994"/>
                  </a:lnTo>
                  <a:lnTo>
                    <a:pt x="4214008" y="2368511"/>
                  </a:lnTo>
                  <a:lnTo>
                    <a:pt x="4225156" y="2376190"/>
                  </a:lnTo>
                  <a:lnTo>
                    <a:pt x="4236305" y="2384028"/>
                  </a:lnTo>
                  <a:lnTo>
                    <a:pt x="4247453" y="2392041"/>
                  </a:lnTo>
                  <a:lnTo>
                    <a:pt x="4258601" y="2400251"/>
                  </a:lnTo>
                  <a:lnTo>
                    <a:pt x="4269749" y="2408604"/>
                  </a:lnTo>
                  <a:lnTo>
                    <a:pt x="4280897" y="2417095"/>
                  </a:lnTo>
                  <a:lnTo>
                    <a:pt x="4292045" y="2425717"/>
                  </a:lnTo>
                  <a:lnTo>
                    <a:pt x="4303194" y="2434493"/>
                  </a:lnTo>
                  <a:lnTo>
                    <a:pt x="4314342" y="2443382"/>
                  </a:lnTo>
                  <a:lnTo>
                    <a:pt x="4325490" y="2452362"/>
                  </a:lnTo>
                  <a:lnTo>
                    <a:pt x="4336638" y="2461423"/>
                  </a:lnTo>
                  <a:lnTo>
                    <a:pt x="4347786" y="2470558"/>
                  </a:lnTo>
                  <a:lnTo>
                    <a:pt x="4358934" y="2479754"/>
                  </a:lnTo>
                  <a:lnTo>
                    <a:pt x="4370083" y="2488979"/>
                  </a:lnTo>
                  <a:lnTo>
                    <a:pt x="4381231" y="2498219"/>
                  </a:lnTo>
                  <a:lnTo>
                    <a:pt x="4392379" y="2507462"/>
                  </a:lnTo>
                  <a:lnTo>
                    <a:pt x="4403527" y="2516681"/>
                  </a:lnTo>
                  <a:lnTo>
                    <a:pt x="4414675" y="2525858"/>
                  </a:lnTo>
                  <a:lnTo>
                    <a:pt x="4425823" y="2534979"/>
                  </a:lnTo>
                  <a:lnTo>
                    <a:pt x="4436972" y="2544032"/>
                  </a:lnTo>
                  <a:lnTo>
                    <a:pt x="4448120" y="2552989"/>
                  </a:lnTo>
                  <a:lnTo>
                    <a:pt x="4459268" y="2561812"/>
                  </a:lnTo>
                  <a:lnTo>
                    <a:pt x="4470416" y="2570511"/>
                  </a:lnTo>
                  <a:lnTo>
                    <a:pt x="4481564" y="2579075"/>
                  </a:lnTo>
                  <a:lnTo>
                    <a:pt x="4492713" y="2587492"/>
                  </a:lnTo>
                  <a:lnTo>
                    <a:pt x="4503861" y="2595687"/>
                  </a:lnTo>
                  <a:lnTo>
                    <a:pt x="4515009" y="2603692"/>
                  </a:lnTo>
                  <a:lnTo>
                    <a:pt x="4526157" y="2611505"/>
                  </a:lnTo>
                  <a:lnTo>
                    <a:pt x="4537305" y="2619118"/>
                  </a:lnTo>
                  <a:lnTo>
                    <a:pt x="4548453" y="2626486"/>
                  </a:lnTo>
                  <a:lnTo>
                    <a:pt x="4559602" y="2633579"/>
                  </a:lnTo>
                  <a:lnTo>
                    <a:pt x="4570750" y="2640440"/>
                  </a:lnTo>
                  <a:lnTo>
                    <a:pt x="4581898" y="2647064"/>
                  </a:lnTo>
                  <a:lnTo>
                    <a:pt x="4593046" y="2653447"/>
                  </a:lnTo>
                  <a:lnTo>
                    <a:pt x="4604194" y="2659488"/>
                  </a:lnTo>
                  <a:lnTo>
                    <a:pt x="4615342" y="2665269"/>
                  </a:lnTo>
                  <a:lnTo>
                    <a:pt x="4626491" y="2670795"/>
                  </a:lnTo>
                  <a:lnTo>
                    <a:pt x="4637639" y="2676064"/>
                  </a:lnTo>
                  <a:lnTo>
                    <a:pt x="4648787" y="2681028"/>
                  </a:lnTo>
                  <a:lnTo>
                    <a:pt x="4659935" y="2685678"/>
                  </a:lnTo>
                  <a:lnTo>
                    <a:pt x="4671083" y="2690072"/>
                  </a:lnTo>
                  <a:lnTo>
                    <a:pt x="4682231" y="2694211"/>
                  </a:lnTo>
                  <a:lnTo>
                    <a:pt x="4693380" y="2698099"/>
                  </a:lnTo>
                  <a:lnTo>
                    <a:pt x="4704528" y="2701640"/>
                  </a:lnTo>
                  <a:lnTo>
                    <a:pt x="4715676" y="2704939"/>
                  </a:lnTo>
                  <a:lnTo>
                    <a:pt x="4726824" y="2708000"/>
                  </a:lnTo>
                  <a:lnTo>
                    <a:pt x="4737972" y="2710830"/>
                  </a:lnTo>
                  <a:lnTo>
                    <a:pt x="4749120" y="2713388"/>
                  </a:lnTo>
                  <a:lnTo>
                    <a:pt x="4760269" y="2715689"/>
                  </a:lnTo>
                  <a:lnTo>
                    <a:pt x="4771417" y="2717782"/>
                  </a:lnTo>
                  <a:lnTo>
                    <a:pt x="4782565" y="2719676"/>
                  </a:lnTo>
                  <a:lnTo>
                    <a:pt x="4793713" y="2721373"/>
                  </a:lnTo>
                  <a:lnTo>
                    <a:pt x="4804861" y="2722820"/>
                  </a:lnTo>
                  <a:lnTo>
                    <a:pt x="4816009" y="2724100"/>
                  </a:lnTo>
                  <a:lnTo>
                    <a:pt x="4827158" y="2725220"/>
                  </a:lnTo>
                  <a:lnTo>
                    <a:pt x="4838306" y="2726190"/>
                  </a:lnTo>
                  <a:lnTo>
                    <a:pt x="4849454" y="2726988"/>
                  </a:lnTo>
                  <a:lnTo>
                    <a:pt x="4860602" y="2727639"/>
                  </a:lnTo>
                  <a:lnTo>
                    <a:pt x="4871750" y="2728176"/>
                  </a:lnTo>
                  <a:lnTo>
                    <a:pt x="4882899" y="2728609"/>
                  </a:lnTo>
                  <a:lnTo>
                    <a:pt x="4894047" y="2728943"/>
                  </a:lnTo>
                  <a:lnTo>
                    <a:pt x="4905195" y="2729167"/>
                  </a:lnTo>
                  <a:lnTo>
                    <a:pt x="4916343" y="2729323"/>
                  </a:lnTo>
                  <a:lnTo>
                    <a:pt x="4927491" y="2729422"/>
                  </a:lnTo>
                  <a:lnTo>
                    <a:pt x="4938639" y="2729471"/>
                  </a:lnTo>
                  <a:lnTo>
                    <a:pt x="4949788" y="2729473"/>
                  </a:lnTo>
                  <a:lnTo>
                    <a:pt x="4960936" y="2729446"/>
                  </a:lnTo>
                  <a:lnTo>
                    <a:pt x="4972084" y="2729404"/>
                  </a:lnTo>
                  <a:lnTo>
                    <a:pt x="4983232" y="2729354"/>
                  </a:lnTo>
                  <a:lnTo>
                    <a:pt x="4994380" y="2729304"/>
                  </a:lnTo>
                  <a:lnTo>
                    <a:pt x="5005528" y="2729268"/>
                  </a:lnTo>
                  <a:lnTo>
                    <a:pt x="5016677" y="2729253"/>
                  </a:lnTo>
                  <a:lnTo>
                    <a:pt x="5027825" y="2729264"/>
                  </a:lnTo>
                  <a:lnTo>
                    <a:pt x="5038973" y="2729306"/>
                  </a:lnTo>
                  <a:lnTo>
                    <a:pt x="5050121" y="2729397"/>
                  </a:lnTo>
                  <a:lnTo>
                    <a:pt x="5061269" y="2729539"/>
                  </a:lnTo>
                  <a:lnTo>
                    <a:pt x="5072417" y="2729731"/>
                  </a:lnTo>
                  <a:lnTo>
                    <a:pt x="5083566" y="2729976"/>
                  </a:lnTo>
                  <a:lnTo>
                    <a:pt x="5094714" y="2730281"/>
                  </a:lnTo>
                  <a:lnTo>
                    <a:pt x="5105862" y="2730665"/>
                  </a:lnTo>
                  <a:lnTo>
                    <a:pt x="5117010" y="2731111"/>
                  </a:lnTo>
                  <a:lnTo>
                    <a:pt x="5128158" y="2731620"/>
                  </a:lnTo>
                  <a:lnTo>
                    <a:pt x="5139306" y="2732192"/>
                  </a:lnTo>
                  <a:lnTo>
                    <a:pt x="5150455" y="2732847"/>
                  </a:lnTo>
                  <a:lnTo>
                    <a:pt x="5161603" y="2733572"/>
                  </a:lnTo>
                  <a:lnTo>
                    <a:pt x="5172751" y="2734358"/>
                  </a:lnTo>
                  <a:lnTo>
                    <a:pt x="5183899" y="2735205"/>
                  </a:lnTo>
                  <a:lnTo>
                    <a:pt x="5195047" y="2736116"/>
                  </a:lnTo>
                  <a:lnTo>
                    <a:pt x="5206195" y="2737099"/>
                  </a:lnTo>
                  <a:lnTo>
                    <a:pt x="5217344" y="2738134"/>
                  </a:lnTo>
                  <a:lnTo>
                    <a:pt x="5228492" y="2739216"/>
                  </a:lnTo>
                  <a:lnTo>
                    <a:pt x="5239640" y="2740345"/>
                  </a:lnTo>
                  <a:lnTo>
                    <a:pt x="5250788" y="2741526"/>
                  </a:lnTo>
                  <a:lnTo>
                    <a:pt x="5261936" y="2742746"/>
                  </a:lnTo>
                  <a:lnTo>
                    <a:pt x="5273085" y="2743996"/>
                  </a:lnTo>
                  <a:lnTo>
                    <a:pt x="5284233" y="2745272"/>
                  </a:lnTo>
                  <a:lnTo>
                    <a:pt x="5295381" y="2746573"/>
                  </a:lnTo>
                  <a:lnTo>
                    <a:pt x="5306529" y="2747894"/>
                  </a:lnTo>
                  <a:lnTo>
                    <a:pt x="5317677" y="2749224"/>
                  </a:lnTo>
                  <a:lnTo>
                    <a:pt x="5328825" y="2750560"/>
                  </a:lnTo>
                  <a:lnTo>
                    <a:pt x="5339974" y="2751898"/>
                  </a:lnTo>
                  <a:lnTo>
                    <a:pt x="5351122" y="2753230"/>
                  </a:lnTo>
                  <a:lnTo>
                    <a:pt x="5362270" y="2754551"/>
                  </a:lnTo>
                  <a:lnTo>
                    <a:pt x="5373418" y="2755858"/>
                  </a:lnTo>
                  <a:lnTo>
                    <a:pt x="5384566" y="2757148"/>
                  </a:lnTo>
                  <a:lnTo>
                    <a:pt x="5395714" y="2758413"/>
                  </a:lnTo>
                  <a:lnTo>
                    <a:pt x="5406863" y="2759645"/>
                  </a:lnTo>
                  <a:lnTo>
                    <a:pt x="5418011" y="2760848"/>
                  </a:lnTo>
                  <a:lnTo>
                    <a:pt x="5429159" y="2762019"/>
                  </a:lnTo>
                  <a:lnTo>
                    <a:pt x="5440307" y="2763156"/>
                  </a:lnTo>
                  <a:lnTo>
                    <a:pt x="5451455" y="2764242"/>
                  </a:lnTo>
                  <a:lnTo>
                    <a:pt x="5462603" y="2765287"/>
                  </a:lnTo>
                  <a:lnTo>
                    <a:pt x="5473752" y="2766291"/>
                  </a:lnTo>
                  <a:lnTo>
                    <a:pt x="5484900" y="2767253"/>
                  </a:lnTo>
                  <a:lnTo>
                    <a:pt x="5496048" y="2768165"/>
                  </a:lnTo>
                  <a:lnTo>
                    <a:pt x="5507196" y="2769024"/>
                  </a:lnTo>
                  <a:lnTo>
                    <a:pt x="5518344" y="2769838"/>
                  </a:lnTo>
                  <a:lnTo>
                    <a:pt x="5529492" y="2770610"/>
                  </a:lnTo>
                  <a:lnTo>
                    <a:pt x="5540641" y="2771338"/>
                  </a:lnTo>
                  <a:lnTo>
                    <a:pt x="5551789" y="2772007"/>
                  </a:lnTo>
                  <a:lnTo>
                    <a:pt x="5562937" y="2772634"/>
                  </a:lnTo>
                  <a:lnTo>
                    <a:pt x="5574085" y="2773220"/>
                  </a:lnTo>
                  <a:lnTo>
                    <a:pt x="5585233" y="2773766"/>
                  </a:lnTo>
                  <a:lnTo>
                    <a:pt x="5596381" y="2774268"/>
                  </a:lnTo>
                  <a:lnTo>
                    <a:pt x="5607530" y="2774725"/>
                  </a:lnTo>
                  <a:lnTo>
                    <a:pt x="5618678" y="2775147"/>
                  </a:lnTo>
                  <a:lnTo>
                    <a:pt x="5629826" y="2775537"/>
                  </a:lnTo>
                  <a:lnTo>
                    <a:pt x="5640974" y="2775894"/>
                  </a:lnTo>
                  <a:lnTo>
                    <a:pt x="5652122" y="2776211"/>
                  </a:lnTo>
                  <a:lnTo>
                    <a:pt x="5663270" y="2776500"/>
                  </a:lnTo>
                  <a:lnTo>
                    <a:pt x="5674419" y="2776764"/>
                  </a:lnTo>
                  <a:lnTo>
                    <a:pt x="5685567" y="2777003"/>
                  </a:lnTo>
                  <a:lnTo>
                    <a:pt x="5696715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3262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8766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798703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4093489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3388274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14085" y="2683060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650402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826291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02180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8069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803838" y="5907235"/>
              <a:ext cx="395496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(CKD-EPI Cr-Cys unindexed / Cockcroft-Gault)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393749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4871048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16668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150219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51755" y="1923572"/>
              <a:ext cx="492212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1.14   |   Age &lt; 80: N = 884, median = 0.99   |   Wilcoxon p = &lt;0.001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51755" y="1676115"/>
              <a:ext cx="2102937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2026-07-07T08:46:17Z</dcterms:modified>
  <cp:category/>
</cp:coreProperties>
</file>