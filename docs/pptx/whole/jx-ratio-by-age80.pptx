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9501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8980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8459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07937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4241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13719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43198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72676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3000787"/>
              <a:ext cx="6839649" cy="2546838"/>
            </a:xfrm>
            <a:custGeom>
              <a:avLst/>
              <a:pathLst>
                <a:path w="6839649" h="2546838">
                  <a:moveTo>
                    <a:pt x="0" y="2532599"/>
                  </a:moveTo>
                  <a:lnTo>
                    <a:pt x="13384" y="2531741"/>
                  </a:lnTo>
                  <a:lnTo>
                    <a:pt x="26769" y="2530830"/>
                  </a:lnTo>
                  <a:lnTo>
                    <a:pt x="40154" y="2529882"/>
                  </a:lnTo>
                  <a:lnTo>
                    <a:pt x="53539" y="2528904"/>
                  </a:lnTo>
                  <a:lnTo>
                    <a:pt x="66924" y="2527864"/>
                  </a:lnTo>
                  <a:lnTo>
                    <a:pt x="80308" y="2526789"/>
                  </a:lnTo>
                  <a:lnTo>
                    <a:pt x="93693" y="2525682"/>
                  </a:lnTo>
                  <a:lnTo>
                    <a:pt x="107078" y="2524508"/>
                  </a:lnTo>
                  <a:lnTo>
                    <a:pt x="120463" y="2523301"/>
                  </a:lnTo>
                  <a:lnTo>
                    <a:pt x="133848" y="2522054"/>
                  </a:lnTo>
                  <a:lnTo>
                    <a:pt x="147233" y="2520743"/>
                  </a:lnTo>
                  <a:lnTo>
                    <a:pt x="160617" y="2519398"/>
                  </a:lnTo>
                  <a:lnTo>
                    <a:pt x="174002" y="2518006"/>
                  </a:lnTo>
                  <a:lnTo>
                    <a:pt x="187387" y="2516554"/>
                  </a:lnTo>
                  <a:lnTo>
                    <a:pt x="200772" y="2515067"/>
                  </a:lnTo>
                  <a:lnTo>
                    <a:pt x="214157" y="2513527"/>
                  </a:lnTo>
                  <a:lnTo>
                    <a:pt x="227542" y="2511931"/>
                  </a:lnTo>
                  <a:lnTo>
                    <a:pt x="240926" y="2510300"/>
                  </a:lnTo>
                  <a:lnTo>
                    <a:pt x="254311" y="2508610"/>
                  </a:lnTo>
                  <a:lnTo>
                    <a:pt x="267696" y="2506870"/>
                  </a:lnTo>
                  <a:lnTo>
                    <a:pt x="281081" y="2505095"/>
                  </a:lnTo>
                  <a:lnTo>
                    <a:pt x="294466" y="2503255"/>
                  </a:lnTo>
                  <a:lnTo>
                    <a:pt x="307851" y="2501371"/>
                  </a:lnTo>
                  <a:lnTo>
                    <a:pt x="321235" y="2499453"/>
                  </a:lnTo>
                  <a:lnTo>
                    <a:pt x="334620" y="2497466"/>
                  </a:lnTo>
                  <a:lnTo>
                    <a:pt x="348005" y="2495441"/>
                  </a:lnTo>
                  <a:lnTo>
                    <a:pt x="361390" y="2493381"/>
                  </a:lnTo>
                  <a:lnTo>
                    <a:pt x="374775" y="2491252"/>
                  </a:lnTo>
                  <a:lnTo>
                    <a:pt x="388160" y="2489090"/>
                  </a:lnTo>
                  <a:lnTo>
                    <a:pt x="401544" y="2486888"/>
                  </a:lnTo>
                  <a:lnTo>
                    <a:pt x="414929" y="2484624"/>
                  </a:lnTo>
                  <a:lnTo>
                    <a:pt x="428314" y="2482329"/>
                  </a:lnTo>
                  <a:lnTo>
                    <a:pt x="441699" y="2479991"/>
                  </a:lnTo>
                  <a:lnTo>
                    <a:pt x="455084" y="2477598"/>
                  </a:lnTo>
                  <a:lnTo>
                    <a:pt x="468469" y="2475175"/>
                  </a:lnTo>
                  <a:lnTo>
                    <a:pt x="481853" y="2472704"/>
                  </a:lnTo>
                  <a:lnTo>
                    <a:pt x="495238" y="2470186"/>
                  </a:lnTo>
                  <a:lnTo>
                    <a:pt x="508623" y="2467638"/>
                  </a:lnTo>
                  <a:lnTo>
                    <a:pt x="522008" y="2465039"/>
                  </a:lnTo>
                  <a:lnTo>
                    <a:pt x="535393" y="2462398"/>
                  </a:lnTo>
                  <a:lnTo>
                    <a:pt x="548778" y="2459727"/>
                  </a:lnTo>
                  <a:lnTo>
                    <a:pt x="562162" y="2457002"/>
                  </a:lnTo>
                  <a:lnTo>
                    <a:pt x="575547" y="2454239"/>
                  </a:lnTo>
                  <a:lnTo>
                    <a:pt x="588932" y="2451446"/>
                  </a:lnTo>
                  <a:lnTo>
                    <a:pt x="602317" y="2448591"/>
                  </a:lnTo>
                  <a:lnTo>
                    <a:pt x="615702" y="2445703"/>
                  </a:lnTo>
                  <a:lnTo>
                    <a:pt x="629087" y="2442782"/>
                  </a:lnTo>
                  <a:lnTo>
                    <a:pt x="642471" y="2439795"/>
                  </a:lnTo>
                  <a:lnTo>
                    <a:pt x="655856" y="2436774"/>
                  </a:lnTo>
                  <a:lnTo>
                    <a:pt x="669241" y="2433713"/>
                  </a:lnTo>
                  <a:lnTo>
                    <a:pt x="682626" y="2430585"/>
                  </a:lnTo>
                  <a:lnTo>
                    <a:pt x="696011" y="2427420"/>
                  </a:lnTo>
                  <a:lnTo>
                    <a:pt x="709396" y="2424203"/>
                  </a:lnTo>
                  <a:lnTo>
                    <a:pt x="722780" y="2420917"/>
                  </a:lnTo>
                  <a:lnTo>
                    <a:pt x="736165" y="2417589"/>
                  </a:lnTo>
                  <a:lnTo>
                    <a:pt x="749550" y="2414195"/>
                  </a:lnTo>
                  <a:lnTo>
                    <a:pt x="762935" y="2410726"/>
                  </a:lnTo>
                  <a:lnTo>
                    <a:pt x="776320" y="2407211"/>
                  </a:lnTo>
                  <a:lnTo>
                    <a:pt x="789705" y="2403609"/>
                  </a:lnTo>
                  <a:lnTo>
                    <a:pt x="803089" y="2399929"/>
                  </a:lnTo>
                  <a:lnTo>
                    <a:pt x="816474" y="2396193"/>
                  </a:lnTo>
                  <a:lnTo>
                    <a:pt x="829859" y="2392346"/>
                  </a:lnTo>
                  <a:lnTo>
                    <a:pt x="843244" y="2388416"/>
                  </a:lnTo>
                  <a:lnTo>
                    <a:pt x="856629" y="2384422"/>
                  </a:lnTo>
                  <a:lnTo>
                    <a:pt x="870014" y="2380283"/>
                  </a:lnTo>
                  <a:lnTo>
                    <a:pt x="883398" y="2376060"/>
                  </a:lnTo>
                  <a:lnTo>
                    <a:pt x="896783" y="2371756"/>
                  </a:lnTo>
                  <a:lnTo>
                    <a:pt x="910168" y="2367277"/>
                  </a:lnTo>
                  <a:lnTo>
                    <a:pt x="923553" y="2362709"/>
                  </a:lnTo>
                  <a:lnTo>
                    <a:pt x="936938" y="2358032"/>
                  </a:lnTo>
                  <a:lnTo>
                    <a:pt x="950323" y="2353167"/>
                  </a:lnTo>
                  <a:lnTo>
                    <a:pt x="963707" y="2348199"/>
                  </a:lnTo>
                  <a:lnTo>
                    <a:pt x="977092" y="2343086"/>
                  </a:lnTo>
                  <a:lnTo>
                    <a:pt x="990477" y="2337775"/>
                  </a:lnTo>
                  <a:lnTo>
                    <a:pt x="1003862" y="2332347"/>
                  </a:lnTo>
                  <a:lnTo>
                    <a:pt x="1017247" y="2326734"/>
                  </a:lnTo>
                  <a:lnTo>
                    <a:pt x="1030632" y="2320915"/>
                  </a:lnTo>
                  <a:lnTo>
                    <a:pt x="1044016" y="2314966"/>
                  </a:lnTo>
                  <a:lnTo>
                    <a:pt x="1057401" y="2308784"/>
                  </a:lnTo>
                  <a:lnTo>
                    <a:pt x="1070786" y="2302396"/>
                  </a:lnTo>
                  <a:lnTo>
                    <a:pt x="1084171" y="2295863"/>
                  </a:lnTo>
                  <a:lnTo>
                    <a:pt x="1097556" y="2289046"/>
                  </a:lnTo>
                  <a:lnTo>
                    <a:pt x="1110941" y="2282028"/>
                  </a:lnTo>
                  <a:lnTo>
                    <a:pt x="1124325" y="2274852"/>
                  </a:lnTo>
                  <a:lnTo>
                    <a:pt x="1137710" y="2267338"/>
                  </a:lnTo>
                  <a:lnTo>
                    <a:pt x="1151095" y="2259634"/>
                  </a:lnTo>
                  <a:lnTo>
                    <a:pt x="1164480" y="2251748"/>
                  </a:lnTo>
                  <a:lnTo>
                    <a:pt x="1177865" y="2243490"/>
                  </a:lnTo>
                  <a:lnTo>
                    <a:pt x="1191250" y="2235049"/>
                  </a:lnTo>
                  <a:lnTo>
                    <a:pt x="1204634" y="2226384"/>
                  </a:lnTo>
                  <a:lnTo>
                    <a:pt x="1218019" y="2217356"/>
                  </a:lnTo>
                  <a:lnTo>
                    <a:pt x="1231404" y="2208136"/>
                  </a:lnTo>
                  <a:lnTo>
                    <a:pt x="1244789" y="2198650"/>
                  </a:lnTo>
                  <a:lnTo>
                    <a:pt x="1258174" y="2188817"/>
                  </a:lnTo>
                  <a:lnTo>
                    <a:pt x="1271559" y="2178788"/>
                  </a:lnTo>
                  <a:lnTo>
                    <a:pt x="1284943" y="2168450"/>
                  </a:lnTo>
                  <a:lnTo>
                    <a:pt x="1298328" y="2157791"/>
                  </a:lnTo>
                  <a:lnTo>
                    <a:pt x="1311713" y="2146933"/>
                  </a:lnTo>
                  <a:lnTo>
                    <a:pt x="1325098" y="2135728"/>
                  </a:lnTo>
                  <a:lnTo>
                    <a:pt x="1338483" y="2124235"/>
                  </a:lnTo>
                  <a:lnTo>
                    <a:pt x="1351868" y="2112542"/>
                  </a:lnTo>
                  <a:lnTo>
                    <a:pt x="1365252" y="2100471"/>
                  </a:lnTo>
                  <a:lnTo>
                    <a:pt x="1378637" y="2088149"/>
                  </a:lnTo>
                  <a:lnTo>
                    <a:pt x="1392022" y="2075629"/>
                  </a:lnTo>
                  <a:lnTo>
                    <a:pt x="1405407" y="2062709"/>
                  </a:lnTo>
                  <a:lnTo>
                    <a:pt x="1418792" y="2049578"/>
                  </a:lnTo>
                  <a:lnTo>
                    <a:pt x="1432177" y="2036244"/>
                  </a:lnTo>
                  <a:lnTo>
                    <a:pt x="1445561" y="2022519"/>
                  </a:lnTo>
                  <a:lnTo>
                    <a:pt x="1458946" y="2008613"/>
                  </a:lnTo>
                  <a:lnTo>
                    <a:pt x="1472331" y="1994485"/>
                  </a:lnTo>
                  <a:lnTo>
                    <a:pt x="1485716" y="1980021"/>
                  </a:lnTo>
                  <a:lnTo>
                    <a:pt x="1499101" y="1965389"/>
                  </a:lnTo>
                  <a:lnTo>
                    <a:pt x="1512486" y="1950525"/>
                  </a:lnTo>
                  <a:lnTo>
                    <a:pt x="1525870" y="1935380"/>
                  </a:lnTo>
                  <a:lnTo>
                    <a:pt x="1539255" y="1920082"/>
                  </a:lnTo>
                  <a:lnTo>
                    <a:pt x="1552640" y="1904551"/>
                  </a:lnTo>
                  <a:lnTo>
                    <a:pt x="1566025" y="1888796"/>
                  </a:lnTo>
                  <a:lnTo>
                    <a:pt x="1579410" y="1872904"/>
                  </a:lnTo>
                  <a:lnTo>
                    <a:pt x="1592795" y="1856789"/>
                  </a:lnTo>
                  <a:lnTo>
                    <a:pt x="1606179" y="1840501"/>
                  </a:lnTo>
                  <a:lnTo>
                    <a:pt x="1619564" y="1824098"/>
                  </a:lnTo>
                  <a:lnTo>
                    <a:pt x="1632949" y="1807489"/>
                  </a:lnTo>
                  <a:lnTo>
                    <a:pt x="1646334" y="1790757"/>
                  </a:lnTo>
                  <a:lnTo>
                    <a:pt x="1659719" y="1773929"/>
                  </a:lnTo>
                  <a:lnTo>
                    <a:pt x="1673104" y="1756926"/>
                  </a:lnTo>
                  <a:lnTo>
                    <a:pt x="1686488" y="1739842"/>
                  </a:lnTo>
                  <a:lnTo>
                    <a:pt x="1699873" y="1722680"/>
                  </a:lnTo>
                  <a:lnTo>
                    <a:pt x="1713258" y="1705390"/>
                  </a:lnTo>
                  <a:lnTo>
                    <a:pt x="1726643" y="1688049"/>
                  </a:lnTo>
                  <a:lnTo>
                    <a:pt x="1740028" y="1670649"/>
                  </a:lnTo>
                  <a:lnTo>
                    <a:pt x="1753413" y="1653177"/>
                  </a:lnTo>
                  <a:lnTo>
                    <a:pt x="1766797" y="1635678"/>
                  </a:lnTo>
                  <a:lnTo>
                    <a:pt x="1780182" y="1618144"/>
                  </a:lnTo>
                  <a:lnTo>
                    <a:pt x="1793567" y="1600589"/>
                  </a:lnTo>
                  <a:lnTo>
                    <a:pt x="1806952" y="1583028"/>
                  </a:lnTo>
                  <a:lnTo>
                    <a:pt x="1820337" y="1565467"/>
                  </a:lnTo>
                  <a:lnTo>
                    <a:pt x="1833722" y="1547923"/>
                  </a:lnTo>
                  <a:lnTo>
                    <a:pt x="1847106" y="1530396"/>
                  </a:lnTo>
                  <a:lnTo>
                    <a:pt x="1860491" y="1512909"/>
                  </a:lnTo>
                  <a:lnTo>
                    <a:pt x="1873876" y="1495472"/>
                  </a:lnTo>
                  <a:lnTo>
                    <a:pt x="1887261" y="1478071"/>
                  </a:lnTo>
                  <a:lnTo>
                    <a:pt x="1900646" y="1460757"/>
                  </a:lnTo>
                  <a:lnTo>
                    <a:pt x="1914031" y="1443515"/>
                  </a:lnTo>
                  <a:lnTo>
                    <a:pt x="1927415" y="1426330"/>
                  </a:lnTo>
                  <a:lnTo>
                    <a:pt x="1940800" y="1409283"/>
                  </a:lnTo>
                  <a:lnTo>
                    <a:pt x="1954185" y="1392321"/>
                  </a:lnTo>
                  <a:lnTo>
                    <a:pt x="1967570" y="1375441"/>
                  </a:lnTo>
                  <a:lnTo>
                    <a:pt x="1980955" y="1358744"/>
                  </a:lnTo>
                  <a:lnTo>
                    <a:pt x="1994340" y="1342143"/>
                  </a:lnTo>
                  <a:lnTo>
                    <a:pt x="2007724" y="1325661"/>
                  </a:lnTo>
                  <a:lnTo>
                    <a:pt x="2021109" y="1309384"/>
                  </a:lnTo>
                  <a:lnTo>
                    <a:pt x="2034494" y="1293218"/>
                  </a:lnTo>
                  <a:lnTo>
                    <a:pt x="2047879" y="1277213"/>
                  </a:lnTo>
                  <a:lnTo>
                    <a:pt x="2061264" y="1261425"/>
                  </a:lnTo>
                  <a:lnTo>
                    <a:pt x="2074649" y="1245764"/>
                  </a:lnTo>
                  <a:lnTo>
                    <a:pt x="2088033" y="1230308"/>
                  </a:lnTo>
                  <a:lnTo>
                    <a:pt x="2101418" y="1215073"/>
                  </a:lnTo>
                  <a:lnTo>
                    <a:pt x="2114803" y="1199979"/>
                  </a:lnTo>
                  <a:lnTo>
                    <a:pt x="2128188" y="1185136"/>
                  </a:lnTo>
                  <a:lnTo>
                    <a:pt x="2141573" y="1170510"/>
                  </a:lnTo>
                  <a:lnTo>
                    <a:pt x="2154958" y="1156036"/>
                  </a:lnTo>
                  <a:lnTo>
                    <a:pt x="2168342" y="1141861"/>
                  </a:lnTo>
                  <a:lnTo>
                    <a:pt x="2181727" y="1127891"/>
                  </a:lnTo>
                  <a:lnTo>
                    <a:pt x="2195112" y="1114083"/>
                  </a:lnTo>
                  <a:lnTo>
                    <a:pt x="2208497" y="1100621"/>
                  </a:lnTo>
                  <a:lnTo>
                    <a:pt x="2221882" y="1087344"/>
                  </a:lnTo>
                  <a:lnTo>
                    <a:pt x="2235267" y="1074250"/>
                  </a:lnTo>
                  <a:lnTo>
                    <a:pt x="2248651" y="1061518"/>
                  </a:lnTo>
                  <a:lnTo>
                    <a:pt x="2262036" y="1048961"/>
                  </a:lnTo>
                  <a:lnTo>
                    <a:pt x="2275421" y="1036621"/>
                  </a:lnTo>
                  <a:lnTo>
                    <a:pt x="2288806" y="1024619"/>
                  </a:lnTo>
                  <a:lnTo>
                    <a:pt x="2302191" y="1012794"/>
                  </a:lnTo>
                  <a:lnTo>
                    <a:pt x="2315576" y="1001215"/>
                  </a:lnTo>
                  <a:lnTo>
                    <a:pt x="2328960" y="989944"/>
                  </a:lnTo>
                  <a:lnTo>
                    <a:pt x="2342345" y="978847"/>
                  </a:lnTo>
                  <a:lnTo>
                    <a:pt x="2355730" y="968020"/>
                  </a:lnTo>
                  <a:lnTo>
                    <a:pt x="2369115" y="957463"/>
                  </a:lnTo>
                  <a:lnTo>
                    <a:pt x="2382500" y="947073"/>
                  </a:lnTo>
                  <a:lnTo>
                    <a:pt x="2395885" y="936968"/>
                  </a:lnTo>
                  <a:lnTo>
                    <a:pt x="2409269" y="927089"/>
                  </a:lnTo>
                  <a:lnTo>
                    <a:pt x="2422654" y="917367"/>
                  </a:lnTo>
                  <a:lnTo>
                    <a:pt x="2436039" y="907933"/>
                  </a:lnTo>
                  <a:lnTo>
                    <a:pt x="2449424" y="898678"/>
                  </a:lnTo>
                  <a:lnTo>
                    <a:pt x="2462809" y="889565"/>
                  </a:lnTo>
                  <a:lnTo>
                    <a:pt x="2476194" y="880726"/>
                  </a:lnTo>
                  <a:lnTo>
                    <a:pt x="2489578" y="872020"/>
                  </a:lnTo>
                  <a:lnTo>
                    <a:pt x="2502963" y="863445"/>
                  </a:lnTo>
                  <a:lnTo>
                    <a:pt x="2516348" y="855097"/>
                  </a:lnTo>
                  <a:lnTo>
                    <a:pt x="2529733" y="846846"/>
                  </a:lnTo>
                  <a:lnTo>
                    <a:pt x="2543118" y="838713"/>
                  </a:lnTo>
                  <a:lnTo>
                    <a:pt x="2556503" y="830735"/>
                  </a:lnTo>
                  <a:lnTo>
                    <a:pt x="2569887" y="822826"/>
                  </a:lnTo>
                  <a:lnTo>
                    <a:pt x="2583272" y="815007"/>
                  </a:lnTo>
                  <a:lnTo>
                    <a:pt x="2596657" y="807274"/>
                  </a:lnTo>
                  <a:lnTo>
                    <a:pt x="2610042" y="799578"/>
                  </a:lnTo>
                  <a:lnTo>
                    <a:pt x="2623427" y="791930"/>
                  </a:lnTo>
                  <a:lnTo>
                    <a:pt x="2636812" y="784302"/>
                  </a:lnTo>
                  <a:lnTo>
                    <a:pt x="2650196" y="776679"/>
                  </a:lnTo>
                  <a:lnTo>
                    <a:pt x="2663581" y="769046"/>
                  </a:lnTo>
                  <a:lnTo>
                    <a:pt x="2676966" y="761377"/>
                  </a:lnTo>
                  <a:lnTo>
                    <a:pt x="2690351" y="753678"/>
                  </a:lnTo>
                  <a:lnTo>
                    <a:pt x="2703736" y="745897"/>
                  </a:lnTo>
                  <a:lnTo>
                    <a:pt x="2717121" y="738037"/>
                  </a:lnTo>
                  <a:lnTo>
                    <a:pt x="2730505" y="730113"/>
                  </a:lnTo>
                  <a:lnTo>
                    <a:pt x="2743890" y="722021"/>
                  </a:lnTo>
                  <a:lnTo>
                    <a:pt x="2757275" y="713823"/>
                  </a:lnTo>
                  <a:lnTo>
                    <a:pt x="2770660" y="705518"/>
                  </a:lnTo>
                  <a:lnTo>
                    <a:pt x="2784045" y="696973"/>
                  </a:lnTo>
                  <a:lnTo>
                    <a:pt x="2797430" y="688298"/>
                  </a:lnTo>
                  <a:lnTo>
                    <a:pt x="2810814" y="679460"/>
                  </a:lnTo>
                  <a:lnTo>
                    <a:pt x="2824199" y="670342"/>
                  </a:lnTo>
                  <a:lnTo>
                    <a:pt x="2837584" y="661069"/>
                  </a:lnTo>
                  <a:lnTo>
                    <a:pt x="2850969" y="651572"/>
                  </a:lnTo>
                  <a:lnTo>
                    <a:pt x="2864354" y="641778"/>
                  </a:lnTo>
                  <a:lnTo>
                    <a:pt x="2877739" y="631808"/>
                  </a:lnTo>
                  <a:lnTo>
                    <a:pt x="2891123" y="621556"/>
                  </a:lnTo>
                  <a:lnTo>
                    <a:pt x="2904508" y="611008"/>
                  </a:lnTo>
                  <a:lnTo>
                    <a:pt x="2917893" y="600272"/>
                  </a:lnTo>
                  <a:lnTo>
                    <a:pt x="2931278" y="589203"/>
                  </a:lnTo>
                  <a:lnTo>
                    <a:pt x="2944663" y="577859"/>
                  </a:lnTo>
                  <a:lnTo>
                    <a:pt x="2958048" y="566322"/>
                  </a:lnTo>
                  <a:lnTo>
                    <a:pt x="2971432" y="554415"/>
                  </a:lnTo>
                  <a:lnTo>
                    <a:pt x="2984817" y="542270"/>
                  </a:lnTo>
                  <a:lnTo>
                    <a:pt x="2998202" y="529934"/>
                  </a:lnTo>
                  <a:lnTo>
                    <a:pt x="3011587" y="517213"/>
                  </a:lnTo>
                  <a:lnTo>
                    <a:pt x="3024972" y="504301"/>
                  </a:lnTo>
                  <a:lnTo>
                    <a:pt x="3038357" y="491197"/>
                  </a:lnTo>
                  <a:lnTo>
                    <a:pt x="3051741" y="477747"/>
                  </a:lnTo>
                  <a:lnTo>
                    <a:pt x="3065126" y="464144"/>
                  </a:lnTo>
                  <a:lnTo>
                    <a:pt x="3078511" y="450351"/>
                  </a:lnTo>
                  <a:lnTo>
                    <a:pt x="3091896" y="436297"/>
                  </a:lnTo>
                  <a:lnTo>
                    <a:pt x="3105281" y="422121"/>
                  </a:lnTo>
                  <a:lnTo>
                    <a:pt x="3118666" y="407779"/>
                  </a:lnTo>
                  <a:lnTo>
                    <a:pt x="3132050" y="393270"/>
                  </a:lnTo>
                  <a:lnTo>
                    <a:pt x="3145435" y="378678"/>
                  </a:lnTo>
                  <a:lnTo>
                    <a:pt x="3158820" y="363971"/>
                  </a:lnTo>
                  <a:lnTo>
                    <a:pt x="3172205" y="349190"/>
                  </a:lnTo>
                  <a:lnTo>
                    <a:pt x="3185590" y="334374"/>
                  </a:lnTo>
                  <a:lnTo>
                    <a:pt x="3198975" y="319524"/>
                  </a:lnTo>
                  <a:lnTo>
                    <a:pt x="3212359" y="304687"/>
                  </a:lnTo>
                  <a:lnTo>
                    <a:pt x="3225744" y="289868"/>
                  </a:lnTo>
                  <a:lnTo>
                    <a:pt x="3239129" y="275125"/>
                  </a:lnTo>
                  <a:lnTo>
                    <a:pt x="3252514" y="260472"/>
                  </a:lnTo>
                  <a:lnTo>
                    <a:pt x="3265899" y="245893"/>
                  </a:lnTo>
                  <a:lnTo>
                    <a:pt x="3279284" y="231530"/>
                  </a:lnTo>
                  <a:lnTo>
                    <a:pt x="3292668" y="217316"/>
                  </a:lnTo>
                  <a:lnTo>
                    <a:pt x="3306053" y="203250"/>
                  </a:lnTo>
                  <a:lnTo>
                    <a:pt x="3319438" y="189538"/>
                  </a:lnTo>
                  <a:lnTo>
                    <a:pt x="3332823" y="176027"/>
                  </a:lnTo>
                  <a:lnTo>
                    <a:pt x="3346208" y="162769"/>
                  </a:lnTo>
                  <a:lnTo>
                    <a:pt x="3359593" y="149964"/>
                  </a:lnTo>
                  <a:lnTo>
                    <a:pt x="3372977" y="137418"/>
                  </a:lnTo>
                  <a:lnTo>
                    <a:pt x="3386362" y="125252"/>
                  </a:lnTo>
                  <a:lnTo>
                    <a:pt x="3399747" y="113609"/>
                  </a:lnTo>
                  <a:lnTo>
                    <a:pt x="3413132" y="102282"/>
                  </a:lnTo>
                  <a:lnTo>
                    <a:pt x="3426517" y="91476"/>
                  </a:lnTo>
                  <a:lnTo>
                    <a:pt x="3439902" y="81236"/>
                  </a:lnTo>
                  <a:lnTo>
                    <a:pt x="3453286" y="71363"/>
                  </a:lnTo>
                  <a:lnTo>
                    <a:pt x="3466671" y="62163"/>
                  </a:lnTo>
                  <a:lnTo>
                    <a:pt x="3480056" y="53541"/>
                  </a:lnTo>
                  <a:lnTo>
                    <a:pt x="3493441" y="45333"/>
                  </a:lnTo>
                  <a:lnTo>
                    <a:pt x="3506826" y="37951"/>
                  </a:lnTo>
                  <a:lnTo>
                    <a:pt x="3520211" y="31132"/>
                  </a:lnTo>
                  <a:lnTo>
                    <a:pt x="3533595" y="24766"/>
                  </a:lnTo>
                  <a:lnTo>
                    <a:pt x="3546980" y="19376"/>
                  </a:lnTo>
                  <a:lnTo>
                    <a:pt x="3560365" y="14509"/>
                  </a:lnTo>
                  <a:lnTo>
                    <a:pt x="3573750" y="10167"/>
                  </a:lnTo>
                  <a:lnTo>
                    <a:pt x="3587135" y="6857"/>
                  </a:lnTo>
                  <a:lnTo>
                    <a:pt x="3600520" y="4050"/>
                  </a:lnTo>
                  <a:lnTo>
                    <a:pt x="3613904" y="1876"/>
                  </a:lnTo>
                  <a:lnTo>
                    <a:pt x="3627289" y="681"/>
                  </a:lnTo>
                  <a:lnTo>
                    <a:pt x="3640674" y="0"/>
                  </a:lnTo>
                  <a:lnTo>
                    <a:pt x="3654059" y="49"/>
                  </a:lnTo>
                  <a:lnTo>
                    <a:pt x="3667444" y="1000"/>
                  </a:lnTo>
                  <a:lnTo>
                    <a:pt x="3680829" y="2465"/>
                  </a:lnTo>
                  <a:lnTo>
                    <a:pt x="3694213" y="4745"/>
                  </a:lnTo>
                  <a:lnTo>
                    <a:pt x="3707598" y="7829"/>
                  </a:lnTo>
                  <a:lnTo>
                    <a:pt x="3720983" y="11418"/>
                  </a:lnTo>
                  <a:lnTo>
                    <a:pt x="3734368" y="15887"/>
                  </a:lnTo>
                  <a:lnTo>
                    <a:pt x="3747753" y="21049"/>
                  </a:lnTo>
                  <a:lnTo>
                    <a:pt x="3761138" y="26699"/>
                  </a:lnTo>
                  <a:lnTo>
                    <a:pt x="3774522" y="33268"/>
                  </a:lnTo>
                  <a:lnTo>
                    <a:pt x="3787907" y="40415"/>
                  </a:lnTo>
                  <a:lnTo>
                    <a:pt x="3801292" y="48024"/>
                  </a:lnTo>
                  <a:lnTo>
                    <a:pt x="3814677" y="56566"/>
                  </a:lnTo>
                  <a:lnTo>
                    <a:pt x="3828062" y="65570"/>
                  </a:lnTo>
                  <a:lnTo>
                    <a:pt x="3841447" y="75040"/>
                  </a:lnTo>
                  <a:lnTo>
                    <a:pt x="3854831" y="85357"/>
                  </a:lnTo>
                  <a:lnTo>
                    <a:pt x="3868216" y="96061"/>
                  </a:lnTo>
                  <a:lnTo>
                    <a:pt x="3881601" y="107249"/>
                  </a:lnTo>
                  <a:lnTo>
                    <a:pt x="3894986" y="119130"/>
                  </a:lnTo>
                  <a:lnTo>
                    <a:pt x="3908371" y="131355"/>
                  </a:lnTo>
                  <a:lnTo>
                    <a:pt x="3921756" y="144060"/>
                  </a:lnTo>
                  <a:lnTo>
                    <a:pt x="3935140" y="157312"/>
                  </a:lnTo>
                  <a:lnTo>
                    <a:pt x="3948525" y="170861"/>
                  </a:lnTo>
                  <a:lnTo>
                    <a:pt x="3961910" y="184866"/>
                  </a:lnTo>
                  <a:lnTo>
                    <a:pt x="3975295" y="199283"/>
                  </a:lnTo>
                  <a:lnTo>
                    <a:pt x="3988680" y="213950"/>
                  </a:lnTo>
                  <a:lnTo>
                    <a:pt x="4002065" y="229030"/>
                  </a:lnTo>
                  <a:lnTo>
                    <a:pt x="4015449" y="244403"/>
                  </a:lnTo>
                  <a:lnTo>
                    <a:pt x="4028834" y="259979"/>
                  </a:lnTo>
                  <a:lnTo>
                    <a:pt x="4042219" y="275905"/>
                  </a:lnTo>
                  <a:lnTo>
                    <a:pt x="4055604" y="292027"/>
                  </a:lnTo>
                  <a:lnTo>
                    <a:pt x="4068989" y="308304"/>
                  </a:lnTo>
                  <a:lnTo>
                    <a:pt x="4082374" y="324858"/>
                  </a:lnTo>
                  <a:lnTo>
                    <a:pt x="4095758" y="341528"/>
                  </a:lnTo>
                  <a:lnTo>
                    <a:pt x="4109143" y="358317"/>
                  </a:lnTo>
                  <a:lnTo>
                    <a:pt x="4122528" y="375283"/>
                  </a:lnTo>
                  <a:lnTo>
                    <a:pt x="4135913" y="392314"/>
                  </a:lnTo>
                  <a:lnTo>
                    <a:pt x="4149298" y="409426"/>
                  </a:lnTo>
                  <a:lnTo>
                    <a:pt x="4162683" y="426620"/>
                  </a:lnTo>
                  <a:lnTo>
                    <a:pt x="4176067" y="443843"/>
                  </a:lnTo>
                  <a:lnTo>
                    <a:pt x="4189452" y="461100"/>
                  </a:lnTo>
                  <a:lnTo>
                    <a:pt x="4202837" y="478369"/>
                  </a:lnTo>
                  <a:lnTo>
                    <a:pt x="4216222" y="495634"/>
                  </a:lnTo>
                  <a:lnTo>
                    <a:pt x="4229607" y="512885"/>
                  </a:lnTo>
                  <a:lnTo>
                    <a:pt x="4242992" y="530098"/>
                  </a:lnTo>
                  <a:lnTo>
                    <a:pt x="4256376" y="547281"/>
                  </a:lnTo>
                  <a:lnTo>
                    <a:pt x="4269761" y="564400"/>
                  </a:lnTo>
                  <a:lnTo>
                    <a:pt x="4283146" y="581452"/>
                  </a:lnTo>
                  <a:lnTo>
                    <a:pt x="4296531" y="598455"/>
                  </a:lnTo>
                  <a:lnTo>
                    <a:pt x="4309916" y="615347"/>
                  </a:lnTo>
                  <a:lnTo>
                    <a:pt x="4323301" y="632160"/>
                  </a:lnTo>
                  <a:lnTo>
                    <a:pt x="4336685" y="648907"/>
                  </a:lnTo>
                  <a:lnTo>
                    <a:pt x="4350070" y="665507"/>
                  </a:lnTo>
                  <a:lnTo>
                    <a:pt x="4363455" y="682027"/>
                  </a:lnTo>
                  <a:lnTo>
                    <a:pt x="4376840" y="698466"/>
                  </a:lnTo>
                  <a:lnTo>
                    <a:pt x="4390225" y="714744"/>
                  </a:lnTo>
                  <a:lnTo>
                    <a:pt x="4403610" y="730943"/>
                  </a:lnTo>
                  <a:lnTo>
                    <a:pt x="4416994" y="747044"/>
                  </a:lnTo>
                  <a:lnTo>
                    <a:pt x="4430379" y="762995"/>
                  </a:lnTo>
                  <a:lnTo>
                    <a:pt x="4443764" y="778869"/>
                  </a:lnTo>
                  <a:lnTo>
                    <a:pt x="4457149" y="794633"/>
                  </a:lnTo>
                  <a:lnTo>
                    <a:pt x="4470534" y="810269"/>
                  </a:lnTo>
                  <a:lnTo>
                    <a:pt x="4483919" y="825832"/>
                  </a:lnTo>
                  <a:lnTo>
                    <a:pt x="4497303" y="841284"/>
                  </a:lnTo>
                  <a:lnTo>
                    <a:pt x="4510688" y="856633"/>
                  </a:lnTo>
                  <a:lnTo>
                    <a:pt x="4524073" y="871918"/>
                  </a:lnTo>
                  <a:lnTo>
                    <a:pt x="4537458" y="887098"/>
                  </a:lnTo>
                  <a:lnTo>
                    <a:pt x="4550843" y="902203"/>
                  </a:lnTo>
                  <a:lnTo>
                    <a:pt x="4564228" y="917256"/>
                  </a:lnTo>
                  <a:lnTo>
                    <a:pt x="4577612" y="932218"/>
                  </a:lnTo>
                  <a:lnTo>
                    <a:pt x="4590997" y="947132"/>
                  </a:lnTo>
                  <a:lnTo>
                    <a:pt x="4604382" y="962006"/>
                  </a:lnTo>
                  <a:lnTo>
                    <a:pt x="4617767" y="976813"/>
                  </a:lnTo>
                  <a:lnTo>
                    <a:pt x="4631152" y="991594"/>
                  </a:lnTo>
                  <a:lnTo>
                    <a:pt x="4644537" y="1006348"/>
                  </a:lnTo>
                  <a:lnTo>
                    <a:pt x="4657921" y="1021067"/>
                  </a:lnTo>
                  <a:lnTo>
                    <a:pt x="4671306" y="1035776"/>
                  </a:lnTo>
                  <a:lnTo>
                    <a:pt x="4684691" y="1050473"/>
                  </a:lnTo>
                  <a:lnTo>
                    <a:pt x="4698076" y="1065165"/>
                  </a:lnTo>
                  <a:lnTo>
                    <a:pt x="4711461" y="1079860"/>
                  </a:lnTo>
                  <a:lnTo>
                    <a:pt x="4724846" y="1094560"/>
                  </a:lnTo>
                  <a:lnTo>
                    <a:pt x="4738230" y="1109279"/>
                  </a:lnTo>
                  <a:lnTo>
                    <a:pt x="4751615" y="1124012"/>
                  </a:lnTo>
                  <a:lnTo>
                    <a:pt x="4765000" y="1138771"/>
                  </a:lnTo>
                  <a:lnTo>
                    <a:pt x="4778385" y="1153562"/>
                  </a:lnTo>
                  <a:lnTo>
                    <a:pt x="4791770" y="1168377"/>
                  </a:lnTo>
                  <a:lnTo>
                    <a:pt x="4805155" y="1183236"/>
                  </a:lnTo>
                  <a:lnTo>
                    <a:pt x="4818539" y="1198135"/>
                  </a:lnTo>
                  <a:lnTo>
                    <a:pt x="4831924" y="1213063"/>
                  </a:lnTo>
                  <a:lnTo>
                    <a:pt x="4845309" y="1228051"/>
                  </a:lnTo>
                  <a:lnTo>
                    <a:pt x="4858694" y="1243080"/>
                  </a:lnTo>
                  <a:lnTo>
                    <a:pt x="4872079" y="1258141"/>
                  </a:lnTo>
                  <a:lnTo>
                    <a:pt x="4885464" y="1273273"/>
                  </a:lnTo>
                  <a:lnTo>
                    <a:pt x="4898848" y="1288439"/>
                  </a:lnTo>
                  <a:lnTo>
                    <a:pt x="4912233" y="1303641"/>
                  </a:lnTo>
                  <a:lnTo>
                    <a:pt x="4925618" y="1318910"/>
                  </a:lnTo>
                  <a:lnTo>
                    <a:pt x="4939003" y="1334208"/>
                  </a:lnTo>
                  <a:lnTo>
                    <a:pt x="4952388" y="1349543"/>
                  </a:lnTo>
                  <a:lnTo>
                    <a:pt x="4965773" y="1364930"/>
                  </a:lnTo>
                  <a:lnTo>
                    <a:pt x="4979157" y="1380339"/>
                  </a:lnTo>
                  <a:lnTo>
                    <a:pt x="4992542" y="1395782"/>
                  </a:lnTo>
                  <a:lnTo>
                    <a:pt x="5005927" y="1411256"/>
                  </a:lnTo>
                  <a:lnTo>
                    <a:pt x="5019312" y="1426744"/>
                  </a:lnTo>
                  <a:lnTo>
                    <a:pt x="5032697" y="1442253"/>
                  </a:lnTo>
                  <a:lnTo>
                    <a:pt x="5046082" y="1457773"/>
                  </a:lnTo>
                  <a:lnTo>
                    <a:pt x="5059466" y="1473296"/>
                  </a:lnTo>
                  <a:lnTo>
                    <a:pt x="5072851" y="1488820"/>
                  </a:lnTo>
                  <a:lnTo>
                    <a:pt x="5086236" y="1504333"/>
                  </a:lnTo>
                  <a:lnTo>
                    <a:pt x="5099621" y="1519837"/>
                  </a:lnTo>
                  <a:lnTo>
                    <a:pt x="5113006" y="1535313"/>
                  </a:lnTo>
                  <a:lnTo>
                    <a:pt x="5126391" y="1550761"/>
                  </a:lnTo>
                  <a:lnTo>
                    <a:pt x="5139775" y="1566185"/>
                  </a:lnTo>
                  <a:lnTo>
                    <a:pt x="5153160" y="1581545"/>
                  </a:lnTo>
                  <a:lnTo>
                    <a:pt x="5166545" y="1596863"/>
                  </a:lnTo>
                  <a:lnTo>
                    <a:pt x="5179930" y="1612137"/>
                  </a:lnTo>
                  <a:lnTo>
                    <a:pt x="5193315" y="1627313"/>
                  </a:lnTo>
                  <a:lnTo>
                    <a:pt x="5206700" y="1642434"/>
                  </a:lnTo>
                  <a:lnTo>
                    <a:pt x="5220084" y="1657483"/>
                  </a:lnTo>
                  <a:lnTo>
                    <a:pt x="5233469" y="1672410"/>
                  </a:lnTo>
                  <a:lnTo>
                    <a:pt x="5246854" y="1687267"/>
                  </a:lnTo>
                  <a:lnTo>
                    <a:pt x="5260239" y="1702019"/>
                  </a:lnTo>
                  <a:lnTo>
                    <a:pt x="5273624" y="1716631"/>
                  </a:lnTo>
                  <a:lnTo>
                    <a:pt x="5287009" y="1731159"/>
                  </a:lnTo>
                  <a:lnTo>
                    <a:pt x="5300393" y="1745544"/>
                  </a:lnTo>
                  <a:lnTo>
                    <a:pt x="5313778" y="1759780"/>
                  </a:lnTo>
                  <a:lnTo>
                    <a:pt x="5327163" y="1773918"/>
                  </a:lnTo>
                  <a:lnTo>
                    <a:pt x="5340548" y="1787874"/>
                  </a:lnTo>
                  <a:lnTo>
                    <a:pt x="5353933" y="1801677"/>
                  </a:lnTo>
                  <a:lnTo>
                    <a:pt x="5367318" y="1815370"/>
                  </a:lnTo>
                  <a:lnTo>
                    <a:pt x="5380702" y="1828840"/>
                  </a:lnTo>
                  <a:lnTo>
                    <a:pt x="5394087" y="1842161"/>
                  </a:lnTo>
                  <a:lnTo>
                    <a:pt x="5407472" y="1855362"/>
                  </a:lnTo>
                  <a:lnTo>
                    <a:pt x="5420857" y="1868298"/>
                  </a:lnTo>
                  <a:lnTo>
                    <a:pt x="5434242" y="1881096"/>
                  </a:lnTo>
                  <a:lnTo>
                    <a:pt x="5447627" y="1893751"/>
                  </a:lnTo>
                  <a:lnTo>
                    <a:pt x="5461011" y="1906129"/>
                  </a:lnTo>
                  <a:lnTo>
                    <a:pt x="5474396" y="1918371"/>
                  </a:lnTo>
                  <a:lnTo>
                    <a:pt x="5487781" y="1930438"/>
                  </a:lnTo>
                  <a:lnTo>
                    <a:pt x="5501166" y="1942240"/>
                  </a:lnTo>
                  <a:lnTo>
                    <a:pt x="5514551" y="1953901"/>
                  </a:lnTo>
                  <a:lnTo>
                    <a:pt x="5527936" y="1965357"/>
                  </a:lnTo>
                  <a:lnTo>
                    <a:pt x="5541320" y="1976564"/>
                  </a:lnTo>
                  <a:lnTo>
                    <a:pt x="5554705" y="1987627"/>
                  </a:lnTo>
                  <a:lnTo>
                    <a:pt x="5568090" y="1998458"/>
                  </a:lnTo>
                  <a:lnTo>
                    <a:pt x="5581475" y="2009061"/>
                  </a:lnTo>
                  <a:lnTo>
                    <a:pt x="5594860" y="2019518"/>
                  </a:lnTo>
                  <a:lnTo>
                    <a:pt x="5608245" y="2029717"/>
                  </a:lnTo>
                  <a:lnTo>
                    <a:pt x="5621629" y="2039712"/>
                  </a:lnTo>
                  <a:lnTo>
                    <a:pt x="5635014" y="2049562"/>
                  </a:lnTo>
                  <a:lnTo>
                    <a:pt x="5648399" y="2059131"/>
                  </a:lnTo>
                  <a:lnTo>
                    <a:pt x="5661784" y="2068523"/>
                  </a:lnTo>
                  <a:lnTo>
                    <a:pt x="5675169" y="2077771"/>
                  </a:lnTo>
                  <a:lnTo>
                    <a:pt x="5688554" y="2086718"/>
                  </a:lnTo>
                  <a:lnTo>
                    <a:pt x="5701938" y="2095516"/>
                  </a:lnTo>
                  <a:lnTo>
                    <a:pt x="5715323" y="2104157"/>
                  </a:lnTo>
                  <a:lnTo>
                    <a:pt x="5728708" y="2112512"/>
                  </a:lnTo>
                  <a:lnTo>
                    <a:pt x="5742093" y="2120729"/>
                  </a:lnTo>
                  <a:lnTo>
                    <a:pt x="5755478" y="2128771"/>
                  </a:lnTo>
                  <a:lnTo>
                    <a:pt x="5768863" y="2136559"/>
                  </a:lnTo>
                  <a:lnTo>
                    <a:pt x="5782247" y="2144213"/>
                  </a:lnTo>
                  <a:lnTo>
                    <a:pt x="5795632" y="2151677"/>
                  </a:lnTo>
                  <a:lnTo>
                    <a:pt x="5809017" y="2158917"/>
                  </a:lnTo>
                  <a:lnTo>
                    <a:pt x="5822402" y="2166030"/>
                  </a:lnTo>
                  <a:lnTo>
                    <a:pt x="5835787" y="2172938"/>
                  </a:lnTo>
                  <a:lnTo>
                    <a:pt x="5849172" y="2179653"/>
                  </a:lnTo>
                  <a:lnTo>
                    <a:pt x="5862556" y="2186246"/>
                  </a:lnTo>
                  <a:lnTo>
                    <a:pt x="5875941" y="2192624"/>
                  </a:lnTo>
                  <a:lnTo>
                    <a:pt x="5889326" y="2198838"/>
                  </a:lnTo>
                  <a:lnTo>
                    <a:pt x="5902711" y="2204936"/>
                  </a:lnTo>
                  <a:lnTo>
                    <a:pt x="5916096" y="2210810"/>
                  </a:lnTo>
                  <a:lnTo>
                    <a:pt x="5929481" y="2216548"/>
                  </a:lnTo>
                  <a:lnTo>
                    <a:pt x="5942865" y="2222175"/>
                  </a:lnTo>
                  <a:lnTo>
                    <a:pt x="5956250" y="2227573"/>
                  </a:lnTo>
                  <a:lnTo>
                    <a:pt x="5969635" y="2232860"/>
                  </a:lnTo>
                  <a:lnTo>
                    <a:pt x="5983020" y="2238030"/>
                  </a:lnTo>
                  <a:lnTo>
                    <a:pt x="5996405" y="2242991"/>
                  </a:lnTo>
                  <a:lnTo>
                    <a:pt x="6009790" y="2247853"/>
                  </a:lnTo>
                  <a:lnTo>
                    <a:pt x="6023174" y="2252589"/>
                  </a:lnTo>
                  <a:lnTo>
                    <a:pt x="6036559" y="2257144"/>
                  </a:lnTo>
                  <a:lnTo>
                    <a:pt x="6049944" y="2261607"/>
                  </a:lnTo>
                  <a:lnTo>
                    <a:pt x="6063329" y="2265936"/>
                  </a:lnTo>
                  <a:lnTo>
                    <a:pt x="6076714" y="2270111"/>
                  </a:lnTo>
                  <a:lnTo>
                    <a:pt x="6090099" y="2274200"/>
                  </a:lnTo>
                  <a:lnTo>
                    <a:pt x="6103483" y="2278150"/>
                  </a:lnTo>
                  <a:lnTo>
                    <a:pt x="6116868" y="2281971"/>
                  </a:lnTo>
                  <a:lnTo>
                    <a:pt x="6130253" y="2285712"/>
                  </a:lnTo>
                  <a:lnTo>
                    <a:pt x="6143638" y="2289310"/>
                  </a:lnTo>
                  <a:lnTo>
                    <a:pt x="6157023" y="2292804"/>
                  </a:lnTo>
                  <a:lnTo>
                    <a:pt x="6170408" y="2296221"/>
                  </a:lnTo>
                  <a:lnTo>
                    <a:pt x="6183792" y="2299497"/>
                  </a:lnTo>
                  <a:lnTo>
                    <a:pt x="6197177" y="2302687"/>
                  </a:lnTo>
                  <a:lnTo>
                    <a:pt x="6210562" y="2305808"/>
                  </a:lnTo>
                  <a:lnTo>
                    <a:pt x="6223947" y="2308788"/>
                  </a:lnTo>
                  <a:lnTo>
                    <a:pt x="6237332" y="2311701"/>
                  </a:lnTo>
                  <a:lnTo>
                    <a:pt x="6250717" y="2314544"/>
                  </a:lnTo>
                  <a:lnTo>
                    <a:pt x="6264101" y="2317263"/>
                  </a:lnTo>
                  <a:lnTo>
                    <a:pt x="6277486" y="2319926"/>
                  </a:lnTo>
                  <a:lnTo>
                    <a:pt x="6290871" y="2322516"/>
                  </a:lnTo>
                  <a:lnTo>
                    <a:pt x="6304256" y="2325005"/>
                  </a:lnTo>
                  <a:lnTo>
                    <a:pt x="6317641" y="2327443"/>
                  </a:lnTo>
                  <a:lnTo>
                    <a:pt x="6331026" y="2329809"/>
                  </a:lnTo>
                  <a:lnTo>
                    <a:pt x="6344410" y="2332095"/>
                  </a:lnTo>
                  <a:lnTo>
                    <a:pt x="6357795" y="2334336"/>
                  </a:lnTo>
                  <a:lnTo>
                    <a:pt x="6371180" y="2336507"/>
                  </a:lnTo>
                  <a:lnTo>
                    <a:pt x="6384565" y="2338616"/>
                  </a:lnTo>
                  <a:lnTo>
                    <a:pt x="6397950" y="2340687"/>
                  </a:lnTo>
                  <a:lnTo>
                    <a:pt x="6411335" y="2342693"/>
                  </a:lnTo>
                  <a:lnTo>
                    <a:pt x="6424719" y="2344654"/>
                  </a:lnTo>
                  <a:lnTo>
                    <a:pt x="6438104" y="2346582"/>
                  </a:lnTo>
                  <a:lnTo>
                    <a:pt x="6451489" y="2348453"/>
                  </a:lnTo>
                  <a:lnTo>
                    <a:pt x="6464874" y="2350293"/>
                  </a:lnTo>
                  <a:lnTo>
                    <a:pt x="6478259" y="2352107"/>
                  </a:lnTo>
                  <a:lnTo>
                    <a:pt x="6491644" y="2353873"/>
                  </a:lnTo>
                  <a:lnTo>
                    <a:pt x="6505028" y="2355620"/>
                  </a:lnTo>
                  <a:lnTo>
                    <a:pt x="6518413" y="2357345"/>
                  </a:lnTo>
                  <a:lnTo>
                    <a:pt x="6531798" y="2359038"/>
                  </a:lnTo>
                  <a:lnTo>
                    <a:pt x="6545183" y="2360719"/>
                  </a:lnTo>
                  <a:lnTo>
                    <a:pt x="6558568" y="2362384"/>
                  </a:lnTo>
                  <a:lnTo>
                    <a:pt x="6571953" y="2364032"/>
                  </a:lnTo>
                  <a:lnTo>
                    <a:pt x="6585337" y="2365674"/>
                  </a:lnTo>
                  <a:lnTo>
                    <a:pt x="6598722" y="2367307"/>
                  </a:lnTo>
                  <a:lnTo>
                    <a:pt x="6612107" y="2368936"/>
                  </a:lnTo>
                  <a:lnTo>
                    <a:pt x="6625492" y="2370563"/>
                  </a:lnTo>
                  <a:lnTo>
                    <a:pt x="6638877" y="2372192"/>
                  </a:lnTo>
                  <a:lnTo>
                    <a:pt x="6652262" y="2373825"/>
                  </a:lnTo>
                  <a:lnTo>
                    <a:pt x="6665646" y="2375462"/>
                  </a:lnTo>
                  <a:lnTo>
                    <a:pt x="6679031" y="2377110"/>
                  </a:lnTo>
                  <a:lnTo>
                    <a:pt x="6692416" y="2378770"/>
                  </a:lnTo>
                  <a:lnTo>
                    <a:pt x="6705801" y="2380439"/>
                  </a:lnTo>
                  <a:lnTo>
                    <a:pt x="6719186" y="2382129"/>
                  </a:lnTo>
                  <a:lnTo>
                    <a:pt x="6732571" y="2383834"/>
                  </a:lnTo>
                  <a:lnTo>
                    <a:pt x="6745955" y="2385553"/>
                  </a:lnTo>
                  <a:lnTo>
                    <a:pt x="6759340" y="2387303"/>
                  </a:lnTo>
                  <a:lnTo>
                    <a:pt x="6772725" y="2389070"/>
                  </a:lnTo>
                  <a:lnTo>
                    <a:pt x="6786110" y="2390855"/>
                  </a:lnTo>
                  <a:lnTo>
                    <a:pt x="6799495" y="2392678"/>
                  </a:lnTo>
                  <a:lnTo>
                    <a:pt x="6812880" y="2394519"/>
                  </a:lnTo>
                  <a:lnTo>
                    <a:pt x="6826264" y="2396384"/>
                  </a:lnTo>
                  <a:lnTo>
                    <a:pt x="6839649" y="2398288"/>
                  </a:lnTo>
                  <a:lnTo>
                    <a:pt x="6839649" y="2546838"/>
                  </a:lnTo>
                  <a:lnTo>
                    <a:pt x="6826264" y="2546838"/>
                  </a:lnTo>
                  <a:lnTo>
                    <a:pt x="6812880" y="2546838"/>
                  </a:lnTo>
                  <a:lnTo>
                    <a:pt x="6799495" y="2546838"/>
                  </a:lnTo>
                  <a:lnTo>
                    <a:pt x="6786110" y="2546838"/>
                  </a:lnTo>
                  <a:lnTo>
                    <a:pt x="6772725" y="2546838"/>
                  </a:lnTo>
                  <a:lnTo>
                    <a:pt x="6759340" y="2546838"/>
                  </a:lnTo>
                  <a:lnTo>
                    <a:pt x="6745955" y="2546838"/>
                  </a:lnTo>
                  <a:lnTo>
                    <a:pt x="6732571" y="2546838"/>
                  </a:lnTo>
                  <a:lnTo>
                    <a:pt x="6719186" y="2546838"/>
                  </a:lnTo>
                  <a:lnTo>
                    <a:pt x="6705801" y="2546838"/>
                  </a:lnTo>
                  <a:lnTo>
                    <a:pt x="6692416" y="2546838"/>
                  </a:lnTo>
                  <a:lnTo>
                    <a:pt x="6679031" y="2546838"/>
                  </a:lnTo>
                  <a:lnTo>
                    <a:pt x="6665646" y="2546838"/>
                  </a:lnTo>
                  <a:lnTo>
                    <a:pt x="6652262" y="2546838"/>
                  </a:lnTo>
                  <a:lnTo>
                    <a:pt x="6638877" y="2546838"/>
                  </a:lnTo>
                  <a:lnTo>
                    <a:pt x="6625492" y="2546838"/>
                  </a:lnTo>
                  <a:lnTo>
                    <a:pt x="6612107" y="2546838"/>
                  </a:lnTo>
                  <a:lnTo>
                    <a:pt x="6598722" y="2546838"/>
                  </a:lnTo>
                  <a:lnTo>
                    <a:pt x="6585337" y="2546838"/>
                  </a:lnTo>
                  <a:lnTo>
                    <a:pt x="6571953" y="2546838"/>
                  </a:lnTo>
                  <a:lnTo>
                    <a:pt x="6558568" y="2546838"/>
                  </a:lnTo>
                  <a:lnTo>
                    <a:pt x="6545183" y="2546838"/>
                  </a:lnTo>
                  <a:lnTo>
                    <a:pt x="6531798" y="2546838"/>
                  </a:lnTo>
                  <a:lnTo>
                    <a:pt x="6518413" y="2546838"/>
                  </a:lnTo>
                  <a:lnTo>
                    <a:pt x="6505028" y="2546838"/>
                  </a:lnTo>
                  <a:lnTo>
                    <a:pt x="6491644" y="2546838"/>
                  </a:lnTo>
                  <a:lnTo>
                    <a:pt x="6478259" y="2546838"/>
                  </a:lnTo>
                  <a:lnTo>
                    <a:pt x="6464874" y="2546838"/>
                  </a:lnTo>
                  <a:lnTo>
                    <a:pt x="6451489" y="2546838"/>
                  </a:lnTo>
                  <a:lnTo>
                    <a:pt x="6438104" y="2546838"/>
                  </a:lnTo>
                  <a:lnTo>
                    <a:pt x="6424719" y="2546838"/>
                  </a:lnTo>
                  <a:lnTo>
                    <a:pt x="6411335" y="2546838"/>
                  </a:lnTo>
                  <a:lnTo>
                    <a:pt x="6397950" y="2546838"/>
                  </a:lnTo>
                  <a:lnTo>
                    <a:pt x="6384565" y="2546838"/>
                  </a:lnTo>
                  <a:lnTo>
                    <a:pt x="6371180" y="2546838"/>
                  </a:lnTo>
                  <a:lnTo>
                    <a:pt x="6357795" y="2546838"/>
                  </a:lnTo>
                  <a:lnTo>
                    <a:pt x="6344410" y="2546838"/>
                  </a:lnTo>
                  <a:lnTo>
                    <a:pt x="6331026" y="2546838"/>
                  </a:lnTo>
                  <a:lnTo>
                    <a:pt x="6317641" y="2546838"/>
                  </a:lnTo>
                  <a:lnTo>
                    <a:pt x="6304256" y="2546838"/>
                  </a:lnTo>
                  <a:lnTo>
                    <a:pt x="6290871" y="2546838"/>
                  </a:lnTo>
                  <a:lnTo>
                    <a:pt x="6277486" y="2546838"/>
                  </a:lnTo>
                  <a:lnTo>
                    <a:pt x="6264101" y="2546838"/>
                  </a:lnTo>
                  <a:lnTo>
                    <a:pt x="6250717" y="2546838"/>
                  </a:lnTo>
                  <a:lnTo>
                    <a:pt x="6237332" y="2546838"/>
                  </a:lnTo>
                  <a:lnTo>
                    <a:pt x="6223947" y="2546838"/>
                  </a:lnTo>
                  <a:lnTo>
                    <a:pt x="6210562" y="2546838"/>
                  </a:lnTo>
                  <a:lnTo>
                    <a:pt x="6197177" y="2546838"/>
                  </a:lnTo>
                  <a:lnTo>
                    <a:pt x="6183792" y="2546838"/>
                  </a:lnTo>
                  <a:lnTo>
                    <a:pt x="6170408" y="2546838"/>
                  </a:lnTo>
                  <a:lnTo>
                    <a:pt x="6157023" y="2546838"/>
                  </a:lnTo>
                  <a:lnTo>
                    <a:pt x="6143638" y="2546838"/>
                  </a:lnTo>
                  <a:lnTo>
                    <a:pt x="6130253" y="2546838"/>
                  </a:lnTo>
                  <a:lnTo>
                    <a:pt x="6116868" y="2546838"/>
                  </a:lnTo>
                  <a:lnTo>
                    <a:pt x="6103483" y="2546838"/>
                  </a:lnTo>
                  <a:lnTo>
                    <a:pt x="6090099" y="2546838"/>
                  </a:lnTo>
                  <a:lnTo>
                    <a:pt x="6076714" y="2546838"/>
                  </a:lnTo>
                  <a:lnTo>
                    <a:pt x="6063329" y="2546838"/>
                  </a:lnTo>
                  <a:lnTo>
                    <a:pt x="6049944" y="2546838"/>
                  </a:lnTo>
                  <a:lnTo>
                    <a:pt x="6036559" y="2546838"/>
                  </a:lnTo>
                  <a:lnTo>
                    <a:pt x="6023174" y="2546838"/>
                  </a:lnTo>
                  <a:lnTo>
                    <a:pt x="6009790" y="2546838"/>
                  </a:lnTo>
                  <a:lnTo>
                    <a:pt x="5996405" y="2546838"/>
                  </a:lnTo>
                  <a:lnTo>
                    <a:pt x="5983020" y="2546838"/>
                  </a:lnTo>
                  <a:lnTo>
                    <a:pt x="5969635" y="2546838"/>
                  </a:lnTo>
                  <a:lnTo>
                    <a:pt x="5956250" y="2546838"/>
                  </a:lnTo>
                  <a:lnTo>
                    <a:pt x="5942865" y="2546838"/>
                  </a:lnTo>
                  <a:lnTo>
                    <a:pt x="5929481" y="2546838"/>
                  </a:lnTo>
                  <a:lnTo>
                    <a:pt x="5916096" y="2546838"/>
                  </a:lnTo>
                  <a:lnTo>
                    <a:pt x="5902711" y="2546838"/>
                  </a:lnTo>
                  <a:lnTo>
                    <a:pt x="5889326" y="2546838"/>
                  </a:lnTo>
                  <a:lnTo>
                    <a:pt x="5875941" y="2546838"/>
                  </a:lnTo>
                  <a:lnTo>
                    <a:pt x="5862556" y="2546838"/>
                  </a:lnTo>
                  <a:lnTo>
                    <a:pt x="5849172" y="2546838"/>
                  </a:lnTo>
                  <a:lnTo>
                    <a:pt x="5835787" y="2546838"/>
                  </a:lnTo>
                  <a:lnTo>
                    <a:pt x="5822402" y="2546838"/>
                  </a:lnTo>
                  <a:lnTo>
                    <a:pt x="5809017" y="2546838"/>
                  </a:lnTo>
                  <a:lnTo>
                    <a:pt x="5795632" y="2546838"/>
                  </a:lnTo>
                  <a:lnTo>
                    <a:pt x="5782247" y="2546838"/>
                  </a:lnTo>
                  <a:lnTo>
                    <a:pt x="5768863" y="2546838"/>
                  </a:lnTo>
                  <a:lnTo>
                    <a:pt x="5755478" y="2546838"/>
                  </a:lnTo>
                  <a:lnTo>
                    <a:pt x="5742093" y="2546838"/>
                  </a:lnTo>
                  <a:lnTo>
                    <a:pt x="5728708" y="2546838"/>
                  </a:lnTo>
                  <a:lnTo>
                    <a:pt x="5715323" y="2546838"/>
                  </a:lnTo>
                  <a:lnTo>
                    <a:pt x="5701938" y="2546838"/>
                  </a:lnTo>
                  <a:lnTo>
                    <a:pt x="5688554" y="2546838"/>
                  </a:lnTo>
                  <a:lnTo>
                    <a:pt x="5675169" y="2546838"/>
                  </a:lnTo>
                  <a:lnTo>
                    <a:pt x="5661784" y="2546838"/>
                  </a:lnTo>
                  <a:lnTo>
                    <a:pt x="5648399" y="2546838"/>
                  </a:lnTo>
                  <a:lnTo>
                    <a:pt x="5635014" y="2546838"/>
                  </a:lnTo>
                  <a:lnTo>
                    <a:pt x="5621629" y="2546838"/>
                  </a:lnTo>
                  <a:lnTo>
                    <a:pt x="5608245" y="2546838"/>
                  </a:lnTo>
                  <a:lnTo>
                    <a:pt x="5594860" y="2546838"/>
                  </a:lnTo>
                  <a:lnTo>
                    <a:pt x="5581475" y="2546838"/>
                  </a:lnTo>
                  <a:lnTo>
                    <a:pt x="5568090" y="2546838"/>
                  </a:lnTo>
                  <a:lnTo>
                    <a:pt x="5554705" y="2546838"/>
                  </a:lnTo>
                  <a:lnTo>
                    <a:pt x="5541320" y="2546838"/>
                  </a:lnTo>
                  <a:lnTo>
                    <a:pt x="5527936" y="2546838"/>
                  </a:lnTo>
                  <a:lnTo>
                    <a:pt x="5514551" y="2546838"/>
                  </a:lnTo>
                  <a:lnTo>
                    <a:pt x="5501166" y="2546838"/>
                  </a:lnTo>
                  <a:lnTo>
                    <a:pt x="5487781" y="2546838"/>
                  </a:lnTo>
                  <a:lnTo>
                    <a:pt x="5474396" y="2546838"/>
                  </a:lnTo>
                  <a:lnTo>
                    <a:pt x="5461011" y="2546838"/>
                  </a:lnTo>
                  <a:lnTo>
                    <a:pt x="5447627" y="2546838"/>
                  </a:lnTo>
                  <a:lnTo>
                    <a:pt x="5434242" y="2546838"/>
                  </a:lnTo>
                  <a:lnTo>
                    <a:pt x="5420857" y="2546838"/>
                  </a:lnTo>
                  <a:lnTo>
                    <a:pt x="5407472" y="2546838"/>
                  </a:lnTo>
                  <a:lnTo>
                    <a:pt x="5394087" y="2546838"/>
                  </a:lnTo>
                  <a:lnTo>
                    <a:pt x="5380702" y="2546838"/>
                  </a:lnTo>
                  <a:lnTo>
                    <a:pt x="5367318" y="2546838"/>
                  </a:lnTo>
                  <a:lnTo>
                    <a:pt x="5353933" y="2546838"/>
                  </a:lnTo>
                  <a:lnTo>
                    <a:pt x="5340548" y="2546838"/>
                  </a:lnTo>
                  <a:lnTo>
                    <a:pt x="5327163" y="2546838"/>
                  </a:lnTo>
                  <a:lnTo>
                    <a:pt x="5313778" y="2546838"/>
                  </a:lnTo>
                  <a:lnTo>
                    <a:pt x="5300393" y="2546838"/>
                  </a:lnTo>
                  <a:lnTo>
                    <a:pt x="5287009" y="2546838"/>
                  </a:lnTo>
                  <a:lnTo>
                    <a:pt x="5273624" y="2546838"/>
                  </a:lnTo>
                  <a:lnTo>
                    <a:pt x="5260239" y="2546838"/>
                  </a:lnTo>
                  <a:lnTo>
                    <a:pt x="5246854" y="2546838"/>
                  </a:lnTo>
                  <a:lnTo>
                    <a:pt x="5233469" y="2546838"/>
                  </a:lnTo>
                  <a:lnTo>
                    <a:pt x="5220084" y="2546838"/>
                  </a:lnTo>
                  <a:lnTo>
                    <a:pt x="5206700" y="2546838"/>
                  </a:lnTo>
                  <a:lnTo>
                    <a:pt x="5193315" y="2546838"/>
                  </a:lnTo>
                  <a:lnTo>
                    <a:pt x="5179930" y="2546838"/>
                  </a:lnTo>
                  <a:lnTo>
                    <a:pt x="5166545" y="2546838"/>
                  </a:lnTo>
                  <a:lnTo>
                    <a:pt x="5153160" y="2546838"/>
                  </a:lnTo>
                  <a:lnTo>
                    <a:pt x="5139775" y="2546838"/>
                  </a:lnTo>
                  <a:lnTo>
                    <a:pt x="5126391" y="2546838"/>
                  </a:lnTo>
                  <a:lnTo>
                    <a:pt x="5113006" y="2546838"/>
                  </a:lnTo>
                  <a:lnTo>
                    <a:pt x="5099621" y="2546838"/>
                  </a:lnTo>
                  <a:lnTo>
                    <a:pt x="5086236" y="2546838"/>
                  </a:lnTo>
                  <a:lnTo>
                    <a:pt x="5072851" y="2546838"/>
                  </a:lnTo>
                  <a:lnTo>
                    <a:pt x="5059466" y="2546838"/>
                  </a:lnTo>
                  <a:lnTo>
                    <a:pt x="5046082" y="2546838"/>
                  </a:lnTo>
                  <a:lnTo>
                    <a:pt x="5032697" y="2546838"/>
                  </a:lnTo>
                  <a:lnTo>
                    <a:pt x="5019312" y="2546838"/>
                  </a:lnTo>
                  <a:lnTo>
                    <a:pt x="5005927" y="2546838"/>
                  </a:lnTo>
                  <a:lnTo>
                    <a:pt x="4992542" y="2546838"/>
                  </a:lnTo>
                  <a:lnTo>
                    <a:pt x="4979157" y="2546838"/>
                  </a:lnTo>
                  <a:lnTo>
                    <a:pt x="4965773" y="2546838"/>
                  </a:lnTo>
                  <a:lnTo>
                    <a:pt x="4952388" y="2546838"/>
                  </a:lnTo>
                  <a:lnTo>
                    <a:pt x="4939003" y="2546838"/>
                  </a:lnTo>
                  <a:lnTo>
                    <a:pt x="4925618" y="2546838"/>
                  </a:lnTo>
                  <a:lnTo>
                    <a:pt x="4912233" y="2546838"/>
                  </a:lnTo>
                  <a:lnTo>
                    <a:pt x="4898848" y="2546838"/>
                  </a:lnTo>
                  <a:lnTo>
                    <a:pt x="4885464" y="2546838"/>
                  </a:lnTo>
                  <a:lnTo>
                    <a:pt x="4872079" y="2546838"/>
                  </a:lnTo>
                  <a:lnTo>
                    <a:pt x="4858694" y="2546838"/>
                  </a:lnTo>
                  <a:lnTo>
                    <a:pt x="4845309" y="2546838"/>
                  </a:lnTo>
                  <a:lnTo>
                    <a:pt x="4831924" y="2546838"/>
                  </a:lnTo>
                  <a:lnTo>
                    <a:pt x="4818539" y="2546838"/>
                  </a:lnTo>
                  <a:lnTo>
                    <a:pt x="4805155" y="2546838"/>
                  </a:lnTo>
                  <a:lnTo>
                    <a:pt x="4791770" y="2546838"/>
                  </a:lnTo>
                  <a:lnTo>
                    <a:pt x="4778385" y="2546838"/>
                  </a:lnTo>
                  <a:lnTo>
                    <a:pt x="4765000" y="2546838"/>
                  </a:lnTo>
                  <a:lnTo>
                    <a:pt x="4751615" y="2546838"/>
                  </a:lnTo>
                  <a:lnTo>
                    <a:pt x="4738230" y="2546838"/>
                  </a:lnTo>
                  <a:lnTo>
                    <a:pt x="4724846" y="2546838"/>
                  </a:lnTo>
                  <a:lnTo>
                    <a:pt x="4711461" y="2546838"/>
                  </a:lnTo>
                  <a:lnTo>
                    <a:pt x="4698076" y="2546838"/>
                  </a:lnTo>
                  <a:lnTo>
                    <a:pt x="4684691" y="2546838"/>
                  </a:lnTo>
                  <a:lnTo>
                    <a:pt x="4671306" y="2546838"/>
                  </a:lnTo>
                  <a:lnTo>
                    <a:pt x="4657921" y="2546838"/>
                  </a:lnTo>
                  <a:lnTo>
                    <a:pt x="4644537" y="2546838"/>
                  </a:lnTo>
                  <a:lnTo>
                    <a:pt x="4631152" y="2546838"/>
                  </a:lnTo>
                  <a:lnTo>
                    <a:pt x="4617767" y="2546838"/>
                  </a:lnTo>
                  <a:lnTo>
                    <a:pt x="4604382" y="2546838"/>
                  </a:lnTo>
                  <a:lnTo>
                    <a:pt x="4590997" y="2546838"/>
                  </a:lnTo>
                  <a:lnTo>
                    <a:pt x="4577612" y="2546838"/>
                  </a:lnTo>
                  <a:lnTo>
                    <a:pt x="4564228" y="2546838"/>
                  </a:lnTo>
                  <a:lnTo>
                    <a:pt x="4550843" y="2546838"/>
                  </a:lnTo>
                  <a:lnTo>
                    <a:pt x="4537458" y="2546838"/>
                  </a:lnTo>
                  <a:lnTo>
                    <a:pt x="4524073" y="2546838"/>
                  </a:lnTo>
                  <a:lnTo>
                    <a:pt x="4510688" y="2546838"/>
                  </a:lnTo>
                  <a:lnTo>
                    <a:pt x="4497303" y="2546838"/>
                  </a:lnTo>
                  <a:lnTo>
                    <a:pt x="4483919" y="2546838"/>
                  </a:lnTo>
                  <a:lnTo>
                    <a:pt x="4470534" y="2546838"/>
                  </a:lnTo>
                  <a:lnTo>
                    <a:pt x="4457149" y="2546838"/>
                  </a:lnTo>
                  <a:lnTo>
                    <a:pt x="4443764" y="2546838"/>
                  </a:lnTo>
                  <a:lnTo>
                    <a:pt x="4430379" y="2546838"/>
                  </a:lnTo>
                  <a:lnTo>
                    <a:pt x="4416994" y="2546838"/>
                  </a:lnTo>
                  <a:lnTo>
                    <a:pt x="4403610" y="2546838"/>
                  </a:lnTo>
                  <a:lnTo>
                    <a:pt x="4390225" y="2546838"/>
                  </a:lnTo>
                  <a:lnTo>
                    <a:pt x="4376840" y="2546838"/>
                  </a:lnTo>
                  <a:lnTo>
                    <a:pt x="4363455" y="2546838"/>
                  </a:lnTo>
                  <a:lnTo>
                    <a:pt x="4350070" y="2546838"/>
                  </a:lnTo>
                  <a:lnTo>
                    <a:pt x="4336685" y="2546838"/>
                  </a:lnTo>
                  <a:lnTo>
                    <a:pt x="4323301" y="2546838"/>
                  </a:lnTo>
                  <a:lnTo>
                    <a:pt x="4309916" y="2546838"/>
                  </a:lnTo>
                  <a:lnTo>
                    <a:pt x="4296531" y="2546838"/>
                  </a:lnTo>
                  <a:lnTo>
                    <a:pt x="4283146" y="2546838"/>
                  </a:lnTo>
                  <a:lnTo>
                    <a:pt x="4269761" y="2546838"/>
                  </a:lnTo>
                  <a:lnTo>
                    <a:pt x="4256376" y="2546838"/>
                  </a:lnTo>
                  <a:lnTo>
                    <a:pt x="4242992" y="2546838"/>
                  </a:lnTo>
                  <a:lnTo>
                    <a:pt x="4229607" y="2546838"/>
                  </a:lnTo>
                  <a:lnTo>
                    <a:pt x="4216222" y="2546838"/>
                  </a:lnTo>
                  <a:lnTo>
                    <a:pt x="4202837" y="2546838"/>
                  </a:lnTo>
                  <a:lnTo>
                    <a:pt x="4189452" y="2546838"/>
                  </a:lnTo>
                  <a:lnTo>
                    <a:pt x="4176067" y="2546838"/>
                  </a:lnTo>
                  <a:lnTo>
                    <a:pt x="4162683" y="2546838"/>
                  </a:lnTo>
                  <a:lnTo>
                    <a:pt x="4149298" y="2546838"/>
                  </a:lnTo>
                  <a:lnTo>
                    <a:pt x="4135913" y="2546838"/>
                  </a:lnTo>
                  <a:lnTo>
                    <a:pt x="4122528" y="2546838"/>
                  </a:lnTo>
                  <a:lnTo>
                    <a:pt x="4109143" y="2546838"/>
                  </a:lnTo>
                  <a:lnTo>
                    <a:pt x="4095758" y="2546838"/>
                  </a:lnTo>
                  <a:lnTo>
                    <a:pt x="4082374" y="2546838"/>
                  </a:lnTo>
                  <a:lnTo>
                    <a:pt x="4068989" y="2546838"/>
                  </a:lnTo>
                  <a:lnTo>
                    <a:pt x="4055604" y="2546838"/>
                  </a:lnTo>
                  <a:lnTo>
                    <a:pt x="4042219" y="2546838"/>
                  </a:lnTo>
                  <a:lnTo>
                    <a:pt x="4028834" y="2546838"/>
                  </a:lnTo>
                  <a:lnTo>
                    <a:pt x="4015449" y="2546838"/>
                  </a:lnTo>
                  <a:lnTo>
                    <a:pt x="4002065" y="2546838"/>
                  </a:lnTo>
                  <a:lnTo>
                    <a:pt x="3988680" y="2546838"/>
                  </a:lnTo>
                  <a:lnTo>
                    <a:pt x="3975295" y="2546838"/>
                  </a:lnTo>
                  <a:lnTo>
                    <a:pt x="3961910" y="2546838"/>
                  </a:lnTo>
                  <a:lnTo>
                    <a:pt x="3948525" y="2546838"/>
                  </a:lnTo>
                  <a:lnTo>
                    <a:pt x="3935140" y="2546838"/>
                  </a:lnTo>
                  <a:lnTo>
                    <a:pt x="3921756" y="2546838"/>
                  </a:lnTo>
                  <a:lnTo>
                    <a:pt x="3908371" y="2546838"/>
                  </a:lnTo>
                  <a:lnTo>
                    <a:pt x="3894986" y="2546838"/>
                  </a:lnTo>
                  <a:lnTo>
                    <a:pt x="3881601" y="2546838"/>
                  </a:lnTo>
                  <a:lnTo>
                    <a:pt x="3868216" y="2546838"/>
                  </a:lnTo>
                  <a:lnTo>
                    <a:pt x="3854831" y="2546838"/>
                  </a:lnTo>
                  <a:lnTo>
                    <a:pt x="3841447" y="2546838"/>
                  </a:lnTo>
                  <a:lnTo>
                    <a:pt x="3828062" y="2546838"/>
                  </a:lnTo>
                  <a:lnTo>
                    <a:pt x="3814677" y="2546838"/>
                  </a:lnTo>
                  <a:lnTo>
                    <a:pt x="3801292" y="2546838"/>
                  </a:lnTo>
                  <a:lnTo>
                    <a:pt x="3787907" y="2546838"/>
                  </a:lnTo>
                  <a:lnTo>
                    <a:pt x="3774522" y="2546838"/>
                  </a:lnTo>
                  <a:lnTo>
                    <a:pt x="3761138" y="2546838"/>
                  </a:lnTo>
                  <a:lnTo>
                    <a:pt x="3747753" y="2546838"/>
                  </a:lnTo>
                  <a:lnTo>
                    <a:pt x="3734368" y="2546838"/>
                  </a:lnTo>
                  <a:lnTo>
                    <a:pt x="3720983" y="2546838"/>
                  </a:lnTo>
                  <a:lnTo>
                    <a:pt x="3707598" y="2546838"/>
                  </a:lnTo>
                  <a:lnTo>
                    <a:pt x="3694213" y="2546838"/>
                  </a:lnTo>
                  <a:lnTo>
                    <a:pt x="3680829" y="2546838"/>
                  </a:lnTo>
                  <a:lnTo>
                    <a:pt x="3667444" y="2546838"/>
                  </a:lnTo>
                  <a:lnTo>
                    <a:pt x="3654059" y="2546838"/>
                  </a:lnTo>
                  <a:lnTo>
                    <a:pt x="3640674" y="2546838"/>
                  </a:lnTo>
                  <a:lnTo>
                    <a:pt x="3627289" y="2546838"/>
                  </a:lnTo>
                  <a:lnTo>
                    <a:pt x="3613904" y="2546838"/>
                  </a:lnTo>
                  <a:lnTo>
                    <a:pt x="3600520" y="2546838"/>
                  </a:lnTo>
                  <a:lnTo>
                    <a:pt x="3587135" y="2546838"/>
                  </a:lnTo>
                  <a:lnTo>
                    <a:pt x="3573750" y="2546838"/>
                  </a:lnTo>
                  <a:lnTo>
                    <a:pt x="3560365" y="2546838"/>
                  </a:lnTo>
                  <a:lnTo>
                    <a:pt x="3546980" y="2546838"/>
                  </a:lnTo>
                  <a:lnTo>
                    <a:pt x="3533595" y="2546838"/>
                  </a:lnTo>
                  <a:lnTo>
                    <a:pt x="3520211" y="2546838"/>
                  </a:lnTo>
                  <a:lnTo>
                    <a:pt x="3506826" y="2546838"/>
                  </a:lnTo>
                  <a:lnTo>
                    <a:pt x="3493441" y="2546838"/>
                  </a:lnTo>
                  <a:lnTo>
                    <a:pt x="3480056" y="2546838"/>
                  </a:lnTo>
                  <a:lnTo>
                    <a:pt x="3466671" y="2546838"/>
                  </a:lnTo>
                  <a:lnTo>
                    <a:pt x="3453286" y="2546838"/>
                  </a:lnTo>
                  <a:lnTo>
                    <a:pt x="3439902" y="2546838"/>
                  </a:lnTo>
                  <a:lnTo>
                    <a:pt x="3426517" y="2546838"/>
                  </a:lnTo>
                  <a:lnTo>
                    <a:pt x="3413132" y="2546838"/>
                  </a:lnTo>
                  <a:lnTo>
                    <a:pt x="3399747" y="2546838"/>
                  </a:lnTo>
                  <a:lnTo>
                    <a:pt x="3386362" y="2546838"/>
                  </a:lnTo>
                  <a:lnTo>
                    <a:pt x="3372977" y="2546838"/>
                  </a:lnTo>
                  <a:lnTo>
                    <a:pt x="3359593" y="2546838"/>
                  </a:lnTo>
                  <a:lnTo>
                    <a:pt x="3346208" y="2546838"/>
                  </a:lnTo>
                  <a:lnTo>
                    <a:pt x="3332823" y="2546838"/>
                  </a:lnTo>
                  <a:lnTo>
                    <a:pt x="3319438" y="2546838"/>
                  </a:lnTo>
                  <a:lnTo>
                    <a:pt x="3306053" y="2546838"/>
                  </a:lnTo>
                  <a:lnTo>
                    <a:pt x="3292668" y="2546838"/>
                  </a:lnTo>
                  <a:lnTo>
                    <a:pt x="3279284" y="2546838"/>
                  </a:lnTo>
                  <a:lnTo>
                    <a:pt x="3265899" y="2546838"/>
                  </a:lnTo>
                  <a:lnTo>
                    <a:pt x="3252514" y="2546838"/>
                  </a:lnTo>
                  <a:lnTo>
                    <a:pt x="3239129" y="2546838"/>
                  </a:lnTo>
                  <a:lnTo>
                    <a:pt x="3225744" y="2546838"/>
                  </a:lnTo>
                  <a:lnTo>
                    <a:pt x="3212359" y="2546838"/>
                  </a:lnTo>
                  <a:lnTo>
                    <a:pt x="3198975" y="2546838"/>
                  </a:lnTo>
                  <a:lnTo>
                    <a:pt x="3185590" y="2546838"/>
                  </a:lnTo>
                  <a:lnTo>
                    <a:pt x="3172205" y="2546838"/>
                  </a:lnTo>
                  <a:lnTo>
                    <a:pt x="3158820" y="2546838"/>
                  </a:lnTo>
                  <a:lnTo>
                    <a:pt x="3145435" y="2546838"/>
                  </a:lnTo>
                  <a:lnTo>
                    <a:pt x="3132050" y="2546838"/>
                  </a:lnTo>
                  <a:lnTo>
                    <a:pt x="3118666" y="2546838"/>
                  </a:lnTo>
                  <a:lnTo>
                    <a:pt x="3105281" y="2546838"/>
                  </a:lnTo>
                  <a:lnTo>
                    <a:pt x="3091896" y="2546838"/>
                  </a:lnTo>
                  <a:lnTo>
                    <a:pt x="3078511" y="2546838"/>
                  </a:lnTo>
                  <a:lnTo>
                    <a:pt x="3065126" y="2546838"/>
                  </a:lnTo>
                  <a:lnTo>
                    <a:pt x="3051741" y="2546838"/>
                  </a:lnTo>
                  <a:lnTo>
                    <a:pt x="3038357" y="2546838"/>
                  </a:lnTo>
                  <a:lnTo>
                    <a:pt x="3024972" y="2546838"/>
                  </a:lnTo>
                  <a:lnTo>
                    <a:pt x="3011587" y="2546838"/>
                  </a:lnTo>
                  <a:lnTo>
                    <a:pt x="2998202" y="2546838"/>
                  </a:lnTo>
                  <a:lnTo>
                    <a:pt x="2984817" y="2546838"/>
                  </a:lnTo>
                  <a:lnTo>
                    <a:pt x="2971432" y="2546838"/>
                  </a:lnTo>
                  <a:lnTo>
                    <a:pt x="2958048" y="2546838"/>
                  </a:lnTo>
                  <a:lnTo>
                    <a:pt x="2944663" y="2546838"/>
                  </a:lnTo>
                  <a:lnTo>
                    <a:pt x="2931278" y="2546838"/>
                  </a:lnTo>
                  <a:lnTo>
                    <a:pt x="2917893" y="2546838"/>
                  </a:lnTo>
                  <a:lnTo>
                    <a:pt x="2904508" y="2546838"/>
                  </a:lnTo>
                  <a:lnTo>
                    <a:pt x="2891123" y="2546838"/>
                  </a:lnTo>
                  <a:lnTo>
                    <a:pt x="2877739" y="2546838"/>
                  </a:lnTo>
                  <a:lnTo>
                    <a:pt x="2864354" y="2546838"/>
                  </a:lnTo>
                  <a:lnTo>
                    <a:pt x="2850969" y="2546838"/>
                  </a:lnTo>
                  <a:lnTo>
                    <a:pt x="2837584" y="2546838"/>
                  </a:lnTo>
                  <a:lnTo>
                    <a:pt x="2824199" y="2546838"/>
                  </a:lnTo>
                  <a:lnTo>
                    <a:pt x="2810814" y="2546838"/>
                  </a:lnTo>
                  <a:lnTo>
                    <a:pt x="2797430" y="2546838"/>
                  </a:lnTo>
                  <a:lnTo>
                    <a:pt x="2784045" y="2546838"/>
                  </a:lnTo>
                  <a:lnTo>
                    <a:pt x="2770660" y="2546838"/>
                  </a:lnTo>
                  <a:lnTo>
                    <a:pt x="2757275" y="2546838"/>
                  </a:lnTo>
                  <a:lnTo>
                    <a:pt x="2743890" y="2546838"/>
                  </a:lnTo>
                  <a:lnTo>
                    <a:pt x="2730505" y="2546838"/>
                  </a:lnTo>
                  <a:lnTo>
                    <a:pt x="2717121" y="2546838"/>
                  </a:lnTo>
                  <a:lnTo>
                    <a:pt x="2703736" y="2546838"/>
                  </a:lnTo>
                  <a:lnTo>
                    <a:pt x="2690351" y="2546838"/>
                  </a:lnTo>
                  <a:lnTo>
                    <a:pt x="2676966" y="2546838"/>
                  </a:lnTo>
                  <a:lnTo>
                    <a:pt x="2663581" y="2546838"/>
                  </a:lnTo>
                  <a:lnTo>
                    <a:pt x="2650196" y="2546838"/>
                  </a:lnTo>
                  <a:lnTo>
                    <a:pt x="2636812" y="2546838"/>
                  </a:lnTo>
                  <a:lnTo>
                    <a:pt x="2623427" y="2546838"/>
                  </a:lnTo>
                  <a:lnTo>
                    <a:pt x="2610042" y="2546838"/>
                  </a:lnTo>
                  <a:lnTo>
                    <a:pt x="2596657" y="2546838"/>
                  </a:lnTo>
                  <a:lnTo>
                    <a:pt x="2583272" y="2546838"/>
                  </a:lnTo>
                  <a:lnTo>
                    <a:pt x="2569887" y="2546838"/>
                  </a:lnTo>
                  <a:lnTo>
                    <a:pt x="2556503" y="2546838"/>
                  </a:lnTo>
                  <a:lnTo>
                    <a:pt x="2543118" y="2546838"/>
                  </a:lnTo>
                  <a:lnTo>
                    <a:pt x="2529733" y="2546838"/>
                  </a:lnTo>
                  <a:lnTo>
                    <a:pt x="2516348" y="2546838"/>
                  </a:lnTo>
                  <a:lnTo>
                    <a:pt x="2502963" y="2546838"/>
                  </a:lnTo>
                  <a:lnTo>
                    <a:pt x="2489578" y="2546838"/>
                  </a:lnTo>
                  <a:lnTo>
                    <a:pt x="2476194" y="2546838"/>
                  </a:lnTo>
                  <a:lnTo>
                    <a:pt x="2462809" y="2546838"/>
                  </a:lnTo>
                  <a:lnTo>
                    <a:pt x="2449424" y="2546838"/>
                  </a:lnTo>
                  <a:lnTo>
                    <a:pt x="2436039" y="2546838"/>
                  </a:lnTo>
                  <a:lnTo>
                    <a:pt x="2422654" y="2546838"/>
                  </a:lnTo>
                  <a:lnTo>
                    <a:pt x="2409269" y="2546838"/>
                  </a:lnTo>
                  <a:lnTo>
                    <a:pt x="2395885" y="2546838"/>
                  </a:lnTo>
                  <a:lnTo>
                    <a:pt x="2382500" y="2546838"/>
                  </a:lnTo>
                  <a:lnTo>
                    <a:pt x="2369115" y="2546838"/>
                  </a:lnTo>
                  <a:lnTo>
                    <a:pt x="2355730" y="2546838"/>
                  </a:lnTo>
                  <a:lnTo>
                    <a:pt x="2342345" y="2546838"/>
                  </a:lnTo>
                  <a:lnTo>
                    <a:pt x="2328960" y="2546838"/>
                  </a:lnTo>
                  <a:lnTo>
                    <a:pt x="2315576" y="2546838"/>
                  </a:lnTo>
                  <a:lnTo>
                    <a:pt x="2302191" y="2546838"/>
                  </a:lnTo>
                  <a:lnTo>
                    <a:pt x="2288806" y="2546838"/>
                  </a:lnTo>
                  <a:lnTo>
                    <a:pt x="2275421" y="2546838"/>
                  </a:lnTo>
                  <a:lnTo>
                    <a:pt x="2262036" y="2546838"/>
                  </a:lnTo>
                  <a:lnTo>
                    <a:pt x="2248651" y="2546838"/>
                  </a:lnTo>
                  <a:lnTo>
                    <a:pt x="2235267" y="2546838"/>
                  </a:lnTo>
                  <a:lnTo>
                    <a:pt x="2221882" y="2546838"/>
                  </a:lnTo>
                  <a:lnTo>
                    <a:pt x="2208497" y="2546838"/>
                  </a:lnTo>
                  <a:lnTo>
                    <a:pt x="2195112" y="2546838"/>
                  </a:lnTo>
                  <a:lnTo>
                    <a:pt x="2181727" y="2546838"/>
                  </a:lnTo>
                  <a:lnTo>
                    <a:pt x="2168342" y="2546838"/>
                  </a:lnTo>
                  <a:lnTo>
                    <a:pt x="2154958" y="2546838"/>
                  </a:lnTo>
                  <a:lnTo>
                    <a:pt x="2141573" y="2546838"/>
                  </a:lnTo>
                  <a:lnTo>
                    <a:pt x="2128188" y="2546838"/>
                  </a:lnTo>
                  <a:lnTo>
                    <a:pt x="2114803" y="2546838"/>
                  </a:lnTo>
                  <a:lnTo>
                    <a:pt x="2101418" y="2546838"/>
                  </a:lnTo>
                  <a:lnTo>
                    <a:pt x="2088033" y="2546838"/>
                  </a:lnTo>
                  <a:lnTo>
                    <a:pt x="2074649" y="2546838"/>
                  </a:lnTo>
                  <a:lnTo>
                    <a:pt x="2061264" y="2546838"/>
                  </a:lnTo>
                  <a:lnTo>
                    <a:pt x="2047879" y="2546838"/>
                  </a:lnTo>
                  <a:lnTo>
                    <a:pt x="2034494" y="2546838"/>
                  </a:lnTo>
                  <a:lnTo>
                    <a:pt x="2021109" y="2546838"/>
                  </a:lnTo>
                  <a:lnTo>
                    <a:pt x="2007724" y="2546838"/>
                  </a:lnTo>
                  <a:lnTo>
                    <a:pt x="1994340" y="2546838"/>
                  </a:lnTo>
                  <a:lnTo>
                    <a:pt x="1980955" y="2546838"/>
                  </a:lnTo>
                  <a:lnTo>
                    <a:pt x="1967570" y="2546838"/>
                  </a:lnTo>
                  <a:lnTo>
                    <a:pt x="1954185" y="2546838"/>
                  </a:lnTo>
                  <a:lnTo>
                    <a:pt x="1940800" y="2546838"/>
                  </a:lnTo>
                  <a:lnTo>
                    <a:pt x="1927415" y="2546838"/>
                  </a:lnTo>
                  <a:lnTo>
                    <a:pt x="1914031" y="2546838"/>
                  </a:lnTo>
                  <a:lnTo>
                    <a:pt x="1900646" y="2546838"/>
                  </a:lnTo>
                  <a:lnTo>
                    <a:pt x="1887261" y="2546838"/>
                  </a:lnTo>
                  <a:lnTo>
                    <a:pt x="1873876" y="2546838"/>
                  </a:lnTo>
                  <a:lnTo>
                    <a:pt x="1860491" y="2546838"/>
                  </a:lnTo>
                  <a:lnTo>
                    <a:pt x="1847106" y="2546838"/>
                  </a:lnTo>
                  <a:lnTo>
                    <a:pt x="1833722" y="2546838"/>
                  </a:lnTo>
                  <a:lnTo>
                    <a:pt x="1820337" y="2546838"/>
                  </a:lnTo>
                  <a:lnTo>
                    <a:pt x="1806952" y="2546838"/>
                  </a:lnTo>
                  <a:lnTo>
                    <a:pt x="1793567" y="2546838"/>
                  </a:lnTo>
                  <a:lnTo>
                    <a:pt x="1780182" y="2546838"/>
                  </a:lnTo>
                  <a:lnTo>
                    <a:pt x="1766797" y="2546838"/>
                  </a:lnTo>
                  <a:lnTo>
                    <a:pt x="1753413" y="2546838"/>
                  </a:lnTo>
                  <a:lnTo>
                    <a:pt x="1740028" y="2546838"/>
                  </a:lnTo>
                  <a:lnTo>
                    <a:pt x="1726643" y="2546838"/>
                  </a:lnTo>
                  <a:lnTo>
                    <a:pt x="1713258" y="2546838"/>
                  </a:lnTo>
                  <a:lnTo>
                    <a:pt x="1699873" y="2546838"/>
                  </a:lnTo>
                  <a:lnTo>
                    <a:pt x="1686488" y="2546838"/>
                  </a:lnTo>
                  <a:lnTo>
                    <a:pt x="1673104" y="2546838"/>
                  </a:lnTo>
                  <a:lnTo>
                    <a:pt x="1659719" y="2546838"/>
                  </a:lnTo>
                  <a:lnTo>
                    <a:pt x="1646334" y="2546838"/>
                  </a:lnTo>
                  <a:lnTo>
                    <a:pt x="1632949" y="2546838"/>
                  </a:lnTo>
                  <a:lnTo>
                    <a:pt x="1619564" y="2546838"/>
                  </a:lnTo>
                  <a:lnTo>
                    <a:pt x="1606179" y="2546838"/>
                  </a:lnTo>
                  <a:lnTo>
                    <a:pt x="1592795" y="2546838"/>
                  </a:lnTo>
                  <a:lnTo>
                    <a:pt x="1579410" y="2546838"/>
                  </a:lnTo>
                  <a:lnTo>
                    <a:pt x="1566025" y="2546838"/>
                  </a:lnTo>
                  <a:lnTo>
                    <a:pt x="1552640" y="2546838"/>
                  </a:lnTo>
                  <a:lnTo>
                    <a:pt x="1539255" y="2546838"/>
                  </a:lnTo>
                  <a:lnTo>
                    <a:pt x="1525870" y="2546838"/>
                  </a:lnTo>
                  <a:lnTo>
                    <a:pt x="1512486" y="2546838"/>
                  </a:lnTo>
                  <a:lnTo>
                    <a:pt x="1499101" y="2546838"/>
                  </a:lnTo>
                  <a:lnTo>
                    <a:pt x="1485716" y="2546838"/>
                  </a:lnTo>
                  <a:lnTo>
                    <a:pt x="1472331" y="2546838"/>
                  </a:lnTo>
                  <a:lnTo>
                    <a:pt x="1458946" y="2546838"/>
                  </a:lnTo>
                  <a:lnTo>
                    <a:pt x="1445561" y="2546838"/>
                  </a:lnTo>
                  <a:lnTo>
                    <a:pt x="1432177" y="2546838"/>
                  </a:lnTo>
                  <a:lnTo>
                    <a:pt x="1418792" y="2546838"/>
                  </a:lnTo>
                  <a:lnTo>
                    <a:pt x="1405407" y="2546838"/>
                  </a:lnTo>
                  <a:lnTo>
                    <a:pt x="1392022" y="2546838"/>
                  </a:lnTo>
                  <a:lnTo>
                    <a:pt x="1378637" y="2546838"/>
                  </a:lnTo>
                  <a:lnTo>
                    <a:pt x="1365252" y="2546838"/>
                  </a:lnTo>
                  <a:lnTo>
                    <a:pt x="1351868" y="2546838"/>
                  </a:lnTo>
                  <a:lnTo>
                    <a:pt x="1338483" y="2546838"/>
                  </a:lnTo>
                  <a:lnTo>
                    <a:pt x="1325098" y="2546838"/>
                  </a:lnTo>
                  <a:lnTo>
                    <a:pt x="1311713" y="2546838"/>
                  </a:lnTo>
                  <a:lnTo>
                    <a:pt x="1298328" y="2546838"/>
                  </a:lnTo>
                  <a:lnTo>
                    <a:pt x="1284943" y="2546838"/>
                  </a:lnTo>
                  <a:lnTo>
                    <a:pt x="1271559" y="2546838"/>
                  </a:lnTo>
                  <a:lnTo>
                    <a:pt x="1258174" y="2546838"/>
                  </a:lnTo>
                  <a:lnTo>
                    <a:pt x="1244789" y="2546838"/>
                  </a:lnTo>
                  <a:lnTo>
                    <a:pt x="1231404" y="2546838"/>
                  </a:lnTo>
                  <a:lnTo>
                    <a:pt x="1218019" y="2546838"/>
                  </a:lnTo>
                  <a:lnTo>
                    <a:pt x="1204634" y="2546838"/>
                  </a:lnTo>
                  <a:lnTo>
                    <a:pt x="1191250" y="2546838"/>
                  </a:lnTo>
                  <a:lnTo>
                    <a:pt x="1177865" y="2546838"/>
                  </a:lnTo>
                  <a:lnTo>
                    <a:pt x="1164480" y="2546838"/>
                  </a:lnTo>
                  <a:lnTo>
                    <a:pt x="1151095" y="2546838"/>
                  </a:lnTo>
                  <a:lnTo>
                    <a:pt x="1137710" y="2546838"/>
                  </a:lnTo>
                  <a:lnTo>
                    <a:pt x="1124325" y="2546838"/>
                  </a:lnTo>
                  <a:lnTo>
                    <a:pt x="1110941" y="2546838"/>
                  </a:lnTo>
                  <a:lnTo>
                    <a:pt x="1097556" y="2546838"/>
                  </a:lnTo>
                  <a:lnTo>
                    <a:pt x="1084171" y="2546838"/>
                  </a:lnTo>
                  <a:lnTo>
                    <a:pt x="1070786" y="2546838"/>
                  </a:lnTo>
                  <a:lnTo>
                    <a:pt x="1057401" y="2546838"/>
                  </a:lnTo>
                  <a:lnTo>
                    <a:pt x="1044016" y="2546838"/>
                  </a:lnTo>
                  <a:lnTo>
                    <a:pt x="1030632" y="2546838"/>
                  </a:lnTo>
                  <a:lnTo>
                    <a:pt x="1017247" y="2546838"/>
                  </a:lnTo>
                  <a:lnTo>
                    <a:pt x="1003862" y="2546838"/>
                  </a:lnTo>
                  <a:lnTo>
                    <a:pt x="990477" y="2546838"/>
                  </a:lnTo>
                  <a:lnTo>
                    <a:pt x="977092" y="2546838"/>
                  </a:lnTo>
                  <a:lnTo>
                    <a:pt x="963707" y="2546838"/>
                  </a:lnTo>
                  <a:lnTo>
                    <a:pt x="950323" y="2546838"/>
                  </a:lnTo>
                  <a:lnTo>
                    <a:pt x="936938" y="2546838"/>
                  </a:lnTo>
                  <a:lnTo>
                    <a:pt x="923553" y="2546838"/>
                  </a:lnTo>
                  <a:lnTo>
                    <a:pt x="910168" y="2546838"/>
                  </a:lnTo>
                  <a:lnTo>
                    <a:pt x="896783" y="2546838"/>
                  </a:lnTo>
                  <a:lnTo>
                    <a:pt x="883398" y="2546838"/>
                  </a:lnTo>
                  <a:lnTo>
                    <a:pt x="870014" y="2546838"/>
                  </a:lnTo>
                  <a:lnTo>
                    <a:pt x="856629" y="2546838"/>
                  </a:lnTo>
                  <a:lnTo>
                    <a:pt x="843244" y="2546838"/>
                  </a:lnTo>
                  <a:lnTo>
                    <a:pt x="829859" y="2546838"/>
                  </a:lnTo>
                  <a:lnTo>
                    <a:pt x="816474" y="2546838"/>
                  </a:lnTo>
                  <a:lnTo>
                    <a:pt x="803089" y="2546838"/>
                  </a:lnTo>
                  <a:lnTo>
                    <a:pt x="789705" y="2546838"/>
                  </a:lnTo>
                  <a:lnTo>
                    <a:pt x="776320" y="2546838"/>
                  </a:lnTo>
                  <a:lnTo>
                    <a:pt x="762935" y="2546838"/>
                  </a:lnTo>
                  <a:lnTo>
                    <a:pt x="749550" y="2546838"/>
                  </a:lnTo>
                  <a:lnTo>
                    <a:pt x="736165" y="2546838"/>
                  </a:lnTo>
                  <a:lnTo>
                    <a:pt x="722780" y="2546838"/>
                  </a:lnTo>
                  <a:lnTo>
                    <a:pt x="709396" y="2546838"/>
                  </a:lnTo>
                  <a:lnTo>
                    <a:pt x="696011" y="2546838"/>
                  </a:lnTo>
                  <a:lnTo>
                    <a:pt x="682626" y="2546838"/>
                  </a:lnTo>
                  <a:lnTo>
                    <a:pt x="669241" y="2546838"/>
                  </a:lnTo>
                  <a:lnTo>
                    <a:pt x="655856" y="2546838"/>
                  </a:lnTo>
                  <a:lnTo>
                    <a:pt x="642471" y="2546838"/>
                  </a:lnTo>
                  <a:lnTo>
                    <a:pt x="629087" y="2546838"/>
                  </a:lnTo>
                  <a:lnTo>
                    <a:pt x="615702" y="2546838"/>
                  </a:lnTo>
                  <a:lnTo>
                    <a:pt x="602317" y="2546838"/>
                  </a:lnTo>
                  <a:lnTo>
                    <a:pt x="588932" y="2546838"/>
                  </a:lnTo>
                  <a:lnTo>
                    <a:pt x="575547" y="2546838"/>
                  </a:lnTo>
                  <a:lnTo>
                    <a:pt x="562162" y="2546838"/>
                  </a:lnTo>
                  <a:lnTo>
                    <a:pt x="548778" y="2546838"/>
                  </a:lnTo>
                  <a:lnTo>
                    <a:pt x="535393" y="2546838"/>
                  </a:lnTo>
                  <a:lnTo>
                    <a:pt x="522008" y="2546838"/>
                  </a:lnTo>
                  <a:lnTo>
                    <a:pt x="508623" y="2546838"/>
                  </a:lnTo>
                  <a:lnTo>
                    <a:pt x="495238" y="2546838"/>
                  </a:lnTo>
                  <a:lnTo>
                    <a:pt x="481853" y="2546838"/>
                  </a:lnTo>
                  <a:lnTo>
                    <a:pt x="468469" y="2546838"/>
                  </a:lnTo>
                  <a:lnTo>
                    <a:pt x="455084" y="2546838"/>
                  </a:lnTo>
                  <a:lnTo>
                    <a:pt x="441699" y="2546838"/>
                  </a:lnTo>
                  <a:lnTo>
                    <a:pt x="428314" y="2546838"/>
                  </a:lnTo>
                  <a:lnTo>
                    <a:pt x="414929" y="2546838"/>
                  </a:lnTo>
                  <a:lnTo>
                    <a:pt x="401544" y="2546838"/>
                  </a:lnTo>
                  <a:lnTo>
                    <a:pt x="388160" y="2546838"/>
                  </a:lnTo>
                  <a:lnTo>
                    <a:pt x="374775" y="2546838"/>
                  </a:lnTo>
                  <a:lnTo>
                    <a:pt x="361390" y="2546838"/>
                  </a:lnTo>
                  <a:lnTo>
                    <a:pt x="348005" y="2546838"/>
                  </a:lnTo>
                  <a:lnTo>
                    <a:pt x="334620" y="2546838"/>
                  </a:lnTo>
                  <a:lnTo>
                    <a:pt x="321235" y="2546838"/>
                  </a:lnTo>
                  <a:lnTo>
                    <a:pt x="307851" y="2546838"/>
                  </a:lnTo>
                  <a:lnTo>
                    <a:pt x="294466" y="2546838"/>
                  </a:lnTo>
                  <a:lnTo>
                    <a:pt x="281081" y="2546838"/>
                  </a:lnTo>
                  <a:lnTo>
                    <a:pt x="267696" y="2546838"/>
                  </a:lnTo>
                  <a:lnTo>
                    <a:pt x="254311" y="2546838"/>
                  </a:lnTo>
                  <a:lnTo>
                    <a:pt x="240926" y="2546838"/>
                  </a:lnTo>
                  <a:lnTo>
                    <a:pt x="227542" y="2546838"/>
                  </a:lnTo>
                  <a:lnTo>
                    <a:pt x="214157" y="2546838"/>
                  </a:lnTo>
                  <a:lnTo>
                    <a:pt x="200772" y="2546838"/>
                  </a:lnTo>
                  <a:lnTo>
                    <a:pt x="187387" y="2546838"/>
                  </a:lnTo>
                  <a:lnTo>
                    <a:pt x="174002" y="2546838"/>
                  </a:lnTo>
                  <a:lnTo>
                    <a:pt x="160617" y="2546838"/>
                  </a:lnTo>
                  <a:lnTo>
                    <a:pt x="147233" y="2546838"/>
                  </a:lnTo>
                  <a:lnTo>
                    <a:pt x="133848" y="2546838"/>
                  </a:lnTo>
                  <a:lnTo>
                    <a:pt x="120463" y="2546838"/>
                  </a:lnTo>
                  <a:lnTo>
                    <a:pt x="107078" y="2546838"/>
                  </a:lnTo>
                  <a:lnTo>
                    <a:pt x="93693" y="2546838"/>
                  </a:lnTo>
                  <a:lnTo>
                    <a:pt x="80308" y="2546838"/>
                  </a:lnTo>
                  <a:lnTo>
                    <a:pt x="66924" y="2546838"/>
                  </a:lnTo>
                  <a:lnTo>
                    <a:pt x="53539" y="2546838"/>
                  </a:lnTo>
                  <a:lnTo>
                    <a:pt x="40154" y="2546838"/>
                  </a:lnTo>
                  <a:lnTo>
                    <a:pt x="26769" y="2546838"/>
                  </a:lnTo>
                  <a:lnTo>
                    <a:pt x="13384" y="2546838"/>
                  </a:lnTo>
                  <a:lnTo>
                    <a:pt x="0" y="2546838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3000787"/>
              <a:ext cx="6839649" cy="2532599"/>
            </a:xfrm>
            <a:custGeom>
              <a:avLst/>
              <a:pathLst>
                <a:path w="6839649" h="2532599">
                  <a:moveTo>
                    <a:pt x="0" y="2532599"/>
                  </a:moveTo>
                  <a:lnTo>
                    <a:pt x="13384" y="2531741"/>
                  </a:lnTo>
                  <a:lnTo>
                    <a:pt x="26769" y="2530830"/>
                  </a:lnTo>
                  <a:lnTo>
                    <a:pt x="40154" y="2529882"/>
                  </a:lnTo>
                  <a:lnTo>
                    <a:pt x="53539" y="2528904"/>
                  </a:lnTo>
                  <a:lnTo>
                    <a:pt x="66924" y="2527864"/>
                  </a:lnTo>
                  <a:lnTo>
                    <a:pt x="80308" y="2526789"/>
                  </a:lnTo>
                  <a:lnTo>
                    <a:pt x="93693" y="2525682"/>
                  </a:lnTo>
                  <a:lnTo>
                    <a:pt x="107078" y="2524508"/>
                  </a:lnTo>
                  <a:lnTo>
                    <a:pt x="120463" y="2523301"/>
                  </a:lnTo>
                  <a:lnTo>
                    <a:pt x="133848" y="2522054"/>
                  </a:lnTo>
                  <a:lnTo>
                    <a:pt x="147233" y="2520743"/>
                  </a:lnTo>
                  <a:lnTo>
                    <a:pt x="160617" y="2519398"/>
                  </a:lnTo>
                  <a:lnTo>
                    <a:pt x="174002" y="2518006"/>
                  </a:lnTo>
                  <a:lnTo>
                    <a:pt x="187387" y="2516554"/>
                  </a:lnTo>
                  <a:lnTo>
                    <a:pt x="200772" y="2515067"/>
                  </a:lnTo>
                  <a:lnTo>
                    <a:pt x="214157" y="2513527"/>
                  </a:lnTo>
                  <a:lnTo>
                    <a:pt x="227542" y="2511931"/>
                  </a:lnTo>
                  <a:lnTo>
                    <a:pt x="240926" y="2510300"/>
                  </a:lnTo>
                  <a:lnTo>
                    <a:pt x="254311" y="2508610"/>
                  </a:lnTo>
                  <a:lnTo>
                    <a:pt x="267696" y="2506870"/>
                  </a:lnTo>
                  <a:lnTo>
                    <a:pt x="281081" y="2505095"/>
                  </a:lnTo>
                  <a:lnTo>
                    <a:pt x="294466" y="2503255"/>
                  </a:lnTo>
                  <a:lnTo>
                    <a:pt x="307851" y="2501371"/>
                  </a:lnTo>
                  <a:lnTo>
                    <a:pt x="321235" y="2499453"/>
                  </a:lnTo>
                  <a:lnTo>
                    <a:pt x="334620" y="2497466"/>
                  </a:lnTo>
                  <a:lnTo>
                    <a:pt x="348005" y="2495441"/>
                  </a:lnTo>
                  <a:lnTo>
                    <a:pt x="361390" y="2493381"/>
                  </a:lnTo>
                  <a:lnTo>
                    <a:pt x="374775" y="2491252"/>
                  </a:lnTo>
                  <a:lnTo>
                    <a:pt x="388160" y="2489090"/>
                  </a:lnTo>
                  <a:lnTo>
                    <a:pt x="401544" y="2486888"/>
                  </a:lnTo>
                  <a:lnTo>
                    <a:pt x="414929" y="2484624"/>
                  </a:lnTo>
                  <a:lnTo>
                    <a:pt x="428314" y="2482329"/>
                  </a:lnTo>
                  <a:lnTo>
                    <a:pt x="441699" y="2479991"/>
                  </a:lnTo>
                  <a:lnTo>
                    <a:pt x="455084" y="2477598"/>
                  </a:lnTo>
                  <a:lnTo>
                    <a:pt x="468469" y="2475175"/>
                  </a:lnTo>
                  <a:lnTo>
                    <a:pt x="481853" y="2472704"/>
                  </a:lnTo>
                  <a:lnTo>
                    <a:pt x="495238" y="2470186"/>
                  </a:lnTo>
                  <a:lnTo>
                    <a:pt x="508623" y="2467638"/>
                  </a:lnTo>
                  <a:lnTo>
                    <a:pt x="522008" y="2465039"/>
                  </a:lnTo>
                  <a:lnTo>
                    <a:pt x="535393" y="2462398"/>
                  </a:lnTo>
                  <a:lnTo>
                    <a:pt x="548778" y="2459727"/>
                  </a:lnTo>
                  <a:lnTo>
                    <a:pt x="562162" y="2457002"/>
                  </a:lnTo>
                  <a:lnTo>
                    <a:pt x="575547" y="2454239"/>
                  </a:lnTo>
                  <a:lnTo>
                    <a:pt x="588932" y="2451446"/>
                  </a:lnTo>
                  <a:lnTo>
                    <a:pt x="602317" y="2448591"/>
                  </a:lnTo>
                  <a:lnTo>
                    <a:pt x="615702" y="2445703"/>
                  </a:lnTo>
                  <a:lnTo>
                    <a:pt x="629087" y="2442782"/>
                  </a:lnTo>
                  <a:lnTo>
                    <a:pt x="642471" y="2439795"/>
                  </a:lnTo>
                  <a:lnTo>
                    <a:pt x="655856" y="2436774"/>
                  </a:lnTo>
                  <a:lnTo>
                    <a:pt x="669241" y="2433713"/>
                  </a:lnTo>
                  <a:lnTo>
                    <a:pt x="682626" y="2430585"/>
                  </a:lnTo>
                  <a:lnTo>
                    <a:pt x="696011" y="2427420"/>
                  </a:lnTo>
                  <a:lnTo>
                    <a:pt x="709396" y="2424203"/>
                  </a:lnTo>
                  <a:lnTo>
                    <a:pt x="722780" y="2420917"/>
                  </a:lnTo>
                  <a:lnTo>
                    <a:pt x="736165" y="2417589"/>
                  </a:lnTo>
                  <a:lnTo>
                    <a:pt x="749550" y="2414195"/>
                  </a:lnTo>
                  <a:lnTo>
                    <a:pt x="762935" y="2410726"/>
                  </a:lnTo>
                  <a:lnTo>
                    <a:pt x="776320" y="2407211"/>
                  </a:lnTo>
                  <a:lnTo>
                    <a:pt x="789705" y="2403609"/>
                  </a:lnTo>
                  <a:lnTo>
                    <a:pt x="803089" y="2399929"/>
                  </a:lnTo>
                  <a:lnTo>
                    <a:pt x="816474" y="2396193"/>
                  </a:lnTo>
                  <a:lnTo>
                    <a:pt x="829859" y="2392346"/>
                  </a:lnTo>
                  <a:lnTo>
                    <a:pt x="843244" y="2388416"/>
                  </a:lnTo>
                  <a:lnTo>
                    <a:pt x="856629" y="2384422"/>
                  </a:lnTo>
                  <a:lnTo>
                    <a:pt x="870014" y="2380283"/>
                  </a:lnTo>
                  <a:lnTo>
                    <a:pt x="883398" y="2376060"/>
                  </a:lnTo>
                  <a:lnTo>
                    <a:pt x="896783" y="2371756"/>
                  </a:lnTo>
                  <a:lnTo>
                    <a:pt x="910168" y="2367277"/>
                  </a:lnTo>
                  <a:lnTo>
                    <a:pt x="923553" y="2362709"/>
                  </a:lnTo>
                  <a:lnTo>
                    <a:pt x="936938" y="2358032"/>
                  </a:lnTo>
                  <a:lnTo>
                    <a:pt x="950323" y="2353167"/>
                  </a:lnTo>
                  <a:lnTo>
                    <a:pt x="963707" y="2348199"/>
                  </a:lnTo>
                  <a:lnTo>
                    <a:pt x="977092" y="2343086"/>
                  </a:lnTo>
                  <a:lnTo>
                    <a:pt x="990477" y="2337775"/>
                  </a:lnTo>
                  <a:lnTo>
                    <a:pt x="1003862" y="2332347"/>
                  </a:lnTo>
                  <a:lnTo>
                    <a:pt x="1017247" y="2326734"/>
                  </a:lnTo>
                  <a:lnTo>
                    <a:pt x="1030632" y="2320915"/>
                  </a:lnTo>
                  <a:lnTo>
                    <a:pt x="1044016" y="2314966"/>
                  </a:lnTo>
                  <a:lnTo>
                    <a:pt x="1057401" y="2308784"/>
                  </a:lnTo>
                  <a:lnTo>
                    <a:pt x="1070786" y="2302396"/>
                  </a:lnTo>
                  <a:lnTo>
                    <a:pt x="1084171" y="2295863"/>
                  </a:lnTo>
                  <a:lnTo>
                    <a:pt x="1097556" y="2289046"/>
                  </a:lnTo>
                  <a:lnTo>
                    <a:pt x="1110941" y="2282028"/>
                  </a:lnTo>
                  <a:lnTo>
                    <a:pt x="1124325" y="2274852"/>
                  </a:lnTo>
                  <a:lnTo>
                    <a:pt x="1137710" y="2267338"/>
                  </a:lnTo>
                  <a:lnTo>
                    <a:pt x="1151095" y="2259634"/>
                  </a:lnTo>
                  <a:lnTo>
                    <a:pt x="1164480" y="2251748"/>
                  </a:lnTo>
                  <a:lnTo>
                    <a:pt x="1177865" y="2243490"/>
                  </a:lnTo>
                  <a:lnTo>
                    <a:pt x="1191250" y="2235049"/>
                  </a:lnTo>
                  <a:lnTo>
                    <a:pt x="1204634" y="2226384"/>
                  </a:lnTo>
                  <a:lnTo>
                    <a:pt x="1218019" y="2217356"/>
                  </a:lnTo>
                  <a:lnTo>
                    <a:pt x="1231404" y="2208136"/>
                  </a:lnTo>
                  <a:lnTo>
                    <a:pt x="1244789" y="2198650"/>
                  </a:lnTo>
                  <a:lnTo>
                    <a:pt x="1258174" y="2188817"/>
                  </a:lnTo>
                  <a:lnTo>
                    <a:pt x="1271559" y="2178788"/>
                  </a:lnTo>
                  <a:lnTo>
                    <a:pt x="1284943" y="2168450"/>
                  </a:lnTo>
                  <a:lnTo>
                    <a:pt x="1298328" y="2157791"/>
                  </a:lnTo>
                  <a:lnTo>
                    <a:pt x="1311713" y="2146933"/>
                  </a:lnTo>
                  <a:lnTo>
                    <a:pt x="1325098" y="2135728"/>
                  </a:lnTo>
                  <a:lnTo>
                    <a:pt x="1338483" y="2124235"/>
                  </a:lnTo>
                  <a:lnTo>
                    <a:pt x="1351868" y="2112542"/>
                  </a:lnTo>
                  <a:lnTo>
                    <a:pt x="1365252" y="2100471"/>
                  </a:lnTo>
                  <a:lnTo>
                    <a:pt x="1378637" y="2088149"/>
                  </a:lnTo>
                  <a:lnTo>
                    <a:pt x="1392022" y="2075629"/>
                  </a:lnTo>
                  <a:lnTo>
                    <a:pt x="1405407" y="2062709"/>
                  </a:lnTo>
                  <a:lnTo>
                    <a:pt x="1418792" y="2049578"/>
                  </a:lnTo>
                  <a:lnTo>
                    <a:pt x="1432177" y="2036244"/>
                  </a:lnTo>
                  <a:lnTo>
                    <a:pt x="1445561" y="2022519"/>
                  </a:lnTo>
                  <a:lnTo>
                    <a:pt x="1458946" y="2008613"/>
                  </a:lnTo>
                  <a:lnTo>
                    <a:pt x="1472331" y="1994485"/>
                  </a:lnTo>
                  <a:lnTo>
                    <a:pt x="1485716" y="1980021"/>
                  </a:lnTo>
                  <a:lnTo>
                    <a:pt x="1499101" y="1965389"/>
                  </a:lnTo>
                  <a:lnTo>
                    <a:pt x="1512486" y="1950525"/>
                  </a:lnTo>
                  <a:lnTo>
                    <a:pt x="1525870" y="1935380"/>
                  </a:lnTo>
                  <a:lnTo>
                    <a:pt x="1539255" y="1920082"/>
                  </a:lnTo>
                  <a:lnTo>
                    <a:pt x="1552640" y="1904551"/>
                  </a:lnTo>
                  <a:lnTo>
                    <a:pt x="1566025" y="1888796"/>
                  </a:lnTo>
                  <a:lnTo>
                    <a:pt x="1579410" y="1872904"/>
                  </a:lnTo>
                  <a:lnTo>
                    <a:pt x="1592795" y="1856789"/>
                  </a:lnTo>
                  <a:lnTo>
                    <a:pt x="1606179" y="1840501"/>
                  </a:lnTo>
                  <a:lnTo>
                    <a:pt x="1619564" y="1824098"/>
                  </a:lnTo>
                  <a:lnTo>
                    <a:pt x="1632949" y="1807489"/>
                  </a:lnTo>
                  <a:lnTo>
                    <a:pt x="1646334" y="1790757"/>
                  </a:lnTo>
                  <a:lnTo>
                    <a:pt x="1659719" y="1773929"/>
                  </a:lnTo>
                  <a:lnTo>
                    <a:pt x="1673104" y="1756926"/>
                  </a:lnTo>
                  <a:lnTo>
                    <a:pt x="1686488" y="1739842"/>
                  </a:lnTo>
                  <a:lnTo>
                    <a:pt x="1699873" y="1722680"/>
                  </a:lnTo>
                  <a:lnTo>
                    <a:pt x="1713258" y="1705390"/>
                  </a:lnTo>
                  <a:lnTo>
                    <a:pt x="1726643" y="1688049"/>
                  </a:lnTo>
                  <a:lnTo>
                    <a:pt x="1740028" y="1670649"/>
                  </a:lnTo>
                  <a:lnTo>
                    <a:pt x="1753413" y="1653177"/>
                  </a:lnTo>
                  <a:lnTo>
                    <a:pt x="1766797" y="1635678"/>
                  </a:lnTo>
                  <a:lnTo>
                    <a:pt x="1780182" y="1618144"/>
                  </a:lnTo>
                  <a:lnTo>
                    <a:pt x="1793567" y="1600589"/>
                  </a:lnTo>
                  <a:lnTo>
                    <a:pt x="1806952" y="1583028"/>
                  </a:lnTo>
                  <a:lnTo>
                    <a:pt x="1820337" y="1565467"/>
                  </a:lnTo>
                  <a:lnTo>
                    <a:pt x="1833722" y="1547923"/>
                  </a:lnTo>
                  <a:lnTo>
                    <a:pt x="1847106" y="1530396"/>
                  </a:lnTo>
                  <a:lnTo>
                    <a:pt x="1860491" y="1512909"/>
                  </a:lnTo>
                  <a:lnTo>
                    <a:pt x="1873876" y="1495472"/>
                  </a:lnTo>
                  <a:lnTo>
                    <a:pt x="1887261" y="1478071"/>
                  </a:lnTo>
                  <a:lnTo>
                    <a:pt x="1900646" y="1460757"/>
                  </a:lnTo>
                  <a:lnTo>
                    <a:pt x="1914031" y="1443515"/>
                  </a:lnTo>
                  <a:lnTo>
                    <a:pt x="1927415" y="1426330"/>
                  </a:lnTo>
                  <a:lnTo>
                    <a:pt x="1940800" y="1409283"/>
                  </a:lnTo>
                  <a:lnTo>
                    <a:pt x="1954185" y="1392321"/>
                  </a:lnTo>
                  <a:lnTo>
                    <a:pt x="1967570" y="1375441"/>
                  </a:lnTo>
                  <a:lnTo>
                    <a:pt x="1980955" y="1358744"/>
                  </a:lnTo>
                  <a:lnTo>
                    <a:pt x="1994340" y="1342143"/>
                  </a:lnTo>
                  <a:lnTo>
                    <a:pt x="2007724" y="1325661"/>
                  </a:lnTo>
                  <a:lnTo>
                    <a:pt x="2021109" y="1309384"/>
                  </a:lnTo>
                  <a:lnTo>
                    <a:pt x="2034494" y="1293218"/>
                  </a:lnTo>
                  <a:lnTo>
                    <a:pt x="2047879" y="1277213"/>
                  </a:lnTo>
                  <a:lnTo>
                    <a:pt x="2061264" y="1261425"/>
                  </a:lnTo>
                  <a:lnTo>
                    <a:pt x="2074649" y="1245764"/>
                  </a:lnTo>
                  <a:lnTo>
                    <a:pt x="2088033" y="1230308"/>
                  </a:lnTo>
                  <a:lnTo>
                    <a:pt x="2101418" y="1215073"/>
                  </a:lnTo>
                  <a:lnTo>
                    <a:pt x="2114803" y="1199979"/>
                  </a:lnTo>
                  <a:lnTo>
                    <a:pt x="2128188" y="1185136"/>
                  </a:lnTo>
                  <a:lnTo>
                    <a:pt x="2141573" y="1170510"/>
                  </a:lnTo>
                  <a:lnTo>
                    <a:pt x="2154958" y="1156036"/>
                  </a:lnTo>
                  <a:lnTo>
                    <a:pt x="2168342" y="1141861"/>
                  </a:lnTo>
                  <a:lnTo>
                    <a:pt x="2181727" y="1127891"/>
                  </a:lnTo>
                  <a:lnTo>
                    <a:pt x="2195112" y="1114083"/>
                  </a:lnTo>
                  <a:lnTo>
                    <a:pt x="2208497" y="1100621"/>
                  </a:lnTo>
                  <a:lnTo>
                    <a:pt x="2221882" y="1087344"/>
                  </a:lnTo>
                  <a:lnTo>
                    <a:pt x="2235267" y="1074250"/>
                  </a:lnTo>
                  <a:lnTo>
                    <a:pt x="2248651" y="1061518"/>
                  </a:lnTo>
                  <a:lnTo>
                    <a:pt x="2262036" y="1048961"/>
                  </a:lnTo>
                  <a:lnTo>
                    <a:pt x="2275421" y="1036621"/>
                  </a:lnTo>
                  <a:lnTo>
                    <a:pt x="2288806" y="1024619"/>
                  </a:lnTo>
                  <a:lnTo>
                    <a:pt x="2302191" y="1012794"/>
                  </a:lnTo>
                  <a:lnTo>
                    <a:pt x="2315576" y="1001215"/>
                  </a:lnTo>
                  <a:lnTo>
                    <a:pt x="2328960" y="989944"/>
                  </a:lnTo>
                  <a:lnTo>
                    <a:pt x="2342345" y="978847"/>
                  </a:lnTo>
                  <a:lnTo>
                    <a:pt x="2355730" y="968020"/>
                  </a:lnTo>
                  <a:lnTo>
                    <a:pt x="2369115" y="957463"/>
                  </a:lnTo>
                  <a:lnTo>
                    <a:pt x="2382500" y="947073"/>
                  </a:lnTo>
                  <a:lnTo>
                    <a:pt x="2395885" y="936968"/>
                  </a:lnTo>
                  <a:lnTo>
                    <a:pt x="2409269" y="927089"/>
                  </a:lnTo>
                  <a:lnTo>
                    <a:pt x="2422654" y="917367"/>
                  </a:lnTo>
                  <a:lnTo>
                    <a:pt x="2436039" y="907933"/>
                  </a:lnTo>
                  <a:lnTo>
                    <a:pt x="2449424" y="898678"/>
                  </a:lnTo>
                  <a:lnTo>
                    <a:pt x="2462809" y="889565"/>
                  </a:lnTo>
                  <a:lnTo>
                    <a:pt x="2476194" y="880726"/>
                  </a:lnTo>
                  <a:lnTo>
                    <a:pt x="2489578" y="872020"/>
                  </a:lnTo>
                  <a:lnTo>
                    <a:pt x="2502963" y="863445"/>
                  </a:lnTo>
                  <a:lnTo>
                    <a:pt x="2516348" y="855097"/>
                  </a:lnTo>
                  <a:lnTo>
                    <a:pt x="2529733" y="846846"/>
                  </a:lnTo>
                  <a:lnTo>
                    <a:pt x="2543118" y="838713"/>
                  </a:lnTo>
                  <a:lnTo>
                    <a:pt x="2556503" y="830735"/>
                  </a:lnTo>
                  <a:lnTo>
                    <a:pt x="2569887" y="822826"/>
                  </a:lnTo>
                  <a:lnTo>
                    <a:pt x="2583272" y="815007"/>
                  </a:lnTo>
                  <a:lnTo>
                    <a:pt x="2596657" y="807274"/>
                  </a:lnTo>
                  <a:lnTo>
                    <a:pt x="2610042" y="799578"/>
                  </a:lnTo>
                  <a:lnTo>
                    <a:pt x="2623427" y="791930"/>
                  </a:lnTo>
                  <a:lnTo>
                    <a:pt x="2636812" y="784302"/>
                  </a:lnTo>
                  <a:lnTo>
                    <a:pt x="2650196" y="776679"/>
                  </a:lnTo>
                  <a:lnTo>
                    <a:pt x="2663581" y="769046"/>
                  </a:lnTo>
                  <a:lnTo>
                    <a:pt x="2676966" y="761377"/>
                  </a:lnTo>
                  <a:lnTo>
                    <a:pt x="2690351" y="753678"/>
                  </a:lnTo>
                  <a:lnTo>
                    <a:pt x="2703736" y="745897"/>
                  </a:lnTo>
                  <a:lnTo>
                    <a:pt x="2717121" y="738037"/>
                  </a:lnTo>
                  <a:lnTo>
                    <a:pt x="2730505" y="730113"/>
                  </a:lnTo>
                  <a:lnTo>
                    <a:pt x="2743890" y="722021"/>
                  </a:lnTo>
                  <a:lnTo>
                    <a:pt x="2757275" y="713823"/>
                  </a:lnTo>
                  <a:lnTo>
                    <a:pt x="2770660" y="705518"/>
                  </a:lnTo>
                  <a:lnTo>
                    <a:pt x="2784045" y="696973"/>
                  </a:lnTo>
                  <a:lnTo>
                    <a:pt x="2797430" y="688298"/>
                  </a:lnTo>
                  <a:lnTo>
                    <a:pt x="2810814" y="679460"/>
                  </a:lnTo>
                  <a:lnTo>
                    <a:pt x="2824199" y="670342"/>
                  </a:lnTo>
                  <a:lnTo>
                    <a:pt x="2837584" y="661069"/>
                  </a:lnTo>
                  <a:lnTo>
                    <a:pt x="2850969" y="651572"/>
                  </a:lnTo>
                  <a:lnTo>
                    <a:pt x="2864354" y="641778"/>
                  </a:lnTo>
                  <a:lnTo>
                    <a:pt x="2877739" y="631808"/>
                  </a:lnTo>
                  <a:lnTo>
                    <a:pt x="2891123" y="621556"/>
                  </a:lnTo>
                  <a:lnTo>
                    <a:pt x="2904508" y="611008"/>
                  </a:lnTo>
                  <a:lnTo>
                    <a:pt x="2917893" y="600272"/>
                  </a:lnTo>
                  <a:lnTo>
                    <a:pt x="2931278" y="589203"/>
                  </a:lnTo>
                  <a:lnTo>
                    <a:pt x="2944663" y="577859"/>
                  </a:lnTo>
                  <a:lnTo>
                    <a:pt x="2958048" y="566322"/>
                  </a:lnTo>
                  <a:lnTo>
                    <a:pt x="2971432" y="554415"/>
                  </a:lnTo>
                  <a:lnTo>
                    <a:pt x="2984817" y="542270"/>
                  </a:lnTo>
                  <a:lnTo>
                    <a:pt x="2998202" y="529934"/>
                  </a:lnTo>
                  <a:lnTo>
                    <a:pt x="3011587" y="517213"/>
                  </a:lnTo>
                  <a:lnTo>
                    <a:pt x="3024972" y="504301"/>
                  </a:lnTo>
                  <a:lnTo>
                    <a:pt x="3038357" y="491197"/>
                  </a:lnTo>
                  <a:lnTo>
                    <a:pt x="3051741" y="477747"/>
                  </a:lnTo>
                  <a:lnTo>
                    <a:pt x="3065126" y="464144"/>
                  </a:lnTo>
                  <a:lnTo>
                    <a:pt x="3078511" y="450351"/>
                  </a:lnTo>
                  <a:lnTo>
                    <a:pt x="3091896" y="436297"/>
                  </a:lnTo>
                  <a:lnTo>
                    <a:pt x="3105281" y="422121"/>
                  </a:lnTo>
                  <a:lnTo>
                    <a:pt x="3118666" y="407779"/>
                  </a:lnTo>
                  <a:lnTo>
                    <a:pt x="3132050" y="393270"/>
                  </a:lnTo>
                  <a:lnTo>
                    <a:pt x="3145435" y="378678"/>
                  </a:lnTo>
                  <a:lnTo>
                    <a:pt x="3158820" y="363971"/>
                  </a:lnTo>
                  <a:lnTo>
                    <a:pt x="3172205" y="349190"/>
                  </a:lnTo>
                  <a:lnTo>
                    <a:pt x="3185590" y="334374"/>
                  </a:lnTo>
                  <a:lnTo>
                    <a:pt x="3198975" y="319524"/>
                  </a:lnTo>
                  <a:lnTo>
                    <a:pt x="3212359" y="304687"/>
                  </a:lnTo>
                  <a:lnTo>
                    <a:pt x="3225744" y="289868"/>
                  </a:lnTo>
                  <a:lnTo>
                    <a:pt x="3239129" y="275125"/>
                  </a:lnTo>
                  <a:lnTo>
                    <a:pt x="3252514" y="260472"/>
                  </a:lnTo>
                  <a:lnTo>
                    <a:pt x="3265899" y="245893"/>
                  </a:lnTo>
                  <a:lnTo>
                    <a:pt x="3279284" y="231530"/>
                  </a:lnTo>
                  <a:lnTo>
                    <a:pt x="3292668" y="217316"/>
                  </a:lnTo>
                  <a:lnTo>
                    <a:pt x="3306053" y="203250"/>
                  </a:lnTo>
                  <a:lnTo>
                    <a:pt x="3319438" y="189538"/>
                  </a:lnTo>
                  <a:lnTo>
                    <a:pt x="3332823" y="176027"/>
                  </a:lnTo>
                  <a:lnTo>
                    <a:pt x="3346208" y="162769"/>
                  </a:lnTo>
                  <a:lnTo>
                    <a:pt x="3359593" y="149964"/>
                  </a:lnTo>
                  <a:lnTo>
                    <a:pt x="3372977" y="137418"/>
                  </a:lnTo>
                  <a:lnTo>
                    <a:pt x="3386362" y="125252"/>
                  </a:lnTo>
                  <a:lnTo>
                    <a:pt x="3399747" y="113609"/>
                  </a:lnTo>
                  <a:lnTo>
                    <a:pt x="3413132" y="102282"/>
                  </a:lnTo>
                  <a:lnTo>
                    <a:pt x="3426517" y="91476"/>
                  </a:lnTo>
                  <a:lnTo>
                    <a:pt x="3439902" y="81236"/>
                  </a:lnTo>
                  <a:lnTo>
                    <a:pt x="3453286" y="71363"/>
                  </a:lnTo>
                  <a:lnTo>
                    <a:pt x="3466671" y="62163"/>
                  </a:lnTo>
                  <a:lnTo>
                    <a:pt x="3480056" y="53541"/>
                  </a:lnTo>
                  <a:lnTo>
                    <a:pt x="3493441" y="45333"/>
                  </a:lnTo>
                  <a:lnTo>
                    <a:pt x="3506826" y="37951"/>
                  </a:lnTo>
                  <a:lnTo>
                    <a:pt x="3520211" y="31132"/>
                  </a:lnTo>
                  <a:lnTo>
                    <a:pt x="3533595" y="24766"/>
                  </a:lnTo>
                  <a:lnTo>
                    <a:pt x="3546980" y="19376"/>
                  </a:lnTo>
                  <a:lnTo>
                    <a:pt x="3560365" y="14509"/>
                  </a:lnTo>
                  <a:lnTo>
                    <a:pt x="3573750" y="10167"/>
                  </a:lnTo>
                  <a:lnTo>
                    <a:pt x="3587135" y="6857"/>
                  </a:lnTo>
                  <a:lnTo>
                    <a:pt x="3600520" y="4050"/>
                  </a:lnTo>
                  <a:lnTo>
                    <a:pt x="3613904" y="1876"/>
                  </a:lnTo>
                  <a:lnTo>
                    <a:pt x="3627289" y="681"/>
                  </a:lnTo>
                  <a:lnTo>
                    <a:pt x="3640674" y="0"/>
                  </a:lnTo>
                  <a:lnTo>
                    <a:pt x="3654059" y="49"/>
                  </a:lnTo>
                  <a:lnTo>
                    <a:pt x="3667444" y="1000"/>
                  </a:lnTo>
                  <a:lnTo>
                    <a:pt x="3680829" y="2465"/>
                  </a:lnTo>
                  <a:lnTo>
                    <a:pt x="3694213" y="4745"/>
                  </a:lnTo>
                  <a:lnTo>
                    <a:pt x="3707598" y="7829"/>
                  </a:lnTo>
                  <a:lnTo>
                    <a:pt x="3720983" y="11418"/>
                  </a:lnTo>
                  <a:lnTo>
                    <a:pt x="3734368" y="15887"/>
                  </a:lnTo>
                  <a:lnTo>
                    <a:pt x="3747753" y="21049"/>
                  </a:lnTo>
                  <a:lnTo>
                    <a:pt x="3761138" y="26699"/>
                  </a:lnTo>
                  <a:lnTo>
                    <a:pt x="3774522" y="33268"/>
                  </a:lnTo>
                  <a:lnTo>
                    <a:pt x="3787907" y="40415"/>
                  </a:lnTo>
                  <a:lnTo>
                    <a:pt x="3801292" y="48024"/>
                  </a:lnTo>
                  <a:lnTo>
                    <a:pt x="3814677" y="56566"/>
                  </a:lnTo>
                  <a:lnTo>
                    <a:pt x="3828062" y="65570"/>
                  </a:lnTo>
                  <a:lnTo>
                    <a:pt x="3841447" y="75040"/>
                  </a:lnTo>
                  <a:lnTo>
                    <a:pt x="3854831" y="85357"/>
                  </a:lnTo>
                  <a:lnTo>
                    <a:pt x="3868216" y="96061"/>
                  </a:lnTo>
                  <a:lnTo>
                    <a:pt x="3881601" y="107249"/>
                  </a:lnTo>
                  <a:lnTo>
                    <a:pt x="3894986" y="119130"/>
                  </a:lnTo>
                  <a:lnTo>
                    <a:pt x="3908371" y="131355"/>
                  </a:lnTo>
                  <a:lnTo>
                    <a:pt x="3921756" y="144060"/>
                  </a:lnTo>
                  <a:lnTo>
                    <a:pt x="3935140" y="157312"/>
                  </a:lnTo>
                  <a:lnTo>
                    <a:pt x="3948525" y="170861"/>
                  </a:lnTo>
                  <a:lnTo>
                    <a:pt x="3961910" y="184866"/>
                  </a:lnTo>
                  <a:lnTo>
                    <a:pt x="3975295" y="199283"/>
                  </a:lnTo>
                  <a:lnTo>
                    <a:pt x="3988680" y="213950"/>
                  </a:lnTo>
                  <a:lnTo>
                    <a:pt x="4002065" y="229030"/>
                  </a:lnTo>
                  <a:lnTo>
                    <a:pt x="4015449" y="244403"/>
                  </a:lnTo>
                  <a:lnTo>
                    <a:pt x="4028834" y="259979"/>
                  </a:lnTo>
                  <a:lnTo>
                    <a:pt x="4042219" y="275905"/>
                  </a:lnTo>
                  <a:lnTo>
                    <a:pt x="4055604" y="292027"/>
                  </a:lnTo>
                  <a:lnTo>
                    <a:pt x="4068989" y="308304"/>
                  </a:lnTo>
                  <a:lnTo>
                    <a:pt x="4082374" y="324858"/>
                  </a:lnTo>
                  <a:lnTo>
                    <a:pt x="4095758" y="341528"/>
                  </a:lnTo>
                  <a:lnTo>
                    <a:pt x="4109143" y="358317"/>
                  </a:lnTo>
                  <a:lnTo>
                    <a:pt x="4122528" y="375283"/>
                  </a:lnTo>
                  <a:lnTo>
                    <a:pt x="4135913" y="392314"/>
                  </a:lnTo>
                  <a:lnTo>
                    <a:pt x="4149298" y="409426"/>
                  </a:lnTo>
                  <a:lnTo>
                    <a:pt x="4162683" y="426620"/>
                  </a:lnTo>
                  <a:lnTo>
                    <a:pt x="4176067" y="443843"/>
                  </a:lnTo>
                  <a:lnTo>
                    <a:pt x="4189452" y="461100"/>
                  </a:lnTo>
                  <a:lnTo>
                    <a:pt x="4202837" y="478369"/>
                  </a:lnTo>
                  <a:lnTo>
                    <a:pt x="4216222" y="495634"/>
                  </a:lnTo>
                  <a:lnTo>
                    <a:pt x="4229607" y="512885"/>
                  </a:lnTo>
                  <a:lnTo>
                    <a:pt x="4242992" y="530098"/>
                  </a:lnTo>
                  <a:lnTo>
                    <a:pt x="4256376" y="547281"/>
                  </a:lnTo>
                  <a:lnTo>
                    <a:pt x="4269761" y="564400"/>
                  </a:lnTo>
                  <a:lnTo>
                    <a:pt x="4283146" y="581452"/>
                  </a:lnTo>
                  <a:lnTo>
                    <a:pt x="4296531" y="598455"/>
                  </a:lnTo>
                  <a:lnTo>
                    <a:pt x="4309916" y="615347"/>
                  </a:lnTo>
                  <a:lnTo>
                    <a:pt x="4323301" y="632160"/>
                  </a:lnTo>
                  <a:lnTo>
                    <a:pt x="4336685" y="648907"/>
                  </a:lnTo>
                  <a:lnTo>
                    <a:pt x="4350070" y="665507"/>
                  </a:lnTo>
                  <a:lnTo>
                    <a:pt x="4363455" y="682027"/>
                  </a:lnTo>
                  <a:lnTo>
                    <a:pt x="4376840" y="698466"/>
                  </a:lnTo>
                  <a:lnTo>
                    <a:pt x="4390225" y="714744"/>
                  </a:lnTo>
                  <a:lnTo>
                    <a:pt x="4403610" y="730943"/>
                  </a:lnTo>
                  <a:lnTo>
                    <a:pt x="4416994" y="747044"/>
                  </a:lnTo>
                  <a:lnTo>
                    <a:pt x="4430379" y="762995"/>
                  </a:lnTo>
                  <a:lnTo>
                    <a:pt x="4443764" y="778869"/>
                  </a:lnTo>
                  <a:lnTo>
                    <a:pt x="4457149" y="794633"/>
                  </a:lnTo>
                  <a:lnTo>
                    <a:pt x="4470534" y="810269"/>
                  </a:lnTo>
                  <a:lnTo>
                    <a:pt x="4483919" y="825832"/>
                  </a:lnTo>
                  <a:lnTo>
                    <a:pt x="4497303" y="841284"/>
                  </a:lnTo>
                  <a:lnTo>
                    <a:pt x="4510688" y="856633"/>
                  </a:lnTo>
                  <a:lnTo>
                    <a:pt x="4524073" y="871918"/>
                  </a:lnTo>
                  <a:lnTo>
                    <a:pt x="4537458" y="887098"/>
                  </a:lnTo>
                  <a:lnTo>
                    <a:pt x="4550843" y="902203"/>
                  </a:lnTo>
                  <a:lnTo>
                    <a:pt x="4564228" y="917256"/>
                  </a:lnTo>
                  <a:lnTo>
                    <a:pt x="4577612" y="932218"/>
                  </a:lnTo>
                  <a:lnTo>
                    <a:pt x="4590997" y="947132"/>
                  </a:lnTo>
                  <a:lnTo>
                    <a:pt x="4604382" y="962006"/>
                  </a:lnTo>
                  <a:lnTo>
                    <a:pt x="4617767" y="976813"/>
                  </a:lnTo>
                  <a:lnTo>
                    <a:pt x="4631152" y="991594"/>
                  </a:lnTo>
                  <a:lnTo>
                    <a:pt x="4644537" y="1006348"/>
                  </a:lnTo>
                  <a:lnTo>
                    <a:pt x="4657921" y="1021067"/>
                  </a:lnTo>
                  <a:lnTo>
                    <a:pt x="4671306" y="1035776"/>
                  </a:lnTo>
                  <a:lnTo>
                    <a:pt x="4684691" y="1050473"/>
                  </a:lnTo>
                  <a:lnTo>
                    <a:pt x="4698076" y="1065165"/>
                  </a:lnTo>
                  <a:lnTo>
                    <a:pt x="4711461" y="1079860"/>
                  </a:lnTo>
                  <a:lnTo>
                    <a:pt x="4724846" y="1094560"/>
                  </a:lnTo>
                  <a:lnTo>
                    <a:pt x="4738230" y="1109279"/>
                  </a:lnTo>
                  <a:lnTo>
                    <a:pt x="4751615" y="1124012"/>
                  </a:lnTo>
                  <a:lnTo>
                    <a:pt x="4765000" y="1138771"/>
                  </a:lnTo>
                  <a:lnTo>
                    <a:pt x="4778385" y="1153562"/>
                  </a:lnTo>
                  <a:lnTo>
                    <a:pt x="4791770" y="1168377"/>
                  </a:lnTo>
                  <a:lnTo>
                    <a:pt x="4805155" y="1183236"/>
                  </a:lnTo>
                  <a:lnTo>
                    <a:pt x="4818539" y="1198135"/>
                  </a:lnTo>
                  <a:lnTo>
                    <a:pt x="4831924" y="1213063"/>
                  </a:lnTo>
                  <a:lnTo>
                    <a:pt x="4845309" y="1228051"/>
                  </a:lnTo>
                  <a:lnTo>
                    <a:pt x="4858694" y="1243080"/>
                  </a:lnTo>
                  <a:lnTo>
                    <a:pt x="4872079" y="1258141"/>
                  </a:lnTo>
                  <a:lnTo>
                    <a:pt x="4885464" y="1273273"/>
                  </a:lnTo>
                  <a:lnTo>
                    <a:pt x="4898848" y="1288439"/>
                  </a:lnTo>
                  <a:lnTo>
                    <a:pt x="4912233" y="1303641"/>
                  </a:lnTo>
                  <a:lnTo>
                    <a:pt x="4925618" y="1318910"/>
                  </a:lnTo>
                  <a:lnTo>
                    <a:pt x="4939003" y="1334208"/>
                  </a:lnTo>
                  <a:lnTo>
                    <a:pt x="4952388" y="1349543"/>
                  </a:lnTo>
                  <a:lnTo>
                    <a:pt x="4965773" y="1364930"/>
                  </a:lnTo>
                  <a:lnTo>
                    <a:pt x="4979157" y="1380339"/>
                  </a:lnTo>
                  <a:lnTo>
                    <a:pt x="4992542" y="1395782"/>
                  </a:lnTo>
                  <a:lnTo>
                    <a:pt x="5005927" y="1411256"/>
                  </a:lnTo>
                  <a:lnTo>
                    <a:pt x="5019312" y="1426744"/>
                  </a:lnTo>
                  <a:lnTo>
                    <a:pt x="5032697" y="1442253"/>
                  </a:lnTo>
                  <a:lnTo>
                    <a:pt x="5046082" y="1457773"/>
                  </a:lnTo>
                  <a:lnTo>
                    <a:pt x="5059466" y="1473296"/>
                  </a:lnTo>
                  <a:lnTo>
                    <a:pt x="5072851" y="1488820"/>
                  </a:lnTo>
                  <a:lnTo>
                    <a:pt x="5086236" y="1504333"/>
                  </a:lnTo>
                  <a:lnTo>
                    <a:pt x="5099621" y="1519837"/>
                  </a:lnTo>
                  <a:lnTo>
                    <a:pt x="5113006" y="1535313"/>
                  </a:lnTo>
                  <a:lnTo>
                    <a:pt x="5126391" y="1550761"/>
                  </a:lnTo>
                  <a:lnTo>
                    <a:pt x="5139775" y="1566185"/>
                  </a:lnTo>
                  <a:lnTo>
                    <a:pt x="5153160" y="1581545"/>
                  </a:lnTo>
                  <a:lnTo>
                    <a:pt x="5166545" y="1596863"/>
                  </a:lnTo>
                  <a:lnTo>
                    <a:pt x="5179930" y="1612137"/>
                  </a:lnTo>
                  <a:lnTo>
                    <a:pt x="5193315" y="1627313"/>
                  </a:lnTo>
                  <a:lnTo>
                    <a:pt x="5206700" y="1642434"/>
                  </a:lnTo>
                  <a:lnTo>
                    <a:pt x="5220084" y="1657483"/>
                  </a:lnTo>
                  <a:lnTo>
                    <a:pt x="5233469" y="1672410"/>
                  </a:lnTo>
                  <a:lnTo>
                    <a:pt x="5246854" y="1687267"/>
                  </a:lnTo>
                  <a:lnTo>
                    <a:pt x="5260239" y="1702019"/>
                  </a:lnTo>
                  <a:lnTo>
                    <a:pt x="5273624" y="1716631"/>
                  </a:lnTo>
                  <a:lnTo>
                    <a:pt x="5287009" y="1731159"/>
                  </a:lnTo>
                  <a:lnTo>
                    <a:pt x="5300393" y="1745544"/>
                  </a:lnTo>
                  <a:lnTo>
                    <a:pt x="5313778" y="1759780"/>
                  </a:lnTo>
                  <a:lnTo>
                    <a:pt x="5327163" y="1773918"/>
                  </a:lnTo>
                  <a:lnTo>
                    <a:pt x="5340548" y="1787874"/>
                  </a:lnTo>
                  <a:lnTo>
                    <a:pt x="5353933" y="1801677"/>
                  </a:lnTo>
                  <a:lnTo>
                    <a:pt x="5367318" y="1815370"/>
                  </a:lnTo>
                  <a:lnTo>
                    <a:pt x="5380702" y="1828840"/>
                  </a:lnTo>
                  <a:lnTo>
                    <a:pt x="5394087" y="1842161"/>
                  </a:lnTo>
                  <a:lnTo>
                    <a:pt x="5407472" y="1855362"/>
                  </a:lnTo>
                  <a:lnTo>
                    <a:pt x="5420857" y="1868298"/>
                  </a:lnTo>
                  <a:lnTo>
                    <a:pt x="5434242" y="1881096"/>
                  </a:lnTo>
                  <a:lnTo>
                    <a:pt x="5447627" y="1893751"/>
                  </a:lnTo>
                  <a:lnTo>
                    <a:pt x="5461011" y="1906129"/>
                  </a:lnTo>
                  <a:lnTo>
                    <a:pt x="5474396" y="1918371"/>
                  </a:lnTo>
                  <a:lnTo>
                    <a:pt x="5487781" y="1930438"/>
                  </a:lnTo>
                  <a:lnTo>
                    <a:pt x="5501166" y="1942240"/>
                  </a:lnTo>
                  <a:lnTo>
                    <a:pt x="5514551" y="1953901"/>
                  </a:lnTo>
                  <a:lnTo>
                    <a:pt x="5527936" y="1965357"/>
                  </a:lnTo>
                  <a:lnTo>
                    <a:pt x="5541320" y="1976564"/>
                  </a:lnTo>
                  <a:lnTo>
                    <a:pt x="5554705" y="1987627"/>
                  </a:lnTo>
                  <a:lnTo>
                    <a:pt x="5568090" y="1998458"/>
                  </a:lnTo>
                  <a:lnTo>
                    <a:pt x="5581475" y="2009061"/>
                  </a:lnTo>
                  <a:lnTo>
                    <a:pt x="5594860" y="2019518"/>
                  </a:lnTo>
                  <a:lnTo>
                    <a:pt x="5608245" y="2029717"/>
                  </a:lnTo>
                  <a:lnTo>
                    <a:pt x="5621629" y="2039712"/>
                  </a:lnTo>
                  <a:lnTo>
                    <a:pt x="5635014" y="2049562"/>
                  </a:lnTo>
                  <a:lnTo>
                    <a:pt x="5648399" y="2059131"/>
                  </a:lnTo>
                  <a:lnTo>
                    <a:pt x="5661784" y="2068523"/>
                  </a:lnTo>
                  <a:lnTo>
                    <a:pt x="5675169" y="2077771"/>
                  </a:lnTo>
                  <a:lnTo>
                    <a:pt x="5688554" y="2086718"/>
                  </a:lnTo>
                  <a:lnTo>
                    <a:pt x="5701938" y="2095516"/>
                  </a:lnTo>
                  <a:lnTo>
                    <a:pt x="5715323" y="2104157"/>
                  </a:lnTo>
                  <a:lnTo>
                    <a:pt x="5728708" y="2112512"/>
                  </a:lnTo>
                  <a:lnTo>
                    <a:pt x="5742093" y="2120729"/>
                  </a:lnTo>
                  <a:lnTo>
                    <a:pt x="5755478" y="2128771"/>
                  </a:lnTo>
                  <a:lnTo>
                    <a:pt x="5768863" y="2136559"/>
                  </a:lnTo>
                  <a:lnTo>
                    <a:pt x="5782247" y="2144213"/>
                  </a:lnTo>
                  <a:lnTo>
                    <a:pt x="5795632" y="2151677"/>
                  </a:lnTo>
                  <a:lnTo>
                    <a:pt x="5809017" y="2158917"/>
                  </a:lnTo>
                  <a:lnTo>
                    <a:pt x="5822402" y="2166030"/>
                  </a:lnTo>
                  <a:lnTo>
                    <a:pt x="5835787" y="2172938"/>
                  </a:lnTo>
                  <a:lnTo>
                    <a:pt x="5849172" y="2179653"/>
                  </a:lnTo>
                  <a:lnTo>
                    <a:pt x="5862556" y="2186246"/>
                  </a:lnTo>
                  <a:lnTo>
                    <a:pt x="5875941" y="2192624"/>
                  </a:lnTo>
                  <a:lnTo>
                    <a:pt x="5889326" y="2198838"/>
                  </a:lnTo>
                  <a:lnTo>
                    <a:pt x="5902711" y="2204936"/>
                  </a:lnTo>
                  <a:lnTo>
                    <a:pt x="5916096" y="2210810"/>
                  </a:lnTo>
                  <a:lnTo>
                    <a:pt x="5929481" y="2216548"/>
                  </a:lnTo>
                  <a:lnTo>
                    <a:pt x="5942865" y="2222175"/>
                  </a:lnTo>
                  <a:lnTo>
                    <a:pt x="5956250" y="2227573"/>
                  </a:lnTo>
                  <a:lnTo>
                    <a:pt x="5969635" y="2232860"/>
                  </a:lnTo>
                  <a:lnTo>
                    <a:pt x="5983020" y="2238030"/>
                  </a:lnTo>
                  <a:lnTo>
                    <a:pt x="5996405" y="2242991"/>
                  </a:lnTo>
                  <a:lnTo>
                    <a:pt x="6009790" y="2247853"/>
                  </a:lnTo>
                  <a:lnTo>
                    <a:pt x="6023174" y="2252589"/>
                  </a:lnTo>
                  <a:lnTo>
                    <a:pt x="6036559" y="2257144"/>
                  </a:lnTo>
                  <a:lnTo>
                    <a:pt x="6049944" y="2261607"/>
                  </a:lnTo>
                  <a:lnTo>
                    <a:pt x="6063329" y="2265936"/>
                  </a:lnTo>
                  <a:lnTo>
                    <a:pt x="6076714" y="2270111"/>
                  </a:lnTo>
                  <a:lnTo>
                    <a:pt x="6090099" y="2274200"/>
                  </a:lnTo>
                  <a:lnTo>
                    <a:pt x="6103483" y="2278150"/>
                  </a:lnTo>
                  <a:lnTo>
                    <a:pt x="6116868" y="2281971"/>
                  </a:lnTo>
                  <a:lnTo>
                    <a:pt x="6130253" y="2285712"/>
                  </a:lnTo>
                  <a:lnTo>
                    <a:pt x="6143638" y="2289310"/>
                  </a:lnTo>
                  <a:lnTo>
                    <a:pt x="6157023" y="2292804"/>
                  </a:lnTo>
                  <a:lnTo>
                    <a:pt x="6170408" y="2296221"/>
                  </a:lnTo>
                  <a:lnTo>
                    <a:pt x="6183792" y="2299497"/>
                  </a:lnTo>
                  <a:lnTo>
                    <a:pt x="6197177" y="2302687"/>
                  </a:lnTo>
                  <a:lnTo>
                    <a:pt x="6210562" y="2305808"/>
                  </a:lnTo>
                  <a:lnTo>
                    <a:pt x="6223947" y="2308788"/>
                  </a:lnTo>
                  <a:lnTo>
                    <a:pt x="6237332" y="2311701"/>
                  </a:lnTo>
                  <a:lnTo>
                    <a:pt x="6250717" y="2314544"/>
                  </a:lnTo>
                  <a:lnTo>
                    <a:pt x="6264101" y="2317263"/>
                  </a:lnTo>
                  <a:lnTo>
                    <a:pt x="6277486" y="2319926"/>
                  </a:lnTo>
                  <a:lnTo>
                    <a:pt x="6290871" y="2322516"/>
                  </a:lnTo>
                  <a:lnTo>
                    <a:pt x="6304256" y="2325005"/>
                  </a:lnTo>
                  <a:lnTo>
                    <a:pt x="6317641" y="2327443"/>
                  </a:lnTo>
                  <a:lnTo>
                    <a:pt x="6331026" y="2329809"/>
                  </a:lnTo>
                  <a:lnTo>
                    <a:pt x="6344410" y="2332095"/>
                  </a:lnTo>
                  <a:lnTo>
                    <a:pt x="6357795" y="2334336"/>
                  </a:lnTo>
                  <a:lnTo>
                    <a:pt x="6371180" y="2336507"/>
                  </a:lnTo>
                  <a:lnTo>
                    <a:pt x="6384565" y="2338616"/>
                  </a:lnTo>
                  <a:lnTo>
                    <a:pt x="6397950" y="2340687"/>
                  </a:lnTo>
                  <a:lnTo>
                    <a:pt x="6411335" y="2342693"/>
                  </a:lnTo>
                  <a:lnTo>
                    <a:pt x="6424719" y="2344654"/>
                  </a:lnTo>
                  <a:lnTo>
                    <a:pt x="6438104" y="2346582"/>
                  </a:lnTo>
                  <a:lnTo>
                    <a:pt x="6451489" y="2348453"/>
                  </a:lnTo>
                  <a:lnTo>
                    <a:pt x="6464874" y="2350293"/>
                  </a:lnTo>
                  <a:lnTo>
                    <a:pt x="6478259" y="2352107"/>
                  </a:lnTo>
                  <a:lnTo>
                    <a:pt x="6491644" y="2353873"/>
                  </a:lnTo>
                  <a:lnTo>
                    <a:pt x="6505028" y="2355620"/>
                  </a:lnTo>
                  <a:lnTo>
                    <a:pt x="6518413" y="2357345"/>
                  </a:lnTo>
                  <a:lnTo>
                    <a:pt x="6531798" y="2359038"/>
                  </a:lnTo>
                  <a:lnTo>
                    <a:pt x="6545183" y="2360719"/>
                  </a:lnTo>
                  <a:lnTo>
                    <a:pt x="6558568" y="2362384"/>
                  </a:lnTo>
                  <a:lnTo>
                    <a:pt x="6571953" y="2364032"/>
                  </a:lnTo>
                  <a:lnTo>
                    <a:pt x="6585337" y="2365674"/>
                  </a:lnTo>
                  <a:lnTo>
                    <a:pt x="6598722" y="2367307"/>
                  </a:lnTo>
                  <a:lnTo>
                    <a:pt x="6612107" y="2368936"/>
                  </a:lnTo>
                  <a:lnTo>
                    <a:pt x="6625492" y="2370563"/>
                  </a:lnTo>
                  <a:lnTo>
                    <a:pt x="6638877" y="2372192"/>
                  </a:lnTo>
                  <a:lnTo>
                    <a:pt x="6652262" y="2373825"/>
                  </a:lnTo>
                  <a:lnTo>
                    <a:pt x="6665646" y="2375462"/>
                  </a:lnTo>
                  <a:lnTo>
                    <a:pt x="6679031" y="2377110"/>
                  </a:lnTo>
                  <a:lnTo>
                    <a:pt x="6692416" y="2378770"/>
                  </a:lnTo>
                  <a:lnTo>
                    <a:pt x="6705801" y="2380439"/>
                  </a:lnTo>
                  <a:lnTo>
                    <a:pt x="6719186" y="2382129"/>
                  </a:lnTo>
                  <a:lnTo>
                    <a:pt x="6732571" y="2383834"/>
                  </a:lnTo>
                  <a:lnTo>
                    <a:pt x="6745955" y="2385553"/>
                  </a:lnTo>
                  <a:lnTo>
                    <a:pt x="6759340" y="2387303"/>
                  </a:lnTo>
                  <a:lnTo>
                    <a:pt x="6772725" y="2389070"/>
                  </a:lnTo>
                  <a:lnTo>
                    <a:pt x="6786110" y="2390855"/>
                  </a:lnTo>
                  <a:lnTo>
                    <a:pt x="6799495" y="2392678"/>
                  </a:lnTo>
                  <a:lnTo>
                    <a:pt x="6812880" y="2394519"/>
                  </a:lnTo>
                  <a:lnTo>
                    <a:pt x="6826264" y="2396384"/>
                  </a:lnTo>
                  <a:lnTo>
                    <a:pt x="6839649" y="2398288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94334"/>
                  </a:moveTo>
                  <a:lnTo>
                    <a:pt x="13384" y="2689561"/>
                  </a:lnTo>
                  <a:lnTo>
                    <a:pt x="26769" y="2684589"/>
                  </a:lnTo>
                  <a:lnTo>
                    <a:pt x="40154" y="2679452"/>
                  </a:lnTo>
                  <a:lnTo>
                    <a:pt x="53539" y="2674150"/>
                  </a:lnTo>
                  <a:lnTo>
                    <a:pt x="66924" y="2668683"/>
                  </a:lnTo>
                  <a:lnTo>
                    <a:pt x="80308" y="2662989"/>
                  </a:lnTo>
                  <a:lnTo>
                    <a:pt x="93693" y="2657137"/>
                  </a:lnTo>
                  <a:lnTo>
                    <a:pt x="107078" y="2651131"/>
                  </a:lnTo>
                  <a:lnTo>
                    <a:pt x="120463" y="2644974"/>
                  </a:lnTo>
                  <a:lnTo>
                    <a:pt x="133848" y="2638641"/>
                  </a:lnTo>
                  <a:lnTo>
                    <a:pt x="147233" y="2632149"/>
                  </a:lnTo>
                  <a:lnTo>
                    <a:pt x="160617" y="2625532"/>
                  </a:lnTo>
                  <a:lnTo>
                    <a:pt x="174002" y="2618799"/>
                  </a:lnTo>
                  <a:lnTo>
                    <a:pt x="187387" y="2611955"/>
                  </a:lnTo>
                  <a:lnTo>
                    <a:pt x="200772" y="2604986"/>
                  </a:lnTo>
                  <a:lnTo>
                    <a:pt x="214157" y="2597943"/>
                  </a:lnTo>
                  <a:lnTo>
                    <a:pt x="227542" y="2590839"/>
                  </a:lnTo>
                  <a:lnTo>
                    <a:pt x="240926" y="2583687"/>
                  </a:lnTo>
                  <a:lnTo>
                    <a:pt x="254311" y="2576496"/>
                  </a:lnTo>
                  <a:lnTo>
                    <a:pt x="267696" y="2569296"/>
                  </a:lnTo>
                  <a:lnTo>
                    <a:pt x="281081" y="2562106"/>
                  </a:lnTo>
                  <a:lnTo>
                    <a:pt x="294466" y="2554942"/>
                  </a:lnTo>
                  <a:lnTo>
                    <a:pt x="307851" y="2547819"/>
                  </a:lnTo>
                  <a:lnTo>
                    <a:pt x="321235" y="2540782"/>
                  </a:lnTo>
                  <a:lnTo>
                    <a:pt x="334620" y="2533832"/>
                  </a:lnTo>
                  <a:lnTo>
                    <a:pt x="348005" y="2526981"/>
                  </a:lnTo>
                  <a:lnTo>
                    <a:pt x="361390" y="2520243"/>
                  </a:lnTo>
                  <a:lnTo>
                    <a:pt x="374775" y="2513667"/>
                  </a:lnTo>
                  <a:lnTo>
                    <a:pt x="388160" y="2507259"/>
                  </a:lnTo>
                  <a:lnTo>
                    <a:pt x="401544" y="2501010"/>
                  </a:lnTo>
                  <a:lnTo>
                    <a:pt x="414929" y="2494926"/>
                  </a:lnTo>
                  <a:lnTo>
                    <a:pt x="428314" y="2489028"/>
                  </a:lnTo>
                  <a:lnTo>
                    <a:pt x="441699" y="2483371"/>
                  </a:lnTo>
                  <a:lnTo>
                    <a:pt x="455084" y="2477898"/>
                  </a:lnTo>
                  <a:lnTo>
                    <a:pt x="468469" y="2472609"/>
                  </a:lnTo>
                  <a:lnTo>
                    <a:pt x="481853" y="2467502"/>
                  </a:lnTo>
                  <a:lnTo>
                    <a:pt x="495238" y="2462623"/>
                  </a:lnTo>
                  <a:lnTo>
                    <a:pt x="508623" y="2457930"/>
                  </a:lnTo>
                  <a:lnTo>
                    <a:pt x="522008" y="2453392"/>
                  </a:lnTo>
                  <a:lnTo>
                    <a:pt x="535393" y="2448998"/>
                  </a:lnTo>
                  <a:lnTo>
                    <a:pt x="548778" y="2444746"/>
                  </a:lnTo>
                  <a:lnTo>
                    <a:pt x="562162" y="2440633"/>
                  </a:lnTo>
                  <a:lnTo>
                    <a:pt x="575547" y="2436598"/>
                  </a:lnTo>
                  <a:lnTo>
                    <a:pt x="588932" y="2432623"/>
                  </a:lnTo>
                  <a:lnTo>
                    <a:pt x="602317" y="2428686"/>
                  </a:lnTo>
                  <a:lnTo>
                    <a:pt x="615702" y="2424758"/>
                  </a:lnTo>
                  <a:lnTo>
                    <a:pt x="629087" y="2420794"/>
                  </a:lnTo>
                  <a:lnTo>
                    <a:pt x="642471" y="2416768"/>
                  </a:lnTo>
                  <a:lnTo>
                    <a:pt x="655856" y="2412656"/>
                  </a:lnTo>
                  <a:lnTo>
                    <a:pt x="669241" y="2408413"/>
                  </a:lnTo>
                  <a:lnTo>
                    <a:pt x="682626" y="2403962"/>
                  </a:lnTo>
                  <a:lnTo>
                    <a:pt x="696011" y="2399312"/>
                  </a:lnTo>
                  <a:lnTo>
                    <a:pt x="709396" y="2394436"/>
                  </a:lnTo>
                  <a:lnTo>
                    <a:pt x="722780" y="2389309"/>
                  </a:lnTo>
                  <a:lnTo>
                    <a:pt x="736165" y="2383800"/>
                  </a:lnTo>
                  <a:lnTo>
                    <a:pt x="749550" y="2377936"/>
                  </a:lnTo>
                  <a:lnTo>
                    <a:pt x="762935" y="2371719"/>
                  </a:lnTo>
                  <a:lnTo>
                    <a:pt x="776320" y="2365128"/>
                  </a:lnTo>
                  <a:lnTo>
                    <a:pt x="789705" y="2358086"/>
                  </a:lnTo>
                  <a:lnTo>
                    <a:pt x="803089" y="2350501"/>
                  </a:lnTo>
                  <a:lnTo>
                    <a:pt x="816474" y="2342467"/>
                  </a:lnTo>
                  <a:lnTo>
                    <a:pt x="829859" y="2333972"/>
                  </a:lnTo>
                  <a:lnTo>
                    <a:pt x="843244" y="2325003"/>
                  </a:lnTo>
                  <a:lnTo>
                    <a:pt x="856629" y="2315379"/>
                  </a:lnTo>
                  <a:lnTo>
                    <a:pt x="870014" y="2305228"/>
                  </a:lnTo>
                  <a:lnTo>
                    <a:pt x="883398" y="2294578"/>
                  </a:lnTo>
                  <a:lnTo>
                    <a:pt x="896783" y="2283427"/>
                  </a:lnTo>
                  <a:lnTo>
                    <a:pt x="910168" y="2271698"/>
                  </a:lnTo>
                  <a:lnTo>
                    <a:pt x="923553" y="2259350"/>
                  </a:lnTo>
                  <a:lnTo>
                    <a:pt x="936938" y="2246518"/>
                  </a:lnTo>
                  <a:lnTo>
                    <a:pt x="950323" y="2233208"/>
                  </a:lnTo>
                  <a:lnTo>
                    <a:pt x="963707" y="2219431"/>
                  </a:lnTo>
                  <a:lnTo>
                    <a:pt x="977092" y="2205040"/>
                  </a:lnTo>
                  <a:lnTo>
                    <a:pt x="990477" y="2190208"/>
                  </a:lnTo>
                  <a:lnTo>
                    <a:pt x="1003862" y="2174967"/>
                  </a:lnTo>
                  <a:lnTo>
                    <a:pt x="1017247" y="2159334"/>
                  </a:lnTo>
                  <a:lnTo>
                    <a:pt x="1030632" y="2143264"/>
                  </a:lnTo>
                  <a:lnTo>
                    <a:pt x="1044016" y="2126776"/>
                  </a:lnTo>
                  <a:lnTo>
                    <a:pt x="1057401" y="2109974"/>
                  </a:lnTo>
                  <a:lnTo>
                    <a:pt x="1070786" y="2092875"/>
                  </a:lnTo>
                  <a:lnTo>
                    <a:pt x="1084171" y="2075497"/>
                  </a:lnTo>
                  <a:lnTo>
                    <a:pt x="1097556" y="2057776"/>
                  </a:lnTo>
                  <a:lnTo>
                    <a:pt x="1110941" y="2039831"/>
                  </a:lnTo>
                  <a:lnTo>
                    <a:pt x="1124325" y="2021683"/>
                  </a:lnTo>
                  <a:lnTo>
                    <a:pt x="1137710" y="2003348"/>
                  </a:lnTo>
                  <a:lnTo>
                    <a:pt x="1151095" y="1984809"/>
                  </a:lnTo>
                  <a:lnTo>
                    <a:pt x="1164480" y="1966089"/>
                  </a:lnTo>
                  <a:lnTo>
                    <a:pt x="1177865" y="1947232"/>
                  </a:lnTo>
                  <a:lnTo>
                    <a:pt x="1191250" y="1928244"/>
                  </a:lnTo>
                  <a:lnTo>
                    <a:pt x="1204634" y="1909132"/>
                  </a:lnTo>
                  <a:lnTo>
                    <a:pt x="1218019" y="1889854"/>
                  </a:lnTo>
                  <a:lnTo>
                    <a:pt x="1231404" y="1870457"/>
                  </a:lnTo>
                  <a:lnTo>
                    <a:pt x="1244789" y="1850939"/>
                  </a:lnTo>
                  <a:lnTo>
                    <a:pt x="1258174" y="1831295"/>
                  </a:lnTo>
                  <a:lnTo>
                    <a:pt x="1271559" y="1811486"/>
                  </a:lnTo>
                  <a:lnTo>
                    <a:pt x="1284943" y="1791499"/>
                  </a:lnTo>
                  <a:lnTo>
                    <a:pt x="1298328" y="1771345"/>
                  </a:lnTo>
                  <a:lnTo>
                    <a:pt x="1311713" y="1751010"/>
                  </a:lnTo>
                  <a:lnTo>
                    <a:pt x="1325098" y="1730474"/>
                  </a:lnTo>
                  <a:lnTo>
                    <a:pt x="1338483" y="1709627"/>
                  </a:lnTo>
                  <a:lnTo>
                    <a:pt x="1351868" y="1688526"/>
                  </a:lnTo>
                  <a:lnTo>
                    <a:pt x="1365252" y="1667149"/>
                  </a:lnTo>
                  <a:lnTo>
                    <a:pt x="1378637" y="1645478"/>
                  </a:lnTo>
                  <a:lnTo>
                    <a:pt x="1392022" y="1623407"/>
                  </a:lnTo>
                  <a:lnTo>
                    <a:pt x="1405407" y="1600922"/>
                  </a:lnTo>
                  <a:lnTo>
                    <a:pt x="1418792" y="1578057"/>
                  </a:lnTo>
                  <a:lnTo>
                    <a:pt x="1432177" y="1554794"/>
                  </a:lnTo>
                  <a:lnTo>
                    <a:pt x="1445561" y="1531095"/>
                  </a:lnTo>
                  <a:lnTo>
                    <a:pt x="1458946" y="1506799"/>
                  </a:lnTo>
                  <a:lnTo>
                    <a:pt x="1472331" y="1482045"/>
                  </a:lnTo>
                  <a:lnTo>
                    <a:pt x="1485716" y="1456824"/>
                  </a:lnTo>
                  <a:lnTo>
                    <a:pt x="1499101" y="1431130"/>
                  </a:lnTo>
                  <a:lnTo>
                    <a:pt x="1512486" y="1404833"/>
                  </a:lnTo>
                  <a:lnTo>
                    <a:pt x="1525870" y="1377994"/>
                  </a:lnTo>
                  <a:lnTo>
                    <a:pt x="1539255" y="1350688"/>
                  </a:lnTo>
                  <a:lnTo>
                    <a:pt x="1552640" y="1322925"/>
                  </a:lnTo>
                  <a:lnTo>
                    <a:pt x="1566025" y="1294690"/>
                  </a:lnTo>
                  <a:lnTo>
                    <a:pt x="1579410" y="1265905"/>
                  </a:lnTo>
                  <a:lnTo>
                    <a:pt x="1592795" y="1236747"/>
                  </a:lnTo>
                  <a:lnTo>
                    <a:pt x="1606179" y="1207245"/>
                  </a:lnTo>
                  <a:lnTo>
                    <a:pt x="1619564" y="1177430"/>
                  </a:lnTo>
                  <a:lnTo>
                    <a:pt x="1632949" y="1147280"/>
                  </a:lnTo>
                  <a:lnTo>
                    <a:pt x="1646334" y="1116915"/>
                  </a:lnTo>
                  <a:lnTo>
                    <a:pt x="1659719" y="1086411"/>
                  </a:lnTo>
                  <a:lnTo>
                    <a:pt x="1673104" y="1055817"/>
                  </a:lnTo>
                  <a:lnTo>
                    <a:pt x="1686488" y="1025186"/>
                  </a:lnTo>
                  <a:lnTo>
                    <a:pt x="1699873" y="994626"/>
                  </a:lnTo>
                  <a:lnTo>
                    <a:pt x="1713258" y="964205"/>
                  </a:lnTo>
                  <a:lnTo>
                    <a:pt x="1726643" y="933979"/>
                  </a:lnTo>
                  <a:lnTo>
                    <a:pt x="1740028" y="904005"/>
                  </a:lnTo>
                  <a:lnTo>
                    <a:pt x="1753413" y="874472"/>
                  </a:lnTo>
                  <a:lnTo>
                    <a:pt x="1766797" y="845414"/>
                  </a:lnTo>
                  <a:lnTo>
                    <a:pt x="1780182" y="816855"/>
                  </a:lnTo>
                  <a:lnTo>
                    <a:pt x="1793567" y="788848"/>
                  </a:lnTo>
                  <a:lnTo>
                    <a:pt x="1806952" y="761525"/>
                  </a:lnTo>
                  <a:lnTo>
                    <a:pt x="1820337" y="735104"/>
                  </a:lnTo>
                  <a:lnTo>
                    <a:pt x="1833722" y="709449"/>
                  </a:lnTo>
                  <a:lnTo>
                    <a:pt x="1847106" y="684600"/>
                  </a:lnTo>
                  <a:lnTo>
                    <a:pt x="1860491" y="660598"/>
                  </a:lnTo>
                  <a:lnTo>
                    <a:pt x="1873876" y="637790"/>
                  </a:lnTo>
                  <a:lnTo>
                    <a:pt x="1887261" y="616002"/>
                  </a:lnTo>
                  <a:lnTo>
                    <a:pt x="1900646" y="595186"/>
                  </a:lnTo>
                  <a:lnTo>
                    <a:pt x="1914031" y="575359"/>
                  </a:lnTo>
                  <a:lnTo>
                    <a:pt x="1927415" y="556674"/>
                  </a:lnTo>
                  <a:lnTo>
                    <a:pt x="1940800" y="539281"/>
                  </a:lnTo>
                  <a:lnTo>
                    <a:pt x="1954185" y="522905"/>
                  </a:lnTo>
                  <a:lnTo>
                    <a:pt x="1967570" y="507539"/>
                  </a:lnTo>
                  <a:lnTo>
                    <a:pt x="1980955" y="493175"/>
                  </a:lnTo>
                  <a:lnTo>
                    <a:pt x="1994340" y="480129"/>
                  </a:lnTo>
                  <a:lnTo>
                    <a:pt x="2007724" y="468076"/>
                  </a:lnTo>
                  <a:lnTo>
                    <a:pt x="2021109" y="456934"/>
                  </a:lnTo>
                  <a:lnTo>
                    <a:pt x="2034494" y="446671"/>
                  </a:lnTo>
                  <a:lnTo>
                    <a:pt x="2047879" y="437375"/>
                  </a:lnTo>
                  <a:lnTo>
                    <a:pt x="2061264" y="429041"/>
                  </a:lnTo>
                  <a:lnTo>
                    <a:pt x="2074649" y="421416"/>
                  </a:lnTo>
                  <a:lnTo>
                    <a:pt x="2088033" y="414455"/>
                  </a:lnTo>
                  <a:lnTo>
                    <a:pt x="2101418" y="408110"/>
                  </a:lnTo>
                  <a:lnTo>
                    <a:pt x="2114803" y="402498"/>
                  </a:lnTo>
                  <a:lnTo>
                    <a:pt x="2128188" y="397349"/>
                  </a:lnTo>
                  <a:lnTo>
                    <a:pt x="2141573" y="392593"/>
                  </a:lnTo>
                  <a:lnTo>
                    <a:pt x="2154958" y="388175"/>
                  </a:lnTo>
                  <a:lnTo>
                    <a:pt x="2168342" y="384076"/>
                  </a:lnTo>
                  <a:lnTo>
                    <a:pt x="2181727" y="380197"/>
                  </a:lnTo>
                  <a:lnTo>
                    <a:pt x="2195112" y="376428"/>
                  </a:lnTo>
                  <a:lnTo>
                    <a:pt x="2208497" y="372716"/>
                  </a:lnTo>
                  <a:lnTo>
                    <a:pt x="2221882" y="369013"/>
                  </a:lnTo>
                  <a:lnTo>
                    <a:pt x="2235267" y="365212"/>
                  </a:lnTo>
                  <a:lnTo>
                    <a:pt x="2248651" y="361263"/>
                  </a:lnTo>
                  <a:lnTo>
                    <a:pt x="2262036" y="357127"/>
                  </a:lnTo>
                  <a:lnTo>
                    <a:pt x="2275421" y="352763"/>
                  </a:lnTo>
                  <a:lnTo>
                    <a:pt x="2288806" y="348067"/>
                  </a:lnTo>
                  <a:lnTo>
                    <a:pt x="2302191" y="342971"/>
                  </a:lnTo>
                  <a:lnTo>
                    <a:pt x="2315576" y="337505"/>
                  </a:lnTo>
                  <a:lnTo>
                    <a:pt x="2328960" y="331644"/>
                  </a:lnTo>
                  <a:lnTo>
                    <a:pt x="2342345" y="325362"/>
                  </a:lnTo>
                  <a:lnTo>
                    <a:pt x="2355730" y="318455"/>
                  </a:lnTo>
                  <a:lnTo>
                    <a:pt x="2369115" y="311079"/>
                  </a:lnTo>
                  <a:lnTo>
                    <a:pt x="2382500" y="303227"/>
                  </a:lnTo>
                  <a:lnTo>
                    <a:pt x="2395885" y="294894"/>
                  </a:lnTo>
                  <a:lnTo>
                    <a:pt x="2409269" y="285973"/>
                  </a:lnTo>
                  <a:lnTo>
                    <a:pt x="2422654" y="276489"/>
                  </a:lnTo>
                  <a:lnTo>
                    <a:pt x="2436039" y="266544"/>
                  </a:lnTo>
                  <a:lnTo>
                    <a:pt x="2449424" y="256152"/>
                  </a:lnTo>
                  <a:lnTo>
                    <a:pt x="2462809" y="245317"/>
                  </a:lnTo>
                  <a:lnTo>
                    <a:pt x="2476194" y="233940"/>
                  </a:lnTo>
                  <a:lnTo>
                    <a:pt x="2489578" y="222215"/>
                  </a:lnTo>
                  <a:lnTo>
                    <a:pt x="2502963" y="210173"/>
                  </a:lnTo>
                  <a:lnTo>
                    <a:pt x="2516348" y="197849"/>
                  </a:lnTo>
                  <a:lnTo>
                    <a:pt x="2529733" y="185241"/>
                  </a:lnTo>
                  <a:lnTo>
                    <a:pt x="2543118" y="172452"/>
                  </a:lnTo>
                  <a:lnTo>
                    <a:pt x="2556503" y="159567"/>
                  </a:lnTo>
                  <a:lnTo>
                    <a:pt x="2569887" y="146636"/>
                  </a:lnTo>
                  <a:lnTo>
                    <a:pt x="2583272" y="133716"/>
                  </a:lnTo>
                  <a:lnTo>
                    <a:pt x="2596657" y="120936"/>
                  </a:lnTo>
                  <a:lnTo>
                    <a:pt x="2610042" y="108352"/>
                  </a:lnTo>
                  <a:lnTo>
                    <a:pt x="2623427" y="96024"/>
                  </a:lnTo>
                  <a:lnTo>
                    <a:pt x="2636812" y="84012"/>
                  </a:lnTo>
                  <a:lnTo>
                    <a:pt x="2650196" y="72514"/>
                  </a:lnTo>
                  <a:lnTo>
                    <a:pt x="2663581" y="61599"/>
                  </a:lnTo>
                  <a:lnTo>
                    <a:pt x="2676966" y="51272"/>
                  </a:lnTo>
                  <a:lnTo>
                    <a:pt x="2690351" y="41595"/>
                  </a:lnTo>
                  <a:lnTo>
                    <a:pt x="2703736" y="32687"/>
                  </a:lnTo>
                  <a:lnTo>
                    <a:pt x="2717121" y="24866"/>
                  </a:lnTo>
                  <a:lnTo>
                    <a:pt x="2730505" y="17947"/>
                  </a:lnTo>
                  <a:lnTo>
                    <a:pt x="2743890" y="11983"/>
                  </a:lnTo>
                  <a:lnTo>
                    <a:pt x="2757275" y="7022"/>
                  </a:lnTo>
                  <a:lnTo>
                    <a:pt x="2770660" y="3440"/>
                  </a:lnTo>
                  <a:lnTo>
                    <a:pt x="2784045" y="1131"/>
                  </a:lnTo>
                  <a:lnTo>
                    <a:pt x="2797430" y="0"/>
                  </a:lnTo>
                  <a:lnTo>
                    <a:pt x="2810814" y="75"/>
                  </a:lnTo>
                  <a:lnTo>
                    <a:pt x="2824199" y="1502"/>
                  </a:lnTo>
                  <a:lnTo>
                    <a:pt x="2837584" y="4585"/>
                  </a:lnTo>
                  <a:lnTo>
                    <a:pt x="2850969" y="8944"/>
                  </a:lnTo>
                  <a:lnTo>
                    <a:pt x="2864354" y="14579"/>
                  </a:lnTo>
                  <a:lnTo>
                    <a:pt x="2877739" y="21488"/>
                  </a:lnTo>
                  <a:lnTo>
                    <a:pt x="2891123" y="30042"/>
                  </a:lnTo>
                  <a:lnTo>
                    <a:pt x="2904508" y="39942"/>
                  </a:lnTo>
                  <a:lnTo>
                    <a:pt x="2917893" y="51035"/>
                  </a:lnTo>
                  <a:lnTo>
                    <a:pt x="2931278" y="63290"/>
                  </a:lnTo>
                  <a:lnTo>
                    <a:pt x="2944663" y="76791"/>
                  </a:lnTo>
                  <a:lnTo>
                    <a:pt x="2958048" y="91635"/>
                  </a:lnTo>
                  <a:lnTo>
                    <a:pt x="2971432" y="107445"/>
                  </a:lnTo>
                  <a:lnTo>
                    <a:pt x="2984817" y="124163"/>
                  </a:lnTo>
                  <a:lnTo>
                    <a:pt x="2998202" y="141729"/>
                  </a:lnTo>
                  <a:lnTo>
                    <a:pt x="3011587" y="160292"/>
                  </a:lnTo>
                  <a:lnTo>
                    <a:pt x="3024972" y="179539"/>
                  </a:lnTo>
                  <a:lnTo>
                    <a:pt x="3038357" y="199340"/>
                  </a:lnTo>
                  <a:lnTo>
                    <a:pt x="3051741" y="219623"/>
                  </a:lnTo>
                  <a:lnTo>
                    <a:pt x="3065126" y="240351"/>
                  </a:lnTo>
                  <a:lnTo>
                    <a:pt x="3078511" y="261416"/>
                  </a:lnTo>
                  <a:lnTo>
                    <a:pt x="3091896" y="282639"/>
                  </a:lnTo>
                  <a:lnTo>
                    <a:pt x="3105281" y="303948"/>
                  </a:lnTo>
                  <a:lnTo>
                    <a:pt x="3118666" y="325270"/>
                  </a:lnTo>
                  <a:lnTo>
                    <a:pt x="3132050" y="346458"/>
                  </a:lnTo>
                  <a:lnTo>
                    <a:pt x="3145435" y="367425"/>
                  </a:lnTo>
                  <a:lnTo>
                    <a:pt x="3158820" y="388114"/>
                  </a:lnTo>
                  <a:lnTo>
                    <a:pt x="3172205" y="408467"/>
                  </a:lnTo>
                  <a:lnTo>
                    <a:pt x="3185590" y="428348"/>
                  </a:lnTo>
                  <a:lnTo>
                    <a:pt x="3198975" y="447618"/>
                  </a:lnTo>
                  <a:lnTo>
                    <a:pt x="3212359" y="466339"/>
                  </a:lnTo>
                  <a:lnTo>
                    <a:pt x="3225744" y="484472"/>
                  </a:lnTo>
                  <a:lnTo>
                    <a:pt x="3239129" y="501985"/>
                  </a:lnTo>
                  <a:lnTo>
                    <a:pt x="3252514" y="518588"/>
                  </a:lnTo>
                  <a:lnTo>
                    <a:pt x="3265899" y="534476"/>
                  </a:lnTo>
                  <a:lnTo>
                    <a:pt x="3279284" y="549660"/>
                  </a:lnTo>
                  <a:lnTo>
                    <a:pt x="3292668" y="564136"/>
                  </a:lnTo>
                  <a:lnTo>
                    <a:pt x="3306053" y="577774"/>
                  </a:lnTo>
                  <a:lnTo>
                    <a:pt x="3319438" y="590560"/>
                  </a:lnTo>
                  <a:lnTo>
                    <a:pt x="3332823" y="602671"/>
                  </a:lnTo>
                  <a:lnTo>
                    <a:pt x="3346208" y="614130"/>
                  </a:lnTo>
                  <a:lnTo>
                    <a:pt x="3359593" y="624959"/>
                  </a:lnTo>
                  <a:lnTo>
                    <a:pt x="3372977" y="634984"/>
                  </a:lnTo>
                  <a:lnTo>
                    <a:pt x="3386362" y="644490"/>
                  </a:lnTo>
                  <a:lnTo>
                    <a:pt x="3399747" y="653525"/>
                  </a:lnTo>
                  <a:lnTo>
                    <a:pt x="3413132" y="662135"/>
                  </a:lnTo>
                  <a:lnTo>
                    <a:pt x="3426517" y="670312"/>
                  </a:lnTo>
                  <a:lnTo>
                    <a:pt x="3439902" y="678160"/>
                  </a:lnTo>
                  <a:lnTo>
                    <a:pt x="3453286" y="685810"/>
                  </a:lnTo>
                  <a:lnTo>
                    <a:pt x="3466671" y="693318"/>
                  </a:lnTo>
                  <a:lnTo>
                    <a:pt x="3480056" y="700740"/>
                  </a:lnTo>
                  <a:lnTo>
                    <a:pt x="3493441" y="708180"/>
                  </a:lnTo>
                  <a:lnTo>
                    <a:pt x="3506826" y="715728"/>
                  </a:lnTo>
                  <a:lnTo>
                    <a:pt x="3520211" y="723440"/>
                  </a:lnTo>
                  <a:lnTo>
                    <a:pt x="3533595" y="731372"/>
                  </a:lnTo>
                  <a:lnTo>
                    <a:pt x="3546980" y="739664"/>
                  </a:lnTo>
                  <a:lnTo>
                    <a:pt x="3560365" y="748403"/>
                  </a:lnTo>
                  <a:lnTo>
                    <a:pt x="3573750" y="757579"/>
                  </a:lnTo>
                  <a:lnTo>
                    <a:pt x="3587135" y="767237"/>
                  </a:lnTo>
                  <a:lnTo>
                    <a:pt x="3600520" y="777436"/>
                  </a:lnTo>
                  <a:lnTo>
                    <a:pt x="3613904" y="788435"/>
                  </a:lnTo>
                  <a:lnTo>
                    <a:pt x="3627289" y="800064"/>
                  </a:lnTo>
                  <a:lnTo>
                    <a:pt x="3640674" y="812345"/>
                  </a:lnTo>
                  <a:lnTo>
                    <a:pt x="3654059" y="825298"/>
                  </a:lnTo>
                  <a:lnTo>
                    <a:pt x="3667444" y="839116"/>
                  </a:lnTo>
                  <a:lnTo>
                    <a:pt x="3680829" y="853752"/>
                  </a:lnTo>
                  <a:lnTo>
                    <a:pt x="3694213" y="869097"/>
                  </a:lnTo>
                  <a:lnTo>
                    <a:pt x="3707598" y="885146"/>
                  </a:lnTo>
                  <a:lnTo>
                    <a:pt x="3720983" y="901930"/>
                  </a:lnTo>
                  <a:lnTo>
                    <a:pt x="3734368" y="919629"/>
                  </a:lnTo>
                  <a:lnTo>
                    <a:pt x="3747753" y="937974"/>
                  </a:lnTo>
                  <a:lnTo>
                    <a:pt x="3761138" y="956943"/>
                  </a:lnTo>
                  <a:lnTo>
                    <a:pt x="3774522" y="976511"/>
                  </a:lnTo>
                  <a:lnTo>
                    <a:pt x="3787907" y="996783"/>
                  </a:lnTo>
                  <a:lnTo>
                    <a:pt x="3801292" y="1017625"/>
                  </a:lnTo>
                  <a:lnTo>
                    <a:pt x="3814677" y="1038925"/>
                  </a:lnTo>
                  <a:lnTo>
                    <a:pt x="3828062" y="1060644"/>
                  </a:lnTo>
                  <a:lnTo>
                    <a:pt x="3841447" y="1082767"/>
                  </a:lnTo>
                  <a:lnTo>
                    <a:pt x="3854831" y="1105303"/>
                  </a:lnTo>
                  <a:lnTo>
                    <a:pt x="3868216" y="1128086"/>
                  </a:lnTo>
                  <a:lnTo>
                    <a:pt x="3881601" y="1151076"/>
                  </a:lnTo>
                  <a:lnTo>
                    <a:pt x="3894986" y="1174234"/>
                  </a:lnTo>
                  <a:lnTo>
                    <a:pt x="3908371" y="1197534"/>
                  </a:lnTo>
                  <a:lnTo>
                    <a:pt x="3921756" y="1220886"/>
                  </a:lnTo>
                  <a:lnTo>
                    <a:pt x="3935140" y="1244245"/>
                  </a:lnTo>
                  <a:lnTo>
                    <a:pt x="3948525" y="1267576"/>
                  </a:lnTo>
                  <a:lnTo>
                    <a:pt x="3961910" y="1290837"/>
                  </a:lnTo>
                  <a:lnTo>
                    <a:pt x="3975295" y="1313952"/>
                  </a:lnTo>
                  <a:lnTo>
                    <a:pt x="3988680" y="1336917"/>
                  </a:lnTo>
                  <a:lnTo>
                    <a:pt x="4002065" y="1359711"/>
                  </a:lnTo>
                  <a:lnTo>
                    <a:pt x="4015449" y="1382313"/>
                  </a:lnTo>
                  <a:lnTo>
                    <a:pt x="4028834" y="1404631"/>
                  </a:lnTo>
                  <a:lnTo>
                    <a:pt x="4042219" y="1426687"/>
                  </a:lnTo>
                  <a:lnTo>
                    <a:pt x="4055604" y="1448492"/>
                  </a:lnTo>
                  <a:lnTo>
                    <a:pt x="4068989" y="1470039"/>
                  </a:lnTo>
                  <a:lnTo>
                    <a:pt x="4082374" y="1491290"/>
                  </a:lnTo>
                  <a:lnTo>
                    <a:pt x="4095758" y="1512194"/>
                  </a:lnTo>
                  <a:lnTo>
                    <a:pt x="4109143" y="1532829"/>
                  </a:lnTo>
                  <a:lnTo>
                    <a:pt x="4122528" y="1553198"/>
                  </a:lnTo>
                  <a:lnTo>
                    <a:pt x="4135913" y="1573302"/>
                  </a:lnTo>
                  <a:lnTo>
                    <a:pt x="4149298" y="1593065"/>
                  </a:lnTo>
                  <a:lnTo>
                    <a:pt x="4162683" y="1612563"/>
                  </a:lnTo>
                  <a:lnTo>
                    <a:pt x="4176067" y="1631823"/>
                  </a:lnTo>
                  <a:lnTo>
                    <a:pt x="4189452" y="1650852"/>
                  </a:lnTo>
                  <a:lnTo>
                    <a:pt x="4202837" y="1669629"/>
                  </a:lnTo>
                  <a:lnTo>
                    <a:pt x="4216222" y="1688141"/>
                  </a:lnTo>
                  <a:lnTo>
                    <a:pt x="4229607" y="1706454"/>
                  </a:lnTo>
                  <a:lnTo>
                    <a:pt x="4242992" y="1724575"/>
                  </a:lnTo>
                  <a:lnTo>
                    <a:pt x="4256376" y="1742511"/>
                  </a:lnTo>
                  <a:lnTo>
                    <a:pt x="4269761" y="1760205"/>
                  </a:lnTo>
                  <a:lnTo>
                    <a:pt x="4283146" y="1777720"/>
                  </a:lnTo>
                  <a:lnTo>
                    <a:pt x="4296531" y="1795064"/>
                  </a:lnTo>
                  <a:lnTo>
                    <a:pt x="4309916" y="1812240"/>
                  </a:lnTo>
                  <a:lnTo>
                    <a:pt x="4323301" y="1829221"/>
                  </a:lnTo>
                  <a:lnTo>
                    <a:pt x="4336685" y="1845990"/>
                  </a:lnTo>
                  <a:lnTo>
                    <a:pt x="4350070" y="1862582"/>
                  </a:lnTo>
                  <a:lnTo>
                    <a:pt x="4363455" y="1878994"/>
                  </a:lnTo>
                  <a:lnTo>
                    <a:pt x="4376840" y="1895219"/>
                  </a:lnTo>
                  <a:lnTo>
                    <a:pt x="4390225" y="1911173"/>
                  </a:lnTo>
                  <a:lnTo>
                    <a:pt x="4403610" y="1926909"/>
                  </a:lnTo>
                  <a:lnTo>
                    <a:pt x="4416994" y="1942424"/>
                  </a:lnTo>
                  <a:lnTo>
                    <a:pt x="4430379" y="1957707"/>
                  </a:lnTo>
                  <a:lnTo>
                    <a:pt x="4443764" y="1972701"/>
                  </a:lnTo>
                  <a:lnTo>
                    <a:pt x="4457149" y="1987375"/>
                  </a:lnTo>
                  <a:lnTo>
                    <a:pt x="4470534" y="2001770"/>
                  </a:lnTo>
                  <a:lnTo>
                    <a:pt x="4483919" y="2015878"/>
                  </a:lnTo>
                  <a:lnTo>
                    <a:pt x="4497303" y="2029688"/>
                  </a:lnTo>
                  <a:lnTo>
                    <a:pt x="4510688" y="2043058"/>
                  </a:lnTo>
                  <a:lnTo>
                    <a:pt x="4524073" y="2056095"/>
                  </a:lnTo>
                  <a:lnTo>
                    <a:pt x="4537458" y="2068795"/>
                  </a:lnTo>
                  <a:lnTo>
                    <a:pt x="4550843" y="2081150"/>
                  </a:lnTo>
                  <a:lnTo>
                    <a:pt x="4564228" y="2093081"/>
                  </a:lnTo>
                  <a:lnTo>
                    <a:pt x="4577612" y="2104581"/>
                  </a:lnTo>
                  <a:lnTo>
                    <a:pt x="4590997" y="2115718"/>
                  </a:lnTo>
                  <a:lnTo>
                    <a:pt x="4604382" y="2126494"/>
                  </a:lnTo>
                  <a:lnTo>
                    <a:pt x="4617767" y="2136902"/>
                  </a:lnTo>
                  <a:lnTo>
                    <a:pt x="4631152" y="2146813"/>
                  </a:lnTo>
                  <a:lnTo>
                    <a:pt x="4644537" y="2156373"/>
                  </a:lnTo>
                  <a:lnTo>
                    <a:pt x="4657921" y="2165590"/>
                  </a:lnTo>
                  <a:lnTo>
                    <a:pt x="4671306" y="2174471"/>
                  </a:lnTo>
                  <a:lnTo>
                    <a:pt x="4684691" y="2182957"/>
                  </a:lnTo>
                  <a:lnTo>
                    <a:pt x="4698076" y="2191084"/>
                  </a:lnTo>
                  <a:lnTo>
                    <a:pt x="4711461" y="2198925"/>
                  </a:lnTo>
                  <a:lnTo>
                    <a:pt x="4724846" y="2206493"/>
                  </a:lnTo>
                  <a:lnTo>
                    <a:pt x="4738230" y="2213794"/>
                  </a:lnTo>
                  <a:lnTo>
                    <a:pt x="4751615" y="2220780"/>
                  </a:lnTo>
                  <a:lnTo>
                    <a:pt x="4765000" y="2227564"/>
                  </a:lnTo>
                  <a:lnTo>
                    <a:pt x="4778385" y="2234163"/>
                  </a:lnTo>
                  <a:lnTo>
                    <a:pt x="4791770" y="2240595"/>
                  </a:lnTo>
                  <a:lnTo>
                    <a:pt x="4805155" y="2246853"/>
                  </a:lnTo>
                  <a:lnTo>
                    <a:pt x="4818539" y="2252985"/>
                  </a:lnTo>
                  <a:lnTo>
                    <a:pt x="4831924" y="2259032"/>
                  </a:lnTo>
                  <a:lnTo>
                    <a:pt x="4845309" y="2265012"/>
                  </a:lnTo>
                  <a:lnTo>
                    <a:pt x="4858694" y="2270943"/>
                  </a:lnTo>
                  <a:lnTo>
                    <a:pt x="4872079" y="2276851"/>
                  </a:lnTo>
                  <a:lnTo>
                    <a:pt x="4885464" y="2282768"/>
                  </a:lnTo>
                  <a:lnTo>
                    <a:pt x="4898848" y="2288712"/>
                  </a:lnTo>
                  <a:lnTo>
                    <a:pt x="4912233" y="2294696"/>
                  </a:lnTo>
                  <a:lnTo>
                    <a:pt x="4925618" y="2300760"/>
                  </a:lnTo>
                  <a:lnTo>
                    <a:pt x="4939003" y="2306920"/>
                  </a:lnTo>
                  <a:lnTo>
                    <a:pt x="4952388" y="2313179"/>
                  </a:lnTo>
                  <a:lnTo>
                    <a:pt x="4965773" y="2319548"/>
                  </a:lnTo>
                  <a:lnTo>
                    <a:pt x="4979157" y="2326048"/>
                  </a:lnTo>
                  <a:lnTo>
                    <a:pt x="4992542" y="2332727"/>
                  </a:lnTo>
                  <a:lnTo>
                    <a:pt x="5005927" y="2339552"/>
                  </a:lnTo>
                  <a:lnTo>
                    <a:pt x="5019312" y="2346527"/>
                  </a:lnTo>
                  <a:lnTo>
                    <a:pt x="5032697" y="2353657"/>
                  </a:lnTo>
                  <a:lnTo>
                    <a:pt x="5046082" y="2360994"/>
                  </a:lnTo>
                  <a:lnTo>
                    <a:pt x="5059466" y="2368511"/>
                  </a:lnTo>
                  <a:lnTo>
                    <a:pt x="5072851" y="2376190"/>
                  </a:lnTo>
                  <a:lnTo>
                    <a:pt x="5086236" y="2384028"/>
                  </a:lnTo>
                  <a:lnTo>
                    <a:pt x="5099621" y="2392041"/>
                  </a:lnTo>
                  <a:lnTo>
                    <a:pt x="5113006" y="2400251"/>
                  </a:lnTo>
                  <a:lnTo>
                    <a:pt x="5126391" y="2408604"/>
                  </a:lnTo>
                  <a:lnTo>
                    <a:pt x="5139775" y="2417095"/>
                  </a:lnTo>
                  <a:lnTo>
                    <a:pt x="5153160" y="2425717"/>
                  </a:lnTo>
                  <a:lnTo>
                    <a:pt x="5166545" y="2434493"/>
                  </a:lnTo>
                  <a:lnTo>
                    <a:pt x="5179930" y="2443382"/>
                  </a:lnTo>
                  <a:lnTo>
                    <a:pt x="5193315" y="2452362"/>
                  </a:lnTo>
                  <a:lnTo>
                    <a:pt x="5206700" y="2461423"/>
                  </a:lnTo>
                  <a:lnTo>
                    <a:pt x="5220084" y="2470558"/>
                  </a:lnTo>
                  <a:lnTo>
                    <a:pt x="5233469" y="2479754"/>
                  </a:lnTo>
                  <a:lnTo>
                    <a:pt x="5246854" y="2488979"/>
                  </a:lnTo>
                  <a:lnTo>
                    <a:pt x="5260239" y="2498219"/>
                  </a:lnTo>
                  <a:lnTo>
                    <a:pt x="5273624" y="2507462"/>
                  </a:lnTo>
                  <a:lnTo>
                    <a:pt x="5287009" y="2516681"/>
                  </a:lnTo>
                  <a:lnTo>
                    <a:pt x="5300393" y="2525858"/>
                  </a:lnTo>
                  <a:lnTo>
                    <a:pt x="5313778" y="2534979"/>
                  </a:lnTo>
                  <a:lnTo>
                    <a:pt x="5327163" y="2544032"/>
                  </a:lnTo>
                  <a:lnTo>
                    <a:pt x="5340548" y="2552989"/>
                  </a:lnTo>
                  <a:lnTo>
                    <a:pt x="5353933" y="2561812"/>
                  </a:lnTo>
                  <a:lnTo>
                    <a:pt x="5367318" y="2570511"/>
                  </a:lnTo>
                  <a:lnTo>
                    <a:pt x="5380702" y="2579075"/>
                  </a:lnTo>
                  <a:lnTo>
                    <a:pt x="5394087" y="2587492"/>
                  </a:lnTo>
                  <a:lnTo>
                    <a:pt x="5407472" y="2595687"/>
                  </a:lnTo>
                  <a:lnTo>
                    <a:pt x="5420857" y="2603692"/>
                  </a:lnTo>
                  <a:lnTo>
                    <a:pt x="5434242" y="2611505"/>
                  </a:lnTo>
                  <a:lnTo>
                    <a:pt x="5447627" y="2619118"/>
                  </a:lnTo>
                  <a:lnTo>
                    <a:pt x="5461011" y="2626486"/>
                  </a:lnTo>
                  <a:lnTo>
                    <a:pt x="5474396" y="2633579"/>
                  </a:lnTo>
                  <a:lnTo>
                    <a:pt x="5487781" y="2640440"/>
                  </a:lnTo>
                  <a:lnTo>
                    <a:pt x="5501166" y="2647064"/>
                  </a:lnTo>
                  <a:lnTo>
                    <a:pt x="5514551" y="2653447"/>
                  </a:lnTo>
                  <a:lnTo>
                    <a:pt x="5527936" y="2659488"/>
                  </a:lnTo>
                  <a:lnTo>
                    <a:pt x="5541320" y="2665269"/>
                  </a:lnTo>
                  <a:lnTo>
                    <a:pt x="5554705" y="2670795"/>
                  </a:lnTo>
                  <a:lnTo>
                    <a:pt x="5568090" y="2676064"/>
                  </a:lnTo>
                  <a:lnTo>
                    <a:pt x="5581475" y="2681028"/>
                  </a:lnTo>
                  <a:lnTo>
                    <a:pt x="5594860" y="2685678"/>
                  </a:lnTo>
                  <a:lnTo>
                    <a:pt x="5608245" y="2690072"/>
                  </a:lnTo>
                  <a:lnTo>
                    <a:pt x="5621629" y="2694211"/>
                  </a:lnTo>
                  <a:lnTo>
                    <a:pt x="5635014" y="2698099"/>
                  </a:lnTo>
                  <a:lnTo>
                    <a:pt x="5648399" y="2701640"/>
                  </a:lnTo>
                  <a:lnTo>
                    <a:pt x="5661784" y="2704939"/>
                  </a:lnTo>
                  <a:lnTo>
                    <a:pt x="5675169" y="2708000"/>
                  </a:lnTo>
                  <a:lnTo>
                    <a:pt x="5688554" y="2710830"/>
                  </a:lnTo>
                  <a:lnTo>
                    <a:pt x="5701938" y="2713388"/>
                  </a:lnTo>
                  <a:lnTo>
                    <a:pt x="5715323" y="2715689"/>
                  </a:lnTo>
                  <a:lnTo>
                    <a:pt x="5728708" y="2717782"/>
                  </a:lnTo>
                  <a:lnTo>
                    <a:pt x="5742093" y="2719676"/>
                  </a:lnTo>
                  <a:lnTo>
                    <a:pt x="5755478" y="2721373"/>
                  </a:lnTo>
                  <a:lnTo>
                    <a:pt x="5768863" y="2722820"/>
                  </a:lnTo>
                  <a:lnTo>
                    <a:pt x="5782247" y="2724100"/>
                  </a:lnTo>
                  <a:lnTo>
                    <a:pt x="5795632" y="2725220"/>
                  </a:lnTo>
                  <a:lnTo>
                    <a:pt x="5809017" y="2726190"/>
                  </a:lnTo>
                  <a:lnTo>
                    <a:pt x="5822402" y="2726988"/>
                  </a:lnTo>
                  <a:lnTo>
                    <a:pt x="5835787" y="2727639"/>
                  </a:lnTo>
                  <a:lnTo>
                    <a:pt x="5849172" y="2728176"/>
                  </a:lnTo>
                  <a:lnTo>
                    <a:pt x="5862556" y="2728609"/>
                  </a:lnTo>
                  <a:lnTo>
                    <a:pt x="5875941" y="2728943"/>
                  </a:lnTo>
                  <a:lnTo>
                    <a:pt x="5889326" y="2729167"/>
                  </a:lnTo>
                  <a:lnTo>
                    <a:pt x="5902711" y="2729323"/>
                  </a:lnTo>
                  <a:lnTo>
                    <a:pt x="5916096" y="2729422"/>
                  </a:lnTo>
                  <a:lnTo>
                    <a:pt x="5929481" y="2729471"/>
                  </a:lnTo>
                  <a:lnTo>
                    <a:pt x="5942865" y="2729473"/>
                  </a:lnTo>
                  <a:lnTo>
                    <a:pt x="5956250" y="2729446"/>
                  </a:lnTo>
                  <a:lnTo>
                    <a:pt x="5969635" y="2729404"/>
                  </a:lnTo>
                  <a:lnTo>
                    <a:pt x="5983020" y="2729354"/>
                  </a:lnTo>
                  <a:lnTo>
                    <a:pt x="5996405" y="2729304"/>
                  </a:lnTo>
                  <a:lnTo>
                    <a:pt x="6009790" y="2729268"/>
                  </a:lnTo>
                  <a:lnTo>
                    <a:pt x="6023174" y="2729253"/>
                  </a:lnTo>
                  <a:lnTo>
                    <a:pt x="6036559" y="2729264"/>
                  </a:lnTo>
                  <a:lnTo>
                    <a:pt x="6049944" y="2729306"/>
                  </a:lnTo>
                  <a:lnTo>
                    <a:pt x="6063329" y="2729397"/>
                  </a:lnTo>
                  <a:lnTo>
                    <a:pt x="6076714" y="2729539"/>
                  </a:lnTo>
                  <a:lnTo>
                    <a:pt x="6090099" y="2729731"/>
                  </a:lnTo>
                  <a:lnTo>
                    <a:pt x="6103483" y="2729976"/>
                  </a:lnTo>
                  <a:lnTo>
                    <a:pt x="6116868" y="2730281"/>
                  </a:lnTo>
                  <a:lnTo>
                    <a:pt x="6130253" y="2730665"/>
                  </a:lnTo>
                  <a:lnTo>
                    <a:pt x="6143638" y="2731111"/>
                  </a:lnTo>
                  <a:lnTo>
                    <a:pt x="6157023" y="2731620"/>
                  </a:lnTo>
                  <a:lnTo>
                    <a:pt x="6170408" y="2732192"/>
                  </a:lnTo>
                  <a:lnTo>
                    <a:pt x="6183792" y="2732847"/>
                  </a:lnTo>
                  <a:lnTo>
                    <a:pt x="6197177" y="2733572"/>
                  </a:lnTo>
                  <a:lnTo>
                    <a:pt x="6210562" y="2734358"/>
                  </a:lnTo>
                  <a:lnTo>
                    <a:pt x="6223947" y="2735205"/>
                  </a:lnTo>
                  <a:lnTo>
                    <a:pt x="6237332" y="2736116"/>
                  </a:lnTo>
                  <a:lnTo>
                    <a:pt x="6250717" y="2737099"/>
                  </a:lnTo>
                  <a:lnTo>
                    <a:pt x="6264101" y="2738134"/>
                  </a:lnTo>
                  <a:lnTo>
                    <a:pt x="6277486" y="2739216"/>
                  </a:lnTo>
                  <a:lnTo>
                    <a:pt x="6290871" y="2740345"/>
                  </a:lnTo>
                  <a:lnTo>
                    <a:pt x="6304256" y="2741526"/>
                  </a:lnTo>
                  <a:lnTo>
                    <a:pt x="6317641" y="2742746"/>
                  </a:lnTo>
                  <a:lnTo>
                    <a:pt x="6331026" y="2743996"/>
                  </a:lnTo>
                  <a:lnTo>
                    <a:pt x="6344410" y="2745272"/>
                  </a:lnTo>
                  <a:lnTo>
                    <a:pt x="6357795" y="2746573"/>
                  </a:lnTo>
                  <a:lnTo>
                    <a:pt x="6371180" y="2747894"/>
                  </a:lnTo>
                  <a:lnTo>
                    <a:pt x="6384565" y="2749224"/>
                  </a:lnTo>
                  <a:lnTo>
                    <a:pt x="6397950" y="2750560"/>
                  </a:lnTo>
                  <a:lnTo>
                    <a:pt x="6411335" y="2751898"/>
                  </a:lnTo>
                  <a:lnTo>
                    <a:pt x="6424719" y="2753230"/>
                  </a:lnTo>
                  <a:lnTo>
                    <a:pt x="6438104" y="2754551"/>
                  </a:lnTo>
                  <a:lnTo>
                    <a:pt x="6451489" y="2755858"/>
                  </a:lnTo>
                  <a:lnTo>
                    <a:pt x="6464874" y="2757148"/>
                  </a:lnTo>
                  <a:lnTo>
                    <a:pt x="6478259" y="2758413"/>
                  </a:lnTo>
                  <a:lnTo>
                    <a:pt x="6491644" y="2759645"/>
                  </a:lnTo>
                  <a:lnTo>
                    <a:pt x="6505028" y="2760848"/>
                  </a:lnTo>
                  <a:lnTo>
                    <a:pt x="6518413" y="2762019"/>
                  </a:lnTo>
                  <a:lnTo>
                    <a:pt x="6531798" y="2763156"/>
                  </a:lnTo>
                  <a:lnTo>
                    <a:pt x="6545183" y="2764242"/>
                  </a:lnTo>
                  <a:lnTo>
                    <a:pt x="6558568" y="2765287"/>
                  </a:lnTo>
                  <a:lnTo>
                    <a:pt x="6571953" y="2766291"/>
                  </a:lnTo>
                  <a:lnTo>
                    <a:pt x="6585337" y="2767253"/>
                  </a:lnTo>
                  <a:lnTo>
                    <a:pt x="6598722" y="2768165"/>
                  </a:lnTo>
                  <a:lnTo>
                    <a:pt x="6612107" y="2769024"/>
                  </a:lnTo>
                  <a:lnTo>
                    <a:pt x="6625492" y="2769838"/>
                  </a:lnTo>
                  <a:lnTo>
                    <a:pt x="6638877" y="2770610"/>
                  </a:lnTo>
                  <a:lnTo>
                    <a:pt x="6652262" y="2771338"/>
                  </a:lnTo>
                  <a:lnTo>
                    <a:pt x="6665646" y="2772007"/>
                  </a:lnTo>
                  <a:lnTo>
                    <a:pt x="6679031" y="2772634"/>
                  </a:lnTo>
                  <a:lnTo>
                    <a:pt x="6692416" y="2773220"/>
                  </a:lnTo>
                  <a:lnTo>
                    <a:pt x="6705801" y="2773766"/>
                  </a:lnTo>
                  <a:lnTo>
                    <a:pt x="6719186" y="2774268"/>
                  </a:lnTo>
                  <a:lnTo>
                    <a:pt x="6732571" y="2774725"/>
                  </a:lnTo>
                  <a:lnTo>
                    <a:pt x="6745955" y="2775147"/>
                  </a:lnTo>
                  <a:lnTo>
                    <a:pt x="6759340" y="2775537"/>
                  </a:lnTo>
                  <a:lnTo>
                    <a:pt x="6772725" y="2775894"/>
                  </a:lnTo>
                  <a:lnTo>
                    <a:pt x="6786110" y="2776211"/>
                  </a:lnTo>
                  <a:lnTo>
                    <a:pt x="6799495" y="2776500"/>
                  </a:lnTo>
                  <a:lnTo>
                    <a:pt x="6812880" y="2776764"/>
                  </a:lnTo>
                  <a:lnTo>
                    <a:pt x="6826264" y="2777003"/>
                  </a:lnTo>
                  <a:lnTo>
                    <a:pt x="6839649" y="2777215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68891"/>
              <a:ext cx="6839649" cy="2777215"/>
            </a:xfrm>
            <a:custGeom>
              <a:avLst/>
              <a:pathLst>
                <a:path w="6839649" h="2777215">
                  <a:moveTo>
                    <a:pt x="0" y="2694334"/>
                  </a:moveTo>
                  <a:lnTo>
                    <a:pt x="13384" y="2689561"/>
                  </a:lnTo>
                  <a:lnTo>
                    <a:pt x="26769" y="2684589"/>
                  </a:lnTo>
                  <a:lnTo>
                    <a:pt x="40154" y="2679452"/>
                  </a:lnTo>
                  <a:lnTo>
                    <a:pt x="53539" y="2674150"/>
                  </a:lnTo>
                  <a:lnTo>
                    <a:pt x="66924" y="2668683"/>
                  </a:lnTo>
                  <a:lnTo>
                    <a:pt x="80308" y="2662989"/>
                  </a:lnTo>
                  <a:lnTo>
                    <a:pt x="93693" y="2657137"/>
                  </a:lnTo>
                  <a:lnTo>
                    <a:pt x="107078" y="2651131"/>
                  </a:lnTo>
                  <a:lnTo>
                    <a:pt x="120463" y="2644974"/>
                  </a:lnTo>
                  <a:lnTo>
                    <a:pt x="133848" y="2638641"/>
                  </a:lnTo>
                  <a:lnTo>
                    <a:pt x="147233" y="2632149"/>
                  </a:lnTo>
                  <a:lnTo>
                    <a:pt x="160617" y="2625532"/>
                  </a:lnTo>
                  <a:lnTo>
                    <a:pt x="174002" y="2618799"/>
                  </a:lnTo>
                  <a:lnTo>
                    <a:pt x="187387" y="2611955"/>
                  </a:lnTo>
                  <a:lnTo>
                    <a:pt x="200772" y="2604986"/>
                  </a:lnTo>
                  <a:lnTo>
                    <a:pt x="214157" y="2597943"/>
                  </a:lnTo>
                  <a:lnTo>
                    <a:pt x="227542" y="2590839"/>
                  </a:lnTo>
                  <a:lnTo>
                    <a:pt x="240926" y="2583687"/>
                  </a:lnTo>
                  <a:lnTo>
                    <a:pt x="254311" y="2576496"/>
                  </a:lnTo>
                  <a:lnTo>
                    <a:pt x="267696" y="2569296"/>
                  </a:lnTo>
                  <a:lnTo>
                    <a:pt x="281081" y="2562106"/>
                  </a:lnTo>
                  <a:lnTo>
                    <a:pt x="294466" y="2554942"/>
                  </a:lnTo>
                  <a:lnTo>
                    <a:pt x="307851" y="2547819"/>
                  </a:lnTo>
                  <a:lnTo>
                    <a:pt x="321235" y="2540782"/>
                  </a:lnTo>
                  <a:lnTo>
                    <a:pt x="334620" y="2533832"/>
                  </a:lnTo>
                  <a:lnTo>
                    <a:pt x="348005" y="2526981"/>
                  </a:lnTo>
                  <a:lnTo>
                    <a:pt x="361390" y="2520243"/>
                  </a:lnTo>
                  <a:lnTo>
                    <a:pt x="374775" y="2513667"/>
                  </a:lnTo>
                  <a:lnTo>
                    <a:pt x="388160" y="2507259"/>
                  </a:lnTo>
                  <a:lnTo>
                    <a:pt x="401544" y="2501010"/>
                  </a:lnTo>
                  <a:lnTo>
                    <a:pt x="414929" y="2494926"/>
                  </a:lnTo>
                  <a:lnTo>
                    <a:pt x="428314" y="2489028"/>
                  </a:lnTo>
                  <a:lnTo>
                    <a:pt x="441699" y="2483371"/>
                  </a:lnTo>
                  <a:lnTo>
                    <a:pt x="455084" y="2477898"/>
                  </a:lnTo>
                  <a:lnTo>
                    <a:pt x="468469" y="2472609"/>
                  </a:lnTo>
                  <a:lnTo>
                    <a:pt x="481853" y="2467502"/>
                  </a:lnTo>
                  <a:lnTo>
                    <a:pt x="495238" y="2462623"/>
                  </a:lnTo>
                  <a:lnTo>
                    <a:pt x="508623" y="2457930"/>
                  </a:lnTo>
                  <a:lnTo>
                    <a:pt x="522008" y="2453392"/>
                  </a:lnTo>
                  <a:lnTo>
                    <a:pt x="535393" y="2448998"/>
                  </a:lnTo>
                  <a:lnTo>
                    <a:pt x="548778" y="2444746"/>
                  </a:lnTo>
                  <a:lnTo>
                    <a:pt x="562162" y="2440633"/>
                  </a:lnTo>
                  <a:lnTo>
                    <a:pt x="575547" y="2436598"/>
                  </a:lnTo>
                  <a:lnTo>
                    <a:pt x="588932" y="2432623"/>
                  </a:lnTo>
                  <a:lnTo>
                    <a:pt x="602317" y="2428686"/>
                  </a:lnTo>
                  <a:lnTo>
                    <a:pt x="615702" y="2424758"/>
                  </a:lnTo>
                  <a:lnTo>
                    <a:pt x="629087" y="2420794"/>
                  </a:lnTo>
                  <a:lnTo>
                    <a:pt x="642471" y="2416768"/>
                  </a:lnTo>
                  <a:lnTo>
                    <a:pt x="655856" y="2412656"/>
                  </a:lnTo>
                  <a:lnTo>
                    <a:pt x="669241" y="2408413"/>
                  </a:lnTo>
                  <a:lnTo>
                    <a:pt x="682626" y="2403962"/>
                  </a:lnTo>
                  <a:lnTo>
                    <a:pt x="696011" y="2399312"/>
                  </a:lnTo>
                  <a:lnTo>
                    <a:pt x="709396" y="2394436"/>
                  </a:lnTo>
                  <a:lnTo>
                    <a:pt x="722780" y="2389309"/>
                  </a:lnTo>
                  <a:lnTo>
                    <a:pt x="736165" y="2383800"/>
                  </a:lnTo>
                  <a:lnTo>
                    <a:pt x="749550" y="2377936"/>
                  </a:lnTo>
                  <a:lnTo>
                    <a:pt x="762935" y="2371719"/>
                  </a:lnTo>
                  <a:lnTo>
                    <a:pt x="776320" y="2365128"/>
                  </a:lnTo>
                  <a:lnTo>
                    <a:pt x="789705" y="2358086"/>
                  </a:lnTo>
                  <a:lnTo>
                    <a:pt x="803089" y="2350501"/>
                  </a:lnTo>
                  <a:lnTo>
                    <a:pt x="816474" y="2342467"/>
                  </a:lnTo>
                  <a:lnTo>
                    <a:pt x="829859" y="2333972"/>
                  </a:lnTo>
                  <a:lnTo>
                    <a:pt x="843244" y="2325003"/>
                  </a:lnTo>
                  <a:lnTo>
                    <a:pt x="856629" y="2315379"/>
                  </a:lnTo>
                  <a:lnTo>
                    <a:pt x="870014" y="2305228"/>
                  </a:lnTo>
                  <a:lnTo>
                    <a:pt x="883398" y="2294578"/>
                  </a:lnTo>
                  <a:lnTo>
                    <a:pt x="896783" y="2283427"/>
                  </a:lnTo>
                  <a:lnTo>
                    <a:pt x="910168" y="2271698"/>
                  </a:lnTo>
                  <a:lnTo>
                    <a:pt x="923553" y="2259350"/>
                  </a:lnTo>
                  <a:lnTo>
                    <a:pt x="936938" y="2246518"/>
                  </a:lnTo>
                  <a:lnTo>
                    <a:pt x="950323" y="2233208"/>
                  </a:lnTo>
                  <a:lnTo>
                    <a:pt x="963707" y="2219431"/>
                  </a:lnTo>
                  <a:lnTo>
                    <a:pt x="977092" y="2205040"/>
                  </a:lnTo>
                  <a:lnTo>
                    <a:pt x="990477" y="2190208"/>
                  </a:lnTo>
                  <a:lnTo>
                    <a:pt x="1003862" y="2174967"/>
                  </a:lnTo>
                  <a:lnTo>
                    <a:pt x="1017247" y="2159334"/>
                  </a:lnTo>
                  <a:lnTo>
                    <a:pt x="1030632" y="2143264"/>
                  </a:lnTo>
                  <a:lnTo>
                    <a:pt x="1044016" y="2126776"/>
                  </a:lnTo>
                  <a:lnTo>
                    <a:pt x="1057401" y="2109974"/>
                  </a:lnTo>
                  <a:lnTo>
                    <a:pt x="1070786" y="2092875"/>
                  </a:lnTo>
                  <a:lnTo>
                    <a:pt x="1084171" y="2075497"/>
                  </a:lnTo>
                  <a:lnTo>
                    <a:pt x="1097556" y="2057776"/>
                  </a:lnTo>
                  <a:lnTo>
                    <a:pt x="1110941" y="2039831"/>
                  </a:lnTo>
                  <a:lnTo>
                    <a:pt x="1124325" y="2021683"/>
                  </a:lnTo>
                  <a:lnTo>
                    <a:pt x="1137710" y="2003348"/>
                  </a:lnTo>
                  <a:lnTo>
                    <a:pt x="1151095" y="1984809"/>
                  </a:lnTo>
                  <a:lnTo>
                    <a:pt x="1164480" y="1966089"/>
                  </a:lnTo>
                  <a:lnTo>
                    <a:pt x="1177865" y="1947232"/>
                  </a:lnTo>
                  <a:lnTo>
                    <a:pt x="1191250" y="1928244"/>
                  </a:lnTo>
                  <a:lnTo>
                    <a:pt x="1204634" y="1909132"/>
                  </a:lnTo>
                  <a:lnTo>
                    <a:pt x="1218019" y="1889854"/>
                  </a:lnTo>
                  <a:lnTo>
                    <a:pt x="1231404" y="1870457"/>
                  </a:lnTo>
                  <a:lnTo>
                    <a:pt x="1244789" y="1850939"/>
                  </a:lnTo>
                  <a:lnTo>
                    <a:pt x="1258174" y="1831295"/>
                  </a:lnTo>
                  <a:lnTo>
                    <a:pt x="1271559" y="1811486"/>
                  </a:lnTo>
                  <a:lnTo>
                    <a:pt x="1284943" y="1791499"/>
                  </a:lnTo>
                  <a:lnTo>
                    <a:pt x="1298328" y="1771345"/>
                  </a:lnTo>
                  <a:lnTo>
                    <a:pt x="1311713" y="1751010"/>
                  </a:lnTo>
                  <a:lnTo>
                    <a:pt x="1325098" y="1730474"/>
                  </a:lnTo>
                  <a:lnTo>
                    <a:pt x="1338483" y="1709627"/>
                  </a:lnTo>
                  <a:lnTo>
                    <a:pt x="1351868" y="1688526"/>
                  </a:lnTo>
                  <a:lnTo>
                    <a:pt x="1365252" y="1667149"/>
                  </a:lnTo>
                  <a:lnTo>
                    <a:pt x="1378637" y="1645478"/>
                  </a:lnTo>
                  <a:lnTo>
                    <a:pt x="1392022" y="1623407"/>
                  </a:lnTo>
                  <a:lnTo>
                    <a:pt x="1405407" y="1600922"/>
                  </a:lnTo>
                  <a:lnTo>
                    <a:pt x="1418792" y="1578057"/>
                  </a:lnTo>
                  <a:lnTo>
                    <a:pt x="1432177" y="1554794"/>
                  </a:lnTo>
                  <a:lnTo>
                    <a:pt x="1445561" y="1531095"/>
                  </a:lnTo>
                  <a:lnTo>
                    <a:pt x="1458946" y="1506799"/>
                  </a:lnTo>
                  <a:lnTo>
                    <a:pt x="1472331" y="1482045"/>
                  </a:lnTo>
                  <a:lnTo>
                    <a:pt x="1485716" y="1456824"/>
                  </a:lnTo>
                  <a:lnTo>
                    <a:pt x="1499101" y="1431130"/>
                  </a:lnTo>
                  <a:lnTo>
                    <a:pt x="1512486" y="1404833"/>
                  </a:lnTo>
                  <a:lnTo>
                    <a:pt x="1525870" y="1377994"/>
                  </a:lnTo>
                  <a:lnTo>
                    <a:pt x="1539255" y="1350688"/>
                  </a:lnTo>
                  <a:lnTo>
                    <a:pt x="1552640" y="1322925"/>
                  </a:lnTo>
                  <a:lnTo>
                    <a:pt x="1566025" y="1294690"/>
                  </a:lnTo>
                  <a:lnTo>
                    <a:pt x="1579410" y="1265905"/>
                  </a:lnTo>
                  <a:lnTo>
                    <a:pt x="1592795" y="1236747"/>
                  </a:lnTo>
                  <a:lnTo>
                    <a:pt x="1606179" y="1207245"/>
                  </a:lnTo>
                  <a:lnTo>
                    <a:pt x="1619564" y="1177430"/>
                  </a:lnTo>
                  <a:lnTo>
                    <a:pt x="1632949" y="1147280"/>
                  </a:lnTo>
                  <a:lnTo>
                    <a:pt x="1646334" y="1116915"/>
                  </a:lnTo>
                  <a:lnTo>
                    <a:pt x="1659719" y="1086411"/>
                  </a:lnTo>
                  <a:lnTo>
                    <a:pt x="1673104" y="1055817"/>
                  </a:lnTo>
                  <a:lnTo>
                    <a:pt x="1686488" y="1025186"/>
                  </a:lnTo>
                  <a:lnTo>
                    <a:pt x="1699873" y="994626"/>
                  </a:lnTo>
                  <a:lnTo>
                    <a:pt x="1713258" y="964205"/>
                  </a:lnTo>
                  <a:lnTo>
                    <a:pt x="1726643" y="933979"/>
                  </a:lnTo>
                  <a:lnTo>
                    <a:pt x="1740028" y="904005"/>
                  </a:lnTo>
                  <a:lnTo>
                    <a:pt x="1753413" y="874472"/>
                  </a:lnTo>
                  <a:lnTo>
                    <a:pt x="1766797" y="845414"/>
                  </a:lnTo>
                  <a:lnTo>
                    <a:pt x="1780182" y="816855"/>
                  </a:lnTo>
                  <a:lnTo>
                    <a:pt x="1793567" y="788848"/>
                  </a:lnTo>
                  <a:lnTo>
                    <a:pt x="1806952" y="761525"/>
                  </a:lnTo>
                  <a:lnTo>
                    <a:pt x="1820337" y="735104"/>
                  </a:lnTo>
                  <a:lnTo>
                    <a:pt x="1833722" y="709449"/>
                  </a:lnTo>
                  <a:lnTo>
                    <a:pt x="1847106" y="684600"/>
                  </a:lnTo>
                  <a:lnTo>
                    <a:pt x="1860491" y="660598"/>
                  </a:lnTo>
                  <a:lnTo>
                    <a:pt x="1873876" y="637790"/>
                  </a:lnTo>
                  <a:lnTo>
                    <a:pt x="1887261" y="616002"/>
                  </a:lnTo>
                  <a:lnTo>
                    <a:pt x="1900646" y="595186"/>
                  </a:lnTo>
                  <a:lnTo>
                    <a:pt x="1914031" y="575359"/>
                  </a:lnTo>
                  <a:lnTo>
                    <a:pt x="1927415" y="556674"/>
                  </a:lnTo>
                  <a:lnTo>
                    <a:pt x="1940800" y="539281"/>
                  </a:lnTo>
                  <a:lnTo>
                    <a:pt x="1954185" y="522905"/>
                  </a:lnTo>
                  <a:lnTo>
                    <a:pt x="1967570" y="507539"/>
                  </a:lnTo>
                  <a:lnTo>
                    <a:pt x="1980955" y="493175"/>
                  </a:lnTo>
                  <a:lnTo>
                    <a:pt x="1994340" y="480129"/>
                  </a:lnTo>
                  <a:lnTo>
                    <a:pt x="2007724" y="468076"/>
                  </a:lnTo>
                  <a:lnTo>
                    <a:pt x="2021109" y="456934"/>
                  </a:lnTo>
                  <a:lnTo>
                    <a:pt x="2034494" y="446671"/>
                  </a:lnTo>
                  <a:lnTo>
                    <a:pt x="2047879" y="437375"/>
                  </a:lnTo>
                  <a:lnTo>
                    <a:pt x="2061264" y="429041"/>
                  </a:lnTo>
                  <a:lnTo>
                    <a:pt x="2074649" y="421416"/>
                  </a:lnTo>
                  <a:lnTo>
                    <a:pt x="2088033" y="414455"/>
                  </a:lnTo>
                  <a:lnTo>
                    <a:pt x="2101418" y="408110"/>
                  </a:lnTo>
                  <a:lnTo>
                    <a:pt x="2114803" y="402498"/>
                  </a:lnTo>
                  <a:lnTo>
                    <a:pt x="2128188" y="397349"/>
                  </a:lnTo>
                  <a:lnTo>
                    <a:pt x="2141573" y="392593"/>
                  </a:lnTo>
                  <a:lnTo>
                    <a:pt x="2154958" y="388175"/>
                  </a:lnTo>
                  <a:lnTo>
                    <a:pt x="2168342" y="384076"/>
                  </a:lnTo>
                  <a:lnTo>
                    <a:pt x="2181727" y="380197"/>
                  </a:lnTo>
                  <a:lnTo>
                    <a:pt x="2195112" y="376428"/>
                  </a:lnTo>
                  <a:lnTo>
                    <a:pt x="2208497" y="372716"/>
                  </a:lnTo>
                  <a:lnTo>
                    <a:pt x="2221882" y="369013"/>
                  </a:lnTo>
                  <a:lnTo>
                    <a:pt x="2235267" y="365212"/>
                  </a:lnTo>
                  <a:lnTo>
                    <a:pt x="2248651" y="361263"/>
                  </a:lnTo>
                  <a:lnTo>
                    <a:pt x="2262036" y="357127"/>
                  </a:lnTo>
                  <a:lnTo>
                    <a:pt x="2275421" y="352763"/>
                  </a:lnTo>
                  <a:lnTo>
                    <a:pt x="2288806" y="348067"/>
                  </a:lnTo>
                  <a:lnTo>
                    <a:pt x="2302191" y="342971"/>
                  </a:lnTo>
                  <a:lnTo>
                    <a:pt x="2315576" y="337505"/>
                  </a:lnTo>
                  <a:lnTo>
                    <a:pt x="2328960" y="331644"/>
                  </a:lnTo>
                  <a:lnTo>
                    <a:pt x="2342345" y="325362"/>
                  </a:lnTo>
                  <a:lnTo>
                    <a:pt x="2355730" y="318455"/>
                  </a:lnTo>
                  <a:lnTo>
                    <a:pt x="2369115" y="311079"/>
                  </a:lnTo>
                  <a:lnTo>
                    <a:pt x="2382500" y="303227"/>
                  </a:lnTo>
                  <a:lnTo>
                    <a:pt x="2395885" y="294894"/>
                  </a:lnTo>
                  <a:lnTo>
                    <a:pt x="2409269" y="285973"/>
                  </a:lnTo>
                  <a:lnTo>
                    <a:pt x="2422654" y="276489"/>
                  </a:lnTo>
                  <a:lnTo>
                    <a:pt x="2436039" y="266544"/>
                  </a:lnTo>
                  <a:lnTo>
                    <a:pt x="2449424" y="256152"/>
                  </a:lnTo>
                  <a:lnTo>
                    <a:pt x="2462809" y="245317"/>
                  </a:lnTo>
                  <a:lnTo>
                    <a:pt x="2476194" y="233940"/>
                  </a:lnTo>
                  <a:lnTo>
                    <a:pt x="2489578" y="222215"/>
                  </a:lnTo>
                  <a:lnTo>
                    <a:pt x="2502963" y="210173"/>
                  </a:lnTo>
                  <a:lnTo>
                    <a:pt x="2516348" y="197849"/>
                  </a:lnTo>
                  <a:lnTo>
                    <a:pt x="2529733" y="185241"/>
                  </a:lnTo>
                  <a:lnTo>
                    <a:pt x="2543118" y="172452"/>
                  </a:lnTo>
                  <a:lnTo>
                    <a:pt x="2556503" y="159567"/>
                  </a:lnTo>
                  <a:lnTo>
                    <a:pt x="2569887" y="146636"/>
                  </a:lnTo>
                  <a:lnTo>
                    <a:pt x="2583272" y="133716"/>
                  </a:lnTo>
                  <a:lnTo>
                    <a:pt x="2596657" y="120936"/>
                  </a:lnTo>
                  <a:lnTo>
                    <a:pt x="2610042" y="108352"/>
                  </a:lnTo>
                  <a:lnTo>
                    <a:pt x="2623427" y="96024"/>
                  </a:lnTo>
                  <a:lnTo>
                    <a:pt x="2636812" y="84012"/>
                  </a:lnTo>
                  <a:lnTo>
                    <a:pt x="2650196" y="72514"/>
                  </a:lnTo>
                  <a:lnTo>
                    <a:pt x="2663581" y="61599"/>
                  </a:lnTo>
                  <a:lnTo>
                    <a:pt x="2676966" y="51272"/>
                  </a:lnTo>
                  <a:lnTo>
                    <a:pt x="2690351" y="41595"/>
                  </a:lnTo>
                  <a:lnTo>
                    <a:pt x="2703736" y="32687"/>
                  </a:lnTo>
                  <a:lnTo>
                    <a:pt x="2717121" y="24866"/>
                  </a:lnTo>
                  <a:lnTo>
                    <a:pt x="2730505" y="17947"/>
                  </a:lnTo>
                  <a:lnTo>
                    <a:pt x="2743890" y="11983"/>
                  </a:lnTo>
                  <a:lnTo>
                    <a:pt x="2757275" y="7022"/>
                  </a:lnTo>
                  <a:lnTo>
                    <a:pt x="2770660" y="3440"/>
                  </a:lnTo>
                  <a:lnTo>
                    <a:pt x="2784045" y="1131"/>
                  </a:lnTo>
                  <a:lnTo>
                    <a:pt x="2797430" y="0"/>
                  </a:lnTo>
                  <a:lnTo>
                    <a:pt x="2810814" y="75"/>
                  </a:lnTo>
                  <a:lnTo>
                    <a:pt x="2824199" y="1502"/>
                  </a:lnTo>
                  <a:lnTo>
                    <a:pt x="2837584" y="4585"/>
                  </a:lnTo>
                  <a:lnTo>
                    <a:pt x="2850969" y="8944"/>
                  </a:lnTo>
                  <a:lnTo>
                    <a:pt x="2864354" y="14579"/>
                  </a:lnTo>
                  <a:lnTo>
                    <a:pt x="2877739" y="21488"/>
                  </a:lnTo>
                  <a:lnTo>
                    <a:pt x="2891123" y="30042"/>
                  </a:lnTo>
                  <a:lnTo>
                    <a:pt x="2904508" y="39942"/>
                  </a:lnTo>
                  <a:lnTo>
                    <a:pt x="2917893" y="51035"/>
                  </a:lnTo>
                  <a:lnTo>
                    <a:pt x="2931278" y="63290"/>
                  </a:lnTo>
                  <a:lnTo>
                    <a:pt x="2944663" y="76791"/>
                  </a:lnTo>
                  <a:lnTo>
                    <a:pt x="2958048" y="91635"/>
                  </a:lnTo>
                  <a:lnTo>
                    <a:pt x="2971432" y="107445"/>
                  </a:lnTo>
                  <a:lnTo>
                    <a:pt x="2984817" y="124163"/>
                  </a:lnTo>
                  <a:lnTo>
                    <a:pt x="2998202" y="141729"/>
                  </a:lnTo>
                  <a:lnTo>
                    <a:pt x="3011587" y="160292"/>
                  </a:lnTo>
                  <a:lnTo>
                    <a:pt x="3024972" y="179539"/>
                  </a:lnTo>
                  <a:lnTo>
                    <a:pt x="3038357" y="199340"/>
                  </a:lnTo>
                  <a:lnTo>
                    <a:pt x="3051741" y="219623"/>
                  </a:lnTo>
                  <a:lnTo>
                    <a:pt x="3065126" y="240351"/>
                  </a:lnTo>
                  <a:lnTo>
                    <a:pt x="3078511" y="261416"/>
                  </a:lnTo>
                  <a:lnTo>
                    <a:pt x="3091896" y="282639"/>
                  </a:lnTo>
                  <a:lnTo>
                    <a:pt x="3105281" y="303948"/>
                  </a:lnTo>
                  <a:lnTo>
                    <a:pt x="3118666" y="325270"/>
                  </a:lnTo>
                  <a:lnTo>
                    <a:pt x="3132050" y="346458"/>
                  </a:lnTo>
                  <a:lnTo>
                    <a:pt x="3145435" y="367425"/>
                  </a:lnTo>
                  <a:lnTo>
                    <a:pt x="3158820" y="388114"/>
                  </a:lnTo>
                  <a:lnTo>
                    <a:pt x="3172205" y="408467"/>
                  </a:lnTo>
                  <a:lnTo>
                    <a:pt x="3185590" y="428348"/>
                  </a:lnTo>
                  <a:lnTo>
                    <a:pt x="3198975" y="447618"/>
                  </a:lnTo>
                  <a:lnTo>
                    <a:pt x="3212359" y="466339"/>
                  </a:lnTo>
                  <a:lnTo>
                    <a:pt x="3225744" y="484472"/>
                  </a:lnTo>
                  <a:lnTo>
                    <a:pt x="3239129" y="501985"/>
                  </a:lnTo>
                  <a:lnTo>
                    <a:pt x="3252514" y="518588"/>
                  </a:lnTo>
                  <a:lnTo>
                    <a:pt x="3265899" y="534476"/>
                  </a:lnTo>
                  <a:lnTo>
                    <a:pt x="3279284" y="549660"/>
                  </a:lnTo>
                  <a:lnTo>
                    <a:pt x="3292668" y="564136"/>
                  </a:lnTo>
                  <a:lnTo>
                    <a:pt x="3306053" y="577774"/>
                  </a:lnTo>
                  <a:lnTo>
                    <a:pt x="3319438" y="590560"/>
                  </a:lnTo>
                  <a:lnTo>
                    <a:pt x="3332823" y="602671"/>
                  </a:lnTo>
                  <a:lnTo>
                    <a:pt x="3346208" y="614130"/>
                  </a:lnTo>
                  <a:lnTo>
                    <a:pt x="3359593" y="624959"/>
                  </a:lnTo>
                  <a:lnTo>
                    <a:pt x="3372977" y="634984"/>
                  </a:lnTo>
                  <a:lnTo>
                    <a:pt x="3386362" y="644490"/>
                  </a:lnTo>
                  <a:lnTo>
                    <a:pt x="3399747" y="653525"/>
                  </a:lnTo>
                  <a:lnTo>
                    <a:pt x="3413132" y="662135"/>
                  </a:lnTo>
                  <a:lnTo>
                    <a:pt x="3426517" y="670312"/>
                  </a:lnTo>
                  <a:lnTo>
                    <a:pt x="3439902" y="678160"/>
                  </a:lnTo>
                  <a:lnTo>
                    <a:pt x="3453286" y="685810"/>
                  </a:lnTo>
                  <a:lnTo>
                    <a:pt x="3466671" y="693318"/>
                  </a:lnTo>
                  <a:lnTo>
                    <a:pt x="3480056" y="700740"/>
                  </a:lnTo>
                  <a:lnTo>
                    <a:pt x="3493441" y="708180"/>
                  </a:lnTo>
                  <a:lnTo>
                    <a:pt x="3506826" y="715728"/>
                  </a:lnTo>
                  <a:lnTo>
                    <a:pt x="3520211" y="723440"/>
                  </a:lnTo>
                  <a:lnTo>
                    <a:pt x="3533595" y="731372"/>
                  </a:lnTo>
                  <a:lnTo>
                    <a:pt x="3546980" y="739664"/>
                  </a:lnTo>
                  <a:lnTo>
                    <a:pt x="3560365" y="748403"/>
                  </a:lnTo>
                  <a:lnTo>
                    <a:pt x="3573750" y="757579"/>
                  </a:lnTo>
                  <a:lnTo>
                    <a:pt x="3587135" y="767237"/>
                  </a:lnTo>
                  <a:lnTo>
                    <a:pt x="3600520" y="777436"/>
                  </a:lnTo>
                  <a:lnTo>
                    <a:pt x="3613904" y="788435"/>
                  </a:lnTo>
                  <a:lnTo>
                    <a:pt x="3627289" y="800064"/>
                  </a:lnTo>
                  <a:lnTo>
                    <a:pt x="3640674" y="812345"/>
                  </a:lnTo>
                  <a:lnTo>
                    <a:pt x="3654059" y="825298"/>
                  </a:lnTo>
                  <a:lnTo>
                    <a:pt x="3667444" y="839116"/>
                  </a:lnTo>
                  <a:lnTo>
                    <a:pt x="3680829" y="853752"/>
                  </a:lnTo>
                  <a:lnTo>
                    <a:pt x="3694213" y="869097"/>
                  </a:lnTo>
                  <a:lnTo>
                    <a:pt x="3707598" y="885146"/>
                  </a:lnTo>
                  <a:lnTo>
                    <a:pt x="3720983" y="901930"/>
                  </a:lnTo>
                  <a:lnTo>
                    <a:pt x="3734368" y="919629"/>
                  </a:lnTo>
                  <a:lnTo>
                    <a:pt x="3747753" y="937974"/>
                  </a:lnTo>
                  <a:lnTo>
                    <a:pt x="3761138" y="956943"/>
                  </a:lnTo>
                  <a:lnTo>
                    <a:pt x="3774522" y="976511"/>
                  </a:lnTo>
                  <a:lnTo>
                    <a:pt x="3787907" y="996783"/>
                  </a:lnTo>
                  <a:lnTo>
                    <a:pt x="3801292" y="1017625"/>
                  </a:lnTo>
                  <a:lnTo>
                    <a:pt x="3814677" y="1038925"/>
                  </a:lnTo>
                  <a:lnTo>
                    <a:pt x="3828062" y="1060644"/>
                  </a:lnTo>
                  <a:lnTo>
                    <a:pt x="3841447" y="1082767"/>
                  </a:lnTo>
                  <a:lnTo>
                    <a:pt x="3854831" y="1105303"/>
                  </a:lnTo>
                  <a:lnTo>
                    <a:pt x="3868216" y="1128086"/>
                  </a:lnTo>
                  <a:lnTo>
                    <a:pt x="3881601" y="1151076"/>
                  </a:lnTo>
                  <a:lnTo>
                    <a:pt x="3894986" y="1174234"/>
                  </a:lnTo>
                  <a:lnTo>
                    <a:pt x="3908371" y="1197534"/>
                  </a:lnTo>
                  <a:lnTo>
                    <a:pt x="3921756" y="1220886"/>
                  </a:lnTo>
                  <a:lnTo>
                    <a:pt x="3935140" y="1244245"/>
                  </a:lnTo>
                  <a:lnTo>
                    <a:pt x="3948525" y="1267576"/>
                  </a:lnTo>
                  <a:lnTo>
                    <a:pt x="3961910" y="1290837"/>
                  </a:lnTo>
                  <a:lnTo>
                    <a:pt x="3975295" y="1313952"/>
                  </a:lnTo>
                  <a:lnTo>
                    <a:pt x="3988680" y="1336917"/>
                  </a:lnTo>
                  <a:lnTo>
                    <a:pt x="4002065" y="1359711"/>
                  </a:lnTo>
                  <a:lnTo>
                    <a:pt x="4015449" y="1382313"/>
                  </a:lnTo>
                  <a:lnTo>
                    <a:pt x="4028834" y="1404631"/>
                  </a:lnTo>
                  <a:lnTo>
                    <a:pt x="4042219" y="1426687"/>
                  </a:lnTo>
                  <a:lnTo>
                    <a:pt x="4055604" y="1448492"/>
                  </a:lnTo>
                  <a:lnTo>
                    <a:pt x="4068989" y="1470039"/>
                  </a:lnTo>
                  <a:lnTo>
                    <a:pt x="4082374" y="1491290"/>
                  </a:lnTo>
                  <a:lnTo>
                    <a:pt x="4095758" y="1512194"/>
                  </a:lnTo>
                  <a:lnTo>
                    <a:pt x="4109143" y="1532829"/>
                  </a:lnTo>
                  <a:lnTo>
                    <a:pt x="4122528" y="1553198"/>
                  </a:lnTo>
                  <a:lnTo>
                    <a:pt x="4135913" y="1573302"/>
                  </a:lnTo>
                  <a:lnTo>
                    <a:pt x="4149298" y="1593065"/>
                  </a:lnTo>
                  <a:lnTo>
                    <a:pt x="4162683" y="1612563"/>
                  </a:lnTo>
                  <a:lnTo>
                    <a:pt x="4176067" y="1631823"/>
                  </a:lnTo>
                  <a:lnTo>
                    <a:pt x="4189452" y="1650852"/>
                  </a:lnTo>
                  <a:lnTo>
                    <a:pt x="4202837" y="1669629"/>
                  </a:lnTo>
                  <a:lnTo>
                    <a:pt x="4216222" y="1688141"/>
                  </a:lnTo>
                  <a:lnTo>
                    <a:pt x="4229607" y="1706454"/>
                  </a:lnTo>
                  <a:lnTo>
                    <a:pt x="4242992" y="1724575"/>
                  </a:lnTo>
                  <a:lnTo>
                    <a:pt x="4256376" y="1742511"/>
                  </a:lnTo>
                  <a:lnTo>
                    <a:pt x="4269761" y="1760205"/>
                  </a:lnTo>
                  <a:lnTo>
                    <a:pt x="4283146" y="1777720"/>
                  </a:lnTo>
                  <a:lnTo>
                    <a:pt x="4296531" y="1795064"/>
                  </a:lnTo>
                  <a:lnTo>
                    <a:pt x="4309916" y="1812240"/>
                  </a:lnTo>
                  <a:lnTo>
                    <a:pt x="4323301" y="1829221"/>
                  </a:lnTo>
                  <a:lnTo>
                    <a:pt x="4336685" y="1845990"/>
                  </a:lnTo>
                  <a:lnTo>
                    <a:pt x="4350070" y="1862582"/>
                  </a:lnTo>
                  <a:lnTo>
                    <a:pt x="4363455" y="1878994"/>
                  </a:lnTo>
                  <a:lnTo>
                    <a:pt x="4376840" y="1895219"/>
                  </a:lnTo>
                  <a:lnTo>
                    <a:pt x="4390225" y="1911173"/>
                  </a:lnTo>
                  <a:lnTo>
                    <a:pt x="4403610" y="1926909"/>
                  </a:lnTo>
                  <a:lnTo>
                    <a:pt x="4416994" y="1942424"/>
                  </a:lnTo>
                  <a:lnTo>
                    <a:pt x="4430379" y="1957707"/>
                  </a:lnTo>
                  <a:lnTo>
                    <a:pt x="4443764" y="1972701"/>
                  </a:lnTo>
                  <a:lnTo>
                    <a:pt x="4457149" y="1987375"/>
                  </a:lnTo>
                  <a:lnTo>
                    <a:pt x="4470534" y="2001770"/>
                  </a:lnTo>
                  <a:lnTo>
                    <a:pt x="4483919" y="2015878"/>
                  </a:lnTo>
                  <a:lnTo>
                    <a:pt x="4497303" y="2029688"/>
                  </a:lnTo>
                  <a:lnTo>
                    <a:pt x="4510688" y="2043058"/>
                  </a:lnTo>
                  <a:lnTo>
                    <a:pt x="4524073" y="2056095"/>
                  </a:lnTo>
                  <a:lnTo>
                    <a:pt x="4537458" y="2068795"/>
                  </a:lnTo>
                  <a:lnTo>
                    <a:pt x="4550843" y="2081150"/>
                  </a:lnTo>
                  <a:lnTo>
                    <a:pt x="4564228" y="2093081"/>
                  </a:lnTo>
                  <a:lnTo>
                    <a:pt x="4577612" y="2104581"/>
                  </a:lnTo>
                  <a:lnTo>
                    <a:pt x="4590997" y="2115718"/>
                  </a:lnTo>
                  <a:lnTo>
                    <a:pt x="4604382" y="2126494"/>
                  </a:lnTo>
                  <a:lnTo>
                    <a:pt x="4617767" y="2136902"/>
                  </a:lnTo>
                  <a:lnTo>
                    <a:pt x="4631152" y="2146813"/>
                  </a:lnTo>
                  <a:lnTo>
                    <a:pt x="4644537" y="2156373"/>
                  </a:lnTo>
                  <a:lnTo>
                    <a:pt x="4657921" y="2165590"/>
                  </a:lnTo>
                  <a:lnTo>
                    <a:pt x="4671306" y="2174471"/>
                  </a:lnTo>
                  <a:lnTo>
                    <a:pt x="4684691" y="2182957"/>
                  </a:lnTo>
                  <a:lnTo>
                    <a:pt x="4698076" y="2191084"/>
                  </a:lnTo>
                  <a:lnTo>
                    <a:pt x="4711461" y="2198925"/>
                  </a:lnTo>
                  <a:lnTo>
                    <a:pt x="4724846" y="2206493"/>
                  </a:lnTo>
                  <a:lnTo>
                    <a:pt x="4738230" y="2213794"/>
                  </a:lnTo>
                  <a:lnTo>
                    <a:pt x="4751615" y="2220780"/>
                  </a:lnTo>
                  <a:lnTo>
                    <a:pt x="4765000" y="2227564"/>
                  </a:lnTo>
                  <a:lnTo>
                    <a:pt x="4778385" y="2234163"/>
                  </a:lnTo>
                  <a:lnTo>
                    <a:pt x="4791770" y="2240595"/>
                  </a:lnTo>
                  <a:lnTo>
                    <a:pt x="4805155" y="2246853"/>
                  </a:lnTo>
                  <a:lnTo>
                    <a:pt x="4818539" y="2252985"/>
                  </a:lnTo>
                  <a:lnTo>
                    <a:pt x="4831924" y="2259032"/>
                  </a:lnTo>
                  <a:lnTo>
                    <a:pt x="4845309" y="2265012"/>
                  </a:lnTo>
                  <a:lnTo>
                    <a:pt x="4858694" y="2270943"/>
                  </a:lnTo>
                  <a:lnTo>
                    <a:pt x="4872079" y="2276851"/>
                  </a:lnTo>
                  <a:lnTo>
                    <a:pt x="4885464" y="2282768"/>
                  </a:lnTo>
                  <a:lnTo>
                    <a:pt x="4898848" y="2288712"/>
                  </a:lnTo>
                  <a:lnTo>
                    <a:pt x="4912233" y="2294696"/>
                  </a:lnTo>
                  <a:lnTo>
                    <a:pt x="4925618" y="2300760"/>
                  </a:lnTo>
                  <a:lnTo>
                    <a:pt x="4939003" y="2306920"/>
                  </a:lnTo>
                  <a:lnTo>
                    <a:pt x="4952388" y="2313179"/>
                  </a:lnTo>
                  <a:lnTo>
                    <a:pt x="4965773" y="2319548"/>
                  </a:lnTo>
                  <a:lnTo>
                    <a:pt x="4979157" y="2326048"/>
                  </a:lnTo>
                  <a:lnTo>
                    <a:pt x="4992542" y="2332727"/>
                  </a:lnTo>
                  <a:lnTo>
                    <a:pt x="5005927" y="2339552"/>
                  </a:lnTo>
                  <a:lnTo>
                    <a:pt x="5019312" y="2346527"/>
                  </a:lnTo>
                  <a:lnTo>
                    <a:pt x="5032697" y="2353657"/>
                  </a:lnTo>
                  <a:lnTo>
                    <a:pt x="5046082" y="2360994"/>
                  </a:lnTo>
                  <a:lnTo>
                    <a:pt x="5059466" y="2368511"/>
                  </a:lnTo>
                  <a:lnTo>
                    <a:pt x="5072851" y="2376190"/>
                  </a:lnTo>
                  <a:lnTo>
                    <a:pt x="5086236" y="2384028"/>
                  </a:lnTo>
                  <a:lnTo>
                    <a:pt x="5099621" y="2392041"/>
                  </a:lnTo>
                  <a:lnTo>
                    <a:pt x="5113006" y="2400251"/>
                  </a:lnTo>
                  <a:lnTo>
                    <a:pt x="5126391" y="2408604"/>
                  </a:lnTo>
                  <a:lnTo>
                    <a:pt x="5139775" y="2417095"/>
                  </a:lnTo>
                  <a:lnTo>
                    <a:pt x="5153160" y="2425717"/>
                  </a:lnTo>
                  <a:lnTo>
                    <a:pt x="5166545" y="2434493"/>
                  </a:lnTo>
                  <a:lnTo>
                    <a:pt x="5179930" y="2443382"/>
                  </a:lnTo>
                  <a:lnTo>
                    <a:pt x="5193315" y="2452362"/>
                  </a:lnTo>
                  <a:lnTo>
                    <a:pt x="5206700" y="2461423"/>
                  </a:lnTo>
                  <a:lnTo>
                    <a:pt x="5220084" y="2470558"/>
                  </a:lnTo>
                  <a:lnTo>
                    <a:pt x="5233469" y="2479754"/>
                  </a:lnTo>
                  <a:lnTo>
                    <a:pt x="5246854" y="2488979"/>
                  </a:lnTo>
                  <a:lnTo>
                    <a:pt x="5260239" y="2498219"/>
                  </a:lnTo>
                  <a:lnTo>
                    <a:pt x="5273624" y="2507462"/>
                  </a:lnTo>
                  <a:lnTo>
                    <a:pt x="5287009" y="2516681"/>
                  </a:lnTo>
                  <a:lnTo>
                    <a:pt x="5300393" y="2525858"/>
                  </a:lnTo>
                  <a:lnTo>
                    <a:pt x="5313778" y="2534979"/>
                  </a:lnTo>
                  <a:lnTo>
                    <a:pt x="5327163" y="2544032"/>
                  </a:lnTo>
                  <a:lnTo>
                    <a:pt x="5340548" y="2552989"/>
                  </a:lnTo>
                  <a:lnTo>
                    <a:pt x="5353933" y="2561812"/>
                  </a:lnTo>
                  <a:lnTo>
                    <a:pt x="5367318" y="2570511"/>
                  </a:lnTo>
                  <a:lnTo>
                    <a:pt x="5380702" y="2579075"/>
                  </a:lnTo>
                  <a:lnTo>
                    <a:pt x="5394087" y="2587492"/>
                  </a:lnTo>
                  <a:lnTo>
                    <a:pt x="5407472" y="2595687"/>
                  </a:lnTo>
                  <a:lnTo>
                    <a:pt x="5420857" y="2603692"/>
                  </a:lnTo>
                  <a:lnTo>
                    <a:pt x="5434242" y="2611505"/>
                  </a:lnTo>
                  <a:lnTo>
                    <a:pt x="5447627" y="2619118"/>
                  </a:lnTo>
                  <a:lnTo>
                    <a:pt x="5461011" y="2626486"/>
                  </a:lnTo>
                  <a:lnTo>
                    <a:pt x="5474396" y="2633579"/>
                  </a:lnTo>
                  <a:lnTo>
                    <a:pt x="5487781" y="2640440"/>
                  </a:lnTo>
                  <a:lnTo>
                    <a:pt x="5501166" y="2647064"/>
                  </a:lnTo>
                  <a:lnTo>
                    <a:pt x="5514551" y="2653447"/>
                  </a:lnTo>
                  <a:lnTo>
                    <a:pt x="5527936" y="2659488"/>
                  </a:lnTo>
                  <a:lnTo>
                    <a:pt x="5541320" y="2665269"/>
                  </a:lnTo>
                  <a:lnTo>
                    <a:pt x="5554705" y="2670795"/>
                  </a:lnTo>
                  <a:lnTo>
                    <a:pt x="5568090" y="2676064"/>
                  </a:lnTo>
                  <a:lnTo>
                    <a:pt x="5581475" y="2681028"/>
                  </a:lnTo>
                  <a:lnTo>
                    <a:pt x="5594860" y="2685678"/>
                  </a:lnTo>
                  <a:lnTo>
                    <a:pt x="5608245" y="2690072"/>
                  </a:lnTo>
                  <a:lnTo>
                    <a:pt x="5621629" y="2694211"/>
                  </a:lnTo>
                  <a:lnTo>
                    <a:pt x="5635014" y="2698099"/>
                  </a:lnTo>
                  <a:lnTo>
                    <a:pt x="5648399" y="2701640"/>
                  </a:lnTo>
                  <a:lnTo>
                    <a:pt x="5661784" y="2704939"/>
                  </a:lnTo>
                  <a:lnTo>
                    <a:pt x="5675169" y="2708000"/>
                  </a:lnTo>
                  <a:lnTo>
                    <a:pt x="5688554" y="2710830"/>
                  </a:lnTo>
                  <a:lnTo>
                    <a:pt x="5701938" y="2713388"/>
                  </a:lnTo>
                  <a:lnTo>
                    <a:pt x="5715323" y="2715689"/>
                  </a:lnTo>
                  <a:lnTo>
                    <a:pt x="5728708" y="2717782"/>
                  </a:lnTo>
                  <a:lnTo>
                    <a:pt x="5742093" y="2719676"/>
                  </a:lnTo>
                  <a:lnTo>
                    <a:pt x="5755478" y="2721373"/>
                  </a:lnTo>
                  <a:lnTo>
                    <a:pt x="5768863" y="2722820"/>
                  </a:lnTo>
                  <a:lnTo>
                    <a:pt x="5782247" y="2724100"/>
                  </a:lnTo>
                  <a:lnTo>
                    <a:pt x="5795632" y="2725220"/>
                  </a:lnTo>
                  <a:lnTo>
                    <a:pt x="5809017" y="2726190"/>
                  </a:lnTo>
                  <a:lnTo>
                    <a:pt x="5822402" y="2726988"/>
                  </a:lnTo>
                  <a:lnTo>
                    <a:pt x="5835787" y="2727639"/>
                  </a:lnTo>
                  <a:lnTo>
                    <a:pt x="5849172" y="2728176"/>
                  </a:lnTo>
                  <a:lnTo>
                    <a:pt x="5862556" y="2728609"/>
                  </a:lnTo>
                  <a:lnTo>
                    <a:pt x="5875941" y="2728943"/>
                  </a:lnTo>
                  <a:lnTo>
                    <a:pt x="5889326" y="2729167"/>
                  </a:lnTo>
                  <a:lnTo>
                    <a:pt x="5902711" y="2729323"/>
                  </a:lnTo>
                  <a:lnTo>
                    <a:pt x="5916096" y="2729422"/>
                  </a:lnTo>
                  <a:lnTo>
                    <a:pt x="5929481" y="2729471"/>
                  </a:lnTo>
                  <a:lnTo>
                    <a:pt x="5942865" y="2729473"/>
                  </a:lnTo>
                  <a:lnTo>
                    <a:pt x="5956250" y="2729446"/>
                  </a:lnTo>
                  <a:lnTo>
                    <a:pt x="5969635" y="2729404"/>
                  </a:lnTo>
                  <a:lnTo>
                    <a:pt x="5983020" y="2729354"/>
                  </a:lnTo>
                  <a:lnTo>
                    <a:pt x="5996405" y="2729304"/>
                  </a:lnTo>
                  <a:lnTo>
                    <a:pt x="6009790" y="2729268"/>
                  </a:lnTo>
                  <a:lnTo>
                    <a:pt x="6023174" y="2729253"/>
                  </a:lnTo>
                  <a:lnTo>
                    <a:pt x="6036559" y="2729264"/>
                  </a:lnTo>
                  <a:lnTo>
                    <a:pt x="6049944" y="2729306"/>
                  </a:lnTo>
                  <a:lnTo>
                    <a:pt x="6063329" y="2729397"/>
                  </a:lnTo>
                  <a:lnTo>
                    <a:pt x="6076714" y="2729539"/>
                  </a:lnTo>
                  <a:lnTo>
                    <a:pt x="6090099" y="2729731"/>
                  </a:lnTo>
                  <a:lnTo>
                    <a:pt x="6103483" y="2729976"/>
                  </a:lnTo>
                  <a:lnTo>
                    <a:pt x="6116868" y="2730281"/>
                  </a:lnTo>
                  <a:lnTo>
                    <a:pt x="6130253" y="2730665"/>
                  </a:lnTo>
                  <a:lnTo>
                    <a:pt x="6143638" y="2731111"/>
                  </a:lnTo>
                  <a:lnTo>
                    <a:pt x="6157023" y="2731620"/>
                  </a:lnTo>
                  <a:lnTo>
                    <a:pt x="6170408" y="2732192"/>
                  </a:lnTo>
                  <a:lnTo>
                    <a:pt x="6183792" y="2732847"/>
                  </a:lnTo>
                  <a:lnTo>
                    <a:pt x="6197177" y="2733572"/>
                  </a:lnTo>
                  <a:lnTo>
                    <a:pt x="6210562" y="2734358"/>
                  </a:lnTo>
                  <a:lnTo>
                    <a:pt x="6223947" y="2735205"/>
                  </a:lnTo>
                  <a:lnTo>
                    <a:pt x="6237332" y="2736116"/>
                  </a:lnTo>
                  <a:lnTo>
                    <a:pt x="6250717" y="2737099"/>
                  </a:lnTo>
                  <a:lnTo>
                    <a:pt x="6264101" y="2738134"/>
                  </a:lnTo>
                  <a:lnTo>
                    <a:pt x="6277486" y="2739216"/>
                  </a:lnTo>
                  <a:lnTo>
                    <a:pt x="6290871" y="2740345"/>
                  </a:lnTo>
                  <a:lnTo>
                    <a:pt x="6304256" y="2741526"/>
                  </a:lnTo>
                  <a:lnTo>
                    <a:pt x="6317641" y="2742746"/>
                  </a:lnTo>
                  <a:lnTo>
                    <a:pt x="6331026" y="2743996"/>
                  </a:lnTo>
                  <a:lnTo>
                    <a:pt x="6344410" y="2745272"/>
                  </a:lnTo>
                  <a:lnTo>
                    <a:pt x="6357795" y="2746573"/>
                  </a:lnTo>
                  <a:lnTo>
                    <a:pt x="6371180" y="2747894"/>
                  </a:lnTo>
                  <a:lnTo>
                    <a:pt x="6384565" y="2749224"/>
                  </a:lnTo>
                  <a:lnTo>
                    <a:pt x="6397950" y="2750560"/>
                  </a:lnTo>
                  <a:lnTo>
                    <a:pt x="6411335" y="2751898"/>
                  </a:lnTo>
                  <a:lnTo>
                    <a:pt x="6424719" y="2753230"/>
                  </a:lnTo>
                  <a:lnTo>
                    <a:pt x="6438104" y="2754551"/>
                  </a:lnTo>
                  <a:lnTo>
                    <a:pt x="6451489" y="2755858"/>
                  </a:lnTo>
                  <a:lnTo>
                    <a:pt x="6464874" y="2757148"/>
                  </a:lnTo>
                  <a:lnTo>
                    <a:pt x="6478259" y="2758413"/>
                  </a:lnTo>
                  <a:lnTo>
                    <a:pt x="6491644" y="2759645"/>
                  </a:lnTo>
                  <a:lnTo>
                    <a:pt x="6505028" y="2760848"/>
                  </a:lnTo>
                  <a:lnTo>
                    <a:pt x="6518413" y="2762019"/>
                  </a:lnTo>
                  <a:lnTo>
                    <a:pt x="6531798" y="2763156"/>
                  </a:lnTo>
                  <a:lnTo>
                    <a:pt x="6545183" y="2764242"/>
                  </a:lnTo>
                  <a:lnTo>
                    <a:pt x="6558568" y="2765287"/>
                  </a:lnTo>
                  <a:lnTo>
                    <a:pt x="6571953" y="2766291"/>
                  </a:lnTo>
                  <a:lnTo>
                    <a:pt x="6585337" y="2767253"/>
                  </a:lnTo>
                  <a:lnTo>
                    <a:pt x="6598722" y="2768165"/>
                  </a:lnTo>
                  <a:lnTo>
                    <a:pt x="6612107" y="2769024"/>
                  </a:lnTo>
                  <a:lnTo>
                    <a:pt x="6625492" y="2769838"/>
                  </a:lnTo>
                  <a:lnTo>
                    <a:pt x="6638877" y="2770610"/>
                  </a:lnTo>
                  <a:lnTo>
                    <a:pt x="6652262" y="2771338"/>
                  </a:lnTo>
                  <a:lnTo>
                    <a:pt x="6665646" y="2772007"/>
                  </a:lnTo>
                  <a:lnTo>
                    <a:pt x="6679031" y="2772634"/>
                  </a:lnTo>
                  <a:lnTo>
                    <a:pt x="6692416" y="2773220"/>
                  </a:lnTo>
                  <a:lnTo>
                    <a:pt x="6705801" y="2773766"/>
                  </a:lnTo>
                  <a:lnTo>
                    <a:pt x="6719186" y="2774268"/>
                  </a:lnTo>
                  <a:lnTo>
                    <a:pt x="6732571" y="2774725"/>
                  </a:lnTo>
                  <a:lnTo>
                    <a:pt x="6745955" y="2775147"/>
                  </a:lnTo>
                  <a:lnTo>
                    <a:pt x="6759340" y="2775537"/>
                  </a:lnTo>
                  <a:lnTo>
                    <a:pt x="6772725" y="2775894"/>
                  </a:lnTo>
                  <a:lnTo>
                    <a:pt x="6786110" y="2776211"/>
                  </a:lnTo>
                  <a:lnTo>
                    <a:pt x="6799495" y="2776500"/>
                  </a:lnTo>
                  <a:lnTo>
                    <a:pt x="6812880" y="2776764"/>
                  </a:lnTo>
                  <a:lnTo>
                    <a:pt x="6826264" y="2777003"/>
                  </a:lnTo>
                  <a:lnTo>
                    <a:pt x="6839649" y="2777215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0473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1714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9870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93489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8827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683060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80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80: N = 59, median = 14.3 %   |   Age &lt; 80: N = 884, median = -0.8 %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80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2026-09-28T15:19:56Z</dcterms:modified>
  <cp:category/>
</cp:coreProperties>
</file>