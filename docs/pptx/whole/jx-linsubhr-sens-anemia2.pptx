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903779"/>
              <a:ext cx="6964104" cy="344358"/>
            </a:xfrm>
            <a:custGeom>
              <a:avLst/>
              <a:pathLst>
                <a:path w="6964104" h="344358">
                  <a:moveTo>
                    <a:pt x="0" y="0"/>
                  </a:moveTo>
                  <a:lnTo>
                    <a:pt x="70344" y="5896"/>
                  </a:lnTo>
                  <a:lnTo>
                    <a:pt x="140688" y="11722"/>
                  </a:lnTo>
                  <a:lnTo>
                    <a:pt x="211033" y="17479"/>
                  </a:lnTo>
                  <a:lnTo>
                    <a:pt x="281377" y="23168"/>
                  </a:lnTo>
                  <a:lnTo>
                    <a:pt x="351722" y="28789"/>
                  </a:lnTo>
                  <a:lnTo>
                    <a:pt x="422066" y="34344"/>
                  </a:lnTo>
                  <a:lnTo>
                    <a:pt x="492411" y="39832"/>
                  </a:lnTo>
                  <a:lnTo>
                    <a:pt x="562755" y="45255"/>
                  </a:lnTo>
                  <a:lnTo>
                    <a:pt x="633100" y="50614"/>
                  </a:lnTo>
                  <a:lnTo>
                    <a:pt x="703444" y="55910"/>
                  </a:lnTo>
                  <a:lnTo>
                    <a:pt x="773789" y="61142"/>
                  </a:lnTo>
                  <a:lnTo>
                    <a:pt x="844133" y="66312"/>
                  </a:lnTo>
                  <a:lnTo>
                    <a:pt x="914478" y="71421"/>
                  </a:lnTo>
                  <a:lnTo>
                    <a:pt x="984822" y="76469"/>
                  </a:lnTo>
                  <a:lnTo>
                    <a:pt x="1055167" y="81457"/>
                  </a:lnTo>
                  <a:lnTo>
                    <a:pt x="1125511" y="86386"/>
                  </a:lnTo>
                  <a:lnTo>
                    <a:pt x="1195856" y="91257"/>
                  </a:lnTo>
                  <a:lnTo>
                    <a:pt x="1266200" y="96070"/>
                  </a:lnTo>
                  <a:lnTo>
                    <a:pt x="1336545" y="100825"/>
                  </a:lnTo>
                  <a:lnTo>
                    <a:pt x="1406889" y="105524"/>
                  </a:lnTo>
                  <a:lnTo>
                    <a:pt x="1477234" y="110167"/>
                  </a:lnTo>
                  <a:lnTo>
                    <a:pt x="1547578" y="114755"/>
                  </a:lnTo>
                  <a:lnTo>
                    <a:pt x="1617923" y="119289"/>
                  </a:lnTo>
                  <a:lnTo>
                    <a:pt x="1688267" y="123769"/>
                  </a:lnTo>
                  <a:lnTo>
                    <a:pt x="1758612" y="128195"/>
                  </a:lnTo>
                  <a:lnTo>
                    <a:pt x="1828956" y="132569"/>
                  </a:lnTo>
                  <a:lnTo>
                    <a:pt x="1899301" y="136891"/>
                  </a:lnTo>
                  <a:lnTo>
                    <a:pt x="1969645" y="141162"/>
                  </a:lnTo>
                  <a:lnTo>
                    <a:pt x="2039990" y="145382"/>
                  </a:lnTo>
                  <a:lnTo>
                    <a:pt x="2110334" y="149552"/>
                  </a:lnTo>
                  <a:lnTo>
                    <a:pt x="2180679" y="153672"/>
                  </a:lnTo>
                  <a:lnTo>
                    <a:pt x="2251023" y="157743"/>
                  </a:lnTo>
                  <a:lnTo>
                    <a:pt x="2321368" y="161766"/>
                  </a:lnTo>
                  <a:lnTo>
                    <a:pt x="2391712" y="165742"/>
                  </a:lnTo>
                  <a:lnTo>
                    <a:pt x="2462057" y="169670"/>
                  </a:lnTo>
                  <a:lnTo>
                    <a:pt x="2532401" y="173551"/>
                  </a:lnTo>
                  <a:lnTo>
                    <a:pt x="2602746" y="177386"/>
                  </a:lnTo>
                  <a:lnTo>
                    <a:pt x="2673090" y="181176"/>
                  </a:lnTo>
                  <a:lnTo>
                    <a:pt x="2743435" y="184921"/>
                  </a:lnTo>
                  <a:lnTo>
                    <a:pt x="2813779" y="188621"/>
                  </a:lnTo>
                  <a:lnTo>
                    <a:pt x="2884124" y="192278"/>
                  </a:lnTo>
                  <a:lnTo>
                    <a:pt x="2954468" y="195891"/>
                  </a:lnTo>
                  <a:lnTo>
                    <a:pt x="3024813" y="197703"/>
                  </a:lnTo>
                  <a:lnTo>
                    <a:pt x="3095157" y="198518"/>
                  </a:lnTo>
                  <a:lnTo>
                    <a:pt x="3165502" y="199330"/>
                  </a:lnTo>
                  <a:lnTo>
                    <a:pt x="3235846" y="200141"/>
                  </a:lnTo>
                  <a:lnTo>
                    <a:pt x="3306191" y="200949"/>
                  </a:lnTo>
                  <a:lnTo>
                    <a:pt x="3376535" y="201755"/>
                  </a:lnTo>
                  <a:lnTo>
                    <a:pt x="3446880" y="202558"/>
                  </a:lnTo>
                  <a:lnTo>
                    <a:pt x="3517224" y="203360"/>
                  </a:lnTo>
                  <a:lnTo>
                    <a:pt x="3587569" y="204159"/>
                  </a:lnTo>
                  <a:lnTo>
                    <a:pt x="3657913" y="204956"/>
                  </a:lnTo>
                  <a:lnTo>
                    <a:pt x="3728257" y="205751"/>
                  </a:lnTo>
                  <a:lnTo>
                    <a:pt x="3798602" y="206544"/>
                  </a:lnTo>
                  <a:lnTo>
                    <a:pt x="3868946" y="207335"/>
                  </a:lnTo>
                  <a:lnTo>
                    <a:pt x="3939291" y="208123"/>
                  </a:lnTo>
                  <a:lnTo>
                    <a:pt x="4009635" y="208909"/>
                  </a:lnTo>
                  <a:lnTo>
                    <a:pt x="4079980" y="209693"/>
                  </a:lnTo>
                  <a:lnTo>
                    <a:pt x="4150324" y="210475"/>
                  </a:lnTo>
                  <a:lnTo>
                    <a:pt x="4220669" y="211255"/>
                  </a:lnTo>
                  <a:lnTo>
                    <a:pt x="4291013" y="212033"/>
                  </a:lnTo>
                  <a:lnTo>
                    <a:pt x="4361358" y="212809"/>
                  </a:lnTo>
                  <a:lnTo>
                    <a:pt x="4431702" y="213582"/>
                  </a:lnTo>
                  <a:lnTo>
                    <a:pt x="4502047" y="214354"/>
                  </a:lnTo>
                  <a:lnTo>
                    <a:pt x="4572391" y="215123"/>
                  </a:lnTo>
                  <a:lnTo>
                    <a:pt x="4642736" y="215890"/>
                  </a:lnTo>
                  <a:lnTo>
                    <a:pt x="4713080" y="216655"/>
                  </a:lnTo>
                  <a:lnTo>
                    <a:pt x="4783425" y="217418"/>
                  </a:lnTo>
                  <a:lnTo>
                    <a:pt x="4853769" y="218179"/>
                  </a:lnTo>
                  <a:lnTo>
                    <a:pt x="4924114" y="218938"/>
                  </a:lnTo>
                  <a:lnTo>
                    <a:pt x="4994458" y="219695"/>
                  </a:lnTo>
                  <a:lnTo>
                    <a:pt x="5064803" y="220450"/>
                  </a:lnTo>
                  <a:lnTo>
                    <a:pt x="5135147" y="221203"/>
                  </a:lnTo>
                  <a:lnTo>
                    <a:pt x="5205492" y="221953"/>
                  </a:lnTo>
                  <a:lnTo>
                    <a:pt x="5275836" y="222702"/>
                  </a:lnTo>
                  <a:lnTo>
                    <a:pt x="5346181" y="223448"/>
                  </a:lnTo>
                  <a:lnTo>
                    <a:pt x="5416525" y="224193"/>
                  </a:lnTo>
                  <a:lnTo>
                    <a:pt x="5486870" y="224935"/>
                  </a:lnTo>
                  <a:lnTo>
                    <a:pt x="5557214" y="225676"/>
                  </a:lnTo>
                  <a:lnTo>
                    <a:pt x="5627559" y="226414"/>
                  </a:lnTo>
                  <a:lnTo>
                    <a:pt x="5697903" y="227151"/>
                  </a:lnTo>
                  <a:lnTo>
                    <a:pt x="5768248" y="227885"/>
                  </a:lnTo>
                  <a:lnTo>
                    <a:pt x="5838592" y="228618"/>
                  </a:lnTo>
                  <a:lnTo>
                    <a:pt x="5908937" y="229348"/>
                  </a:lnTo>
                  <a:lnTo>
                    <a:pt x="5979281" y="230076"/>
                  </a:lnTo>
                  <a:lnTo>
                    <a:pt x="6049626" y="230803"/>
                  </a:lnTo>
                  <a:lnTo>
                    <a:pt x="6119970" y="231527"/>
                  </a:lnTo>
                  <a:lnTo>
                    <a:pt x="6190315" y="232250"/>
                  </a:lnTo>
                  <a:lnTo>
                    <a:pt x="6260659" y="232970"/>
                  </a:lnTo>
                  <a:lnTo>
                    <a:pt x="6331004" y="233689"/>
                  </a:lnTo>
                  <a:lnTo>
                    <a:pt x="6401348" y="234406"/>
                  </a:lnTo>
                  <a:lnTo>
                    <a:pt x="6471693" y="235120"/>
                  </a:lnTo>
                  <a:lnTo>
                    <a:pt x="6542037" y="235833"/>
                  </a:lnTo>
                  <a:lnTo>
                    <a:pt x="6612382" y="236544"/>
                  </a:lnTo>
                  <a:lnTo>
                    <a:pt x="6682726" y="237252"/>
                  </a:lnTo>
                  <a:lnTo>
                    <a:pt x="6753071" y="237959"/>
                  </a:lnTo>
                  <a:lnTo>
                    <a:pt x="6823415" y="238664"/>
                  </a:lnTo>
                  <a:lnTo>
                    <a:pt x="6893760" y="239367"/>
                  </a:lnTo>
                  <a:lnTo>
                    <a:pt x="6964104" y="240068"/>
                  </a:lnTo>
                  <a:lnTo>
                    <a:pt x="6964104" y="344358"/>
                  </a:lnTo>
                  <a:lnTo>
                    <a:pt x="6893760" y="342530"/>
                  </a:lnTo>
                  <a:lnTo>
                    <a:pt x="6823415" y="340679"/>
                  </a:lnTo>
                  <a:lnTo>
                    <a:pt x="6753071" y="338806"/>
                  </a:lnTo>
                  <a:lnTo>
                    <a:pt x="6682726" y="336911"/>
                  </a:lnTo>
                  <a:lnTo>
                    <a:pt x="6612382" y="334993"/>
                  </a:lnTo>
                  <a:lnTo>
                    <a:pt x="6542037" y="333051"/>
                  </a:lnTo>
                  <a:lnTo>
                    <a:pt x="6471693" y="331087"/>
                  </a:lnTo>
                  <a:lnTo>
                    <a:pt x="6401348" y="329099"/>
                  </a:lnTo>
                  <a:lnTo>
                    <a:pt x="6331004" y="327087"/>
                  </a:lnTo>
                  <a:lnTo>
                    <a:pt x="6260659" y="325050"/>
                  </a:lnTo>
                  <a:lnTo>
                    <a:pt x="6190315" y="322990"/>
                  </a:lnTo>
                  <a:lnTo>
                    <a:pt x="6119970" y="320904"/>
                  </a:lnTo>
                  <a:lnTo>
                    <a:pt x="6049626" y="318794"/>
                  </a:lnTo>
                  <a:lnTo>
                    <a:pt x="5979281" y="316658"/>
                  </a:lnTo>
                  <a:lnTo>
                    <a:pt x="5908937" y="314496"/>
                  </a:lnTo>
                  <a:lnTo>
                    <a:pt x="5838592" y="312309"/>
                  </a:lnTo>
                  <a:lnTo>
                    <a:pt x="5768248" y="310095"/>
                  </a:lnTo>
                  <a:lnTo>
                    <a:pt x="5697903" y="307855"/>
                  </a:lnTo>
                  <a:lnTo>
                    <a:pt x="5627559" y="305587"/>
                  </a:lnTo>
                  <a:lnTo>
                    <a:pt x="5557214" y="303293"/>
                  </a:lnTo>
                  <a:lnTo>
                    <a:pt x="5486870" y="300971"/>
                  </a:lnTo>
                  <a:lnTo>
                    <a:pt x="5416525" y="298620"/>
                  </a:lnTo>
                  <a:lnTo>
                    <a:pt x="5346181" y="296242"/>
                  </a:lnTo>
                  <a:lnTo>
                    <a:pt x="5275836" y="293835"/>
                  </a:lnTo>
                  <a:lnTo>
                    <a:pt x="5205492" y="291399"/>
                  </a:lnTo>
                  <a:lnTo>
                    <a:pt x="5135147" y="288934"/>
                  </a:lnTo>
                  <a:lnTo>
                    <a:pt x="5064803" y="286440"/>
                  </a:lnTo>
                  <a:lnTo>
                    <a:pt x="4994458" y="283915"/>
                  </a:lnTo>
                  <a:lnTo>
                    <a:pt x="4924114" y="281360"/>
                  </a:lnTo>
                  <a:lnTo>
                    <a:pt x="4853769" y="278774"/>
                  </a:lnTo>
                  <a:lnTo>
                    <a:pt x="4783425" y="276157"/>
                  </a:lnTo>
                  <a:lnTo>
                    <a:pt x="4713080" y="273509"/>
                  </a:lnTo>
                  <a:lnTo>
                    <a:pt x="4642736" y="270829"/>
                  </a:lnTo>
                  <a:lnTo>
                    <a:pt x="4572391" y="268116"/>
                  </a:lnTo>
                  <a:lnTo>
                    <a:pt x="4502047" y="265372"/>
                  </a:lnTo>
                  <a:lnTo>
                    <a:pt x="4431702" y="262594"/>
                  </a:lnTo>
                  <a:lnTo>
                    <a:pt x="4361358" y="259782"/>
                  </a:lnTo>
                  <a:lnTo>
                    <a:pt x="4291013" y="256937"/>
                  </a:lnTo>
                  <a:lnTo>
                    <a:pt x="4220669" y="254058"/>
                  </a:lnTo>
                  <a:lnTo>
                    <a:pt x="4150324" y="251144"/>
                  </a:lnTo>
                  <a:lnTo>
                    <a:pt x="4079980" y="248195"/>
                  </a:lnTo>
                  <a:lnTo>
                    <a:pt x="4009635" y="245211"/>
                  </a:lnTo>
                  <a:lnTo>
                    <a:pt x="3939291" y="242191"/>
                  </a:lnTo>
                  <a:lnTo>
                    <a:pt x="3868946" y="239134"/>
                  </a:lnTo>
                  <a:lnTo>
                    <a:pt x="3798602" y="236041"/>
                  </a:lnTo>
                  <a:lnTo>
                    <a:pt x="3728257" y="232910"/>
                  </a:lnTo>
                  <a:lnTo>
                    <a:pt x="3657913" y="229742"/>
                  </a:lnTo>
                  <a:lnTo>
                    <a:pt x="3587569" y="226536"/>
                  </a:lnTo>
                  <a:lnTo>
                    <a:pt x="3517224" y="223292"/>
                  </a:lnTo>
                  <a:lnTo>
                    <a:pt x="3446880" y="220008"/>
                  </a:lnTo>
                  <a:lnTo>
                    <a:pt x="3376535" y="216685"/>
                  </a:lnTo>
                  <a:lnTo>
                    <a:pt x="3306191" y="213322"/>
                  </a:lnTo>
                  <a:lnTo>
                    <a:pt x="3235846" y="209918"/>
                  </a:lnTo>
                  <a:lnTo>
                    <a:pt x="3165502" y="206474"/>
                  </a:lnTo>
                  <a:lnTo>
                    <a:pt x="3095157" y="202988"/>
                  </a:lnTo>
                  <a:lnTo>
                    <a:pt x="3024813" y="199461"/>
                  </a:lnTo>
                  <a:lnTo>
                    <a:pt x="2954468" y="196886"/>
                  </a:lnTo>
                  <a:lnTo>
                    <a:pt x="2884124" y="196067"/>
                  </a:lnTo>
                  <a:lnTo>
                    <a:pt x="2813779" y="195246"/>
                  </a:lnTo>
                  <a:lnTo>
                    <a:pt x="2743435" y="194422"/>
                  </a:lnTo>
                  <a:lnTo>
                    <a:pt x="2673090" y="193596"/>
                  </a:lnTo>
                  <a:lnTo>
                    <a:pt x="2602746" y="192768"/>
                  </a:lnTo>
                  <a:lnTo>
                    <a:pt x="2532401" y="191937"/>
                  </a:lnTo>
                  <a:lnTo>
                    <a:pt x="2462057" y="191105"/>
                  </a:lnTo>
                  <a:lnTo>
                    <a:pt x="2391712" y="190270"/>
                  </a:lnTo>
                  <a:lnTo>
                    <a:pt x="2321368" y="189433"/>
                  </a:lnTo>
                  <a:lnTo>
                    <a:pt x="2251023" y="188593"/>
                  </a:lnTo>
                  <a:lnTo>
                    <a:pt x="2180679" y="187751"/>
                  </a:lnTo>
                  <a:lnTo>
                    <a:pt x="2110334" y="186907"/>
                  </a:lnTo>
                  <a:lnTo>
                    <a:pt x="2039990" y="186060"/>
                  </a:lnTo>
                  <a:lnTo>
                    <a:pt x="1969645" y="185212"/>
                  </a:lnTo>
                  <a:lnTo>
                    <a:pt x="1899301" y="184361"/>
                  </a:lnTo>
                  <a:lnTo>
                    <a:pt x="1828956" y="183507"/>
                  </a:lnTo>
                  <a:lnTo>
                    <a:pt x="1758612" y="182651"/>
                  </a:lnTo>
                  <a:lnTo>
                    <a:pt x="1688267" y="181793"/>
                  </a:lnTo>
                  <a:lnTo>
                    <a:pt x="1617923" y="180933"/>
                  </a:lnTo>
                  <a:lnTo>
                    <a:pt x="1547578" y="180070"/>
                  </a:lnTo>
                  <a:lnTo>
                    <a:pt x="1477234" y="179205"/>
                  </a:lnTo>
                  <a:lnTo>
                    <a:pt x="1406889" y="178337"/>
                  </a:lnTo>
                  <a:lnTo>
                    <a:pt x="1336545" y="177468"/>
                  </a:lnTo>
                  <a:lnTo>
                    <a:pt x="1266200" y="176595"/>
                  </a:lnTo>
                  <a:lnTo>
                    <a:pt x="1195856" y="175721"/>
                  </a:lnTo>
                  <a:lnTo>
                    <a:pt x="1125511" y="174844"/>
                  </a:lnTo>
                  <a:lnTo>
                    <a:pt x="1055167" y="173964"/>
                  </a:lnTo>
                  <a:lnTo>
                    <a:pt x="984822" y="173082"/>
                  </a:lnTo>
                  <a:lnTo>
                    <a:pt x="914478" y="172198"/>
                  </a:lnTo>
                  <a:lnTo>
                    <a:pt x="844133" y="171311"/>
                  </a:lnTo>
                  <a:lnTo>
                    <a:pt x="773789" y="170422"/>
                  </a:lnTo>
                  <a:lnTo>
                    <a:pt x="703444" y="169531"/>
                  </a:lnTo>
                  <a:lnTo>
                    <a:pt x="633100" y="168637"/>
                  </a:lnTo>
                  <a:lnTo>
                    <a:pt x="562755" y="167740"/>
                  </a:lnTo>
                  <a:lnTo>
                    <a:pt x="492411" y="166842"/>
                  </a:lnTo>
                  <a:lnTo>
                    <a:pt x="422066" y="165940"/>
                  </a:lnTo>
                  <a:lnTo>
                    <a:pt x="351722" y="165036"/>
                  </a:lnTo>
                  <a:lnTo>
                    <a:pt x="281377" y="164130"/>
                  </a:lnTo>
                  <a:lnTo>
                    <a:pt x="211033" y="163221"/>
                  </a:lnTo>
                  <a:lnTo>
                    <a:pt x="140688" y="162310"/>
                  </a:lnTo>
                  <a:lnTo>
                    <a:pt x="70344" y="161397"/>
                  </a:lnTo>
                  <a:lnTo>
                    <a:pt x="0" y="160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903779"/>
              <a:ext cx="6964104" cy="240068"/>
            </a:xfrm>
            <a:custGeom>
              <a:avLst/>
              <a:pathLst>
                <a:path w="6964104" h="240068">
                  <a:moveTo>
                    <a:pt x="0" y="0"/>
                  </a:moveTo>
                  <a:lnTo>
                    <a:pt x="70344" y="5896"/>
                  </a:lnTo>
                  <a:lnTo>
                    <a:pt x="140688" y="11722"/>
                  </a:lnTo>
                  <a:lnTo>
                    <a:pt x="211033" y="17479"/>
                  </a:lnTo>
                  <a:lnTo>
                    <a:pt x="281377" y="23168"/>
                  </a:lnTo>
                  <a:lnTo>
                    <a:pt x="351722" y="28789"/>
                  </a:lnTo>
                  <a:lnTo>
                    <a:pt x="422066" y="34344"/>
                  </a:lnTo>
                  <a:lnTo>
                    <a:pt x="492411" y="39832"/>
                  </a:lnTo>
                  <a:lnTo>
                    <a:pt x="562755" y="45255"/>
                  </a:lnTo>
                  <a:lnTo>
                    <a:pt x="633100" y="50614"/>
                  </a:lnTo>
                  <a:lnTo>
                    <a:pt x="703444" y="55910"/>
                  </a:lnTo>
                  <a:lnTo>
                    <a:pt x="773789" y="61142"/>
                  </a:lnTo>
                  <a:lnTo>
                    <a:pt x="844133" y="66312"/>
                  </a:lnTo>
                  <a:lnTo>
                    <a:pt x="914478" y="71421"/>
                  </a:lnTo>
                  <a:lnTo>
                    <a:pt x="984822" y="76469"/>
                  </a:lnTo>
                  <a:lnTo>
                    <a:pt x="1055167" y="81457"/>
                  </a:lnTo>
                  <a:lnTo>
                    <a:pt x="1125511" y="86386"/>
                  </a:lnTo>
                  <a:lnTo>
                    <a:pt x="1195856" y="91257"/>
                  </a:lnTo>
                  <a:lnTo>
                    <a:pt x="1266200" y="96070"/>
                  </a:lnTo>
                  <a:lnTo>
                    <a:pt x="1336545" y="100825"/>
                  </a:lnTo>
                  <a:lnTo>
                    <a:pt x="1406889" y="105524"/>
                  </a:lnTo>
                  <a:lnTo>
                    <a:pt x="1477234" y="110167"/>
                  </a:lnTo>
                  <a:lnTo>
                    <a:pt x="1547578" y="114755"/>
                  </a:lnTo>
                  <a:lnTo>
                    <a:pt x="1617923" y="119289"/>
                  </a:lnTo>
                  <a:lnTo>
                    <a:pt x="1688267" y="123769"/>
                  </a:lnTo>
                  <a:lnTo>
                    <a:pt x="1758612" y="128195"/>
                  </a:lnTo>
                  <a:lnTo>
                    <a:pt x="1828956" y="132569"/>
                  </a:lnTo>
                  <a:lnTo>
                    <a:pt x="1899301" y="136891"/>
                  </a:lnTo>
                  <a:lnTo>
                    <a:pt x="1969645" y="141162"/>
                  </a:lnTo>
                  <a:lnTo>
                    <a:pt x="2039990" y="145382"/>
                  </a:lnTo>
                  <a:lnTo>
                    <a:pt x="2110334" y="149552"/>
                  </a:lnTo>
                  <a:lnTo>
                    <a:pt x="2180679" y="153672"/>
                  </a:lnTo>
                  <a:lnTo>
                    <a:pt x="2251023" y="157743"/>
                  </a:lnTo>
                  <a:lnTo>
                    <a:pt x="2321368" y="161766"/>
                  </a:lnTo>
                  <a:lnTo>
                    <a:pt x="2391712" y="165742"/>
                  </a:lnTo>
                  <a:lnTo>
                    <a:pt x="2462057" y="169670"/>
                  </a:lnTo>
                  <a:lnTo>
                    <a:pt x="2532401" y="173551"/>
                  </a:lnTo>
                  <a:lnTo>
                    <a:pt x="2602746" y="177386"/>
                  </a:lnTo>
                  <a:lnTo>
                    <a:pt x="2673090" y="181176"/>
                  </a:lnTo>
                  <a:lnTo>
                    <a:pt x="2743435" y="184921"/>
                  </a:lnTo>
                  <a:lnTo>
                    <a:pt x="2813779" y="188621"/>
                  </a:lnTo>
                  <a:lnTo>
                    <a:pt x="2884124" y="192278"/>
                  </a:lnTo>
                  <a:lnTo>
                    <a:pt x="2954468" y="195891"/>
                  </a:lnTo>
                  <a:lnTo>
                    <a:pt x="3024813" y="197703"/>
                  </a:lnTo>
                  <a:lnTo>
                    <a:pt x="3095157" y="198518"/>
                  </a:lnTo>
                  <a:lnTo>
                    <a:pt x="3165502" y="199330"/>
                  </a:lnTo>
                  <a:lnTo>
                    <a:pt x="3235846" y="200141"/>
                  </a:lnTo>
                  <a:lnTo>
                    <a:pt x="3306191" y="200949"/>
                  </a:lnTo>
                  <a:lnTo>
                    <a:pt x="3376535" y="201755"/>
                  </a:lnTo>
                  <a:lnTo>
                    <a:pt x="3446880" y="202558"/>
                  </a:lnTo>
                  <a:lnTo>
                    <a:pt x="3517224" y="203360"/>
                  </a:lnTo>
                  <a:lnTo>
                    <a:pt x="3587569" y="204159"/>
                  </a:lnTo>
                  <a:lnTo>
                    <a:pt x="3657913" y="204956"/>
                  </a:lnTo>
                  <a:lnTo>
                    <a:pt x="3728257" y="205751"/>
                  </a:lnTo>
                  <a:lnTo>
                    <a:pt x="3798602" y="206544"/>
                  </a:lnTo>
                  <a:lnTo>
                    <a:pt x="3868946" y="207335"/>
                  </a:lnTo>
                  <a:lnTo>
                    <a:pt x="3939291" y="208123"/>
                  </a:lnTo>
                  <a:lnTo>
                    <a:pt x="4009635" y="208909"/>
                  </a:lnTo>
                  <a:lnTo>
                    <a:pt x="4079980" y="209693"/>
                  </a:lnTo>
                  <a:lnTo>
                    <a:pt x="4150324" y="210475"/>
                  </a:lnTo>
                  <a:lnTo>
                    <a:pt x="4220669" y="211255"/>
                  </a:lnTo>
                  <a:lnTo>
                    <a:pt x="4291013" y="212033"/>
                  </a:lnTo>
                  <a:lnTo>
                    <a:pt x="4361358" y="212809"/>
                  </a:lnTo>
                  <a:lnTo>
                    <a:pt x="4431702" y="213582"/>
                  </a:lnTo>
                  <a:lnTo>
                    <a:pt x="4502047" y="214354"/>
                  </a:lnTo>
                  <a:lnTo>
                    <a:pt x="4572391" y="215123"/>
                  </a:lnTo>
                  <a:lnTo>
                    <a:pt x="4642736" y="215890"/>
                  </a:lnTo>
                  <a:lnTo>
                    <a:pt x="4713080" y="216655"/>
                  </a:lnTo>
                  <a:lnTo>
                    <a:pt x="4783425" y="217418"/>
                  </a:lnTo>
                  <a:lnTo>
                    <a:pt x="4853769" y="218179"/>
                  </a:lnTo>
                  <a:lnTo>
                    <a:pt x="4924114" y="218938"/>
                  </a:lnTo>
                  <a:lnTo>
                    <a:pt x="4994458" y="219695"/>
                  </a:lnTo>
                  <a:lnTo>
                    <a:pt x="5064803" y="220450"/>
                  </a:lnTo>
                  <a:lnTo>
                    <a:pt x="5135147" y="221203"/>
                  </a:lnTo>
                  <a:lnTo>
                    <a:pt x="5205492" y="221953"/>
                  </a:lnTo>
                  <a:lnTo>
                    <a:pt x="5275836" y="222702"/>
                  </a:lnTo>
                  <a:lnTo>
                    <a:pt x="5346181" y="223448"/>
                  </a:lnTo>
                  <a:lnTo>
                    <a:pt x="5416525" y="224193"/>
                  </a:lnTo>
                  <a:lnTo>
                    <a:pt x="5486870" y="224935"/>
                  </a:lnTo>
                  <a:lnTo>
                    <a:pt x="5557214" y="225676"/>
                  </a:lnTo>
                  <a:lnTo>
                    <a:pt x="5627559" y="226414"/>
                  </a:lnTo>
                  <a:lnTo>
                    <a:pt x="5697903" y="227151"/>
                  </a:lnTo>
                  <a:lnTo>
                    <a:pt x="5768248" y="227885"/>
                  </a:lnTo>
                  <a:lnTo>
                    <a:pt x="5838592" y="228618"/>
                  </a:lnTo>
                  <a:lnTo>
                    <a:pt x="5908937" y="229348"/>
                  </a:lnTo>
                  <a:lnTo>
                    <a:pt x="5979281" y="230076"/>
                  </a:lnTo>
                  <a:lnTo>
                    <a:pt x="6049626" y="230803"/>
                  </a:lnTo>
                  <a:lnTo>
                    <a:pt x="6119970" y="231527"/>
                  </a:lnTo>
                  <a:lnTo>
                    <a:pt x="6190315" y="232250"/>
                  </a:lnTo>
                  <a:lnTo>
                    <a:pt x="6260659" y="232970"/>
                  </a:lnTo>
                  <a:lnTo>
                    <a:pt x="6331004" y="233689"/>
                  </a:lnTo>
                  <a:lnTo>
                    <a:pt x="6401348" y="234406"/>
                  </a:lnTo>
                  <a:lnTo>
                    <a:pt x="6471693" y="235120"/>
                  </a:lnTo>
                  <a:lnTo>
                    <a:pt x="6542037" y="235833"/>
                  </a:lnTo>
                  <a:lnTo>
                    <a:pt x="6612382" y="236544"/>
                  </a:lnTo>
                  <a:lnTo>
                    <a:pt x="6682726" y="237252"/>
                  </a:lnTo>
                  <a:lnTo>
                    <a:pt x="6753071" y="237959"/>
                  </a:lnTo>
                  <a:lnTo>
                    <a:pt x="6823415" y="238664"/>
                  </a:lnTo>
                  <a:lnTo>
                    <a:pt x="6893760" y="239367"/>
                  </a:lnTo>
                  <a:lnTo>
                    <a:pt x="6964104" y="240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64260"/>
              <a:ext cx="6964104" cy="183877"/>
            </a:xfrm>
            <a:custGeom>
              <a:avLst/>
              <a:pathLst>
                <a:path w="6964104" h="183877">
                  <a:moveTo>
                    <a:pt x="6964104" y="183877"/>
                  </a:moveTo>
                  <a:lnTo>
                    <a:pt x="6893760" y="182049"/>
                  </a:lnTo>
                  <a:lnTo>
                    <a:pt x="6823415" y="180198"/>
                  </a:lnTo>
                  <a:lnTo>
                    <a:pt x="6753071" y="178325"/>
                  </a:lnTo>
                  <a:lnTo>
                    <a:pt x="6682726" y="176430"/>
                  </a:lnTo>
                  <a:lnTo>
                    <a:pt x="6612382" y="174512"/>
                  </a:lnTo>
                  <a:lnTo>
                    <a:pt x="6542037" y="172571"/>
                  </a:lnTo>
                  <a:lnTo>
                    <a:pt x="6471693" y="170606"/>
                  </a:lnTo>
                  <a:lnTo>
                    <a:pt x="6401348" y="168618"/>
                  </a:lnTo>
                  <a:lnTo>
                    <a:pt x="6331004" y="166606"/>
                  </a:lnTo>
                  <a:lnTo>
                    <a:pt x="6260659" y="164570"/>
                  </a:lnTo>
                  <a:lnTo>
                    <a:pt x="6190315" y="162509"/>
                  </a:lnTo>
                  <a:lnTo>
                    <a:pt x="6119970" y="160424"/>
                  </a:lnTo>
                  <a:lnTo>
                    <a:pt x="6049626" y="158313"/>
                  </a:lnTo>
                  <a:lnTo>
                    <a:pt x="5979281" y="156177"/>
                  </a:lnTo>
                  <a:lnTo>
                    <a:pt x="5908937" y="154016"/>
                  </a:lnTo>
                  <a:lnTo>
                    <a:pt x="5838592" y="151828"/>
                  </a:lnTo>
                  <a:lnTo>
                    <a:pt x="5768248" y="149614"/>
                  </a:lnTo>
                  <a:lnTo>
                    <a:pt x="5697903" y="147374"/>
                  </a:lnTo>
                  <a:lnTo>
                    <a:pt x="5627559" y="145107"/>
                  </a:lnTo>
                  <a:lnTo>
                    <a:pt x="5557214" y="142812"/>
                  </a:lnTo>
                  <a:lnTo>
                    <a:pt x="5486870" y="140490"/>
                  </a:lnTo>
                  <a:lnTo>
                    <a:pt x="5416525" y="138140"/>
                  </a:lnTo>
                  <a:lnTo>
                    <a:pt x="5346181" y="135761"/>
                  </a:lnTo>
                  <a:lnTo>
                    <a:pt x="5275836" y="133354"/>
                  </a:lnTo>
                  <a:lnTo>
                    <a:pt x="5205492" y="130919"/>
                  </a:lnTo>
                  <a:lnTo>
                    <a:pt x="5135147" y="128454"/>
                  </a:lnTo>
                  <a:lnTo>
                    <a:pt x="5064803" y="125959"/>
                  </a:lnTo>
                  <a:lnTo>
                    <a:pt x="4994458" y="123434"/>
                  </a:lnTo>
                  <a:lnTo>
                    <a:pt x="4924114" y="120879"/>
                  </a:lnTo>
                  <a:lnTo>
                    <a:pt x="4853769" y="118293"/>
                  </a:lnTo>
                  <a:lnTo>
                    <a:pt x="4783425" y="115676"/>
                  </a:lnTo>
                  <a:lnTo>
                    <a:pt x="4713080" y="113028"/>
                  </a:lnTo>
                  <a:lnTo>
                    <a:pt x="4642736" y="110348"/>
                  </a:lnTo>
                  <a:lnTo>
                    <a:pt x="4572391" y="107636"/>
                  </a:lnTo>
                  <a:lnTo>
                    <a:pt x="4502047" y="104891"/>
                  </a:lnTo>
                  <a:lnTo>
                    <a:pt x="4431702" y="102113"/>
                  </a:lnTo>
                  <a:lnTo>
                    <a:pt x="4361358" y="99302"/>
                  </a:lnTo>
                  <a:lnTo>
                    <a:pt x="4291013" y="96456"/>
                  </a:lnTo>
                  <a:lnTo>
                    <a:pt x="4220669" y="93577"/>
                  </a:lnTo>
                  <a:lnTo>
                    <a:pt x="4150324" y="90663"/>
                  </a:lnTo>
                  <a:lnTo>
                    <a:pt x="4079980" y="87714"/>
                  </a:lnTo>
                  <a:lnTo>
                    <a:pt x="4009635" y="84730"/>
                  </a:lnTo>
                  <a:lnTo>
                    <a:pt x="3939291" y="81710"/>
                  </a:lnTo>
                  <a:lnTo>
                    <a:pt x="3868946" y="78653"/>
                  </a:lnTo>
                  <a:lnTo>
                    <a:pt x="3798602" y="75560"/>
                  </a:lnTo>
                  <a:lnTo>
                    <a:pt x="3728257" y="72430"/>
                  </a:lnTo>
                  <a:lnTo>
                    <a:pt x="3657913" y="69262"/>
                  </a:lnTo>
                  <a:lnTo>
                    <a:pt x="3587569" y="66056"/>
                  </a:lnTo>
                  <a:lnTo>
                    <a:pt x="3517224" y="62811"/>
                  </a:lnTo>
                  <a:lnTo>
                    <a:pt x="3446880" y="59527"/>
                  </a:lnTo>
                  <a:lnTo>
                    <a:pt x="3376535" y="56204"/>
                  </a:lnTo>
                  <a:lnTo>
                    <a:pt x="3306191" y="52841"/>
                  </a:lnTo>
                  <a:lnTo>
                    <a:pt x="3235846" y="49438"/>
                  </a:lnTo>
                  <a:lnTo>
                    <a:pt x="3165502" y="45993"/>
                  </a:lnTo>
                  <a:lnTo>
                    <a:pt x="3095157" y="42508"/>
                  </a:lnTo>
                  <a:lnTo>
                    <a:pt x="3024813" y="38980"/>
                  </a:lnTo>
                  <a:lnTo>
                    <a:pt x="2954468" y="36405"/>
                  </a:lnTo>
                  <a:lnTo>
                    <a:pt x="2884124" y="35586"/>
                  </a:lnTo>
                  <a:lnTo>
                    <a:pt x="2813779" y="34765"/>
                  </a:lnTo>
                  <a:lnTo>
                    <a:pt x="2743435" y="33941"/>
                  </a:lnTo>
                  <a:lnTo>
                    <a:pt x="2673090" y="33115"/>
                  </a:lnTo>
                  <a:lnTo>
                    <a:pt x="2602746" y="32287"/>
                  </a:lnTo>
                  <a:lnTo>
                    <a:pt x="2532401" y="31457"/>
                  </a:lnTo>
                  <a:lnTo>
                    <a:pt x="2462057" y="30624"/>
                  </a:lnTo>
                  <a:lnTo>
                    <a:pt x="2391712" y="29789"/>
                  </a:lnTo>
                  <a:lnTo>
                    <a:pt x="2321368" y="28952"/>
                  </a:lnTo>
                  <a:lnTo>
                    <a:pt x="2251023" y="28112"/>
                  </a:lnTo>
                  <a:lnTo>
                    <a:pt x="2180679" y="27270"/>
                  </a:lnTo>
                  <a:lnTo>
                    <a:pt x="2110334" y="26426"/>
                  </a:lnTo>
                  <a:lnTo>
                    <a:pt x="2039990" y="25580"/>
                  </a:lnTo>
                  <a:lnTo>
                    <a:pt x="1969645" y="24731"/>
                  </a:lnTo>
                  <a:lnTo>
                    <a:pt x="1899301" y="23880"/>
                  </a:lnTo>
                  <a:lnTo>
                    <a:pt x="1828956" y="23026"/>
                  </a:lnTo>
                  <a:lnTo>
                    <a:pt x="1758612" y="22171"/>
                  </a:lnTo>
                  <a:lnTo>
                    <a:pt x="1688267" y="21313"/>
                  </a:lnTo>
                  <a:lnTo>
                    <a:pt x="1617923" y="20452"/>
                  </a:lnTo>
                  <a:lnTo>
                    <a:pt x="1547578" y="19589"/>
                  </a:lnTo>
                  <a:lnTo>
                    <a:pt x="1477234" y="18724"/>
                  </a:lnTo>
                  <a:lnTo>
                    <a:pt x="1406889" y="17857"/>
                  </a:lnTo>
                  <a:lnTo>
                    <a:pt x="1336545" y="16987"/>
                  </a:lnTo>
                  <a:lnTo>
                    <a:pt x="1266200" y="16114"/>
                  </a:lnTo>
                  <a:lnTo>
                    <a:pt x="1195856" y="15240"/>
                  </a:lnTo>
                  <a:lnTo>
                    <a:pt x="1125511" y="14363"/>
                  </a:lnTo>
                  <a:lnTo>
                    <a:pt x="1055167" y="13483"/>
                  </a:lnTo>
                  <a:lnTo>
                    <a:pt x="984822" y="12602"/>
                  </a:lnTo>
                  <a:lnTo>
                    <a:pt x="914478" y="11717"/>
                  </a:lnTo>
                  <a:lnTo>
                    <a:pt x="844133" y="10831"/>
                  </a:lnTo>
                  <a:lnTo>
                    <a:pt x="773789" y="9941"/>
                  </a:lnTo>
                  <a:lnTo>
                    <a:pt x="703444" y="9050"/>
                  </a:lnTo>
                  <a:lnTo>
                    <a:pt x="633100" y="8156"/>
                  </a:lnTo>
                  <a:lnTo>
                    <a:pt x="562755" y="7260"/>
                  </a:lnTo>
                  <a:lnTo>
                    <a:pt x="492411" y="6361"/>
                  </a:lnTo>
                  <a:lnTo>
                    <a:pt x="422066" y="5459"/>
                  </a:lnTo>
                  <a:lnTo>
                    <a:pt x="351722" y="4556"/>
                  </a:lnTo>
                  <a:lnTo>
                    <a:pt x="281377" y="3649"/>
                  </a:lnTo>
                  <a:lnTo>
                    <a:pt x="211033" y="2741"/>
                  </a:lnTo>
                  <a:lnTo>
                    <a:pt x="140688" y="1829"/>
                  </a:lnTo>
                  <a:lnTo>
                    <a:pt x="70344" y="9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991826"/>
              <a:ext cx="6964104" cy="210933"/>
            </a:xfrm>
            <a:custGeom>
              <a:avLst/>
              <a:pathLst>
                <a:path w="6964104" h="210933">
                  <a:moveTo>
                    <a:pt x="0" y="0"/>
                  </a:moveTo>
                  <a:lnTo>
                    <a:pt x="70344" y="2986"/>
                  </a:lnTo>
                  <a:lnTo>
                    <a:pt x="140688" y="5951"/>
                  </a:lnTo>
                  <a:lnTo>
                    <a:pt x="211033" y="8894"/>
                  </a:lnTo>
                  <a:lnTo>
                    <a:pt x="281377" y="11815"/>
                  </a:lnTo>
                  <a:lnTo>
                    <a:pt x="351722" y="14715"/>
                  </a:lnTo>
                  <a:lnTo>
                    <a:pt x="422066" y="17594"/>
                  </a:lnTo>
                  <a:lnTo>
                    <a:pt x="492411" y="20452"/>
                  </a:lnTo>
                  <a:lnTo>
                    <a:pt x="562755" y="23289"/>
                  </a:lnTo>
                  <a:lnTo>
                    <a:pt x="633100" y="26105"/>
                  </a:lnTo>
                  <a:lnTo>
                    <a:pt x="703444" y="28901"/>
                  </a:lnTo>
                  <a:lnTo>
                    <a:pt x="773789" y="31676"/>
                  </a:lnTo>
                  <a:lnTo>
                    <a:pt x="844133" y="34431"/>
                  </a:lnTo>
                  <a:lnTo>
                    <a:pt x="914478" y="37166"/>
                  </a:lnTo>
                  <a:lnTo>
                    <a:pt x="984822" y="39881"/>
                  </a:lnTo>
                  <a:lnTo>
                    <a:pt x="1055167" y="42576"/>
                  </a:lnTo>
                  <a:lnTo>
                    <a:pt x="1125511" y="45251"/>
                  </a:lnTo>
                  <a:lnTo>
                    <a:pt x="1195856" y="47907"/>
                  </a:lnTo>
                  <a:lnTo>
                    <a:pt x="1266200" y="50543"/>
                  </a:lnTo>
                  <a:lnTo>
                    <a:pt x="1336545" y="53160"/>
                  </a:lnTo>
                  <a:lnTo>
                    <a:pt x="1406889" y="55758"/>
                  </a:lnTo>
                  <a:lnTo>
                    <a:pt x="1477234" y="58336"/>
                  </a:lnTo>
                  <a:lnTo>
                    <a:pt x="1547578" y="60896"/>
                  </a:lnTo>
                  <a:lnTo>
                    <a:pt x="1617923" y="63438"/>
                  </a:lnTo>
                  <a:lnTo>
                    <a:pt x="1688267" y="65960"/>
                  </a:lnTo>
                  <a:lnTo>
                    <a:pt x="1758612" y="68465"/>
                  </a:lnTo>
                  <a:lnTo>
                    <a:pt x="1828956" y="70951"/>
                  </a:lnTo>
                  <a:lnTo>
                    <a:pt x="1899301" y="73418"/>
                  </a:lnTo>
                  <a:lnTo>
                    <a:pt x="1969645" y="75868"/>
                  </a:lnTo>
                  <a:lnTo>
                    <a:pt x="2039990" y="78300"/>
                  </a:lnTo>
                  <a:lnTo>
                    <a:pt x="2110334" y="80714"/>
                  </a:lnTo>
                  <a:lnTo>
                    <a:pt x="2180679" y="83110"/>
                  </a:lnTo>
                  <a:lnTo>
                    <a:pt x="2251023" y="85489"/>
                  </a:lnTo>
                  <a:lnTo>
                    <a:pt x="2321368" y="87851"/>
                  </a:lnTo>
                  <a:lnTo>
                    <a:pt x="2391712" y="90195"/>
                  </a:lnTo>
                  <a:lnTo>
                    <a:pt x="2462057" y="92522"/>
                  </a:lnTo>
                  <a:lnTo>
                    <a:pt x="2532401" y="94832"/>
                  </a:lnTo>
                  <a:lnTo>
                    <a:pt x="2602746" y="97125"/>
                  </a:lnTo>
                  <a:lnTo>
                    <a:pt x="2673090" y="99401"/>
                  </a:lnTo>
                  <a:lnTo>
                    <a:pt x="2743435" y="101661"/>
                  </a:lnTo>
                  <a:lnTo>
                    <a:pt x="2813779" y="103904"/>
                  </a:lnTo>
                  <a:lnTo>
                    <a:pt x="2884124" y="106131"/>
                  </a:lnTo>
                  <a:lnTo>
                    <a:pt x="2954468" y="108342"/>
                  </a:lnTo>
                  <a:lnTo>
                    <a:pt x="3024813" y="110536"/>
                  </a:lnTo>
                  <a:lnTo>
                    <a:pt x="3095157" y="112714"/>
                  </a:lnTo>
                  <a:lnTo>
                    <a:pt x="3165502" y="114877"/>
                  </a:lnTo>
                  <a:lnTo>
                    <a:pt x="3235846" y="117023"/>
                  </a:lnTo>
                  <a:lnTo>
                    <a:pt x="3306191" y="119154"/>
                  </a:lnTo>
                  <a:lnTo>
                    <a:pt x="3376535" y="121270"/>
                  </a:lnTo>
                  <a:lnTo>
                    <a:pt x="3446880" y="123370"/>
                  </a:lnTo>
                  <a:lnTo>
                    <a:pt x="3517224" y="125454"/>
                  </a:lnTo>
                  <a:lnTo>
                    <a:pt x="3587569" y="127523"/>
                  </a:lnTo>
                  <a:lnTo>
                    <a:pt x="3657913" y="129577"/>
                  </a:lnTo>
                  <a:lnTo>
                    <a:pt x="3728257" y="131617"/>
                  </a:lnTo>
                  <a:lnTo>
                    <a:pt x="3798602" y="133641"/>
                  </a:lnTo>
                  <a:lnTo>
                    <a:pt x="3868946" y="135650"/>
                  </a:lnTo>
                  <a:lnTo>
                    <a:pt x="3939291" y="137645"/>
                  </a:lnTo>
                  <a:lnTo>
                    <a:pt x="4009635" y="139625"/>
                  </a:lnTo>
                  <a:lnTo>
                    <a:pt x="4079980" y="141591"/>
                  </a:lnTo>
                  <a:lnTo>
                    <a:pt x="4150324" y="143542"/>
                  </a:lnTo>
                  <a:lnTo>
                    <a:pt x="4220669" y="145479"/>
                  </a:lnTo>
                  <a:lnTo>
                    <a:pt x="4291013" y="147402"/>
                  </a:lnTo>
                  <a:lnTo>
                    <a:pt x="4361358" y="149311"/>
                  </a:lnTo>
                  <a:lnTo>
                    <a:pt x="4431702" y="151205"/>
                  </a:lnTo>
                  <a:lnTo>
                    <a:pt x="4502047" y="153086"/>
                  </a:lnTo>
                  <a:lnTo>
                    <a:pt x="4572391" y="154954"/>
                  </a:lnTo>
                  <a:lnTo>
                    <a:pt x="4642736" y="156807"/>
                  </a:lnTo>
                  <a:lnTo>
                    <a:pt x="4713080" y="158647"/>
                  </a:lnTo>
                  <a:lnTo>
                    <a:pt x="4783425" y="160474"/>
                  </a:lnTo>
                  <a:lnTo>
                    <a:pt x="4853769" y="162287"/>
                  </a:lnTo>
                  <a:lnTo>
                    <a:pt x="4924114" y="164087"/>
                  </a:lnTo>
                  <a:lnTo>
                    <a:pt x="4994458" y="165874"/>
                  </a:lnTo>
                  <a:lnTo>
                    <a:pt x="5064803" y="167647"/>
                  </a:lnTo>
                  <a:lnTo>
                    <a:pt x="5135147" y="169408"/>
                  </a:lnTo>
                  <a:lnTo>
                    <a:pt x="5205492" y="171156"/>
                  </a:lnTo>
                  <a:lnTo>
                    <a:pt x="5275836" y="172891"/>
                  </a:lnTo>
                  <a:lnTo>
                    <a:pt x="5346181" y="174614"/>
                  </a:lnTo>
                  <a:lnTo>
                    <a:pt x="5416525" y="176323"/>
                  </a:lnTo>
                  <a:lnTo>
                    <a:pt x="5486870" y="178021"/>
                  </a:lnTo>
                  <a:lnTo>
                    <a:pt x="5557214" y="179706"/>
                  </a:lnTo>
                  <a:lnTo>
                    <a:pt x="5627559" y="181378"/>
                  </a:lnTo>
                  <a:lnTo>
                    <a:pt x="5697903" y="183039"/>
                  </a:lnTo>
                  <a:lnTo>
                    <a:pt x="5768248" y="184687"/>
                  </a:lnTo>
                  <a:lnTo>
                    <a:pt x="5838592" y="186323"/>
                  </a:lnTo>
                  <a:lnTo>
                    <a:pt x="5908937" y="187947"/>
                  </a:lnTo>
                  <a:lnTo>
                    <a:pt x="5979281" y="189560"/>
                  </a:lnTo>
                  <a:lnTo>
                    <a:pt x="6049626" y="191160"/>
                  </a:lnTo>
                  <a:lnTo>
                    <a:pt x="6119970" y="192749"/>
                  </a:lnTo>
                  <a:lnTo>
                    <a:pt x="6190315" y="194326"/>
                  </a:lnTo>
                  <a:lnTo>
                    <a:pt x="6260659" y="195892"/>
                  </a:lnTo>
                  <a:lnTo>
                    <a:pt x="6331004" y="197446"/>
                  </a:lnTo>
                  <a:lnTo>
                    <a:pt x="6401348" y="198989"/>
                  </a:lnTo>
                  <a:lnTo>
                    <a:pt x="6471693" y="200521"/>
                  </a:lnTo>
                  <a:lnTo>
                    <a:pt x="6542037" y="202041"/>
                  </a:lnTo>
                  <a:lnTo>
                    <a:pt x="6612382" y="203550"/>
                  </a:lnTo>
                  <a:lnTo>
                    <a:pt x="6682726" y="205049"/>
                  </a:lnTo>
                  <a:lnTo>
                    <a:pt x="6753071" y="206536"/>
                  </a:lnTo>
                  <a:lnTo>
                    <a:pt x="6823415" y="208012"/>
                  </a:lnTo>
                  <a:lnTo>
                    <a:pt x="6893760" y="209478"/>
                  </a:lnTo>
                  <a:lnTo>
                    <a:pt x="6964104" y="2109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5097171"/>
              <a:ext cx="6964104" cy="344358"/>
            </a:xfrm>
            <a:custGeom>
              <a:avLst/>
              <a:pathLst>
                <a:path w="6964104" h="344358">
                  <a:moveTo>
                    <a:pt x="0" y="0"/>
                  </a:moveTo>
                  <a:lnTo>
                    <a:pt x="70344" y="5896"/>
                  </a:lnTo>
                  <a:lnTo>
                    <a:pt x="140688" y="11722"/>
                  </a:lnTo>
                  <a:lnTo>
                    <a:pt x="211033" y="17479"/>
                  </a:lnTo>
                  <a:lnTo>
                    <a:pt x="281377" y="23168"/>
                  </a:lnTo>
                  <a:lnTo>
                    <a:pt x="351722" y="28789"/>
                  </a:lnTo>
                  <a:lnTo>
                    <a:pt x="422066" y="34344"/>
                  </a:lnTo>
                  <a:lnTo>
                    <a:pt x="492411" y="39832"/>
                  </a:lnTo>
                  <a:lnTo>
                    <a:pt x="562755" y="45255"/>
                  </a:lnTo>
                  <a:lnTo>
                    <a:pt x="633100" y="50614"/>
                  </a:lnTo>
                  <a:lnTo>
                    <a:pt x="703444" y="55910"/>
                  </a:lnTo>
                  <a:lnTo>
                    <a:pt x="773789" y="61142"/>
                  </a:lnTo>
                  <a:lnTo>
                    <a:pt x="844133" y="66312"/>
                  </a:lnTo>
                  <a:lnTo>
                    <a:pt x="914478" y="71421"/>
                  </a:lnTo>
                  <a:lnTo>
                    <a:pt x="984822" y="76469"/>
                  </a:lnTo>
                  <a:lnTo>
                    <a:pt x="1055167" y="81457"/>
                  </a:lnTo>
                  <a:lnTo>
                    <a:pt x="1125511" y="86386"/>
                  </a:lnTo>
                  <a:lnTo>
                    <a:pt x="1195856" y="91257"/>
                  </a:lnTo>
                  <a:lnTo>
                    <a:pt x="1266200" y="96070"/>
                  </a:lnTo>
                  <a:lnTo>
                    <a:pt x="1336545" y="100825"/>
                  </a:lnTo>
                  <a:lnTo>
                    <a:pt x="1406889" y="105524"/>
                  </a:lnTo>
                  <a:lnTo>
                    <a:pt x="1477234" y="110167"/>
                  </a:lnTo>
                  <a:lnTo>
                    <a:pt x="1547578" y="114755"/>
                  </a:lnTo>
                  <a:lnTo>
                    <a:pt x="1617923" y="119289"/>
                  </a:lnTo>
                  <a:lnTo>
                    <a:pt x="1688267" y="123769"/>
                  </a:lnTo>
                  <a:lnTo>
                    <a:pt x="1758612" y="128195"/>
                  </a:lnTo>
                  <a:lnTo>
                    <a:pt x="1828956" y="132569"/>
                  </a:lnTo>
                  <a:lnTo>
                    <a:pt x="1899301" y="136891"/>
                  </a:lnTo>
                  <a:lnTo>
                    <a:pt x="1969645" y="141162"/>
                  </a:lnTo>
                  <a:lnTo>
                    <a:pt x="2039990" y="145382"/>
                  </a:lnTo>
                  <a:lnTo>
                    <a:pt x="2110334" y="149552"/>
                  </a:lnTo>
                  <a:lnTo>
                    <a:pt x="2180679" y="153672"/>
                  </a:lnTo>
                  <a:lnTo>
                    <a:pt x="2251023" y="157743"/>
                  </a:lnTo>
                  <a:lnTo>
                    <a:pt x="2321368" y="161766"/>
                  </a:lnTo>
                  <a:lnTo>
                    <a:pt x="2391712" y="165742"/>
                  </a:lnTo>
                  <a:lnTo>
                    <a:pt x="2462057" y="169670"/>
                  </a:lnTo>
                  <a:lnTo>
                    <a:pt x="2532401" y="173551"/>
                  </a:lnTo>
                  <a:lnTo>
                    <a:pt x="2602746" y="177386"/>
                  </a:lnTo>
                  <a:lnTo>
                    <a:pt x="2673090" y="181176"/>
                  </a:lnTo>
                  <a:lnTo>
                    <a:pt x="2743435" y="184921"/>
                  </a:lnTo>
                  <a:lnTo>
                    <a:pt x="2813779" y="188621"/>
                  </a:lnTo>
                  <a:lnTo>
                    <a:pt x="2884124" y="192278"/>
                  </a:lnTo>
                  <a:lnTo>
                    <a:pt x="2954468" y="195891"/>
                  </a:lnTo>
                  <a:lnTo>
                    <a:pt x="3024813" y="197703"/>
                  </a:lnTo>
                  <a:lnTo>
                    <a:pt x="3095157" y="198518"/>
                  </a:lnTo>
                  <a:lnTo>
                    <a:pt x="3165502" y="199330"/>
                  </a:lnTo>
                  <a:lnTo>
                    <a:pt x="3235846" y="200141"/>
                  </a:lnTo>
                  <a:lnTo>
                    <a:pt x="3306191" y="200949"/>
                  </a:lnTo>
                  <a:lnTo>
                    <a:pt x="3376535" y="201755"/>
                  </a:lnTo>
                  <a:lnTo>
                    <a:pt x="3446880" y="202558"/>
                  </a:lnTo>
                  <a:lnTo>
                    <a:pt x="3517224" y="203360"/>
                  </a:lnTo>
                  <a:lnTo>
                    <a:pt x="3587569" y="204159"/>
                  </a:lnTo>
                  <a:lnTo>
                    <a:pt x="3657913" y="204956"/>
                  </a:lnTo>
                  <a:lnTo>
                    <a:pt x="3728257" y="205751"/>
                  </a:lnTo>
                  <a:lnTo>
                    <a:pt x="3798602" y="206544"/>
                  </a:lnTo>
                  <a:lnTo>
                    <a:pt x="3868946" y="207335"/>
                  </a:lnTo>
                  <a:lnTo>
                    <a:pt x="3939291" y="208123"/>
                  </a:lnTo>
                  <a:lnTo>
                    <a:pt x="4009635" y="208909"/>
                  </a:lnTo>
                  <a:lnTo>
                    <a:pt x="4079980" y="209693"/>
                  </a:lnTo>
                  <a:lnTo>
                    <a:pt x="4150324" y="210475"/>
                  </a:lnTo>
                  <a:lnTo>
                    <a:pt x="4220669" y="211255"/>
                  </a:lnTo>
                  <a:lnTo>
                    <a:pt x="4291013" y="212033"/>
                  </a:lnTo>
                  <a:lnTo>
                    <a:pt x="4361358" y="212809"/>
                  </a:lnTo>
                  <a:lnTo>
                    <a:pt x="4431702" y="213582"/>
                  </a:lnTo>
                  <a:lnTo>
                    <a:pt x="4502047" y="214354"/>
                  </a:lnTo>
                  <a:lnTo>
                    <a:pt x="4572391" y="215123"/>
                  </a:lnTo>
                  <a:lnTo>
                    <a:pt x="4642736" y="215890"/>
                  </a:lnTo>
                  <a:lnTo>
                    <a:pt x="4713080" y="216655"/>
                  </a:lnTo>
                  <a:lnTo>
                    <a:pt x="4783425" y="217418"/>
                  </a:lnTo>
                  <a:lnTo>
                    <a:pt x="4853769" y="218179"/>
                  </a:lnTo>
                  <a:lnTo>
                    <a:pt x="4924114" y="218938"/>
                  </a:lnTo>
                  <a:lnTo>
                    <a:pt x="4994458" y="219695"/>
                  </a:lnTo>
                  <a:lnTo>
                    <a:pt x="5064803" y="220450"/>
                  </a:lnTo>
                  <a:lnTo>
                    <a:pt x="5135147" y="221203"/>
                  </a:lnTo>
                  <a:lnTo>
                    <a:pt x="5205492" y="221953"/>
                  </a:lnTo>
                  <a:lnTo>
                    <a:pt x="5275836" y="222702"/>
                  </a:lnTo>
                  <a:lnTo>
                    <a:pt x="5346181" y="223448"/>
                  </a:lnTo>
                  <a:lnTo>
                    <a:pt x="5416525" y="224193"/>
                  </a:lnTo>
                  <a:lnTo>
                    <a:pt x="5486870" y="224935"/>
                  </a:lnTo>
                  <a:lnTo>
                    <a:pt x="5557214" y="225676"/>
                  </a:lnTo>
                  <a:lnTo>
                    <a:pt x="5627559" y="226414"/>
                  </a:lnTo>
                  <a:lnTo>
                    <a:pt x="5697903" y="227151"/>
                  </a:lnTo>
                  <a:lnTo>
                    <a:pt x="5768248" y="227885"/>
                  </a:lnTo>
                  <a:lnTo>
                    <a:pt x="5838592" y="228618"/>
                  </a:lnTo>
                  <a:lnTo>
                    <a:pt x="5908937" y="229348"/>
                  </a:lnTo>
                  <a:lnTo>
                    <a:pt x="5979281" y="230076"/>
                  </a:lnTo>
                  <a:lnTo>
                    <a:pt x="6049626" y="230803"/>
                  </a:lnTo>
                  <a:lnTo>
                    <a:pt x="6119970" y="231527"/>
                  </a:lnTo>
                  <a:lnTo>
                    <a:pt x="6190315" y="232250"/>
                  </a:lnTo>
                  <a:lnTo>
                    <a:pt x="6260659" y="232970"/>
                  </a:lnTo>
                  <a:lnTo>
                    <a:pt x="6331004" y="233689"/>
                  </a:lnTo>
                  <a:lnTo>
                    <a:pt x="6401348" y="234406"/>
                  </a:lnTo>
                  <a:lnTo>
                    <a:pt x="6471693" y="235120"/>
                  </a:lnTo>
                  <a:lnTo>
                    <a:pt x="6542037" y="235833"/>
                  </a:lnTo>
                  <a:lnTo>
                    <a:pt x="6612382" y="236544"/>
                  </a:lnTo>
                  <a:lnTo>
                    <a:pt x="6682726" y="237252"/>
                  </a:lnTo>
                  <a:lnTo>
                    <a:pt x="6753071" y="237959"/>
                  </a:lnTo>
                  <a:lnTo>
                    <a:pt x="6823415" y="238664"/>
                  </a:lnTo>
                  <a:lnTo>
                    <a:pt x="6893760" y="239367"/>
                  </a:lnTo>
                  <a:lnTo>
                    <a:pt x="6964104" y="240068"/>
                  </a:lnTo>
                  <a:lnTo>
                    <a:pt x="6964104" y="344358"/>
                  </a:lnTo>
                  <a:lnTo>
                    <a:pt x="6893760" y="342530"/>
                  </a:lnTo>
                  <a:lnTo>
                    <a:pt x="6823415" y="340679"/>
                  </a:lnTo>
                  <a:lnTo>
                    <a:pt x="6753071" y="338806"/>
                  </a:lnTo>
                  <a:lnTo>
                    <a:pt x="6682726" y="336911"/>
                  </a:lnTo>
                  <a:lnTo>
                    <a:pt x="6612382" y="334993"/>
                  </a:lnTo>
                  <a:lnTo>
                    <a:pt x="6542037" y="333051"/>
                  </a:lnTo>
                  <a:lnTo>
                    <a:pt x="6471693" y="331087"/>
                  </a:lnTo>
                  <a:lnTo>
                    <a:pt x="6401348" y="329099"/>
                  </a:lnTo>
                  <a:lnTo>
                    <a:pt x="6331004" y="327087"/>
                  </a:lnTo>
                  <a:lnTo>
                    <a:pt x="6260659" y="325050"/>
                  </a:lnTo>
                  <a:lnTo>
                    <a:pt x="6190315" y="322990"/>
                  </a:lnTo>
                  <a:lnTo>
                    <a:pt x="6119970" y="320904"/>
                  </a:lnTo>
                  <a:lnTo>
                    <a:pt x="6049626" y="318794"/>
                  </a:lnTo>
                  <a:lnTo>
                    <a:pt x="5979281" y="316658"/>
                  </a:lnTo>
                  <a:lnTo>
                    <a:pt x="5908937" y="314496"/>
                  </a:lnTo>
                  <a:lnTo>
                    <a:pt x="5838592" y="312309"/>
                  </a:lnTo>
                  <a:lnTo>
                    <a:pt x="5768248" y="310095"/>
                  </a:lnTo>
                  <a:lnTo>
                    <a:pt x="5697903" y="307855"/>
                  </a:lnTo>
                  <a:lnTo>
                    <a:pt x="5627559" y="305587"/>
                  </a:lnTo>
                  <a:lnTo>
                    <a:pt x="5557214" y="303293"/>
                  </a:lnTo>
                  <a:lnTo>
                    <a:pt x="5486870" y="300971"/>
                  </a:lnTo>
                  <a:lnTo>
                    <a:pt x="5416525" y="298620"/>
                  </a:lnTo>
                  <a:lnTo>
                    <a:pt x="5346181" y="296242"/>
                  </a:lnTo>
                  <a:lnTo>
                    <a:pt x="5275836" y="293835"/>
                  </a:lnTo>
                  <a:lnTo>
                    <a:pt x="5205492" y="291399"/>
                  </a:lnTo>
                  <a:lnTo>
                    <a:pt x="5135147" y="288934"/>
                  </a:lnTo>
                  <a:lnTo>
                    <a:pt x="5064803" y="286440"/>
                  </a:lnTo>
                  <a:lnTo>
                    <a:pt x="4994458" y="283915"/>
                  </a:lnTo>
                  <a:lnTo>
                    <a:pt x="4924114" y="281360"/>
                  </a:lnTo>
                  <a:lnTo>
                    <a:pt x="4853769" y="278774"/>
                  </a:lnTo>
                  <a:lnTo>
                    <a:pt x="4783425" y="276157"/>
                  </a:lnTo>
                  <a:lnTo>
                    <a:pt x="4713080" y="273509"/>
                  </a:lnTo>
                  <a:lnTo>
                    <a:pt x="4642736" y="270829"/>
                  </a:lnTo>
                  <a:lnTo>
                    <a:pt x="4572391" y="268116"/>
                  </a:lnTo>
                  <a:lnTo>
                    <a:pt x="4502047" y="265372"/>
                  </a:lnTo>
                  <a:lnTo>
                    <a:pt x="4431702" y="262594"/>
                  </a:lnTo>
                  <a:lnTo>
                    <a:pt x="4361358" y="259782"/>
                  </a:lnTo>
                  <a:lnTo>
                    <a:pt x="4291013" y="256937"/>
                  </a:lnTo>
                  <a:lnTo>
                    <a:pt x="4220669" y="254058"/>
                  </a:lnTo>
                  <a:lnTo>
                    <a:pt x="4150324" y="251144"/>
                  </a:lnTo>
                  <a:lnTo>
                    <a:pt x="4079980" y="248195"/>
                  </a:lnTo>
                  <a:lnTo>
                    <a:pt x="4009635" y="245211"/>
                  </a:lnTo>
                  <a:lnTo>
                    <a:pt x="3939291" y="242191"/>
                  </a:lnTo>
                  <a:lnTo>
                    <a:pt x="3868946" y="239134"/>
                  </a:lnTo>
                  <a:lnTo>
                    <a:pt x="3798602" y="236041"/>
                  </a:lnTo>
                  <a:lnTo>
                    <a:pt x="3728257" y="232910"/>
                  </a:lnTo>
                  <a:lnTo>
                    <a:pt x="3657913" y="229742"/>
                  </a:lnTo>
                  <a:lnTo>
                    <a:pt x="3587569" y="226536"/>
                  </a:lnTo>
                  <a:lnTo>
                    <a:pt x="3517224" y="223292"/>
                  </a:lnTo>
                  <a:lnTo>
                    <a:pt x="3446880" y="220008"/>
                  </a:lnTo>
                  <a:lnTo>
                    <a:pt x="3376535" y="216685"/>
                  </a:lnTo>
                  <a:lnTo>
                    <a:pt x="3306191" y="213322"/>
                  </a:lnTo>
                  <a:lnTo>
                    <a:pt x="3235846" y="209918"/>
                  </a:lnTo>
                  <a:lnTo>
                    <a:pt x="3165502" y="206474"/>
                  </a:lnTo>
                  <a:lnTo>
                    <a:pt x="3095157" y="202988"/>
                  </a:lnTo>
                  <a:lnTo>
                    <a:pt x="3024813" y="199461"/>
                  </a:lnTo>
                  <a:lnTo>
                    <a:pt x="2954468" y="196886"/>
                  </a:lnTo>
                  <a:lnTo>
                    <a:pt x="2884124" y="196067"/>
                  </a:lnTo>
                  <a:lnTo>
                    <a:pt x="2813779" y="195246"/>
                  </a:lnTo>
                  <a:lnTo>
                    <a:pt x="2743435" y="194422"/>
                  </a:lnTo>
                  <a:lnTo>
                    <a:pt x="2673090" y="193596"/>
                  </a:lnTo>
                  <a:lnTo>
                    <a:pt x="2602746" y="192768"/>
                  </a:lnTo>
                  <a:lnTo>
                    <a:pt x="2532401" y="191937"/>
                  </a:lnTo>
                  <a:lnTo>
                    <a:pt x="2462057" y="191105"/>
                  </a:lnTo>
                  <a:lnTo>
                    <a:pt x="2391712" y="190270"/>
                  </a:lnTo>
                  <a:lnTo>
                    <a:pt x="2321368" y="189433"/>
                  </a:lnTo>
                  <a:lnTo>
                    <a:pt x="2251023" y="188593"/>
                  </a:lnTo>
                  <a:lnTo>
                    <a:pt x="2180679" y="187751"/>
                  </a:lnTo>
                  <a:lnTo>
                    <a:pt x="2110334" y="186907"/>
                  </a:lnTo>
                  <a:lnTo>
                    <a:pt x="2039990" y="186060"/>
                  </a:lnTo>
                  <a:lnTo>
                    <a:pt x="1969645" y="185212"/>
                  </a:lnTo>
                  <a:lnTo>
                    <a:pt x="1899301" y="184361"/>
                  </a:lnTo>
                  <a:lnTo>
                    <a:pt x="1828956" y="183507"/>
                  </a:lnTo>
                  <a:lnTo>
                    <a:pt x="1758612" y="182651"/>
                  </a:lnTo>
                  <a:lnTo>
                    <a:pt x="1688267" y="181793"/>
                  </a:lnTo>
                  <a:lnTo>
                    <a:pt x="1617923" y="180933"/>
                  </a:lnTo>
                  <a:lnTo>
                    <a:pt x="1547578" y="180070"/>
                  </a:lnTo>
                  <a:lnTo>
                    <a:pt x="1477234" y="179205"/>
                  </a:lnTo>
                  <a:lnTo>
                    <a:pt x="1406889" y="178337"/>
                  </a:lnTo>
                  <a:lnTo>
                    <a:pt x="1336545" y="177468"/>
                  </a:lnTo>
                  <a:lnTo>
                    <a:pt x="1266200" y="176595"/>
                  </a:lnTo>
                  <a:lnTo>
                    <a:pt x="1195856" y="175721"/>
                  </a:lnTo>
                  <a:lnTo>
                    <a:pt x="1125511" y="174844"/>
                  </a:lnTo>
                  <a:lnTo>
                    <a:pt x="1055167" y="173964"/>
                  </a:lnTo>
                  <a:lnTo>
                    <a:pt x="984822" y="173082"/>
                  </a:lnTo>
                  <a:lnTo>
                    <a:pt x="914478" y="172198"/>
                  </a:lnTo>
                  <a:lnTo>
                    <a:pt x="844133" y="171311"/>
                  </a:lnTo>
                  <a:lnTo>
                    <a:pt x="773789" y="170422"/>
                  </a:lnTo>
                  <a:lnTo>
                    <a:pt x="703444" y="169531"/>
                  </a:lnTo>
                  <a:lnTo>
                    <a:pt x="633100" y="168637"/>
                  </a:lnTo>
                  <a:lnTo>
                    <a:pt x="562755" y="167740"/>
                  </a:lnTo>
                  <a:lnTo>
                    <a:pt x="492411" y="166842"/>
                  </a:lnTo>
                  <a:lnTo>
                    <a:pt x="422066" y="165940"/>
                  </a:lnTo>
                  <a:lnTo>
                    <a:pt x="351722" y="165036"/>
                  </a:lnTo>
                  <a:lnTo>
                    <a:pt x="281377" y="164130"/>
                  </a:lnTo>
                  <a:lnTo>
                    <a:pt x="211033" y="163221"/>
                  </a:lnTo>
                  <a:lnTo>
                    <a:pt x="140688" y="162310"/>
                  </a:lnTo>
                  <a:lnTo>
                    <a:pt x="70344" y="161397"/>
                  </a:lnTo>
                  <a:lnTo>
                    <a:pt x="0" y="160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5097171"/>
              <a:ext cx="6964104" cy="240068"/>
            </a:xfrm>
            <a:custGeom>
              <a:avLst/>
              <a:pathLst>
                <a:path w="6964104" h="240068">
                  <a:moveTo>
                    <a:pt x="0" y="0"/>
                  </a:moveTo>
                  <a:lnTo>
                    <a:pt x="70344" y="5896"/>
                  </a:lnTo>
                  <a:lnTo>
                    <a:pt x="140688" y="11722"/>
                  </a:lnTo>
                  <a:lnTo>
                    <a:pt x="211033" y="17479"/>
                  </a:lnTo>
                  <a:lnTo>
                    <a:pt x="281377" y="23168"/>
                  </a:lnTo>
                  <a:lnTo>
                    <a:pt x="351722" y="28789"/>
                  </a:lnTo>
                  <a:lnTo>
                    <a:pt x="422066" y="34344"/>
                  </a:lnTo>
                  <a:lnTo>
                    <a:pt x="492411" y="39832"/>
                  </a:lnTo>
                  <a:lnTo>
                    <a:pt x="562755" y="45255"/>
                  </a:lnTo>
                  <a:lnTo>
                    <a:pt x="633100" y="50614"/>
                  </a:lnTo>
                  <a:lnTo>
                    <a:pt x="703444" y="55910"/>
                  </a:lnTo>
                  <a:lnTo>
                    <a:pt x="773789" y="61142"/>
                  </a:lnTo>
                  <a:lnTo>
                    <a:pt x="844133" y="66312"/>
                  </a:lnTo>
                  <a:lnTo>
                    <a:pt x="914478" y="71421"/>
                  </a:lnTo>
                  <a:lnTo>
                    <a:pt x="984822" y="76469"/>
                  </a:lnTo>
                  <a:lnTo>
                    <a:pt x="1055167" y="81457"/>
                  </a:lnTo>
                  <a:lnTo>
                    <a:pt x="1125511" y="86386"/>
                  </a:lnTo>
                  <a:lnTo>
                    <a:pt x="1195856" y="91257"/>
                  </a:lnTo>
                  <a:lnTo>
                    <a:pt x="1266200" y="96070"/>
                  </a:lnTo>
                  <a:lnTo>
                    <a:pt x="1336545" y="100825"/>
                  </a:lnTo>
                  <a:lnTo>
                    <a:pt x="1406889" y="105524"/>
                  </a:lnTo>
                  <a:lnTo>
                    <a:pt x="1477234" y="110167"/>
                  </a:lnTo>
                  <a:lnTo>
                    <a:pt x="1547578" y="114755"/>
                  </a:lnTo>
                  <a:lnTo>
                    <a:pt x="1617923" y="119289"/>
                  </a:lnTo>
                  <a:lnTo>
                    <a:pt x="1688267" y="123769"/>
                  </a:lnTo>
                  <a:lnTo>
                    <a:pt x="1758612" y="128195"/>
                  </a:lnTo>
                  <a:lnTo>
                    <a:pt x="1828956" y="132569"/>
                  </a:lnTo>
                  <a:lnTo>
                    <a:pt x="1899301" y="136891"/>
                  </a:lnTo>
                  <a:lnTo>
                    <a:pt x="1969645" y="141162"/>
                  </a:lnTo>
                  <a:lnTo>
                    <a:pt x="2039990" y="145382"/>
                  </a:lnTo>
                  <a:lnTo>
                    <a:pt x="2110334" y="149552"/>
                  </a:lnTo>
                  <a:lnTo>
                    <a:pt x="2180679" y="153672"/>
                  </a:lnTo>
                  <a:lnTo>
                    <a:pt x="2251023" y="157743"/>
                  </a:lnTo>
                  <a:lnTo>
                    <a:pt x="2321368" y="161766"/>
                  </a:lnTo>
                  <a:lnTo>
                    <a:pt x="2391712" y="165742"/>
                  </a:lnTo>
                  <a:lnTo>
                    <a:pt x="2462057" y="169670"/>
                  </a:lnTo>
                  <a:lnTo>
                    <a:pt x="2532401" y="173551"/>
                  </a:lnTo>
                  <a:lnTo>
                    <a:pt x="2602746" y="177386"/>
                  </a:lnTo>
                  <a:lnTo>
                    <a:pt x="2673090" y="181176"/>
                  </a:lnTo>
                  <a:lnTo>
                    <a:pt x="2743435" y="184921"/>
                  </a:lnTo>
                  <a:lnTo>
                    <a:pt x="2813779" y="188621"/>
                  </a:lnTo>
                  <a:lnTo>
                    <a:pt x="2884124" y="192278"/>
                  </a:lnTo>
                  <a:lnTo>
                    <a:pt x="2954468" y="195891"/>
                  </a:lnTo>
                  <a:lnTo>
                    <a:pt x="3024813" y="197703"/>
                  </a:lnTo>
                  <a:lnTo>
                    <a:pt x="3095157" y="198518"/>
                  </a:lnTo>
                  <a:lnTo>
                    <a:pt x="3165502" y="199330"/>
                  </a:lnTo>
                  <a:lnTo>
                    <a:pt x="3235846" y="200141"/>
                  </a:lnTo>
                  <a:lnTo>
                    <a:pt x="3306191" y="200949"/>
                  </a:lnTo>
                  <a:lnTo>
                    <a:pt x="3376535" y="201755"/>
                  </a:lnTo>
                  <a:lnTo>
                    <a:pt x="3446880" y="202558"/>
                  </a:lnTo>
                  <a:lnTo>
                    <a:pt x="3517224" y="203360"/>
                  </a:lnTo>
                  <a:lnTo>
                    <a:pt x="3587569" y="204159"/>
                  </a:lnTo>
                  <a:lnTo>
                    <a:pt x="3657913" y="204956"/>
                  </a:lnTo>
                  <a:lnTo>
                    <a:pt x="3728257" y="205751"/>
                  </a:lnTo>
                  <a:lnTo>
                    <a:pt x="3798602" y="206544"/>
                  </a:lnTo>
                  <a:lnTo>
                    <a:pt x="3868946" y="207335"/>
                  </a:lnTo>
                  <a:lnTo>
                    <a:pt x="3939291" y="208123"/>
                  </a:lnTo>
                  <a:lnTo>
                    <a:pt x="4009635" y="208909"/>
                  </a:lnTo>
                  <a:lnTo>
                    <a:pt x="4079980" y="209693"/>
                  </a:lnTo>
                  <a:lnTo>
                    <a:pt x="4150324" y="210475"/>
                  </a:lnTo>
                  <a:lnTo>
                    <a:pt x="4220669" y="211255"/>
                  </a:lnTo>
                  <a:lnTo>
                    <a:pt x="4291013" y="212033"/>
                  </a:lnTo>
                  <a:lnTo>
                    <a:pt x="4361358" y="212809"/>
                  </a:lnTo>
                  <a:lnTo>
                    <a:pt x="4431702" y="213582"/>
                  </a:lnTo>
                  <a:lnTo>
                    <a:pt x="4502047" y="214354"/>
                  </a:lnTo>
                  <a:lnTo>
                    <a:pt x="4572391" y="215123"/>
                  </a:lnTo>
                  <a:lnTo>
                    <a:pt x="4642736" y="215890"/>
                  </a:lnTo>
                  <a:lnTo>
                    <a:pt x="4713080" y="216655"/>
                  </a:lnTo>
                  <a:lnTo>
                    <a:pt x="4783425" y="217418"/>
                  </a:lnTo>
                  <a:lnTo>
                    <a:pt x="4853769" y="218179"/>
                  </a:lnTo>
                  <a:lnTo>
                    <a:pt x="4924114" y="218938"/>
                  </a:lnTo>
                  <a:lnTo>
                    <a:pt x="4994458" y="219695"/>
                  </a:lnTo>
                  <a:lnTo>
                    <a:pt x="5064803" y="220450"/>
                  </a:lnTo>
                  <a:lnTo>
                    <a:pt x="5135147" y="221203"/>
                  </a:lnTo>
                  <a:lnTo>
                    <a:pt x="5205492" y="221953"/>
                  </a:lnTo>
                  <a:lnTo>
                    <a:pt x="5275836" y="222702"/>
                  </a:lnTo>
                  <a:lnTo>
                    <a:pt x="5346181" y="223448"/>
                  </a:lnTo>
                  <a:lnTo>
                    <a:pt x="5416525" y="224193"/>
                  </a:lnTo>
                  <a:lnTo>
                    <a:pt x="5486870" y="224935"/>
                  </a:lnTo>
                  <a:lnTo>
                    <a:pt x="5557214" y="225676"/>
                  </a:lnTo>
                  <a:lnTo>
                    <a:pt x="5627559" y="226414"/>
                  </a:lnTo>
                  <a:lnTo>
                    <a:pt x="5697903" y="227151"/>
                  </a:lnTo>
                  <a:lnTo>
                    <a:pt x="5768248" y="227885"/>
                  </a:lnTo>
                  <a:lnTo>
                    <a:pt x="5838592" y="228618"/>
                  </a:lnTo>
                  <a:lnTo>
                    <a:pt x="5908937" y="229348"/>
                  </a:lnTo>
                  <a:lnTo>
                    <a:pt x="5979281" y="230076"/>
                  </a:lnTo>
                  <a:lnTo>
                    <a:pt x="6049626" y="230803"/>
                  </a:lnTo>
                  <a:lnTo>
                    <a:pt x="6119970" y="231527"/>
                  </a:lnTo>
                  <a:lnTo>
                    <a:pt x="6190315" y="232250"/>
                  </a:lnTo>
                  <a:lnTo>
                    <a:pt x="6260659" y="232970"/>
                  </a:lnTo>
                  <a:lnTo>
                    <a:pt x="6331004" y="233689"/>
                  </a:lnTo>
                  <a:lnTo>
                    <a:pt x="6401348" y="234406"/>
                  </a:lnTo>
                  <a:lnTo>
                    <a:pt x="6471693" y="235120"/>
                  </a:lnTo>
                  <a:lnTo>
                    <a:pt x="6542037" y="235833"/>
                  </a:lnTo>
                  <a:lnTo>
                    <a:pt x="6612382" y="236544"/>
                  </a:lnTo>
                  <a:lnTo>
                    <a:pt x="6682726" y="237252"/>
                  </a:lnTo>
                  <a:lnTo>
                    <a:pt x="6753071" y="237959"/>
                  </a:lnTo>
                  <a:lnTo>
                    <a:pt x="6823415" y="238664"/>
                  </a:lnTo>
                  <a:lnTo>
                    <a:pt x="6893760" y="239367"/>
                  </a:lnTo>
                  <a:lnTo>
                    <a:pt x="6964104" y="240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257652"/>
              <a:ext cx="6964104" cy="183877"/>
            </a:xfrm>
            <a:custGeom>
              <a:avLst/>
              <a:pathLst>
                <a:path w="6964104" h="183877">
                  <a:moveTo>
                    <a:pt x="6964104" y="183877"/>
                  </a:moveTo>
                  <a:lnTo>
                    <a:pt x="6893760" y="182049"/>
                  </a:lnTo>
                  <a:lnTo>
                    <a:pt x="6823415" y="180198"/>
                  </a:lnTo>
                  <a:lnTo>
                    <a:pt x="6753071" y="178325"/>
                  </a:lnTo>
                  <a:lnTo>
                    <a:pt x="6682726" y="176430"/>
                  </a:lnTo>
                  <a:lnTo>
                    <a:pt x="6612382" y="174512"/>
                  </a:lnTo>
                  <a:lnTo>
                    <a:pt x="6542037" y="172571"/>
                  </a:lnTo>
                  <a:lnTo>
                    <a:pt x="6471693" y="170606"/>
                  </a:lnTo>
                  <a:lnTo>
                    <a:pt x="6401348" y="168618"/>
                  </a:lnTo>
                  <a:lnTo>
                    <a:pt x="6331004" y="166606"/>
                  </a:lnTo>
                  <a:lnTo>
                    <a:pt x="6260659" y="164570"/>
                  </a:lnTo>
                  <a:lnTo>
                    <a:pt x="6190315" y="162509"/>
                  </a:lnTo>
                  <a:lnTo>
                    <a:pt x="6119970" y="160424"/>
                  </a:lnTo>
                  <a:lnTo>
                    <a:pt x="6049626" y="158313"/>
                  </a:lnTo>
                  <a:lnTo>
                    <a:pt x="5979281" y="156177"/>
                  </a:lnTo>
                  <a:lnTo>
                    <a:pt x="5908937" y="154016"/>
                  </a:lnTo>
                  <a:lnTo>
                    <a:pt x="5838592" y="151828"/>
                  </a:lnTo>
                  <a:lnTo>
                    <a:pt x="5768248" y="149614"/>
                  </a:lnTo>
                  <a:lnTo>
                    <a:pt x="5697903" y="147374"/>
                  </a:lnTo>
                  <a:lnTo>
                    <a:pt x="5627559" y="145107"/>
                  </a:lnTo>
                  <a:lnTo>
                    <a:pt x="5557214" y="142812"/>
                  </a:lnTo>
                  <a:lnTo>
                    <a:pt x="5486870" y="140490"/>
                  </a:lnTo>
                  <a:lnTo>
                    <a:pt x="5416525" y="138140"/>
                  </a:lnTo>
                  <a:lnTo>
                    <a:pt x="5346181" y="135761"/>
                  </a:lnTo>
                  <a:lnTo>
                    <a:pt x="5275836" y="133354"/>
                  </a:lnTo>
                  <a:lnTo>
                    <a:pt x="5205492" y="130919"/>
                  </a:lnTo>
                  <a:lnTo>
                    <a:pt x="5135147" y="128454"/>
                  </a:lnTo>
                  <a:lnTo>
                    <a:pt x="5064803" y="125959"/>
                  </a:lnTo>
                  <a:lnTo>
                    <a:pt x="4994458" y="123434"/>
                  </a:lnTo>
                  <a:lnTo>
                    <a:pt x="4924114" y="120879"/>
                  </a:lnTo>
                  <a:lnTo>
                    <a:pt x="4853769" y="118293"/>
                  </a:lnTo>
                  <a:lnTo>
                    <a:pt x="4783425" y="115676"/>
                  </a:lnTo>
                  <a:lnTo>
                    <a:pt x="4713080" y="113028"/>
                  </a:lnTo>
                  <a:lnTo>
                    <a:pt x="4642736" y="110348"/>
                  </a:lnTo>
                  <a:lnTo>
                    <a:pt x="4572391" y="107636"/>
                  </a:lnTo>
                  <a:lnTo>
                    <a:pt x="4502047" y="104891"/>
                  </a:lnTo>
                  <a:lnTo>
                    <a:pt x="4431702" y="102113"/>
                  </a:lnTo>
                  <a:lnTo>
                    <a:pt x="4361358" y="99302"/>
                  </a:lnTo>
                  <a:lnTo>
                    <a:pt x="4291013" y="96456"/>
                  </a:lnTo>
                  <a:lnTo>
                    <a:pt x="4220669" y="93577"/>
                  </a:lnTo>
                  <a:lnTo>
                    <a:pt x="4150324" y="90663"/>
                  </a:lnTo>
                  <a:lnTo>
                    <a:pt x="4079980" y="87714"/>
                  </a:lnTo>
                  <a:lnTo>
                    <a:pt x="4009635" y="84730"/>
                  </a:lnTo>
                  <a:lnTo>
                    <a:pt x="3939291" y="81710"/>
                  </a:lnTo>
                  <a:lnTo>
                    <a:pt x="3868946" y="78653"/>
                  </a:lnTo>
                  <a:lnTo>
                    <a:pt x="3798602" y="75560"/>
                  </a:lnTo>
                  <a:lnTo>
                    <a:pt x="3728257" y="72430"/>
                  </a:lnTo>
                  <a:lnTo>
                    <a:pt x="3657913" y="69262"/>
                  </a:lnTo>
                  <a:lnTo>
                    <a:pt x="3587569" y="66056"/>
                  </a:lnTo>
                  <a:lnTo>
                    <a:pt x="3517224" y="62811"/>
                  </a:lnTo>
                  <a:lnTo>
                    <a:pt x="3446880" y="59527"/>
                  </a:lnTo>
                  <a:lnTo>
                    <a:pt x="3376535" y="56204"/>
                  </a:lnTo>
                  <a:lnTo>
                    <a:pt x="3306191" y="52841"/>
                  </a:lnTo>
                  <a:lnTo>
                    <a:pt x="3235846" y="49438"/>
                  </a:lnTo>
                  <a:lnTo>
                    <a:pt x="3165502" y="45993"/>
                  </a:lnTo>
                  <a:lnTo>
                    <a:pt x="3095157" y="42508"/>
                  </a:lnTo>
                  <a:lnTo>
                    <a:pt x="3024813" y="38980"/>
                  </a:lnTo>
                  <a:lnTo>
                    <a:pt x="2954468" y="36405"/>
                  </a:lnTo>
                  <a:lnTo>
                    <a:pt x="2884124" y="35586"/>
                  </a:lnTo>
                  <a:lnTo>
                    <a:pt x="2813779" y="34765"/>
                  </a:lnTo>
                  <a:lnTo>
                    <a:pt x="2743435" y="33941"/>
                  </a:lnTo>
                  <a:lnTo>
                    <a:pt x="2673090" y="33115"/>
                  </a:lnTo>
                  <a:lnTo>
                    <a:pt x="2602746" y="32287"/>
                  </a:lnTo>
                  <a:lnTo>
                    <a:pt x="2532401" y="31457"/>
                  </a:lnTo>
                  <a:lnTo>
                    <a:pt x="2462057" y="30624"/>
                  </a:lnTo>
                  <a:lnTo>
                    <a:pt x="2391712" y="29789"/>
                  </a:lnTo>
                  <a:lnTo>
                    <a:pt x="2321368" y="28952"/>
                  </a:lnTo>
                  <a:lnTo>
                    <a:pt x="2251023" y="28112"/>
                  </a:lnTo>
                  <a:lnTo>
                    <a:pt x="2180679" y="27270"/>
                  </a:lnTo>
                  <a:lnTo>
                    <a:pt x="2110334" y="26426"/>
                  </a:lnTo>
                  <a:lnTo>
                    <a:pt x="2039990" y="25580"/>
                  </a:lnTo>
                  <a:lnTo>
                    <a:pt x="1969645" y="24731"/>
                  </a:lnTo>
                  <a:lnTo>
                    <a:pt x="1899301" y="23880"/>
                  </a:lnTo>
                  <a:lnTo>
                    <a:pt x="1828956" y="23026"/>
                  </a:lnTo>
                  <a:lnTo>
                    <a:pt x="1758612" y="22171"/>
                  </a:lnTo>
                  <a:lnTo>
                    <a:pt x="1688267" y="21313"/>
                  </a:lnTo>
                  <a:lnTo>
                    <a:pt x="1617923" y="20452"/>
                  </a:lnTo>
                  <a:lnTo>
                    <a:pt x="1547578" y="19589"/>
                  </a:lnTo>
                  <a:lnTo>
                    <a:pt x="1477234" y="18724"/>
                  </a:lnTo>
                  <a:lnTo>
                    <a:pt x="1406889" y="17857"/>
                  </a:lnTo>
                  <a:lnTo>
                    <a:pt x="1336545" y="16987"/>
                  </a:lnTo>
                  <a:lnTo>
                    <a:pt x="1266200" y="16114"/>
                  </a:lnTo>
                  <a:lnTo>
                    <a:pt x="1195856" y="15240"/>
                  </a:lnTo>
                  <a:lnTo>
                    <a:pt x="1125511" y="14363"/>
                  </a:lnTo>
                  <a:lnTo>
                    <a:pt x="1055167" y="13483"/>
                  </a:lnTo>
                  <a:lnTo>
                    <a:pt x="984822" y="12602"/>
                  </a:lnTo>
                  <a:lnTo>
                    <a:pt x="914478" y="11717"/>
                  </a:lnTo>
                  <a:lnTo>
                    <a:pt x="844133" y="10831"/>
                  </a:lnTo>
                  <a:lnTo>
                    <a:pt x="773789" y="9941"/>
                  </a:lnTo>
                  <a:lnTo>
                    <a:pt x="703444" y="9050"/>
                  </a:lnTo>
                  <a:lnTo>
                    <a:pt x="633100" y="8156"/>
                  </a:lnTo>
                  <a:lnTo>
                    <a:pt x="562755" y="7260"/>
                  </a:lnTo>
                  <a:lnTo>
                    <a:pt x="492411" y="6361"/>
                  </a:lnTo>
                  <a:lnTo>
                    <a:pt x="422066" y="5459"/>
                  </a:lnTo>
                  <a:lnTo>
                    <a:pt x="351722" y="4556"/>
                  </a:lnTo>
                  <a:lnTo>
                    <a:pt x="281377" y="3649"/>
                  </a:lnTo>
                  <a:lnTo>
                    <a:pt x="211033" y="2741"/>
                  </a:lnTo>
                  <a:lnTo>
                    <a:pt x="140688" y="1829"/>
                  </a:lnTo>
                  <a:lnTo>
                    <a:pt x="70344" y="9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85219"/>
              <a:ext cx="6964104" cy="210933"/>
            </a:xfrm>
            <a:custGeom>
              <a:avLst/>
              <a:pathLst>
                <a:path w="6964104" h="210933">
                  <a:moveTo>
                    <a:pt x="0" y="0"/>
                  </a:moveTo>
                  <a:lnTo>
                    <a:pt x="70344" y="2986"/>
                  </a:lnTo>
                  <a:lnTo>
                    <a:pt x="140688" y="5951"/>
                  </a:lnTo>
                  <a:lnTo>
                    <a:pt x="211033" y="8894"/>
                  </a:lnTo>
                  <a:lnTo>
                    <a:pt x="281377" y="11815"/>
                  </a:lnTo>
                  <a:lnTo>
                    <a:pt x="351722" y="14715"/>
                  </a:lnTo>
                  <a:lnTo>
                    <a:pt x="422066" y="17594"/>
                  </a:lnTo>
                  <a:lnTo>
                    <a:pt x="492411" y="20452"/>
                  </a:lnTo>
                  <a:lnTo>
                    <a:pt x="562755" y="23289"/>
                  </a:lnTo>
                  <a:lnTo>
                    <a:pt x="633100" y="26105"/>
                  </a:lnTo>
                  <a:lnTo>
                    <a:pt x="703444" y="28901"/>
                  </a:lnTo>
                  <a:lnTo>
                    <a:pt x="773789" y="31676"/>
                  </a:lnTo>
                  <a:lnTo>
                    <a:pt x="844133" y="34431"/>
                  </a:lnTo>
                  <a:lnTo>
                    <a:pt x="914478" y="37166"/>
                  </a:lnTo>
                  <a:lnTo>
                    <a:pt x="984822" y="39881"/>
                  </a:lnTo>
                  <a:lnTo>
                    <a:pt x="1055167" y="42576"/>
                  </a:lnTo>
                  <a:lnTo>
                    <a:pt x="1125511" y="45251"/>
                  </a:lnTo>
                  <a:lnTo>
                    <a:pt x="1195856" y="47907"/>
                  </a:lnTo>
                  <a:lnTo>
                    <a:pt x="1266200" y="50543"/>
                  </a:lnTo>
                  <a:lnTo>
                    <a:pt x="1336545" y="53160"/>
                  </a:lnTo>
                  <a:lnTo>
                    <a:pt x="1406889" y="55758"/>
                  </a:lnTo>
                  <a:lnTo>
                    <a:pt x="1477234" y="58336"/>
                  </a:lnTo>
                  <a:lnTo>
                    <a:pt x="1547578" y="60896"/>
                  </a:lnTo>
                  <a:lnTo>
                    <a:pt x="1617923" y="63438"/>
                  </a:lnTo>
                  <a:lnTo>
                    <a:pt x="1688267" y="65960"/>
                  </a:lnTo>
                  <a:lnTo>
                    <a:pt x="1758612" y="68465"/>
                  </a:lnTo>
                  <a:lnTo>
                    <a:pt x="1828956" y="70951"/>
                  </a:lnTo>
                  <a:lnTo>
                    <a:pt x="1899301" y="73418"/>
                  </a:lnTo>
                  <a:lnTo>
                    <a:pt x="1969645" y="75868"/>
                  </a:lnTo>
                  <a:lnTo>
                    <a:pt x="2039990" y="78300"/>
                  </a:lnTo>
                  <a:lnTo>
                    <a:pt x="2110334" y="80714"/>
                  </a:lnTo>
                  <a:lnTo>
                    <a:pt x="2180679" y="83110"/>
                  </a:lnTo>
                  <a:lnTo>
                    <a:pt x="2251023" y="85489"/>
                  </a:lnTo>
                  <a:lnTo>
                    <a:pt x="2321368" y="87851"/>
                  </a:lnTo>
                  <a:lnTo>
                    <a:pt x="2391712" y="90195"/>
                  </a:lnTo>
                  <a:lnTo>
                    <a:pt x="2462057" y="92522"/>
                  </a:lnTo>
                  <a:lnTo>
                    <a:pt x="2532401" y="94832"/>
                  </a:lnTo>
                  <a:lnTo>
                    <a:pt x="2602746" y="97125"/>
                  </a:lnTo>
                  <a:lnTo>
                    <a:pt x="2673090" y="99401"/>
                  </a:lnTo>
                  <a:lnTo>
                    <a:pt x="2743435" y="101661"/>
                  </a:lnTo>
                  <a:lnTo>
                    <a:pt x="2813779" y="103904"/>
                  </a:lnTo>
                  <a:lnTo>
                    <a:pt x="2884124" y="106131"/>
                  </a:lnTo>
                  <a:lnTo>
                    <a:pt x="2954468" y="108342"/>
                  </a:lnTo>
                  <a:lnTo>
                    <a:pt x="3024813" y="110536"/>
                  </a:lnTo>
                  <a:lnTo>
                    <a:pt x="3095157" y="112714"/>
                  </a:lnTo>
                  <a:lnTo>
                    <a:pt x="3165502" y="114877"/>
                  </a:lnTo>
                  <a:lnTo>
                    <a:pt x="3235846" y="117023"/>
                  </a:lnTo>
                  <a:lnTo>
                    <a:pt x="3306191" y="119154"/>
                  </a:lnTo>
                  <a:lnTo>
                    <a:pt x="3376535" y="121270"/>
                  </a:lnTo>
                  <a:lnTo>
                    <a:pt x="3446880" y="123370"/>
                  </a:lnTo>
                  <a:lnTo>
                    <a:pt x="3517224" y="125454"/>
                  </a:lnTo>
                  <a:lnTo>
                    <a:pt x="3587569" y="127523"/>
                  </a:lnTo>
                  <a:lnTo>
                    <a:pt x="3657913" y="129577"/>
                  </a:lnTo>
                  <a:lnTo>
                    <a:pt x="3728257" y="131617"/>
                  </a:lnTo>
                  <a:lnTo>
                    <a:pt x="3798602" y="133641"/>
                  </a:lnTo>
                  <a:lnTo>
                    <a:pt x="3868946" y="135650"/>
                  </a:lnTo>
                  <a:lnTo>
                    <a:pt x="3939291" y="137645"/>
                  </a:lnTo>
                  <a:lnTo>
                    <a:pt x="4009635" y="139625"/>
                  </a:lnTo>
                  <a:lnTo>
                    <a:pt x="4079980" y="141591"/>
                  </a:lnTo>
                  <a:lnTo>
                    <a:pt x="4150324" y="143542"/>
                  </a:lnTo>
                  <a:lnTo>
                    <a:pt x="4220669" y="145479"/>
                  </a:lnTo>
                  <a:lnTo>
                    <a:pt x="4291013" y="147402"/>
                  </a:lnTo>
                  <a:lnTo>
                    <a:pt x="4361358" y="149311"/>
                  </a:lnTo>
                  <a:lnTo>
                    <a:pt x="4431702" y="151205"/>
                  </a:lnTo>
                  <a:lnTo>
                    <a:pt x="4502047" y="153086"/>
                  </a:lnTo>
                  <a:lnTo>
                    <a:pt x="4572391" y="154954"/>
                  </a:lnTo>
                  <a:lnTo>
                    <a:pt x="4642736" y="156807"/>
                  </a:lnTo>
                  <a:lnTo>
                    <a:pt x="4713080" y="158647"/>
                  </a:lnTo>
                  <a:lnTo>
                    <a:pt x="4783425" y="160474"/>
                  </a:lnTo>
                  <a:lnTo>
                    <a:pt x="4853769" y="162287"/>
                  </a:lnTo>
                  <a:lnTo>
                    <a:pt x="4924114" y="164087"/>
                  </a:lnTo>
                  <a:lnTo>
                    <a:pt x="4994458" y="165874"/>
                  </a:lnTo>
                  <a:lnTo>
                    <a:pt x="5064803" y="167647"/>
                  </a:lnTo>
                  <a:lnTo>
                    <a:pt x="5135147" y="169408"/>
                  </a:lnTo>
                  <a:lnTo>
                    <a:pt x="5205492" y="171156"/>
                  </a:lnTo>
                  <a:lnTo>
                    <a:pt x="5275836" y="172891"/>
                  </a:lnTo>
                  <a:lnTo>
                    <a:pt x="5346181" y="174614"/>
                  </a:lnTo>
                  <a:lnTo>
                    <a:pt x="5416525" y="176323"/>
                  </a:lnTo>
                  <a:lnTo>
                    <a:pt x="5486870" y="178021"/>
                  </a:lnTo>
                  <a:lnTo>
                    <a:pt x="5557214" y="179706"/>
                  </a:lnTo>
                  <a:lnTo>
                    <a:pt x="5627559" y="181378"/>
                  </a:lnTo>
                  <a:lnTo>
                    <a:pt x="5697903" y="183039"/>
                  </a:lnTo>
                  <a:lnTo>
                    <a:pt x="5768248" y="184687"/>
                  </a:lnTo>
                  <a:lnTo>
                    <a:pt x="5838592" y="186323"/>
                  </a:lnTo>
                  <a:lnTo>
                    <a:pt x="5908937" y="187947"/>
                  </a:lnTo>
                  <a:lnTo>
                    <a:pt x="5979281" y="189560"/>
                  </a:lnTo>
                  <a:lnTo>
                    <a:pt x="6049626" y="191160"/>
                  </a:lnTo>
                  <a:lnTo>
                    <a:pt x="6119970" y="192749"/>
                  </a:lnTo>
                  <a:lnTo>
                    <a:pt x="6190315" y="194326"/>
                  </a:lnTo>
                  <a:lnTo>
                    <a:pt x="6260659" y="195892"/>
                  </a:lnTo>
                  <a:lnTo>
                    <a:pt x="6331004" y="197446"/>
                  </a:lnTo>
                  <a:lnTo>
                    <a:pt x="6401348" y="198989"/>
                  </a:lnTo>
                  <a:lnTo>
                    <a:pt x="6471693" y="200521"/>
                  </a:lnTo>
                  <a:lnTo>
                    <a:pt x="6542037" y="202041"/>
                  </a:lnTo>
                  <a:lnTo>
                    <a:pt x="6612382" y="203550"/>
                  </a:lnTo>
                  <a:lnTo>
                    <a:pt x="6682726" y="205049"/>
                  </a:lnTo>
                  <a:lnTo>
                    <a:pt x="6753071" y="206536"/>
                  </a:lnTo>
                  <a:lnTo>
                    <a:pt x="6823415" y="208012"/>
                  </a:lnTo>
                  <a:lnTo>
                    <a:pt x="6893760" y="209478"/>
                  </a:lnTo>
                  <a:lnTo>
                    <a:pt x="6964104" y="2109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2026-07-22T07:54:41Z</dcterms:modified>
  <cp:category/>
</cp:coreProperties>
</file>