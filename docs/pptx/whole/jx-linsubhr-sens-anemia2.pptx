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1.09 (1.03-1.16), p_Bonf = 0.011 (n = 6)  |  per IQR decline (Δ = 0.27): 1.28 (1.10-1.49)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2026-07-07T08:59:37Z</dcterms:modified>
  <cp:category/>
</cp:coreProperties>
</file>