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073503"/>
              <a:ext cx="7235830" cy="3402039"/>
            </a:xfrm>
            <a:custGeom>
              <a:avLst/>
              <a:pathLst>
                <a:path w="7235830" h="3402039">
                  <a:moveTo>
                    <a:pt x="1108571" y="0"/>
                  </a:moveTo>
                  <a:lnTo>
                    <a:pt x="1113747" y="11260"/>
                  </a:lnTo>
                  <a:lnTo>
                    <a:pt x="1187508" y="164637"/>
                  </a:lnTo>
                  <a:lnTo>
                    <a:pt x="1261268" y="311240"/>
                  </a:lnTo>
                  <a:lnTo>
                    <a:pt x="1335028" y="451368"/>
                  </a:lnTo>
                  <a:lnTo>
                    <a:pt x="1408788" y="585306"/>
                  </a:lnTo>
                  <a:lnTo>
                    <a:pt x="1482548" y="713328"/>
                  </a:lnTo>
                  <a:lnTo>
                    <a:pt x="1556308" y="835695"/>
                  </a:lnTo>
                  <a:lnTo>
                    <a:pt x="1630068" y="952658"/>
                  </a:lnTo>
                  <a:lnTo>
                    <a:pt x="1703828" y="1064454"/>
                  </a:lnTo>
                  <a:lnTo>
                    <a:pt x="1777588" y="1171313"/>
                  </a:lnTo>
                  <a:lnTo>
                    <a:pt x="1851348" y="1273451"/>
                  </a:lnTo>
                  <a:lnTo>
                    <a:pt x="1925108" y="1371079"/>
                  </a:lnTo>
                  <a:lnTo>
                    <a:pt x="1998868" y="1464394"/>
                  </a:lnTo>
                  <a:lnTo>
                    <a:pt x="2072628" y="1553587"/>
                  </a:lnTo>
                  <a:lnTo>
                    <a:pt x="2146388" y="1638841"/>
                  </a:lnTo>
                  <a:lnTo>
                    <a:pt x="2220148" y="1720329"/>
                  </a:lnTo>
                  <a:lnTo>
                    <a:pt x="2293908" y="1798218"/>
                  </a:lnTo>
                  <a:lnTo>
                    <a:pt x="2367668" y="1872667"/>
                  </a:lnTo>
                  <a:lnTo>
                    <a:pt x="2441428" y="1943827"/>
                  </a:lnTo>
                  <a:lnTo>
                    <a:pt x="2515188" y="2011844"/>
                  </a:lnTo>
                  <a:lnTo>
                    <a:pt x="2588948" y="2076857"/>
                  </a:lnTo>
                  <a:lnTo>
                    <a:pt x="2662708" y="2138998"/>
                  </a:lnTo>
                  <a:lnTo>
                    <a:pt x="2736468" y="2198395"/>
                  </a:lnTo>
                  <a:lnTo>
                    <a:pt x="2810228" y="2255168"/>
                  </a:lnTo>
                  <a:lnTo>
                    <a:pt x="2883988" y="2309434"/>
                  </a:lnTo>
                  <a:lnTo>
                    <a:pt x="2957748" y="2361302"/>
                  </a:lnTo>
                  <a:lnTo>
                    <a:pt x="3031508" y="2410880"/>
                  </a:lnTo>
                  <a:lnTo>
                    <a:pt x="3105268" y="2458268"/>
                  </a:lnTo>
                  <a:lnTo>
                    <a:pt x="3179028" y="2503562"/>
                  </a:lnTo>
                  <a:lnTo>
                    <a:pt x="3252788" y="2546856"/>
                  </a:lnTo>
                  <a:lnTo>
                    <a:pt x="3326548" y="2588238"/>
                  </a:lnTo>
                  <a:lnTo>
                    <a:pt x="3400308" y="2627792"/>
                  </a:lnTo>
                  <a:lnTo>
                    <a:pt x="3474068" y="2659127"/>
                  </a:lnTo>
                  <a:lnTo>
                    <a:pt x="3547828" y="2674857"/>
                  </a:lnTo>
                  <a:lnTo>
                    <a:pt x="3621588" y="2690287"/>
                  </a:lnTo>
                  <a:lnTo>
                    <a:pt x="3695348" y="2705423"/>
                  </a:lnTo>
                  <a:lnTo>
                    <a:pt x="3769108" y="2720271"/>
                  </a:lnTo>
                  <a:lnTo>
                    <a:pt x="3842868" y="2734835"/>
                  </a:lnTo>
                  <a:lnTo>
                    <a:pt x="3916628" y="2749121"/>
                  </a:lnTo>
                  <a:lnTo>
                    <a:pt x="3990388" y="2763135"/>
                  </a:lnTo>
                  <a:lnTo>
                    <a:pt x="4064149" y="2776881"/>
                  </a:lnTo>
                  <a:lnTo>
                    <a:pt x="4137909" y="2790365"/>
                  </a:lnTo>
                  <a:lnTo>
                    <a:pt x="4211669" y="2803592"/>
                  </a:lnTo>
                  <a:lnTo>
                    <a:pt x="4285429" y="2816567"/>
                  </a:lnTo>
                  <a:lnTo>
                    <a:pt x="4359189" y="2829294"/>
                  </a:lnTo>
                  <a:lnTo>
                    <a:pt x="4432949" y="2841778"/>
                  </a:lnTo>
                  <a:lnTo>
                    <a:pt x="4506709" y="2854024"/>
                  </a:lnTo>
                  <a:lnTo>
                    <a:pt x="4580469" y="2866037"/>
                  </a:lnTo>
                  <a:lnTo>
                    <a:pt x="4654229" y="2877820"/>
                  </a:lnTo>
                  <a:lnTo>
                    <a:pt x="4727989" y="2889379"/>
                  </a:lnTo>
                  <a:lnTo>
                    <a:pt x="4801749" y="2900717"/>
                  </a:lnTo>
                  <a:lnTo>
                    <a:pt x="4875509" y="2911839"/>
                  </a:lnTo>
                  <a:lnTo>
                    <a:pt x="4949269" y="2922749"/>
                  </a:lnTo>
                  <a:lnTo>
                    <a:pt x="5023029" y="2933450"/>
                  </a:lnTo>
                  <a:lnTo>
                    <a:pt x="5096789" y="2943948"/>
                  </a:lnTo>
                  <a:lnTo>
                    <a:pt x="5170549" y="2954245"/>
                  </a:lnTo>
                  <a:lnTo>
                    <a:pt x="5244309" y="2964346"/>
                  </a:lnTo>
                  <a:lnTo>
                    <a:pt x="5318069" y="2974254"/>
                  </a:lnTo>
                  <a:lnTo>
                    <a:pt x="5391829" y="2983973"/>
                  </a:lnTo>
                  <a:lnTo>
                    <a:pt x="5465589" y="2993506"/>
                  </a:lnTo>
                  <a:lnTo>
                    <a:pt x="5539349" y="3002858"/>
                  </a:lnTo>
                  <a:lnTo>
                    <a:pt x="5613109" y="3012032"/>
                  </a:lnTo>
                  <a:lnTo>
                    <a:pt x="5686869" y="3021030"/>
                  </a:lnTo>
                  <a:lnTo>
                    <a:pt x="5760629" y="3029857"/>
                  </a:lnTo>
                  <a:lnTo>
                    <a:pt x="5834389" y="3038515"/>
                  </a:lnTo>
                  <a:lnTo>
                    <a:pt x="5908149" y="3047008"/>
                  </a:lnTo>
                  <a:lnTo>
                    <a:pt x="5981909" y="3055340"/>
                  </a:lnTo>
                  <a:lnTo>
                    <a:pt x="6055669" y="3063512"/>
                  </a:lnTo>
                  <a:lnTo>
                    <a:pt x="6129429" y="3071528"/>
                  </a:lnTo>
                  <a:lnTo>
                    <a:pt x="6203189" y="3079392"/>
                  </a:lnTo>
                  <a:lnTo>
                    <a:pt x="6276949" y="3087105"/>
                  </a:lnTo>
                  <a:lnTo>
                    <a:pt x="6350709" y="3094672"/>
                  </a:lnTo>
                  <a:lnTo>
                    <a:pt x="6424469" y="3102093"/>
                  </a:lnTo>
                  <a:lnTo>
                    <a:pt x="6498229" y="3109374"/>
                  </a:lnTo>
                  <a:lnTo>
                    <a:pt x="6571989" y="3116515"/>
                  </a:lnTo>
                  <a:lnTo>
                    <a:pt x="6645749" y="3123521"/>
                  </a:lnTo>
                  <a:lnTo>
                    <a:pt x="6719509" y="3130392"/>
                  </a:lnTo>
                  <a:lnTo>
                    <a:pt x="6793269" y="3137133"/>
                  </a:lnTo>
                  <a:lnTo>
                    <a:pt x="6867029" y="3143745"/>
                  </a:lnTo>
                  <a:lnTo>
                    <a:pt x="6940789" y="3150231"/>
                  </a:lnTo>
                  <a:lnTo>
                    <a:pt x="7014550" y="3156593"/>
                  </a:lnTo>
                  <a:lnTo>
                    <a:pt x="7088310" y="3162834"/>
                  </a:lnTo>
                  <a:lnTo>
                    <a:pt x="7162070" y="3168955"/>
                  </a:lnTo>
                  <a:lnTo>
                    <a:pt x="7235830" y="3174960"/>
                  </a:lnTo>
                  <a:lnTo>
                    <a:pt x="7235830" y="3402039"/>
                  </a:lnTo>
                  <a:lnTo>
                    <a:pt x="7162070" y="3398263"/>
                  </a:lnTo>
                  <a:lnTo>
                    <a:pt x="7088310" y="3394313"/>
                  </a:lnTo>
                  <a:lnTo>
                    <a:pt x="7014550" y="3390180"/>
                  </a:lnTo>
                  <a:lnTo>
                    <a:pt x="6940789" y="3385857"/>
                  </a:lnTo>
                  <a:lnTo>
                    <a:pt x="6867029" y="3381333"/>
                  </a:lnTo>
                  <a:lnTo>
                    <a:pt x="6793269" y="3376601"/>
                  </a:lnTo>
                  <a:lnTo>
                    <a:pt x="6719509" y="3371649"/>
                  </a:lnTo>
                  <a:lnTo>
                    <a:pt x="6645749" y="3366469"/>
                  </a:lnTo>
                  <a:lnTo>
                    <a:pt x="6571989" y="3361050"/>
                  </a:lnTo>
                  <a:lnTo>
                    <a:pt x="6498229" y="3355380"/>
                  </a:lnTo>
                  <a:lnTo>
                    <a:pt x="6424469" y="3349448"/>
                  </a:lnTo>
                  <a:lnTo>
                    <a:pt x="6350709" y="3343242"/>
                  </a:lnTo>
                  <a:lnTo>
                    <a:pt x="6276949" y="3336749"/>
                  </a:lnTo>
                  <a:lnTo>
                    <a:pt x="6203189" y="3329957"/>
                  </a:lnTo>
                  <a:lnTo>
                    <a:pt x="6129429" y="3322850"/>
                  </a:lnTo>
                  <a:lnTo>
                    <a:pt x="6055669" y="3315415"/>
                  </a:lnTo>
                  <a:lnTo>
                    <a:pt x="5981909" y="3307636"/>
                  </a:lnTo>
                  <a:lnTo>
                    <a:pt x="5908149" y="3299498"/>
                  </a:lnTo>
                  <a:lnTo>
                    <a:pt x="5834389" y="3290984"/>
                  </a:lnTo>
                  <a:lnTo>
                    <a:pt x="5760629" y="3282076"/>
                  </a:lnTo>
                  <a:lnTo>
                    <a:pt x="5686869" y="3272757"/>
                  </a:lnTo>
                  <a:lnTo>
                    <a:pt x="5613109" y="3263007"/>
                  </a:lnTo>
                  <a:lnTo>
                    <a:pt x="5539349" y="3252807"/>
                  </a:lnTo>
                  <a:lnTo>
                    <a:pt x="5465589" y="3242135"/>
                  </a:lnTo>
                  <a:lnTo>
                    <a:pt x="5391829" y="3230970"/>
                  </a:lnTo>
                  <a:lnTo>
                    <a:pt x="5318069" y="3219289"/>
                  </a:lnTo>
                  <a:lnTo>
                    <a:pt x="5244309" y="3207068"/>
                  </a:lnTo>
                  <a:lnTo>
                    <a:pt x="5170549" y="3194283"/>
                  </a:lnTo>
                  <a:lnTo>
                    <a:pt x="5096789" y="3180907"/>
                  </a:lnTo>
                  <a:lnTo>
                    <a:pt x="5023029" y="3166912"/>
                  </a:lnTo>
                  <a:lnTo>
                    <a:pt x="4949269" y="3152271"/>
                  </a:lnTo>
                  <a:lnTo>
                    <a:pt x="4875509" y="3136954"/>
                  </a:lnTo>
                  <a:lnTo>
                    <a:pt x="4801749" y="3120928"/>
                  </a:lnTo>
                  <a:lnTo>
                    <a:pt x="4727989" y="3104162"/>
                  </a:lnTo>
                  <a:lnTo>
                    <a:pt x="4654229" y="3086622"/>
                  </a:lnTo>
                  <a:lnTo>
                    <a:pt x="4580469" y="3068270"/>
                  </a:lnTo>
                  <a:lnTo>
                    <a:pt x="4506709" y="3049071"/>
                  </a:lnTo>
                  <a:lnTo>
                    <a:pt x="4432949" y="3028984"/>
                  </a:lnTo>
                  <a:lnTo>
                    <a:pt x="4359189" y="3007970"/>
                  </a:lnTo>
                  <a:lnTo>
                    <a:pt x="4285429" y="2985984"/>
                  </a:lnTo>
                  <a:lnTo>
                    <a:pt x="4211669" y="2962982"/>
                  </a:lnTo>
                  <a:lnTo>
                    <a:pt x="4137909" y="2938917"/>
                  </a:lnTo>
                  <a:lnTo>
                    <a:pt x="4064149" y="2913741"/>
                  </a:lnTo>
                  <a:lnTo>
                    <a:pt x="3990388" y="2887400"/>
                  </a:lnTo>
                  <a:lnTo>
                    <a:pt x="3916628" y="2859843"/>
                  </a:lnTo>
                  <a:lnTo>
                    <a:pt x="3842868" y="2831012"/>
                  </a:lnTo>
                  <a:lnTo>
                    <a:pt x="3769108" y="2800849"/>
                  </a:lnTo>
                  <a:lnTo>
                    <a:pt x="3695348" y="2769292"/>
                  </a:lnTo>
                  <a:lnTo>
                    <a:pt x="3621588" y="2736277"/>
                  </a:lnTo>
                  <a:lnTo>
                    <a:pt x="3547828" y="2701736"/>
                  </a:lnTo>
                  <a:lnTo>
                    <a:pt x="3474068" y="2665599"/>
                  </a:lnTo>
                  <a:lnTo>
                    <a:pt x="3400308" y="2643090"/>
                  </a:lnTo>
                  <a:lnTo>
                    <a:pt x="3326548" y="2626742"/>
                  </a:lnTo>
                  <a:lnTo>
                    <a:pt x="3252788" y="2610076"/>
                  </a:lnTo>
                  <a:lnTo>
                    <a:pt x="3179028" y="2593086"/>
                  </a:lnTo>
                  <a:lnTo>
                    <a:pt x="3105268" y="2575765"/>
                  </a:lnTo>
                  <a:lnTo>
                    <a:pt x="3031508" y="2558108"/>
                  </a:lnTo>
                  <a:lnTo>
                    <a:pt x="2957748" y="2540107"/>
                  </a:lnTo>
                  <a:lnTo>
                    <a:pt x="2883988" y="2521756"/>
                  </a:lnTo>
                  <a:lnTo>
                    <a:pt x="2810228" y="2503048"/>
                  </a:lnTo>
                  <a:lnTo>
                    <a:pt x="2736468" y="2483976"/>
                  </a:lnTo>
                  <a:lnTo>
                    <a:pt x="2662708" y="2464534"/>
                  </a:lnTo>
                  <a:lnTo>
                    <a:pt x="2588948" y="2444713"/>
                  </a:lnTo>
                  <a:lnTo>
                    <a:pt x="2515188" y="2424507"/>
                  </a:lnTo>
                  <a:lnTo>
                    <a:pt x="2441428" y="2403908"/>
                  </a:lnTo>
                  <a:lnTo>
                    <a:pt x="2367668" y="2382909"/>
                  </a:lnTo>
                  <a:lnTo>
                    <a:pt x="2293908" y="2361501"/>
                  </a:lnTo>
                  <a:lnTo>
                    <a:pt x="2220148" y="2339677"/>
                  </a:lnTo>
                  <a:lnTo>
                    <a:pt x="2146388" y="2317428"/>
                  </a:lnTo>
                  <a:lnTo>
                    <a:pt x="2072628" y="2294747"/>
                  </a:lnTo>
                  <a:lnTo>
                    <a:pt x="1998868" y="2271624"/>
                  </a:lnTo>
                  <a:lnTo>
                    <a:pt x="1925108" y="2248052"/>
                  </a:lnTo>
                  <a:lnTo>
                    <a:pt x="1851348" y="2224022"/>
                  </a:lnTo>
                  <a:lnTo>
                    <a:pt x="1777588" y="2199524"/>
                  </a:lnTo>
                  <a:lnTo>
                    <a:pt x="1703828" y="2174550"/>
                  </a:lnTo>
                  <a:lnTo>
                    <a:pt x="1630068" y="2149090"/>
                  </a:lnTo>
                  <a:lnTo>
                    <a:pt x="1556308" y="2123135"/>
                  </a:lnTo>
                  <a:lnTo>
                    <a:pt x="1482548" y="2096675"/>
                  </a:lnTo>
                  <a:lnTo>
                    <a:pt x="1408788" y="2069701"/>
                  </a:lnTo>
                  <a:lnTo>
                    <a:pt x="1335028" y="2042202"/>
                  </a:lnTo>
                  <a:lnTo>
                    <a:pt x="1261268" y="2014168"/>
                  </a:lnTo>
                  <a:lnTo>
                    <a:pt x="1187508" y="1985589"/>
                  </a:lnTo>
                  <a:lnTo>
                    <a:pt x="1113747" y="1956455"/>
                  </a:lnTo>
                  <a:lnTo>
                    <a:pt x="1039987" y="1926754"/>
                  </a:lnTo>
                  <a:lnTo>
                    <a:pt x="966227" y="1896475"/>
                  </a:lnTo>
                  <a:lnTo>
                    <a:pt x="892467" y="1865607"/>
                  </a:lnTo>
                  <a:lnTo>
                    <a:pt x="818707" y="1834139"/>
                  </a:lnTo>
                  <a:lnTo>
                    <a:pt x="744947" y="1802060"/>
                  </a:lnTo>
                  <a:lnTo>
                    <a:pt x="671187" y="1769356"/>
                  </a:lnTo>
                  <a:lnTo>
                    <a:pt x="597427" y="1736016"/>
                  </a:lnTo>
                  <a:lnTo>
                    <a:pt x="523667" y="1702028"/>
                  </a:lnTo>
                  <a:lnTo>
                    <a:pt x="449907" y="1667379"/>
                  </a:lnTo>
                  <a:lnTo>
                    <a:pt x="376147" y="1632057"/>
                  </a:lnTo>
                  <a:lnTo>
                    <a:pt x="302387" y="1596047"/>
                  </a:lnTo>
                  <a:lnTo>
                    <a:pt x="228627" y="1559337"/>
                  </a:lnTo>
                  <a:lnTo>
                    <a:pt x="154867" y="1521913"/>
                  </a:lnTo>
                  <a:lnTo>
                    <a:pt x="81107" y="1483761"/>
                  </a:lnTo>
                  <a:lnTo>
                    <a:pt x="7347" y="1444868"/>
                  </a:lnTo>
                  <a:lnTo>
                    <a:pt x="0" y="144091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26089" y="2073503"/>
              <a:ext cx="6127258" cy="3174960"/>
            </a:xfrm>
            <a:custGeom>
              <a:avLst/>
              <a:pathLst>
                <a:path w="6127258" h="3174960">
                  <a:moveTo>
                    <a:pt x="0" y="0"/>
                  </a:moveTo>
                  <a:lnTo>
                    <a:pt x="5176" y="11260"/>
                  </a:lnTo>
                  <a:lnTo>
                    <a:pt x="78936" y="164637"/>
                  </a:lnTo>
                  <a:lnTo>
                    <a:pt x="152696" y="311240"/>
                  </a:lnTo>
                  <a:lnTo>
                    <a:pt x="226456" y="451368"/>
                  </a:lnTo>
                  <a:lnTo>
                    <a:pt x="300216" y="585306"/>
                  </a:lnTo>
                  <a:lnTo>
                    <a:pt x="373976" y="713328"/>
                  </a:lnTo>
                  <a:lnTo>
                    <a:pt x="447736" y="835695"/>
                  </a:lnTo>
                  <a:lnTo>
                    <a:pt x="521496" y="952658"/>
                  </a:lnTo>
                  <a:lnTo>
                    <a:pt x="595256" y="1064454"/>
                  </a:lnTo>
                  <a:lnTo>
                    <a:pt x="669016" y="1171313"/>
                  </a:lnTo>
                  <a:lnTo>
                    <a:pt x="742776" y="1273451"/>
                  </a:lnTo>
                  <a:lnTo>
                    <a:pt x="816536" y="1371079"/>
                  </a:lnTo>
                  <a:lnTo>
                    <a:pt x="890296" y="1464394"/>
                  </a:lnTo>
                  <a:lnTo>
                    <a:pt x="964056" y="1553587"/>
                  </a:lnTo>
                  <a:lnTo>
                    <a:pt x="1037816" y="1638841"/>
                  </a:lnTo>
                  <a:lnTo>
                    <a:pt x="1111576" y="1720329"/>
                  </a:lnTo>
                  <a:lnTo>
                    <a:pt x="1185336" y="1798218"/>
                  </a:lnTo>
                  <a:lnTo>
                    <a:pt x="1259096" y="1872667"/>
                  </a:lnTo>
                  <a:lnTo>
                    <a:pt x="1332856" y="1943827"/>
                  </a:lnTo>
                  <a:lnTo>
                    <a:pt x="1406616" y="2011844"/>
                  </a:lnTo>
                  <a:lnTo>
                    <a:pt x="1480376" y="2076857"/>
                  </a:lnTo>
                  <a:lnTo>
                    <a:pt x="1554136" y="2138998"/>
                  </a:lnTo>
                  <a:lnTo>
                    <a:pt x="1627896" y="2198395"/>
                  </a:lnTo>
                  <a:lnTo>
                    <a:pt x="1701656" y="2255168"/>
                  </a:lnTo>
                  <a:lnTo>
                    <a:pt x="1775416" y="2309434"/>
                  </a:lnTo>
                  <a:lnTo>
                    <a:pt x="1849176" y="2361302"/>
                  </a:lnTo>
                  <a:lnTo>
                    <a:pt x="1922936" y="2410880"/>
                  </a:lnTo>
                  <a:lnTo>
                    <a:pt x="1996696" y="2458268"/>
                  </a:lnTo>
                  <a:lnTo>
                    <a:pt x="2070456" y="2503562"/>
                  </a:lnTo>
                  <a:lnTo>
                    <a:pt x="2144216" y="2546856"/>
                  </a:lnTo>
                  <a:lnTo>
                    <a:pt x="2217976" y="2588238"/>
                  </a:lnTo>
                  <a:lnTo>
                    <a:pt x="2291736" y="2627792"/>
                  </a:lnTo>
                  <a:lnTo>
                    <a:pt x="2365496" y="2659127"/>
                  </a:lnTo>
                  <a:lnTo>
                    <a:pt x="2439256" y="2674857"/>
                  </a:lnTo>
                  <a:lnTo>
                    <a:pt x="2513016" y="2690287"/>
                  </a:lnTo>
                  <a:lnTo>
                    <a:pt x="2586776" y="2705423"/>
                  </a:lnTo>
                  <a:lnTo>
                    <a:pt x="2660537" y="2720271"/>
                  </a:lnTo>
                  <a:lnTo>
                    <a:pt x="2734297" y="2734835"/>
                  </a:lnTo>
                  <a:lnTo>
                    <a:pt x="2808057" y="2749121"/>
                  </a:lnTo>
                  <a:lnTo>
                    <a:pt x="2881817" y="2763135"/>
                  </a:lnTo>
                  <a:lnTo>
                    <a:pt x="2955577" y="2776881"/>
                  </a:lnTo>
                  <a:lnTo>
                    <a:pt x="3029337" y="2790365"/>
                  </a:lnTo>
                  <a:lnTo>
                    <a:pt x="3103097" y="2803592"/>
                  </a:lnTo>
                  <a:lnTo>
                    <a:pt x="3176857" y="2816567"/>
                  </a:lnTo>
                  <a:lnTo>
                    <a:pt x="3250617" y="2829294"/>
                  </a:lnTo>
                  <a:lnTo>
                    <a:pt x="3324377" y="2841778"/>
                  </a:lnTo>
                  <a:lnTo>
                    <a:pt x="3398137" y="2854024"/>
                  </a:lnTo>
                  <a:lnTo>
                    <a:pt x="3471897" y="2866037"/>
                  </a:lnTo>
                  <a:lnTo>
                    <a:pt x="3545657" y="2877820"/>
                  </a:lnTo>
                  <a:lnTo>
                    <a:pt x="3619417" y="2889379"/>
                  </a:lnTo>
                  <a:lnTo>
                    <a:pt x="3693177" y="2900717"/>
                  </a:lnTo>
                  <a:lnTo>
                    <a:pt x="3766937" y="2911839"/>
                  </a:lnTo>
                  <a:lnTo>
                    <a:pt x="3840697" y="2922749"/>
                  </a:lnTo>
                  <a:lnTo>
                    <a:pt x="3914457" y="2933450"/>
                  </a:lnTo>
                  <a:lnTo>
                    <a:pt x="3988217" y="2943948"/>
                  </a:lnTo>
                  <a:lnTo>
                    <a:pt x="4061977" y="2954245"/>
                  </a:lnTo>
                  <a:lnTo>
                    <a:pt x="4135737" y="2964346"/>
                  </a:lnTo>
                  <a:lnTo>
                    <a:pt x="4209497" y="2974254"/>
                  </a:lnTo>
                  <a:lnTo>
                    <a:pt x="4283257" y="2983973"/>
                  </a:lnTo>
                  <a:lnTo>
                    <a:pt x="4357017" y="2993506"/>
                  </a:lnTo>
                  <a:lnTo>
                    <a:pt x="4430777" y="3002858"/>
                  </a:lnTo>
                  <a:lnTo>
                    <a:pt x="4504537" y="3012032"/>
                  </a:lnTo>
                  <a:lnTo>
                    <a:pt x="4578297" y="3021030"/>
                  </a:lnTo>
                  <a:lnTo>
                    <a:pt x="4652057" y="3029857"/>
                  </a:lnTo>
                  <a:lnTo>
                    <a:pt x="4725817" y="3038515"/>
                  </a:lnTo>
                  <a:lnTo>
                    <a:pt x="4799577" y="3047008"/>
                  </a:lnTo>
                  <a:lnTo>
                    <a:pt x="4873337" y="3055340"/>
                  </a:lnTo>
                  <a:lnTo>
                    <a:pt x="4947097" y="3063512"/>
                  </a:lnTo>
                  <a:lnTo>
                    <a:pt x="5020857" y="3071528"/>
                  </a:lnTo>
                  <a:lnTo>
                    <a:pt x="5094617" y="3079392"/>
                  </a:lnTo>
                  <a:lnTo>
                    <a:pt x="5168377" y="3087105"/>
                  </a:lnTo>
                  <a:lnTo>
                    <a:pt x="5242137" y="3094672"/>
                  </a:lnTo>
                  <a:lnTo>
                    <a:pt x="5315897" y="3102093"/>
                  </a:lnTo>
                  <a:lnTo>
                    <a:pt x="5389657" y="3109374"/>
                  </a:lnTo>
                  <a:lnTo>
                    <a:pt x="5463417" y="3116515"/>
                  </a:lnTo>
                  <a:lnTo>
                    <a:pt x="5537177" y="3123521"/>
                  </a:lnTo>
                  <a:lnTo>
                    <a:pt x="5610938" y="3130392"/>
                  </a:lnTo>
                  <a:lnTo>
                    <a:pt x="5684698" y="3137133"/>
                  </a:lnTo>
                  <a:lnTo>
                    <a:pt x="5758458" y="3143745"/>
                  </a:lnTo>
                  <a:lnTo>
                    <a:pt x="5832218" y="3150231"/>
                  </a:lnTo>
                  <a:lnTo>
                    <a:pt x="5905978" y="3156593"/>
                  </a:lnTo>
                  <a:lnTo>
                    <a:pt x="5979738" y="3162834"/>
                  </a:lnTo>
                  <a:lnTo>
                    <a:pt x="6053498" y="3168955"/>
                  </a:lnTo>
                  <a:lnTo>
                    <a:pt x="6127258" y="31749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3514421"/>
              <a:ext cx="7235830" cy="1961121"/>
            </a:xfrm>
            <a:custGeom>
              <a:avLst/>
              <a:pathLst>
                <a:path w="7235830" h="1961121">
                  <a:moveTo>
                    <a:pt x="7235830" y="1961121"/>
                  </a:moveTo>
                  <a:lnTo>
                    <a:pt x="7162070" y="1957345"/>
                  </a:lnTo>
                  <a:lnTo>
                    <a:pt x="7088310" y="1953395"/>
                  </a:lnTo>
                  <a:lnTo>
                    <a:pt x="7014550" y="1949262"/>
                  </a:lnTo>
                  <a:lnTo>
                    <a:pt x="6940789" y="1944938"/>
                  </a:lnTo>
                  <a:lnTo>
                    <a:pt x="6867029" y="1940415"/>
                  </a:lnTo>
                  <a:lnTo>
                    <a:pt x="6793269" y="1935682"/>
                  </a:lnTo>
                  <a:lnTo>
                    <a:pt x="6719509" y="1930731"/>
                  </a:lnTo>
                  <a:lnTo>
                    <a:pt x="6645749" y="1925551"/>
                  </a:lnTo>
                  <a:lnTo>
                    <a:pt x="6571989" y="1920131"/>
                  </a:lnTo>
                  <a:lnTo>
                    <a:pt x="6498229" y="1914462"/>
                  </a:lnTo>
                  <a:lnTo>
                    <a:pt x="6424469" y="1908530"/>
                  </a:lnTo>
                  <a:lnTo>
                    <a:pt x="6350709" y="1902324"/>
                  </a:lnTo>
                  <a:lnTo>
                    <a:pt x="6276949" y="1895831"/>
                  </a:lnTo>
                  <a:lnTo>
                    <a:pt x="6203189" y="1889038"/>
                  </a:lnTo>
                  <a:lnTo>
                    <a:pt x="6129429" y="1881932"/>
                  </a:lnTo>
                  <a:lnTo>
                    <a:pt x="6055669" y="1874496"/>
                  </a:lnTo>
                  <a:lnTo>
                    <a:pt x="5981909" y="1866718"/>
                  </a:lnTo>
                  <a:lnTo>
                    <a:pt x="5908149" y="1858580"/>
                  </a:lnTo>
                  <a:lnTo>
                    <a:pt x="5834389" y="1850065"/>
                  </a:lnTo>
                  <a:lnTo>
                    <a:pt x="5760629" y="1841158"/>
                  </a:lnTo>
                  <a:lnTo>
                    <a:pt x="5686869" y="1831839"/>
                  </a:lnTo>
                  <a:lnTo>
                    <a:pt x="5613109" y="1822089"/>
                  </a:lnTo>
                  <a:lnTo>
                    <a:pt x="5539349" y="1811888"/>
                  </a:lnTo>
                  <a:lnTo>
                    <a:pt x="5465589" y="1801216"/>
                  </a:lnTo>
                  <a:lnTo>
                    <a:pt x="5391829" y="1790051"/>
                  </a:lnTo>
                  <a:lnTo>
                    <a:pt x="5318069" y="1778371"/>
                  </a:lnTo>
                  <a:lnTo>
                    <a:pt x="5244309" y="1766150"/>
                  </a:lnTo>
                  <a:lnTo>
                    <a:pt x="5170549" y="1753364"/>
                  </a:lnTo>
                  <a:lnTo>
                    <a:pt x="5096789" y="1739988"/>
                  </a:lnTo>
                  <a:lnTo>
                    <a:pt x="5023029" y="1725994"/>
                  </a:lnTo>
                  <a:lnTo>
                    <a:pt x="4949269" y="1711353"/>
                  </a:lnTo>
                  <a:lnTo>
                    <a:pt x="4875509" y="1696035"/>
                  </a:lnTo>
                  <a:lnTo>
                    <a:pt x="4801749" y="1680010"/>
                  </a:lnTo>
                  <a:lnTo>
                    <a:pt x="4727989" y="1663244"/>
                  </a:lnTo>
                  <a:lnTo>
                    <a:pt x="4654229" y="1645703"/>
                  </a:lnTo>
                  <a:lnTo>
                    <a:pt x="4580469" y="1627352"/>
                  </a:lnTo>
                  <a:lnTo>
                    <a:pt x="4506709" y="1608153"/>
                  </a:lnTo>
                  <a:lnTo>
                    <a:pt x="4432949" y="1588066"/>
                  </a:lnTo>
                  <a:lnTo>
                    <a:pt x="4359189" y="1567051"/>
                  </a:lnTo>
                  <a:lnTo>
                    <a:pt x="4285429" y="1545065"/>
                  </a:lnTo>
                  <a:lnTo>
                    <a:pt x="4211669" y="1522064"/>
                  </a:lnTo>
                  <a:lnTo>
                    <a:pt x="4137909" y="1497999"/>
                  </a:lnTo>
                  <a:lnTo>
                    <a:pt x="4064149" y="1472822"/>
                  </a:lnTo>
                  <a:lnTo>
                    <a:pt x="3990388" y="1446482"/>
                  </a:lnTo>
                  <a:lnTo>
                    <a:pt x="3916628" y="1418925"/>
                  </a:lnTo>
                  <a:lnTo>
                    <a:pt x="3842868" y="1390094"/>
                  </a:lnTo>
                  <a:lnTo>
                    <a:pt x="3769108" y="1359931"/>
                  </a:lnTo>
                  <a:lnTo>
                    <a:pt x="3695348" y="1328374"/>
                  </a:lnTo>
                  <a:lnTo>
                    <a:pt x="3621588" y="1295358"/>
                  </a:lnTo>
                  <a:lnTo>
                    <a:pt x="3547828" y="1260818"/>
                  </a:lnTo>
                  <a:lnTo>
                    <a:pt x="3474068" y="1224681"/>
                  </a:lnTo>
                  <a:lnTo>
                    <a:pt x="3400308" y="1202172"/>
                  </a:lnTo>
                  <a:lnTo>
                    <a:pt x="3326548" y="1185824"/>
                  </a:lnTo>
                  <a:lnTo>
                    <a:pt x="3252788" y="1169157"/>
                  </a:lnTo>
                  <a:lnTo>
                    <a:pt x="3179028" y="1152167"/>
                  </a:lnTo>
                  <a:lnTo>
                    <a:pt x="3105268" y="1134847"/>
                  </a:lnTo>
                  <a:lnTo>
                    <a:pt x="3031508" y="1117189"/>
                  </a:lnTo>
                  <a:lnTo>
                    <a:pt x="2957748" y="1099188"/>
                  </a:lnTo>
                  <a:lnTo>
                    <a:pt x="2883988" y="1080837"/>
                  </a:lnTo>
                  <a:lnTo>
                    <a:pt x="2810228" y="1062130"/>
                  </a:lnTo>
                  <a:lnTo>
                    <a:pt x="2736468" y="1043058"/>
                  </a:lnTo>
                  <a:lnTo>
                    <a:pt x="2662708" y="1023616"/>
                  </a:lnTo>
                  <a:lnTo>
                    <a:pt x="2588948" y="1003795"/>
                  </a:lnTo>
                  <a:lnTo>
                    <a:pt x="2515188" y="983589"/>
                  </a:lnTo>
                  <a:lnTo>
                    <a:pt x="2441428" y="962990"/>
                  </a:lnTo>
                  <a:lnTo>
                    <a:pt x="2367668" y="941990"/>
                  </a:lnTo>
                  <a:lnTo>
                    <a:pt x="2293908" y="920583"/>
                  </a:lnTo>
                  <a:lnTo>
                    <a:pt x="2220148" y="898758"/>
                  </a:lnTo>
                  <a:lnTo>
                    <a:pt x="2146388" y="876510"/>
                  </a:lnTo>
                  <a:lnTo>
                    <a:pt x="2072628" y="853828"/>
                  </a:lnTo>
                  <a:lnTo>
                    <a:pt x="1998868" y="830706"/>
                  </a:lnTo>
                  <a:lnTo>
                    <a:pt x="1925108" y="807134"/>
                  </a:lnTo>
                  <a:lnTo>
                    <a:pt x="1851348" y="783103"/>
                  </a:lnTo>
                  <a:lnTo>
                    <a:pt x="1777588" y="758605"/>
                  </a:lnTo>
                  <a:lnTo>
                    <a:pt x="1703828" y="733631"/>
                  </a:lnTo>
                  <a:lnTo>
                    <a:pt x="1630068" y="708171"/>
                  </a:lnTo>
                  <a:lnTo>
                    <a:pt x="1556308" y="682216"/>
                  </a:lnTo>
                  <a:lnTo>
                    <a:pt x="1482548" y="655757"/>
                  </a:lnTo>
                  <a:lnTo>
                    <a:pt x="1408788" y="628782"/>
                  </a:lnTo>
                  <a:lnTo>
                    <a:pt x="1335028" y="601283"/>
                  </a:lnTo>
                  <a:lnTo>
                    <a:pt x="1261268" y="573250"/>
                  </a:lnTo>
                  <a:lnTo>
                    <a:pt x="1187508" y="544671"/>
                  </a:lnTo>
                  <a:lnTo>
                    <a:pt x="1113747" y="515536"/>
                  </a:lnTo>
                  <a:lnTo>
                    <a:pt x="1039987" y="485835"/>
                  </a:lnTo>
                  <a:lnTo>
                    <a:pt x="966227" y="455557"/>
                  </a:lnTo>
                  <a:lnTo>
                    <a:pt x="892467" y="424689"/>
                  </a:lnTo>
                  <a:lnTo>
                    <a:pt x="818707" y="393221"/>
                  </a:lnTo>
                  <a:lnTo>
                    <a:pt x="744947" y="361141"/>
                  </a:lnTo>
                  <a:lnTo>
                    <a:pt x="671187" y="328438"/>
                  </a:lnTo>
                  <a:lnTo>
                    <a:pt x="597427" y="295098"/>
                  </a:lnTo>
                  <a:lnTo>
                    <a:pt x="523667" y="261110"/>
                  </a:lnTo>
                  <a:lnTo>
                    <a:pt x="449907" y="226461"/>
                  </a:lnTo>
                  <a:lnTo>
                    <a:pt x="376147" y="191138"/>
                  </a:lnTo>
                  <a:lnTo>
                    <a:pt x="302387" y="155128"/>
                  </a:lnTo>
                  <a:lnTo>
                    <a:pt x="228627" y="118418"/>
                  </a:lnTo>
                  <a:lnTo>
                    <a:pt x="154867" y="80995"/>
                  </a:lnTo>
                  <a:lnTo>
                    <a:pt x="81107" y="42843"/>
                  </a:lnTo>
                  <a:lnTo>
                    <a:pt x="7347" y="394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83759" y="2073503"/>
              <a:ext cx="7069588" cy="3324907"/>
            </a:xfrm>
            <a:custGeom>
              <a:avLst/>
              <a:pathLst>
                <a:path w="7069588" h="3324907">
                  <a:moveTo>
                    <a:pt x="0" y="0"/>
                  </a:moveTo>
                  <a:lnTo>
                    <a:pt x="62385" y="93875"/>
                  </a:lnTo>
                  <a:lnTo>
                    <a:pt x="136145" y="201347"/>
                  </a:lnTo>
                  <a:lnTo>
                    <a:pt x="209905" y="305412"/>
                  </a:lnTo>
                  <a:lnTo>
                    <a:pt x="283665" y="406178"/>
                  </a:lnTo>
                  <a:lnTo>
                    <a:pt x="357425" y="503749"/>
                  </a:lnTo>
                  <a:lnTo>
                    <a:pt x="431185" y="598227"/>
                  </a:lnTo>
                  <a:lnTo>
                    <a:pt x="504945" y="689709"/>
                  </a:lnTo>
                  <a:lnTo>
                    <a:pt x="578705" y="778291"/>
                  </a:lnTo>
                  <a:lnTo>
                    <a:pt x="652465" y="864064"/>
                  </a:lnTo>
                  <a:lnTo>
                    <a:pt x="726226" y="947119"/>
                  </a:lnTo>
                  <a:lnTo>
                    <a:pt x="799986" y="1027540"/>
                  </a:lnTo>
                  <a:lnTo>
                    <a:pt x="873746" y="1105411"/>
                  </a:lnTo>
                  <a:lnTo>
                    <a:pt x="947506" y="1180814"/>
                  </a:lnTo>
                  <a:lnTo>
                    <a:pt x="1021266" y="1253826"/>
                  </a:lnTo>
                  <a:lnTo>
                    <a:pt x="1095026" y="1324523"/>
                  </a:lnTo>
                  <a:lnTo>
                    <a:pt x="1168786" y="1392979"/>
                  </a:lnTo>
                  <a:lnTo>
                    <a:pt x="1242546" y="1459264"/>
                  </a:lnTo>
                  <a:lnTo>
                    <a:pt x="1316306" y="1523448"/>
                  </a:lnTo>
                  <a:lnTo>
                    <a:pt x="1390066" y="1585598"/>
                  </a:lnTo>
                  <a:lnTo>
                    <a:pt x="1463826" y="1645776"/>
                  </a:lnTo>
                  <a:lnTo>
                    <a:pt x="1537586" y="1704047"/>
                  </a:lnTo>
                  <a:lnTo>
                    <a:pt x="1611346" y="1760471"/>
                  </a:lnTo>
                  <a:lnTo>
                    <a:pt x="1685106" y="1815105"/>
                  </a:lnTo>
                  <a:lnTo>
                    <a:pt x="1758866" y="1868008"/>
                  </a:lnTo>
                  <a:lnTo>
                    <a:pt x="1832626" y="1919233"/>
                  </a:lnTo>
                  <a:lnTo>
                    <a:pt x="1906386" y="1968834"/>
                  </a:lnTo>
                  <a:lnTo>
                    <a:pt x="1980146" y="2016863"/>
                  </a:lnTo>
                  <a:lnTo>
                    <a:pt x="2053906" y="2063369"/>
                  </a:lnTo>
                  <a:lnTo>
                    <a:pt x="2127666" y="2108400"/>
                  </a:lnTo>
                  <a:lnTo>
                    <a:pt x="2201426" y="2152004"/>
                  </a:lnTo>
                  <a:lnTo>
                    <a:pt x="2275186" y="2194226"/>
                  </a:lnTo>
                  <a:lnTo>
                    <a:pt x="2348946" y="2235109"/>
                  </a:lnTo>
                  <a:lnTo>
                    <a:pt x="2422706" y="2274695"/>
                  </a:lnTo>
                  <a:lnTo>
                    <a:pt x="2496466" y="2313027"/>
                  </a:lnTo>
                  <a:lnTo>
                    <a:pt x="2570226" y="2350143"/>
                  </a:lnTo>
                  <a:lnTo>
                    <a:pt x="2643986" y="2386083"/>
                  </a:lnTo>
                  <a:lnTo>
                    <a:pt x="2717746" y="2420883"/>
                  </a:lnTo>
                  <a:lnTo>
                    <a:pt x="2791506" y="2454580"/>
                  </a:lnTo>
                  <a:lnTo>
                    <a:pt x="2865266" y="2487209"/>
                  </a:lnTo>
                  <a:lnTo>
                    <a:pt x="2939026" y="2518803"/>
                  </a:lnTo>
                  <a:lnTo>
                    <a:pt x="3012786" y="2549396"/>
                  </a:lnTo>
                  <a:lnTo>
                    <a:pt x="3086546" y="2579018"/>
                  </a:lnTo>
                  <a:lnTo>
                    <a:pt x="3160306" y="2607702"/>
                  </a:lnTo>
                  <a:lnTo>
                    <a:pt x="3234066" y="2635476"/>
                  </a:lnTo>
                  <a:lnTo>
                    <a:pt x="3307826" y="2662369"/>
                  </a:lnTo>
                  <a:lnTo>
                    <a:pt x="3381586" y="2688410"/>
                  </a:lnTo>
                  <a:lnTo>
                    <a:pt x="3455346" y="2713625"/>
                  </a:lnTo>
                  <a:lnTo>
                    <a:pt x="3529106" y="2738041"/>
                  </a:lnTo>
                  <a:lnTo>
                    <a:pt x="3602866" y="2761683"/>
                  </a:lnTo>
                  <a:lnTo>
                    <a:pt x="3676627" y="2784575"/>
                  </a:lnTo>
                  <a:lnTo>
                    <a:pt x="3750387" y="2806742"/>
                  </a:lnTo>
                  <a:lnTo>
                    <a:pt x="3824147" y="2828205"/>
                  </a:lnTo>
                  <a:lnTo>
                    <a:pt x="3897907" y="2848989"/>
                  </a:lnTo>
                  <a:lnTo>
                    <a:pt x="3971667" y="2869113"/>
                  </a:lnTo>
                  <a:lnTo>
                    <a:pt x="4045427" y="2888599"/>
                  </a:lnTo>
                  <a:lnTo>
                    <a:pt x="4119187" y="2907468"/>
                  </a:lnTo>
                  <a:lnTo>
                    <a:pt x="4192947" y="2925738"/>
                  </a:lnTo>
                  <a:lnTo>
                    <a:pt x="4266707" y="2943429"/>
                  </a:lnTo>
                  <a:lnTo>
                    <a:pt x="4340467" y="2960559"/>
                  </a:lnTo>
                  <a:lnTo>
                    <a:pt x="4414227" y="2977146"/>
                  </a:lnTo>
                  <a:lnTo>
                    <a:pt x="4487987" y="2993208"/>
                  </a:lnTo>
                  <a:lnTo>
                    <a:pt x="4561747" y="3008760"/>
                  </a:lnTo>
                  <a:lnTo>
                    <a:pt x="4635507" y="3023819"/>
                  </a:lnTo>
                  <a:lnTo>
                    <a:pt x="4709267" y="3038400"/>
                  </a:lnTo>
                  <a:lnTo>
                    <a:pt x="4783027" y="3052519"/>
                  </a:lnTo>
                  <a:lnTo>
                    <a:pt x="4856787" y="3066191"/>
                  </a:lnTo>
                  <a:lnTo>
                    <a:pt x="4930547" y="3079429"/>
                  </a:lnTo>
                  <a:lnTo>
                    <a:pt x="5004307" y="3092247"/>
                  </a:lnTo>
                  <a:lnTo>
                    <a:pt x="5078067" y="3104660"/>
                  </a:lnTo>
                  <a:lnTo>
                    <a:pt x="5151827" y="3116678"/>
                  </a:lnTo>
                  <a:lnTo>
                    <a:pt x="5225587" y="3128316"/>
                  </a:lnTo>
                  <a:lnTo>
                    <a:pt x="5299347" y="3139584"/>
                  </a:lnTo>
                  <a:lnTo>
                    <a:pt x="5373107" y="3150495"/>
                  </a:lnTo>
                  <a:lnTo>
                    <a:pt x="5446867" y="3161061"/>
                  </a:lnTo>
                  <a:lnTo>
                    <a:pt x="5520627" y="3171291"/>
                  </a:lnTo>
                  <a:lnTo>
                    <a:pt x="5594387" y="3181197"/>
                  </a:lnTo>
                  <a:lnTo>
                    <a:pt x="5668147" y="3190789"/>
                  </a:lnTo>
                  <a:lnTo>
                    <a:pt x="5741907" y="3200077"/>
                  </a:lnTo>
                  <a:lnTo>
                    <a:pt x="5815667" y="3209071"/>
                  </a:lnTo>
                  <a:lnTo>
                    <a:pt x="5889427" y="3217779"/>
                  </a:lnTo>
                  <a:lnTo>
                    <a:pt x="5963187" y="3226211"/>
                  </a:lnTo>
                  <a:lnTo>
                    <a:pt x="6036947" y="3234376"/>
                  </a:lnTo>
                  <a:lnTo>
                    <a:pt x="6110707" y="3242282"/>
                  </a:lnTo>
                  <a:lnTo>
                    <a:pt x="6184467" y="3249937"/>
                  </a:lnTo>
                  <a:lnTo>
                    <a:pt x="6258227" y="3257350"/>
                  </a:lnTo>
                  <a:lnTo>
                    <a:pt x="6331987" y="3264528"/>
                  </a:lnTo>
                  <a:lnTo>
                    <a:pt x="6405747" y="3271478"/>
                  </a:lnTo>
                  <a:lnTo>
                    <a:pt x="6479507" y="3278208"/>
                  </a:lnTo>
                  <a:lnTo>
                    <a:pt x="6553268" y="3284724"/>
                  </a:lnTo>
                  <a:lnTo>
                    <a:pt x="6627028" y="3291034"/>
                  </a:lnTo>
                  <a:lnTo>
                    <a:pt x="6700788" y="3297143"/>
                  </a:lnTo>
                  <a:lnTo>
                    <a:pt x="6774548" y="3303060"/>
                  </a:lnTo>
                  <a:lnTo>
                    <a:pt x="6848308" y="3308788"/>
                  </a:lnTo>
                  <a:lnTo>
                    <a:pt x="6922068" y="3314335"/>
                  </a:lnTo>
                  <a:lnTo>
                    <a:pt x="6995828" y="3319706"/>
                  </a:lnTo>
                  <a:lnTo>
                    <a:pt x="7069588" y="332490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691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1.47 (1.26-1.72), p_Bonf = &lt;0.001 (n = 6)  |  per IQR decline (Δ = 29.3 %): 3.11 (1.97-4.90)  |  IQR: [-14.6, 14.7]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49181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2026-09-28T16:57:52Z</dcterms:modified>
  <cp:category/>
</cp:coreProperties>
</file>