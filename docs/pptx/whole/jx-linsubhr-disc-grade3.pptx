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(0.97-0.99)  |  per IQR (Δ = 23.3): 0.59 (0.49-0.72)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2026-05-21T09:01:15Z</dcterms:modified>
  <cp:category/>
</cp:coreProperties>
</file>